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748882" y="581025"/>
            <a:ext cx="3200400" cy="6400800"/>
            <a:chOff x="3748882" y="581025"/>
            <a:chExt cx="3200400" cy="6400800"/>
          </a:xfrm>
        </p:grpSpPr>
        <p:sp>
          <p:nvSpPr>
            <p:cNvPr id="3" name="rc3"/>
            <p:cNvSpPr/>
            <p:nvPr/>
          </p:nvSpPr>
          <p:spPr>
            <a:xfrm>
              <a:off x="3748881" y="581025"/>
              <a:ext cx="32004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748881" y="581025"/>
              <a:ext cx="3200400" cy="1208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818470" y="878303"/>
              <a:ext cx="3061221" cy="501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3957616" y="1098544"/>
              <a:ext cx="2782929" cy="258239"/>
            </a:xfrm>
            <a:custGeom>
              <a:avLst/>
              <a:pathLst>
                <a:path w="2782929" h="258239">
                  <a:moveTo>
                    <a:pt x="0" y="258239"/>
                  </a:moveTo>
                  <a:lnTo>
                    <a:pt x="5446" y="258239"/>
                  </a:lnTo>
                  <a:lnTo>
                    <a:pt x="10892" y="258239"/>
                  </a:lnTo>
                  <a:lnTo>
                    <a:pt x="16338" y="258239"/>
                  </a:lnTo>
                  <a:lnTo>
                    <a:pt x="21784" y="258239"/>
                  </a:lnTo>
                  <a:lnTo>
                    <a:pt x="27230" y="258239"/>
                  </a:lnTo>
                  <a:lnTo>
                    <a:pt x="32676" y="258239"/>
                  </a:lnTo>
                  <a:lnTo>
                    <a:pt x="38122" y="258239"/>
                  </a:lnTo>
                  <a:lnTo>
                    <a:pt x="43568" y="258239"/>
                  </a:lnTo>
                  <a:lnTo>
                    <a:pt x="49014" y="258239"/>
                  </a:lnTo>
                  <a:lnTo>
                    <a:pt x="54460" y="258239"/>
                  </a:lnTo>
                  <a:lnTo>
                    <a:pt x="59906" y="258239"/>
                  </a:lnTo>
                  <a:lnTo>
                    <a:pt x="65352" y="258239"/>
                  </a:lnTo>
                  <a:lnTo>
                    <a:pt x="70798" y="258239"/>
                  </a:lnTo>
                  <a:lnTo>
                    <a:pt x="76244" y="258239"/>
                  </a:lnTo>
                  <a:lnTo>
                    <a:pt x="81690" y="258239"/>
                  </a:lnTo>
                  <a:lnTo>
                    <a:pt x="87136" y="258239"/>
                  </a:lnTo>
                  <a:lnTo>
                    <a:pt x="92582" y="258239"/>
                  </a:lnTo>
                  <a:lnTo>
                    <a:pt x="98028" y="258239"/>
                  </a:lnTo>
                  <a:lnTo>
                    <a:pt x="103474" y="258239"/>
                  </a:lnTo>
                  <a:lnTo>
                    <a:pt x="108920" y="258239"/>
                  </a:lnTo>
                  <a:lnTo>
                    <a:pt x="114366" y="258239"/>
                  </a:lnTo>
                  <a:lnTo>
                    <a:pt x="119812" y="258239"/>
                  </a:lnTo>
                  <a:lnTo>
                    <a:pt x="125259" y="258239"/>
                  </a:lnTo>
                  <a:lnTo>
                    <a:pt x="130705" y="258239"/>
                  </a:lnTo>
                  <a:lnTo>
                    <a:pt x="136151" y="258239"/>
                  </a:lnTo>
                  <a:lnTo>
                    <a:pt x="141597" y="258239"/>
                  </a:lnTo>
                  <a:lnTo>
                    <a:pt x="147043" y="258239"/>
                  </a:lnTo>
                  <a:lnTo>
                    <a:pt x="152489" y="258239"/>
                  </a:lnTo>
                  <a:lnTo>
                    <a:pt x="157935" y="258239"/>
                  </a:lnTo>
                  <a:lnTo>
                    <a:pt x="163381" y="258239"/>
                  </a:lnTo>
                  <a:lnTo>
                    <a:pt x="168827" y="258239"/>
                  </a:lnTo>
                  <a:lnTo>
                    <a:pt x="174273" y="258239"/>
                  </a:lnTo>
                  <a:lnTo>
                    <a:pt x="179719" y="258239"/>
                  </a:lnTo>
                  <a:lnTo>
                    <a:pt x="185165" y="258239"/>
                  </a:lnTo>
                  <a:lnTo>
                    <a:pt x="190611" y="258239"/>
                  </a:lnTo>
                  <a:lnTo>
                    <a:pt x="196057" y="258239"/>
                  </a:lnTo>
                  <a:lnTo>
                    <a:pt x="201503" y="258239"/>
                  </a:lnTo>
                  <a:lnTo>
                    <a:pt x="206949" y="258239"/>
                  </a:lnTo>
                  <a:lnTo>
                    <a:pt x="212395" y="258239"/>
                  </a:lnTo>
                  <a:lnTo>
                    <a:pt x="217841" y="258238"/>
                  </a:lnTo>
                  <a:lnTo>
                    <a:pt x="223287" y="258237"/>
                  </a:lnTo>
                  <a:lnTo>
                    <a:pt x="228733" y="258236"/>
                  </a:lnTo>
                  <a:lnTo>
                    <a:pt x="234179" y="258234"/>
                  </a:lnTo>
                  <a:lnTo>
                    <a:pt x="239625" y="258231"/>
                  </a:lnTo>
                  <a:lnTo>
                    <a:pt x="245072" y="258225"/>
                  </a:lnTo>
                  <a:lnTo>
                    <a:pt x="250518" y="258216"/>
                  </a:lnTo>
                  <a:lnTo>
                    <a:pt x="255964" y="258203"/>
                  </a:lnTo>
                  <a:lnTo>
                    <a:pt x="261410" y="258182"/>
                  </a:lnTo>
                  <a:lnTo>
                    <a:pt x="266856" y="258151"/>
                  </a:lnTo>
                  <a:lnTo>
                    <a:pt x="272302" y="258106"/>
                  </a:lnTo>
                  <a:lnTo>
                    <a:pt x="277748" y="258042"/>
                  </a:lnTo>
                  <a:lnTo>
                    <a:pt x="283194" y="257954"/>
                  </a:lnTo>
                  <a:lnTo>
                    <a:pt x="288640" y="257834"/>
                  </a:lnTo>
                  <a:lnTo>
                    <a:pt x="294086" y="257675"/>
                  </a:lnTo>
                  <a:lnTo>
                    <a:pt x="299532" y="257470"/>
                  </a:lnTo>
                  <a:lnTo>
                    <a:pt x="304978" y="257210"/>
                  </a:lnTo>
                  <a:lnTo>
                    <a:pt x="310424" y="256887"/>
                  </a:lnTo>
                  <a:lnTo>
                    <a:pt x="315870" y="256493"/>
                  </a:lnTo>
                  <a:lnTo>
                    <a:pt x="321316" y="256016"/>
                  </a:lnTo>
                  <a:lnTo>
                    <a:pt x="326762" y="255458"/>
                  </a:lnTo>
                  <a:lnTo>
                    <a:pt x="332208" y="254820"/>
                  </a:lnTo>
                  <a:lnTo>
                    <a:pt x="337654" y="254107"/>
                  </a:lnTo>
                  <a:lnTo>
                    <a:pt x="343100" y="253325"/>
                  </a:lnTo>
                  <a:lnTo>
                    <a:pt x="348546" y="252483"/>
                  </a:lnTo>
                  <a:lnTo>
                    <a:pt x="353992" y="251593"/>
                  </a:lnTo>
                  <a:lnTo>
                    <a:pt x="359438" y="250668"/>
                  </a:lnTo>
                  <a:lnTo>
                    <a:pt x="364885" y="249723"/>
                  </a:lnTo>
                  <a:lnTo>
                    <a:pt x="370331" y="248773"/>
                  </a:lnTo>
                  <a:lnTo>
                    <a:pt x="375777" y="247832"/>
                  </a:lnTo>
                  <a:lnTo>
                    <a:pt x="381223" y="246913"/>
                  </a:lnTo>
                  <a:lnTo>
                    <a:pt x="386669" y="246024"/>
                  </a:lnTo>
                  <a:lnTo>
                    <a:pt x="392115" y="245171"/>
                  </a:lnTo>
                  <a:lnTo>
                    <a:pt x="397561" y="244355"/>
                  </a:lnTo>
                  <a:lnTo>
                    <a:pt x="403007" y="243577"/>
                  </a:lnTo>
                  <a:lnTo>
                    <a:pt x="408453" y="242833"/>
                  </a:lnTo>
                  <a:lnTo>
                    <a:pt x="413899" y="242121"/>
                  </a:lnTo>
                  <a:lnTo>
                    <a:pt x="419345" y="241435"/>
                  </a:lnTo>
                  <a:lnTo>
                    <a:pt x="424791" y="240771"/>
                  </a:lnTo>
                  <a:lnTo>
                    <a:pt x="430237" y="240125"/>
                  </a:lnTo>
                  <a:lnTo>
                    <a:pt x="435683" y="239496"/>
                  </a:lnTo>
                  <a:lnTo>
                    <a:pt x="441129" y="238881"/>
                  </a:lnTo>
                  <a:lnTo>
                    <a:pt x="446575" y="238284"/>
                  </a:lnTo>
                  <a:lnTo>
                    <a:pt x="452021" y="237709"/>
                  </a:lnTo>
                  <a:lnTo>
                    <a:pt x="457467" y="237163"/>
                  </a:lnTo>
                  <a:lnTo>
                    <a:pt x="462913" y="236653"/>
                  </a:lnTo>
                  <a:lnTo>
                    <a:pt x="468359" y="236189"/>
                  </a:lnTo>
                  <a:lnTo>
                    <a:pt x="473805" y="235780"/>
                  </a:lnTo>
                  <a:lnTo>
                    <a:pt x="479251" y="235434"/>
                  </a:lnTo>
                  <a:lnTo>
                    <a:pt x="484698" y="235159"/>
                  </a:lnTo>
                  <a:lnTo>
                    <a:pt x="490144" y="234965"/>
                  </a:lnTo>
                  <a:lnTo>
                    <a:pt x="495590" y="234851"/>
                  </a:lnTo>
                  <a:lnTo>
                    <a:pt x="501036" y="234813"/>
                  </a:lnTo>
                  <a:lnTo>
                    <a:pt x="506482" y="234847"/>
                  </a:lnTo>
                  <a:lnTo>
                    <a:pt x="511928" y="234946"/>
                  </a:lnTo>
                  <a:lnTo>
                    <a:pt x="517374" y="235103"/>
                  </a:lnTo>
                  <a:lnTo>
                    <a:pt x="522820" y="235310"/>
                  </a:lnTo>
                  <a:lnTo>
                    <a:pt x="528266" y="235559"/>
                  </a:lnTo>
                  <a:lnTo>
                    <a:pt x="533712" y="235842"/>
                  </a:lnTo>
                  <a:lnTo>
                    <a:pt x="539158" y="236152"/>
                  </a:lnTo>
                  <a:lnTo>
                    <a:pt x="544604" y="236482"/>
                  </a:lnTo>
                  <a:lnTo>
                    <a:pt x="550050" y="236829"/>
                  </a:lnTo>
                  <a:lnTo>
                    <a:pt x="555496" y="237185"/>
                  </a:lnTo>
                  <a:lnTo>
                    <a:pt x="560942" y="237546"/>
                  </a:lnTo>
                  <a:lnTo>
                    <a:pt x="566388" y="237906"/>
                  </a:lnTo>
                  <a:lnTo>
                    <a:pt x="571834" y="238258"/>
                  </a:lnTo>
                  <a:lnTo>
                    <a:pt x="577280" y="238594"/>
                  </a:lnTo>
                  <a:lnTo>
                    <a:pt x="582726" y="238903"/>
                  </a:lnTo>
                  <a:lnTo>
                    <a:pt x="588172" y="239172"/>
                  </a:lnTo>
                  <a:lnTo>
                    <a:pt x="593618" y="239385"/>
                  </a:lnTo>
                  <a:lnTo>
                    <a:pt x="599064" y="239522"/>
                  </a:lnTo>
                  <a:lnTo>
                    <a:pt x="604510" y="239548"/>
                  </a:lnTo>
                  <a:lnTo>
                    <a:pt x="609957" y="239444"/>
                  </a:lnTo>
                  <a:lnTo>
                    <a:pt x="615403" y="239181"/>
                  </a:lnTo>
                  <a:lnTo>
                    <a:pt x="620849" y="238727"/>
                  </a:lnTo>
                  <a:lnTo>
                    <a:pt x="626295" y="238046"/>
                  </a:lnTo>
                  <a:lnTo>
                    <a:pt x="631741" y="237102"/>
                  </a:lnTo>
                  <a:lnTo>
                    <a:pt x="637187" y="235855"/>
                  </a:lnTo>
                  <a:lnTo>
                    <a:pt x="642633" y="234266"/>
                  </a:lnTo>
                  <a:lnTo>
                    <a:pt x="648079" y="232299"/>
                  </a:lnTo>
                  <a:lnTo>
                    <a:pt x="653525" y="229920"/>
                  </a:lnTo>
                  <a:lnTo>
                    <a:pt x="658971" y="227074"/>
                  </a:lnTo>
                  <a:lnTo>
                    <a:pt x="664417" y="223753"/>
                  </a:lnTo>
                  <a:lnTo>
                    <a:pt x="669863" y="219985"/>
                  </a:lnTo>
                  <a:lnTo>
                    <a:pt x="675309" y="215795"/>
                  </a:lnTo>
                  <a:lnTo>
                    <a:pt x="680755" y="211224"/>
                  </a:lnTo>
                  <a:lnTo>
                    <a:pt x="686201" y="206333"/>
                  </a:lnTo>
                  <a:lnTo>
                    <a:pt x="691647" y="201197"/>
                  </a:lnTo>
                  <a:lnTo>
                    <a:pt x="697093" y="195901"/>
                  </a:lnTo>
                  <a:lnTo>
                    <a:pt x="702539" y="190536"/>
                  </a:lnTo>
                  <a:lnTo>
                    <a:pt x="707985" y="185190"/>
                  </a:lnTo>
                  <a:lnTo>
                    <a:pt x="713431" y="179939"/>
                  </a:lnTo>
                  <a:lnTo>
                    <a:pt x="718877" y="174847"/>
                  </a:lnTo>
                  <a:lnTo>
                    <a:pt x="724323" y="169906"/>
                  </a:lnTo>
                  <a:lnTo>
                    <a:pt x="729770" y="165072"/>
                  </a:lnTo>
                  <a:lnTo>
                    <a:pt x="735216" y="160253"/>
                  </a:lnTo>
                  <a:lnTo>
                    <a:pt x="740662" y="155314"/>
                  </a:lnTo>
                  <a:lnTo>
                    <a:pt x="746108" y="150079"/>
                  </a:lnTo>
                  <a:lnTo>
                    <a:pt x="751554" y="144348"/>
                  </a:lnTo>
                  <a:lnTo>
                    <a:pt x="757000" y="137906"/>
                  </a:lnTo>
                  <a:lnTo>
                    <a:pt x="762446" y="130546"/>
                  </a:lnTo>
                  <a:lnTo>
                    <a:pt x="767892" y="122093"/>
                  </a:lnTo>
                  <a:lnTo>
                    <a:pt x="773338" y="112311"/>
                  </a:lnTo>
                  <a:lnTo>
                    <a:pt x="778784" y="101267"/>
                  </a:lnTo>
                  <a:lnTo>
                    <a:pt x="784230" y="89108"/>
                  </a:lnTo>
                  <a:lnTo>
                    <a:pt x="789676" y="76073"/>
                  </a:lnTo>
                  <a:lnTo>
                    <a:pt x="795122" y="62517"/>
                  </a:lnTo>
                  <a:lnTo>
                    <a:pt x="800568" y="48909"/>
                  </a:lnTo>
                  <a:lnTo>
                    <a:pt x="806014" y="35806"/>
                  </a:lnTo>
                  <a:lnTo>
                    <a:pt x="811460" y="23827"/>
                  </a:lnTo>
                  <a:lnTo>
                    <a:pt x="816906" y="13613"/>
                  </a:lnTo>
                  <a:lnTo>
                    <a:pt x="822352" y="5785"/>
                  </a:lnTo>
                  <a:lnTo>
                    <a:pt x="827798" y="1053"/>
                  </a:lnTo>
                  <a:lnTo>
                    <a:pt x="833244" y="0"/>
                  </a:lnTo>
                  <a:lnTo>
                    <a:pt x="838690" y="2616"/>
                  </a:lnTo>
                  <a:lnTo>
                    <a:pt x="844136" y="8926"/>
                  </a:lnTo>
                  <a:lnTo>
                    <a:pt x="849583" y="18769"/>
                  </a:lnTo>
                  <a:lnTo>
                    <a:pt x="855029" y="31808"/>
                  </a:lnTo>
                  <a:lnTo>
                    <a:pt x="860475" y="47556"/>
                  </a:lnTo>
                  <a:lnTo>
                    <a:pt x="865921" y="65416"/>
                  </a:lnTo>
                  <a:lnTo>
                    <a:pt x="871367" y="84716"/>
                  </a:lnTo>
                  <a:lnTo>
                    <a:pt x="876813" y="104757"/>
                  </a:lnTo>
                  <a:lnTo>
                    <a:pt x="882259" y="124860"/>
                  </a:lnTo>
                  <a:lnTo>
                    <a:pt x="887705" y="144263"/>
                  </a:lnTo>
                  <a:lnTo>
                    <a:pt x="893151" y="162482"/>
                  </a:lnTo>
                  <a:lnTo>
                    <a:pt x="898597" y="179161"/>
                  </a:lnTo>
                  <a:lnTo>
                    <a:pt x="904043" y="194066"/>
                  </a:lnTo>
                  <a:lnTo>
                    <a:pt x="909489" y="207081"/>
                  </a:lnTo>
                  <a:lnTo>
                    <a:pt x="914935" y="218189"/>
                  </a:lnTo>
                  <a:lnTo>
                    <a:pt x="920381" y="227460"/>
                  </a:lnTo>
                  <a:lnTo>
                    <a:pt x="925827" y="235026"/>
                  </a:lnTo>
                  <a:lnTo>
                    <a:pt x="931273" y="241066"/>
                  </a:lnTo>
                  <a:lnTo>
                    <a:pt x="936719" y="245781"/>
                  </a:lnTo>
                  <a:lnTo>
                    <a:pt x="942165" y="249317"/>
                  </a:lnTo>
                  <a:lnTo>
                    <a:pt x="947611" y="251937"/>
                  </a:lnTo>
                  <a:lnTo>
                    <a:pt x="953057" y="253869"/>
                  </a:lnTo>
                  <a:lnTo>
                    <a:pt x="958503" y="255265"/>
                  </a:lnTo>
                  <a:lnTo>
                    <a:pt x="963949" y="256255"/>
                  </a:lnTo>
                  <a:lnTo>
                    <a:pt x="969396" y="256941"/>
                  </a:lnTo>
                  <a:lnTo>
                    <a:pt x="974842" y="257407"/>
                  </a:lnTo>
                  <a:lnTo>
                    <a:pt x="980288" y="257716"/>
                  </a:lnTo>
                  <a:lnTo>
                    <a:pt x="985734" y="257918"/>
                  </a:lnTo>
                  <a:lnTo>
                    <a:pt x="991180" y="258046"/>
                  </a:lnTo>
                  <a:lnTo>
                    <a:pt x="996626" y="258124"/>
                  </a:lnTo>
                  <a:lnTo>
                    <a:pt x="1002072" y="258171"/>
                  </a:lnTo>
                  <a:lnTo>
                    <a:pt x="1007518" y="258199"/>
                  </a:lnTo>
                  <a:lnTo>
                    <a:pt x="1012964" y="258216"/>
                  </a:lnTo>
                  <a:lnTo>
                    <a:pt x="1018410" y="258226"/>
                  </a:lnTo>
                  <a:lnTo>
                    <a:pt x="1023856" y="258232"/>
                  </a:lnTo>
                  <a:lnTo>
                    <a:pt x="1029302" y="258235"/>
                  </a:lnTo>
                  <a:lnTo>
                    <a:pt x="1034748" y="258237"/>
                  </a:lnTo>
                  <a:lnTo>
                    <a:pt x="1040194" y="258238"/>
                  </a:lnTo>
                  <a:lnTo>
                    <a:pt x="1045640" y="258239"/>
                  </a:lnTo>
                  <a:lnTo>
                    <a:pt x="1051086" y="258239"/>
                  </a:lnTo>
                  <a:lnTo>
                    <a:pt x="1056532" y="258239"/>
                  </a:lnTo>
                  <a:lnTo>
                    <a:pt x="1061978" y="258239"/>
                  </a:lnTo>
                  <a:lnTo>
                    <a:pt x="1067424" y="258239"/>
                  </a:lnTo>
                  <a:lnTo>
                    <a:pt x="1072870" y="258239"/>
                  </a:lnTo>
                  <a:lnTo>
                    <a:pt x="1078316" y="258239"/>
                  </a:lnTo>
                  <a:lnTo>
                    <a:pt x="1083762" y="258239"/>
                  </a:lnTo>
                  <a:lnTo>
                    <a:pt x="1089209" y="258239"/>
                  </a:lnTo>
                  <a:lnTo>
                    <a:pt x="1094655" y="258239"/>
                  </a:lnTo>
                  <a:lnTo>
                    <a:pt x="1100101" y="258239"/>
                  </a:lnTo>
                  <a:lnTo>
                    <a:pt x="1105547" y="258239"/>
                  </a:lnTo>
                  <a:lnTo>
                    <a:pt x="1110993" y="258239"/>
                  </a:lnTo>
                  <a:lnTo>
                    <a:pt x="1116439" y="258239"/>
                  </a:lnTo>
                  <a:lnTo>
                    <a:pt x="1121885" y="258239"/>
                  </a:lnTo>
                  <a:lnTo>
                    <a:pt x="1127331" y="258239"/>
                  </a:lnTo>
                  <a:lnTo>
                    <a:pt x="1132777" y="258239"/>
                  </a:lnTo>
                  <a:lnTo>
                    <a:pt x="1138223" y="258239"/>
                  </a:lnTo>
                  <a:lnTo>
                    <a:pt x="1143669" y="258239"/>
                  </a:lnTo>
                  <a:lnTo>
                    <a:pt x="1149115" y="258239"/>
                  </a:lnTo>
                  <a:lnTo>
                    <a:pt x="1154561" y="258239"/>
                  </a:lnTo>
                  <a:lnTo>
                    <a:pt x="1160007" y="258239"/>
                  </a:lnTo>
                  <a:lnTo>
                    <a:pt x="1165453" y="258239"/>
                  </a:lnTo>
                  <a:lnTo>
                    <a:pt x="1170899" y="258239"/>
                  </a:lnTo>
                  <a:lnTo>
                    <a:pt x="1176345" y="258239"/>
                  </a:lnTo>
                  <a:lnTo>
                    <a:pt x="1181791" y="258239"/>
                  </a:lnTo>
                  <a:lnTo>
                    <a:pt x="1187237" y="258239"/>
                  </a:lnTo>
                  <a:lnTo>
                    <a:pt x="1192683" y="258239"/>
                  </a:lnTo>
                  <a:lnTo>
                    <a:pt x="1198129" y="258239"/>
                  </a:lnTo>
                  <a:lnTo>
                    <a:pt x="1203575" y="258239"/>
                  </a:lnTo>
                  <a:lnTo>
                    <a:pt x="1209021" y="258239"/>
                  </a:lnTo>
                  <a:lnTo>
                    <a:pt x="1214468" y="258239"/>
                  </a:lnTo>
                  <a:lnTo>
                    <a:pt x="1219914" y="258239"/>
                  </a:lnTo>
                  <a:lnTo>
                    <a:pt x="1225360" y="258239"/>
                  </a:lnTo>
                  <a:lnTo>
                    <a:pt x="1230806" y="258239"/>
                  </a:lnTo>
                  <a:lnTo>
                    <a:pt x="1236252" y="258239"/>
                  </a:lnTo>
                  <a:lnTo>
                    <a:pt x="1241698" y="258239"/>
                  </a:lnTo>
                  <a:lnTo>
                    <a:pt x="1247144" y="258239"/>
                  </a:lnTo>
                  <a:lnTo>
                    <a:pt x="1252590" y="258239"/>
                  </a:lnTo>
                  <a:lnTo>
                    <a:pt x="1258036" y="258239"/>
                  </a:lnTo>
                  <a:lnTo>
                    <a:pt x="1263482" y="258239"/>
                  </a:lnTo>
                  <a:lnTo>
                    <a:pt x="1268928" y="258239"/>
                  </a:lnTo>
                  <a:lnTo>
                    <a:pt x="1274374" y="258239"/>
                  </a:lnTo>
                  <a:lnTo>
                    <a:pt x="1279820" y="258239"/>
                  </a:lnTo>
                  <a:lnTo>
                    <a:pt x="1285266" y="258239"/>
                  </a:lnTo>
                  <a:lnTo>
                    <a:pt x="1290712" y="258239"/>
                  </a:lnTo>
                  <a:lnTo>
                    <a:pt x="1296158" y="258239"/>
                  </a:lnTo>
                  <a:lnTo>
                    <a:pt x="1301604" y="258239"/>
                  </a:lnTo>
                  <a:lnTo>
                    <a:pt x="1307050" y="258239"/>
                  </a:lnTo>
                  <a:lnTo>
                    <a:pt x="1312496" y="258239"/>
                  </a:lnTo>
                  <a:lnTo>
                    <a:pt x="1317942" y="258239"/>
                  </a:lnTo>
                  <a:lnTo>
                    <a:pt x="1323388" y="258239"/>
                  </a:lnTo>
                  <a:lnTo>
                    <a:pt x="1328834" y="258239"/>
                  </a:lnTo>
                  <a:lnTo>
                    <a:pt x="1334281" y="258239"/>
                  </a:lnTo>
                  <a:lnTo>
                    <a:pt x="1339727" y="258239"/>
                  </a:lnTo>
                  <a:lnTo>
                    <a:pt x="1345173" y="258239"/>
                  </a:lnTo>
                  <a:lnTo>
                    <a:pt x="1350619" y="258239"/>
                  </a:lnTo>
                  <a:lnTo>
                    <a:pt x="1356065" y="258239"/>
                  </a:lnTo>
                  <a:lnTo>
                    <a:pt x="1361511" y="258239"/>
                  </a:lnTo>
                  <a:lnTo>
                    <a:pt x="1366957" y="258239"/>
                  </a:lnTo>
                  <a:lnTo>
                    <a:pt x="1372403" y="258239"/>
                  </a:lnTo>
                  <a:lnTo>
                    <a:pt x="1377849" y="258239"/>
                  </a:lnTo>
                  <a:lnTo>
                    <a:pt x="1383295" y="258239"/>
                  </a:lnTo>
                  <a:lnTo>
                    <a:pt x="1388741" y="258239"/>
                  </a:lnTo>
                  <a:lnTo>
                    <a:pt x="1394187" y="258239"/>
                  </a:lnTo>
                  <a:lnTo>
                    <a:pt x="1399633" y="258239"/>
                  </a:lnTo>
                  <a:lnTo>
                    <a:pt x="1405079" y="258239"/>
                  </a:lnTo>
                  <a:lnTo>
                    <a:pt x="1410525" y="258239"/>
                  </a:lnTo>
                  <a:lnTo>
                    <a:pt x="1415971" y="258239"/>
                  </a:lnTo>
                  <a:lnTo>
                    <a:pt x="1421417" y="258239"/>
                  </a:lnTo>
                  <a:lnTo>
                    <a:pt x="1426863" y="258239"/>
                  </a:lnTo>
                  <a:lnTo>
                    <a:pt x="1432309" y="258239"/>
                  </a:lnTo>
                  <a:lnTo>
                    <a:pt x="1437755" y="258239"/>
                  </a:lnTo>
                  <a:lnTo>
                    <a:pt x="1443201" y="258239"/>
                  </a:lnTo>
                  <a:lnTo>
                    <a:pt x="1448647" y="258239"/>
                  </a:lnTo>
                  <a:lnTo>
                    <a:pt x="1454094" y="258239"/>
                  </a:lnTo>
                  <a:lnTo>
                    <a:pt x="1459540" y="258239"/>
                  </a:lnTo>
                  <a:lnTo>
                    <a:pt x="1464986" y="258239"/>
                  </a:lnTo>
                  <a:lnTo>
                    <a:pt x="1470432" y="258239"/>
                  </a:lnTo>
                  <a:lnTo>
                    <a:pt x="1475878" y="258239"/>
                  </a:lnTo>
                  <a:lnTo>
                    <a:pt x="1481324" y="258239"/>
                  </a:lnTo>
                  <a:lnTo>
                    <a:pt x="1486770" y="258239"/>
                  </a:lnTo>
                  <a:lnTo>
                    <a:pt x="1492216" y="258239"/>
                  </a:lnTo>
                  <a:lnTo>
                    <a:pt x="1497662" y="258239"/>
                  </a:lnTo>
                  <a:lnTo>
                    <a:pt x="1503108" y="258239"/>
                  </a:lnTo>
                  <a:lnTo>
                    <a:pt x="1508554" y="258239"/>
                  </a:lnTo>
                  <a:lnTo>
                    <a:pt x="1514000" y="258239"/>
                  </a:lnTo>
                  <a:lnTo>
                    <a:pt x="1519446" y="258239"/>
                  </a:lnTo>
                  <a:lnTo>
                    <a:pt x="1524892" y="258239"/>
                  </a:lnTo>
                  <a:lnTo>
                    <a:pt x="1530338" y="258239"/>
                  </a:lnTo>
                  <a:lnTo>
                    <a:pt x="1535784" y="258239"/>
                  </a:lnTo>
                  <a:lnTo>
                    <a:pt x="1541230" y="258239"/>
                  </a:lnTo>
                  <a:lnTo>
                    <a:pt x="1546676" y="258239"/>
                  </a:lnTo>
                  <a:lnTo>
                    <a:pt x="1552122" y="258239"/>
                  </a:lnTo>
                  <a:lnTo>
                    <a:pt x="1557568" y="258239"/>
                  </a:lnTo>
                  <a:lnTo>
                    <a:pt x="1563014" y="258239"/>
                  </a:lnTo>
                  <a:lnTo>
                    <a:pt x="1568460" y="258239"/>
                  </a:lnTo>
                  <a:lnTo>
                    <a:pt x="1573907" y="258239"/>
                  </a:lnTo>
                  <a:lnTo>
                    <a:pt x="1579353" y="258239"/>
                  </a:lnTo>
                  <a:lnTo>
                    <a:pt x="1584799" y="258239"/>
                  </a:lnTo>
                  <a:lnTo>
                    <a:pt x="1590245" y="258239"/>
                  </a:lnTo>
                  <a:lnTo>
                    <a:pt x="1595691" y="258239"/>
                  </a:lnTo>
                  <a:lnTo>
                    <a:pt x="1601137" y="258239"/>
                  </a:lnTo>
                  <a:lnTo>
                    <a:pt x="1606583" y="258239"/>
                  </a:lnTo>
                  <a:lnTo>
                    <a:pt x="1612029" y="258239"/>
                  </a:lnTo>
                  <a:lnTo>
                    <a:pt x="1617475" y="258239"/>
                  </a:lnTo>
                  <a:lnTo>
                    <a:pt x="1622921" y="258239"/>
                  </a:lnTo>
                  <a:lnTo>
                    <a:pt x="1628367" y="258239"/>
                  </a:lnTo>
                  <a:lnTo>
                    <a:pt x="1633813" y="258239"/>
                  </a:lnTo>
                  <a:lnTo>
                    <a:pt x="1639259" y="258239"/>
                  </a:lnTo>
                  <a:lnTo>
                    <a:pt x="1644705" y="258239"/>
                  </a:lnTo>
                  <a:lnTo>
                    <a:pt x="1650151" y="258239"/>
                  </a:lnTo>
                  <a:lnTo>
                    <a:pt x="1655597" y="258239"/>
                  </a:lnTo>
                  <a:lnTo>
                    <a:pt x="1661043" y="258239"/>
                  </a:lnTo>
                  <a:lnTo>
                    <a:pt x="1666489" y="258239"/>
                  </a:lnTo>
                  <a:lnTo>
                    <a:pt x="1671935" y="258239"/>
                  </a:lnTo>
                  <a:lnTo>
                    <a:pt x="1677381" y="258239"/>
                  </a:lnTo>
                  <a:lnTo>
                    <a:pt x="1682827" y="258239"/>
                  </a:lnTo>
                  <a:lnTo>
                    <a:pt x="1688273" y="258239"/>
                  </a:lnTo>
                  <a:lnTo>
                    <a:pt x="1693720" y="258239"/>
                  </a:lnTo>
                  <a:lnTo>
                    <a:pt x="1699166" y="258239"/>
                  </a:lnTo>
                  <a:lnTo>
                    <a:pt x="1704612" y="258239"/>
                  </a:lnTo>
                  <a:lnTo>
                    <a:pt x="1710058" y="258239"/>
                  </a:lnTo>
                  <a:lnTo>
                    <a:pt x="1715504" y="258239"/>
                  </a:lnTo>
                  <a:lnTo>
                    <a:pt x="1720950" y="258239"/>
                  </a:lnTo>
                  <a:lnTo>
                    <a:pt x="1726396" y="258239"/>
                  </a:lnTo>
                  <a:lnTo>
                    <a:pt x="1731842" y="258239"/>
                  </a:lnTo>
                  <a:lnTo>
                    <a:pt x="1737288" y="258239"/>
                  </a:lnTo>
                  <a:lnTo>
                    <a:pt x="1742734" y="258239"/>
                  </a:lnTo>
                  <a:lnTo>
                    <a:pt x="1748180" y="258239"/>
                  </a:lnTo>
                  <a:lnTo>
                    <a:pt x="1753626" y="258239"/>
                  </a:lnTo>
                  <a:lnTo>
                    <a:pt x="1759072" y="258239"/>
                  </a:lnTo>
                  <a:lnTo>
                    <a:pt x="1764518" y="258239"/>
                  </a:lnTo>
                  <a:lnTo>
                    <a:pt x="1769964" y="258239"/>
                  </a:lnTo>
                  <a:lnTo>
                    <a:pt x="1775410" y="258239"/>
                  </a:lnTo>
                  <a:lnTo>
                    <a:pt x="1780856" y="258239"/>
                  </a:lnTo>
                  <a:lnTo>
                    <a:pt x="1786302" y="258239"/>
                  </a:lnTo>
                  <a:lnTo>
                    <a:pt x="1791748" y="258239"/>
                  </a:lnTo>
                  <a:lnTo>
                    <a:pt x="1797194" y="258239"/>
                  </a:lnTo>
                  <a:lnTo>
                    <a:pt x="1802640" y="258239"/>
                  </a:lnTo>
                  <a:lnTo>
                    <a:pt x="1808086" y="258239"/>
                  </a:lnTo>
                  <a:lnTo>
                    <a:pt x="1813532" y="258239"/>
                  </a:lnTo>
                  <a:lnTo>
                    <a:pt x="1818979" y="258239"/>
                  </a:lnTo>
                  <a:lnTo>
                    <a:pt x="1824425" y="258239"/>
                  </a:lnTo>
                  <a:lnTo>
                    <a:pt x="1829871" y="258239"/>
                  </a:lnTo>
                  <a:lnTo>
                    <a:pt x="1835317" y="258239"/>
                  </a:lnTo>
                  <a:lnTo>
                    <a:pt x="1840763" y="258239"/>
                  </a:lnTo>
                  <a:lnTo>
                    <a:pt x="1846209" y="258239"/>
                  </a:lnTo>
                  <a:lnTo>
                    <a:pt x="1851655" y="258239"/>
                  </a:lnTo>
                  <a:lnTo>
                    <a:pt x="1857101" y="258239"/>
                  </a:lnTo>
                  <a:lnTo>
                    <a:pt x="1862547" y="258239"/>
                  </a:lnTo>
                  <a:lnTo>
                    <a:pt x="1867993" y="258239"/>
                  </a:lnTo>
                  <a:lnTo>
                    <a:pt x="1873439" y="258239"/>
                  </a:lnTo>
                  <a:lnTo>
                    <a:pt x="1878885" y="258239"/>
                  </a:lnTo>
                  <a:lnTo>
                    <a:pt x="1884331" y="258239"/>
                  </a:lnTo>
                  <a:lnTo>
                    <a:pt x="1889777" y="258239"/>
                  </a:lnTo>
                  <a:lnTo>
                    <a:pt x="1895223" y="258239"/>
                  </a:lnTo>
                  <a:lnTo>
                    <a:pt x="1900669" y="258239"/>
                  </a:lnTo>
                  <a:lnTo>
                    <a:pt x="1906115" y="258239"/>
                  </a:lnTo>
                  <a:lnTo>
                    <a:pt x="1911561" y="258239"/>
                  </a:lnTo>
                  <a:lnTo>
                    <a:pt x="1917007" y="258239"/>
                  </a:lnTo>
                  <a:lnTo>
                    <a:pt x="1922453" y="258239"/>
                  </a:lnTo>
                  <a:lnTo>
                    <a:pt x="1927899" y="258239"/>
                  </a:lnTo>
                  <a:lnTo>
                    <a:pt x="1933345" y="258239"/>
                  </a:lnTo>
                  <a:lnTo>
                    <a:pt x="1938792" y="258239"/>
                  </a:lnTo>
                  <a:lnTo>
                    <a:pt x="1944238" y="258239"/>
                  </a:lnTo>
                  <a:lnTo>
                    <a:pt x="1949684" y="258239"/>
                  </a:lnTo>
                  <a:lnTo>
                    <a:pt x="1955130" y="258239"/>
                  </a:lnTo>
                  <a:lnTo>
                    <a:pt x="1960576" y="258239"/>
                  </a:lnTo>
                  <a:lnTo>
                    <a:pt x="1966022" y="258239"/>
                  </a:lnTo>
                  <a:lnTo>
                    <a:pt x="1971468" y="258239"/>
                  </a:lnTo>
                  <a:lnTo>
                    <a:pt x="1976914" y="258239"/>
                  </a:lnTo>
                  <a:lnTo>
                    <a:pt x="1982360" y="258239"/>
                  </a:lnTo>
                  <a:lnTo>
                    <a:pt x="1987806" y="258239"/>
                  </a:lnTo>
                  <a:lnTo>
                    <a:pt x="1993252" y="258239"/>
                  </a:lnTo>
                  <a:lnTo>
                    <a:pt x="1998698" y="258239"/>
                  </a:lnTo>
                  <a:lnTo>
                    <a:pt x="2004144" y="258239"/>
                  </a:lnTo>
                  <a:lnTo>
                    <a:pt x="2009590" y="258239"/>
                  </a:lnTo>
                  <a:lnTo>
                    <a:pt x="2015036" y="258239"/>
                  </a:lnTo>
                  <a:lnTo>
                    <a:pt x="2020482" y="258239"/>
                  </a:lnTo>
                  <a:lnTo>
                    <a:pt x="2025928" y="258239"/>
                  </a:lnTo>
                  <a:lnTo>
                    <a:pt x="2031374" y="258239"/>
                  </a:lnTo>
                  <a:lnTo>
                    <a:pt x="2036820" y="258239"/>
                  </a:lnTo>
                  <a:lnTo>
                    <a:pt x="2042266" y="258239"/>
                  </a:lnTo>
                  <a:lnTo>
                    <a:pt x="2047712" y="258239"/>
                  </a:lnTo>
                  <a:lnTo>
                    <a:pt x="2053158" y="258239"/>
                  </a:lnTo>
                  <a:lnTo>
                    <a:pt x="2058605" y="258239"/>
                  </a:lnTo>
                  <a:lnTo>
                    <a:pt x="2064051" y="258239"/>
                  </a:lnTo>
                  <a:lnTo>
                    <a:pt x="2069497" y="258239"/>
                  </a:lnTo>
                  <a:lnTo>
                    <a:pt x="2074943" y="258239"/>
                  </a:lnTo>
                  <a:lnTo>
                    <a:pt x="2080389" y="258239"/>
                  </a:lnTo>
                  <a:lnTo>
                    <a:pt x="2085835" y="258239"/>
                  </a:lnTo>
                  <a:lnTo>
                    <a:pt x="2091281" y="258239"/>
                  </a:lnTo>
                  <a:lnTo>
                    <a:pt x="2096727" y="258239"/>
                  </a:lnTo>
                  <a:lnTo>
                    <a:pt x="2102173" y="258239"/>
                  </a:lnTo>
                  <a:lnTo>
                    <a:pt x="2107619" y="258239"/>
                  </a:lnTo>
                  <a:lnTo>
                    <a:pt x="2113065" y="258239"/>
                  </a:lnTo>
                  <a:lnTo>
                    <a:pt x="2118511" y="258239"/>
                  </a:lnTo>
                  <a:lnTo>
                    <a:pt x="2123957" y="258239"/>
                  </a:lnTo>
                  <a:lnTo>
                    <a:pt x="2129403" y="258239"/>
                  </a:lnTo>
                  <a:lnTo>
                    <a:pt x="2134849" y="258239"/>
                  </a:lnTo>
                  <a:lnTo>
                    <a:pt x="2140295" y="258239"/>
                  </a:lnTo>
                  <a:lnTo>
                    <a:pt x="2145741" y="258239"/>
                  </a:lnTo>
                  <a:lnTo>
                    <a:pt x="2151187" y="258239"/>
                  </a:lnTo>
                  <a:lnTo>
                    <a:pt x="2156633" y="258239"/>
                  </a:lnTo>
                  <a:lnTo>
                    <a:pt x="2162079" y="258239"/>
                  </a:lnTo>
                  <a:lnTo>
                    <a:pt x="2167525" y="258239"/>
                  </a:lnTo>
                  <a:lnTo>
                    <a:pt x="2172971" y="258239"/>
                  </a:lnTo>
                  <a:lnTo>
                    <a:pt x="2178418" y="258239"/>
                  </a:lnTo>
                  <a:lnTo>
                    <a:pt x="2183864" y="258239"/>
                  </a:lnTo>
                  <a:lnTo>
                    <a:pt x="2189310" y="258239"/>
                  </a:lnTo>
                  <a:lnTo>
                    <a:pt x="2194756" y="258239"/>
                  </a:lnTo>
                  <a:lnTo>
                    <a:pt x="2200202" y="258239"/>
                  </a:lnTo>
                  <a:lnTo>
                    <a:pt x="2205648" y="258239"/>
                  </a:lnTo>
                  <a:lnTo>
                    <a:pt x="2211094" y="258239"/>
                  </a:lnTo>
                  <a:lnTo>
                    <a:pt x="2216540" y="258239"/>
                  </a:lnTo>
                  <a:lnTo>
                    <a:pt x="2221986" y="258239"/>
                  </a:lnTo>
                  <a:lnTo>
                    <a:pt x="2227432" y="258239"/>
                  </a:lnTo>
                  <a:lnTo>
                    <a:pt x="2232878" y="258239"/>
                  </a:lnTo>
                  <a:lnTo>
                    <a:pt x="2238324" y="258239"/>
                  </a:lnTo>
                  <a:lnTo>
                    <a:pt x="2243770" y="258239"/>
                  </a:lnTo>
                  <a:lnTo>
                    <a:pt x="2249216" y="258239"/>
                  </a:lnTo>
                  <a:lnTo>
                    <a:pt x="2254662" y="258239"/>
                  </a:lnTo>
                  <a:lnTo>
                    <a:pt x="2260108" y="258239"/>
                  </a:lnTo>
                  <a:lnTo>
                    <a:pt x="2265554" y="258239"/>
                  </a:lnTo>
                  <a:lnTo>
                    <a:pt x="2271000" y="258239"/>
                  </a:lnTo>
                  <a:lnTo>
                    <a:pt x="2276446" y="258239"/>
                  </a:lnTo>
                  <a:lnTo>
                    <a:pt x="2281892" y="258239"/>
                  </a:lnTo>
                  <a:lnTo>
                    <a:pt x="2287338" y="258239"/>
                  </a:lnTo>
                  <a:lnTo>
                    <a:pt x="2292784" y="258239"/>
                  </a:lnTo>
                  <a:lnTo>
                    <a:pt x="2298231" y="258239"/>
                  </a:lnTo>
                  <a:lnTo>
                    <a:pt x="2303677" y="258239"/>
                  </a:lnTo>
                  <a:lnTo>
                    <a:pt x="2309123" y="258239"/>
                  </a:lnTo>
                  <a:lnTo>
                    <a:pt x="2314569" y="258239"/>
                  </a:lnTo>
                  <a:lnTo>
                    <a:pt x="2320015" y="258239"/>
                  </a:lnTo>
                  <a:lnTo>
                    <a:pt x="2325461" y="258239"/>
                  </a:lnTo>
                  <a:lnTo>
                    <a:pt x="2330907" y="258239"/>
                  </a:lnTo>
                  <a:lnTo>
                    <a:pt x="2336353" y="258239"/>
                  </a:lnTo>
                  <a:lnTo>
                    <a:pt x="2341799" y="258239"/>
                  </a:lnTo>
                  <a:lnTo>
                    <a:pt x="2347245" y="258239"/>
                  </a:lnTo>
                  <a:lnTo>
                    <a:pt x="2352691" y="258239"/>
                  </a:lnTo>
                  <a:lnTo>
                    <a:pt x="2358137" y="258239"/>
                  </a:lnTo>
                  <a:lnTo>
                    <a:pt x="2363583" y="258239"/>
                  </a:lnTo>
                  <a:lnTo>
                    <a:pt x="2369029" y="258239"/>
                  </a:lnTo>
                  <a:lnTo>
                    <a:pt x="2374475" y="258239"/>
                  </a:lnTo>
                  <a:lnTo>
                    <a:pt x="2379921" y="258239"/>
                  </a:lnTo>
                  <a:lnTo>
                    <a:pt x="2385367" y="258239"/>
                  </a:lnTo>
                  <a:lnTo>
                    <a:pt x="2390813" y="258239"/>
                  </a:lnTo>
                  <a:lnTo>
                    <a:pt x="2396259" y="258239"/>
                  </a:lnTo>
                  <a:lnTo>
                    <a:pt x="2401705" y="258239"/>
                  </a:lnTo>
                  <a:lnTo>
                    <a:pt x="2407151" y="258239"/>
                  </a:lnTo>
                  <a:lnTo>
                    <a:pt x="2412597" y="258239"/>
                  </a:lnTo>
                  <a:lnTo>
                    <a:pt x="2418043" y="258239"/>
                  </a:lnTo>
                  <a:lnTo>
                    <a:pt x="2423490" y="258239"/>
                  </a:lnTo>
                  <a:lnTo>
                    <a:pt x="2428936" y="258239"/>
                  </a:lnTo>
                  <a:lnTo>
                    <a:pt x="2434382" y="258239"/>
                  </a:lnTo>
                  <a:lnTo>
                    <a:pt x="2439828" y="258239"/>
                  </a:lnTo>
                  <a:lnTo>
                    <a:pt x="2445274" y="258239"/>
                  </a:lnTo>
                  <a:lnTo>
                    <a:pt x="2450720" y="258239"/>
                  </a:lnTo>
                  <a:lnTo>
                    <a:pt x="2456166" y="258239"/>
                  </a:lnTo>
                  <a:lnTo>
                    <a:pt x="2461612" y="258239"/>
                  </a:lnTo>
                  <a:lnTo>
                    <a:pt x="2467058" y="258239"/>
                  </a:lnTo>
                  <a:lnTo>
                    <a:pt x="2472504" y="258239"/>
                  </a:lnTo>
                  <a:lnTo>
                    <a:pt x="2477950" y="258239"/>
                  </a:lnTo>
                  <a:lnTo>
                    <a:pt x="2483396" y="258239"/>
                  </a:lnTo>
                  <a:lnTo>
                    <a:pt x="2488842" y="258239"/>
                  </a:lnTo>
                  <a:lnTo>
                    <a:pt x="2494288" y="258239"/>
                  </a:lnTo>
                  <a:lnTo>
                    <a:pt x="2499734" y="258239"/>
                  </a:lnTo>
                  <a:lnTo>
                    <a:pt x="2505180" y="258239"/>
                  </a:lnTo>
                  <a:lnTo>
                    <a:pt x="2510626" y="258239"/>
                  </a:lnTo>
                  <a:lnTo>
                    <a:pt x="2516072" y="258239"/>
                  </a:lnTo>
                  <a:lnTo>
                    <a:pt x="2521518" y="258239"/>
                  </a:lnTo>
                  <a:lnTo>
                    <a:pt x="2526964" y="258239"/>
                  </a:lnTo>
                  <a:lnTo>
                    <a:pt x="2532410" y="258239"/>
                  </a:lnTo>
                  <a:lnTo>
                    <a:pt x="2537856" y="258239"/>
                  </a:lnTo>
                  <a:lnTo>
                    <a:pt x="2543303" y="258239"/>
                  </a:lnTo>
                  <a:lnTo>
                    <a:pt x="2548749" y="258239"/>
                  </a:lnTo>
                  <a:lnTo>
                    <a:pt x="2554195" y="258239"/>
                  </a:lnTo>
                  <a:lnTo>
                    <a:pt x="2559641" y="258239"/>
                  </a:lnTo>
                  <a:lnTo>
                    <a:pt x="2565087" y="258239"/>
                  </a:lnTo>
                  <a:lnTo>
                    <a:pt x="2570533" y="258239"/>
                  </a:lnTo>
                  <a:lnTo>
                    <a:pt x="2575979" y="258239"/>
                  </a:lnTo>
                  <a:lnTo>
                    <a:pt x="2581425" y="258239"/>
                  </a:lnTo>
                  <a:lnTo>
                    <a:pt x="2586871" y="258239"/>
                  </a:lnTo>
                  <a:lnTo>
                    <a:pt x="2592317" y="258239"/>
                  </a:lnTo>
                  <a:lnTo>
                    <a:pt x="2597763" y="258239"/>
                  </a:lnTo>
                  <a:lnTo>
                    <a:pt x="2603209" y="258239"/>
                  </a:lnTo>
                  <a:lnTo>
                    <a:pt x="2608655" y="258239"/>
                  </a:lnTo>
                  <a:lnTo>
                    <a:pt x="2614101" y="258239"/>
                  </a:lnTo>
                  <a:lnTo>
                    <a:pt x="2619547" y="258239"/>
                  </a:lnTo>
                  <a:lnTo>
                    <a:pt x="2624993" y="258239"/>
                  </a:lnTo>
                  <a:lnTo>
                    <a:pt x="2630439" y="258239"/>
                  </a:lnTo>
                  <a:lnTo>
                    <a:pt x="2635885" y="258239"/>
                  </a:lnTo>
                  <a:lnTo>
                    <a:pt x="2641331" y="258239"/>
                  </a:lnTo>
                  <a:lnTo>
                    <a:pt x="2646777" y="258239"/>
                  </a:lnTo>
                  <a:lnTo>
                    <a:pt x="2652223" y="258239"/>
                  </a:lnTo>
                  <a:lnTo>
                    <a:pt x="2657669" y="258239"/>
                  </a:lnTo>
                  <a:lnTo>
                    <a:pt x="2663116" y="258239"/>
                  </a:lnTo>
                  <a:lnTo>
                    <a:pt x="2668562" y="258239"/>
                  </a:lnTo>
                  <a:lnTo>
                    <a:pt x="2674008" y="258239"/>
                  </a:lnTo>
                  <a:lnTo>
                    <a:pt x="2679454" y="258239"/>
                  </a:lnTo>
                  <a:lnTo>
                    <a:pt x="2684900" y="258239"/>
                  </a:lnTo>
                  <a:lnTo>
                    <a:pt x="2690346" y="258239"/>
                  </a:lnTo>
                  <a:lnTo>
                    <a:pt x="2695792" y="258239"/>
                  </a:lnTo>
                  <a:lnTo>
                    <a:pt x="2701238" y="258239"/>
                  </a:lnTo>
                  <a:lnTo>
                    <a:pt x="2706684" y="258239"/>
                  </a:lnTo>
                  <a:lnTo>
                    <a:pt x="2712130" y="258239"/>
                  </a:lnTo>
                  <a:lnTo>
                    <a:pt x="2717576" y="258239"/>
                  </a:lnTo>
                  <a:lnTo>
                    <a:pt x="2723022" y="258239"/>
                  </a:lnTo>
                  <a:lnTo>
                    <a:pt x="2728468" y="258239"/>
                  </a:lnTo>
                  <a:lnTo>
                    <a:pt x="2733914" y="258239"/>
                  </a:lnTo>
                  <a:lnTo>
                    <a:pt x="2739360" y="258239"/>
                  </a:lnTo>
                  <a:lnTo>
                    <a:pt x="2744806" y="258239"/>
                  </a:lnTo>
                  <a:lnTo>
                    <a:pt x="2750252" y="258239"/>
                  </a:lnTo>
                  <a:lnTo>
                    <a:pt x="2755698" y="258239"/>
                  </a:lnTo>
                  <a:lnTo>
                    <a:pt x="2761144" y="258239"/>
                  </a:lnTo>
                  <a:lnTo>
                    <a:pt x="2766590" y="258239"/>
                  </a:lnTo>
                  <a:lnTo>
                    <a:pt x="2772036" y="258239"/>
                  </a:lnTo>
                  <a:lnTo>
                    <a:pt x="2777482" y="258239"/>
                  </a:lnTo>
                  <a:lnTo>
                    <a:pt x="2782929" y="258239"/>
                  </a:lnTo>
                  <a:lnTo>
                    <a:pt x="2777482" y="258239"/>
                  </a:lnTo>
                  <a:lnTo>
                    <a:pt x="2772036" y="258239"/>
                  </a:lnTo>
                  <a:lnTo>
                    <a:pt x="2766590" y="258239"/>
                  </a:lnTo>
                  <a:lnTo>
                    <a:pt x="2761144" y="258239"/>
                  </a:lnTo>
                  <a:lnTo>
                    <a:pt x="2755698" y="258239"/>
                  </a:lnTo>
                  <a:lnTo>
                    <a:pt x="2750252" y="258239"/>
                  </a:lnTo>
                  <a:lnTo>
                    <a:pt x="2744806" y="258239"/>
                  </a:lnTo>
                  <a:lnTo>
                    <a:pt x="2739360" y="258239"/>
                  </a:lnTo>
                  <a:lnTo>
                    <a:pt x="2733914" y="258239"/>
                  </a:lnTo>
                  <a:lnTo>
                    <a:pt x="2728468" y="258239"/>
                  </a:lnTo>
                  <a:lnTo>
                    <a:pt x="2723022" y="258239"/>
                  </a:lnTo>
                  <a:lnTo>
                    <a:pt x="2717576" y="258239"/>
                  </a:lnTo>
                  <a:lnTo>
                    <a:pt x="2712130" y="258239"/>
                  </a:lnTo>
                  <a:lnTo>
                    <a:pt x="2706684" y="258239"/>
                  </a:lnTo>
                  <a:lnTo>
                    <a:pt x="2701238" y="258239"/>
                  </a:lnTo>
                  <a:lnTo>
                    <a:pt x="2695792" y="258239"/>
                  </a:lnTo>
                  <a:lnTo>
                    <a:pt x="2690346" y="258239"/>
                  </a:lnTo>
                  <a:lnTo>
                    <a:pt x="2684900" y="258239"/>
                  </a:lnTo>
                  <a:lnTo>
                    <a:pt x="2679454" y="258239"/>
                  </a:lnTo>
                  <a:lnTo>
                    <a:pt x="2674008" y="258239"/>
                  </a:lnTo>
                  <a:lnTo>
                    <a:pt x="2668562" y="258239"/>
                  </a:lnTo>
                  <a:lnTo>
                    <a:pt x="2663116" y="258239"/>
                  </a:lnTo>
                  <a:lnTo>
                    <a:pt x="2657669" y="258239"/>
                  </a:lnTo>
                  <a:lnTo>
                    <a:pt x="2652223" y="258239"/>
                  </a:lnTo>
                  <a:lnTo>
                    <a:pt x="2646777" y="258239"/>
                  </a:lnTo>
                  <a:lnTo>
                    <a:pt x="2641331" y="258239"/>
                  </a:lnTo>
                  <a:lnTo>
                    <a:pt x="2635885" y="258239"/>
                  </a:lnTo>
                  <a:lnTo>
                    <a:pt x="2630439" y="258239"/>
                  </a:lnTo>
                  <a:lnTo>
                    <a:pt x="2624993" y="258239"/>
                  </a:lnTo>
                  <a:lnTo>
                    <a:pt x="2619547" y="258239"/>
                  </a:lnTo>
                  <a:lnTo>
                    <a:pt x="2614101" y="258239"/>
                  </a:lnTo>
                  <a:lnTo>
                    <a:pt x="2608655" y="258239"/>
                  </a:lnTo>
                  <a:lnTo>
                    <a:pt x="2603209" y="258239"/>
                  </a:lnTo>
                  <a:lnTo>
                    <a:pt x="2597763" y="258239"/>
                  </a:lnTo>
                  <a:lnTo>
                    <a:pt x="2592317" y="258239"/>
                  </a:lnTo>
                  <a:lnTo>
                    <a:pt x="2586871" y="258239"/>
                  </a:lnTo>
                  <a:lnTo>
                    <a:pt x="2581425" y="258239"/>
                  </a:lnTo>
                  <a:lnTo>
                    <a:pt x="2575979" y="258239"/>
                  </a:lnTo>
                  <a:lnTo>
                    <a:pt x="2570533" y="258239"/>
                  </a:lnTo>
                  <a:lnTo>
                    <a:pt x="2565087" y="258239"/>
                  </a:lnTo>
                  <a:lnTo>
                    <a:pt x="2559641" y="258239"/>
                  </a:lnTo>
                  <a:lnTo>
                    <a:pt x="2554195" y="258239"/>
                  </a:lnTo>
                  <a:lnTo>
                    <a:pt x="2548749" y="258239"/>
                  </a:lnTo>
                  <a:lnTo>
                    <a:pt x="2543303" y="258239"/>
                  </a:lnTo>
                  <a:lnTo>
                    <a:pt x="2537856" y="258239"/>
                  </a:lnTo>
                  <a:lnTo>
                    <a:pt x="2532410" y="258239"/>
                  </a:lnTo>
                  <a:lnTo>
                    <a:pt x="2526964" y="258239"/>
                  </a:lnTo>
                  <a:lnTo>
                    <a:pt x="2521518" y="258239"/>
                  </a:lnTo>
                  <a:lnTo>
                    <a:pt x="2516072" y="258239"/>
                  </a:lnTo>
                  <a:lnTo>
                    <a:pt x="2510626" y="258239"/>
                  </a:lnTo>
                  <a:lnTo>
                    <a:pt x="2505180" y="258239"/>
                  </a:lnTo>
                  <a:lnTo>
                    <a:pt x="2499734" y="258239"/>
                  </a:lnTo>
                  <a:lnTo>
                    <a:pt x="2494288" y="258239"/>
                  </a:lnTo>
                  <a:lnTo>
                    <a:pt x="2488842" y="258239"/>
                  </a:lnTo>
                  <a:lnTo>
                    <a:pt x="2483396" y="258239"/>
                  </a:lnTo>
                  <a:lnTo>
                    <a:pt x="2477950" y="258239"/>
                  </a:lnTo>
                  <a:lnTo>
                    <a:pt x="2472504" y="258239"/>
                  </a:lnTo>
                  <a:lnTo>
                    <a:pt x="2467058" y="258239"/>
                  </a:lnTo>
                  <a:lnTo>
                    <a:pt x="2461612" y="258239"/>
                  </a:lnTo>
                  <a:lnTo>
                    <a:pt x="2456166" y="258239"/>
                  </a:lnTo>
                  <a:lnTo>
                    <a:pt x="2450720" y="258239"/>
                  </a:lnTo>
                  <a:lnTo>
                    <a:pt x="2445274" y="258239"/>
                  </a:lnTo>
                  <a:lnTo>
                    <a:pt x="2439828" y="258239"/>
                  </a:lnTo>
                  <a:lnTo>
                    <a:pt x="2434382" y="258239"/>
                  </a:lnTo>
                  <a:lnTo>
                    <a:pt x="2428936" y="258239"/>
                  </a:lnTo>
                  <a:lnTo>
                    <a:pt x="2423490" y="258239"/>
                  </a:lnTo>
                  <a:lnTo>
                    <a:pt x="2418043" y="258239"/>
                  </a:lnTo>
                  <a:lnTo>
                    <a:pt x="2412597" y="258239"/>
                  </a:lnTo>
                  <a:lnTo>
                    <a:pt x="2407151" y="258239"/>
                  </a:lnTo>
                  <a:lnTo>
                    <a:pt x="2401705" y="258239"/>
                  </a:lnTo>
                  <a:lnTo>
                    <a:pt x="2396259" y="258239"/>
                  </a:lnTo>
                  <a:lnTo>
                    <a:pt x="2390813" y="258239"/>
                  </a:lnTo>
                  <a:lnTo>
                    <a:pt x="2385367" y="258239"/>
                  </a:lnTo>
                  <a:lnTo>
                    <a:pt x="2379921" y="258239"/>
                  </a:lnTo>
                  <a:lnTo>
                    <a:pt x="2374475" y="258239"/>
                  </a:lnTo>
                  <a:lnTo>
                    <a:pt x="2369029" y="258239"/>
                  </a:lnTo>
                  <a:lnTo>
                    <a:pt x="2363583" y="258239"/>
                  </a:lnTo>
                  <a:lnTo>
                    <a:pt x="2358137" y="258239"/>
                  </a:lnTo>
                  <a:lnTo>
                    <a:pt x="2352691" y="258239"/>
                  </a:lnTo>
                  <a:lnTo>
                    <a:pt x="2347245" y="258239"/>
                  </a:lnTo>
                  <a:lnTo>
                    <a:pt x="2341799" y="258239"/>
                  </a:lnTo>
                  <a:lnTo>
                    <a:pt x="2336353" y="258239"/>
                  </a:lnTo>
                  <a:lnTo>
                    <a:pt x="2330907" y="258239"/>
                  </a:lnTo>
                  <a:lnTo>
                    <a:pt x="2325461" y="258239"/>
                  </a:lnTo>
                  <a:lnTo>
                    <a:pt x="2320015" y="258239"/>
                  </a:lnTo>
                  <a:lnTo>
                    <a:pt x="2314569" y="258239"/>
                  </a:lnTo>
                  <a:lnTo>
                    <a:pt x="2309123" y="258239"/>
                  </a:lnTo>
                  <a:lnTo>
                    <a:pt x="2303677" y="258239"/>
                  </a:lnTo>
                  <a:lnTo>
                    <a:pt x="2298231" y="258239"/>
                  </a:lnTo>
                  <a:lnTo>
                    <a:pt x="2292784" y="258239"/>
                  </a:lnTo>
                  <a:lnTo>
                    <a:pt x="2287338" y="258239"/>
                  </a:lnTo>
                  <a:lnTo>
                    <a:pt x="2281892" y="258239"/>
                  </a:lnTo>
                  <a:lnTo>
                    <a:pt x="2276446" y="258239"/>
                  </a:lnTo>
                  <a:lnTo>
                    <a:pt x="2271000" y="258239"/>
                  </a:lnTo>
                  <a:lnTo>
                    <a:pt x="2265554" y="258239"/>
                  </a:lnTo>
                  <a:lnTo>
                    <a:pt x="2260108" y="258239"/>
                  </a:lnTo>
                  <a:lnTo>
                    <a:pt x="2254662" y="258239"/>
                  </a:lnTo>
                  <a:lnTo>
                    <a:pt x="2249216" y="258239"/>
                  </a:lnTo>
                  <a:lnTo>
                    <a:pt x="2243770" y="258239"/>
                  </a:lnTo>
                  <a:lnTo>
                    <a:pt x="2238324" y="258239"/>
                  </a:lnTo>
                  <a:lnTo>
                    <a:pt x="2232878" y="258239"/>
                  </a:lnTo>
                  <a:lnTo>
                    <a:pt x="2227432" y="258239"/>
                  </a:lnTo>
                  <a:lnTo>
                    <a:pt x="2221986" y="258239"/>
                  </a:lnTo>
                  <a:lnTo>
                    <a:pt x="2216540" y="258239"/>
                  </a:lnTo>
                  <a:lnTo>
                    <a:pt x="2211094" y="258239"/>
                  </a:lnTo>
                  <a:lnTo>
                    <a:pt x="2205648" y="258239"/>
                  </a:lnTo>
                  <a:lnTo>
                    <a:pt x="2200202" y="258239"/>
                  </a:lnTo>
                  <a:lnTo>
                    <a:pt x="2194756" y="258239"/>
                  </a:lnTo>
                  <a:lnTo>
                    <a:pt x="2189310" y="258239"/>
                  </a:lnTo>
                  <a:lnTo>
                    <a:pt x="2183864" y="258239"/>
                  </a:lnTo>
                  <a:lnTo>
                    <a:pt x="2178418" y="258239"/>
                  </a:lnTo>
                  <a:lnTo>
                    <a:pt x="2172971" y="258239"/>
                  </a:lnTo>
                  <a:lnTo>
                    <a:pt x="2167525" y="258239"/>
                  </a:lnTo>
                  <a:lnTo>
                    <a:pt x="2162079" y="258239"/>
                  </a:lnTo>
                  <a:lnTo>
                    <a:pt x="2156633" y="258239"/>
                  </a:lnTo>
                  <a:lnTo>
                    <a:pt x="2151187" y="258239"/>
                  </a:lnTo>
                  <a:lnTo>
                    <a:pt x="2145741" y="258239"/>
                  </a:lnTo>
                  <a:lnTo>
                    <a:pt x="2140295" y="258239"/>
                  </a:lnTo>
                  <a:lnTo>
                    <a:pt x="2134849" y="258239"/>
                  </a:lnTo>
                  <a:lnTo>
                    <a:pt x="2129403" y="258239"/>
                  </a:lnTo>
                  <a:lnTo>
                    <a:pt x="2123957" y="258239"/>
                  </a:lnTo>
                  <a:lnTo>
                    <a:pt x="2118511" y="258239"/>
                  </a:lnTo>
                  <a:lnTo>
                    <a:pt x="2113065" y="258239"/>
                  </a:lnTo>
                  <a:lnTo>
                    <a:pt x="2107619" y="258239"/>
                  </a:lnTo>
                  <a:lnTo>
                    <a:pt x="2102173" y="258239"/>
                  </a:lnTo>
                  <a:lnTo>
                    <a:pt x="2096727" y="258239"/>
                  </a:lnTo>
                  <a:lnTo>
                    <a:pt x="2091281" y="258239"/>
                  </a:lnTo>
                  <a:lnTo>
                    <a:pt x="2085835" y="258239"/>
                  </a:lnTo>
                  <a:lnTo>
                    <a:pt x="2080389" y="258239"/>
                  </a:lnTo>
                  <a:lnTo>
                    <a:pt x="2074943" y="258239"/>
                  </a:lnTo>
                  <a:lnTo>
                    <a:pt x="2069497" y="258239"/>
                  </a:lnTo>
                  <a:lnTo>
                    <a:pt x="2064051" y="258239"/>
                  </a:lnTo>
                  <a:lnTo>
                    <a:pt x="2058605" y="258239"/>
                  </a:lnTo>
                  <a:lnTo>
                    <a:pt x="2053158" y="258239"/>
                  </a:lnTo>
                  <a:lnTo>
                    <a:pt x="2047712" y="258239"/>
                  </a:lnTo>
                  <a:lnTo>
                    <a:pt x="2042266" y="258239"/>
                  </a:lnTo>
                  <a:lnTo>
                    <a:pt x="2036820" y="258239"/>
                  </a:lnTo>
                  <a:lnTo>
                    <a:pt x="2031374" y="258239"/>
                  </a:lnTo>
                  <a:lnTo>
                    <a:pt x="2025928" y="258239"/>
                  </a:lnTo>
                  <a:lnTo>
                    <a:pt x="2020482" y="258239"/>
                  </a:lnTo>
                  <a:lnTo>
                    <a:pt x="2015036" y="258239"/>
                  </a:lnTo>
                  <a:lnTo>
                    <a:pt x="2009590" y="258239"/>
                  </a:lnTo>
                  <a:lnTo>
                    <a:pt x="2004144" y="258239"/>
                  </a:lnTo>
                  <a:lnTo>
                    <a:pt x="1998698" y="258239"/>
                  </a:lnTo>
                  <a:lnTo>
                    <a:pt x="1993252" y="258239"/>
                  </a:lnTo>
                  <a:lnTo>
                    <a:pt x="1987806" y="258239"/>
                  </a:lnTo>
                  <a:lnTo>
                    <a:pt x="1982360" y="258239"/>
                  </a:lnTo>
                  <a:lnTo>
                    <a:pt x="1976914" y="258239"/>
                  </a:lnTo>
                  <a:lnTo>
                    <a:pt x="1971468" y="258239"/>
                  </a:lnTo>
                  <a:lnTo>
                    <a:pt x="1966022" y="258239"/>
                  </a:lnTo>
                  <a:lnTo>
                    <a:pt x="1960576" y="258239"/>
                  </a:lnTo>
                  <a:lnTo>
                    <a:pt x="1955130" y="258239"/>
                  </a:lnTo>
                  <a:lnTo>
                    <a:pt x="1949684" y="258239"/>
                  </a:lnTo>
                  <a:lnTo>
                    <a:pt x="1944238" y="258239"/>
                  </a:lnTo>
                  <a:lnTo>
                    <a:pt x="1938792" y="258239"/>
                  </a:lnTo>
                  <a:lnTo>
                    <a:pt x="1933345" y="258239"/>
                  </a:lnTo>
                  <a:lnTo>
                    <a:pt x="1927899" y="258239"/>
                  </a:lnTo>
                  <a:lnTo>
                    <a:pt x="1922453" y="258239"/>
                  </a:lnTo>
                  <a:lnTo>
                    <a:pt x="1917007" y="258239"/>
                  </a:lnTo>
                  <a:lnTo>
                    <a:pt x="1911561" y="258239"/>
                  </a:lnTo>
                  <a:lnTo>
                    <a:pt x="1906115" y="258239"/>
                  </a:lnTo>
                  <a:lnTo>
                    <a:pt x="1900669" y="258239"/>
                  </a:lnTo>
                  <a:lnTo>
                    <a:pt x="1895223" y="258239"/>
                  </a:lnTo>
                  <a:lnTo>
                    <a:pt x="1889777" y="258239"/>
                  </a:lnTo>
                  <a:lnTo>
                    <a:pt x="1884331" y="258239"/>
                  </a:lnTo>
                  <a:lnTo>
                    <a:pt x="1878885" y="258239"/>
                  </a:lnTo>
                  <a:lnTo>
                    <a:pt x="1873439" y="258239"/>
                  </a:lnTo>
                  <a:lnTo>
                    <a:pt x="1867993" y="258239"/>
                  </a:lnTo>
                  <a:lnTo>
                    <a:pt x="1862547" y="258239"/>
                  </a:lnTo>
                  <a:lnTo>
                    <a:pt x="1857101" y="258239"/>
                  </a:lnTo>
                  <a:lnTo>
                    <a:pt x="1851655" y="258239"/>
                  </a:lnTo>
                  <a:lnTo>
                    <a:pt x="1846209" y="258239"/>
                  </a:lnTo>
                  <a:lnTo>
                    <a:pt x="1840763" y="258239"/>
                  </a:lnTo>
                  <a:lnTo>
                    <a:pt x="1835317" y="258239"/>
                  </a:lnTo>
                  <a:lnTo>
                    <a:pt x="1829871" y="258239"/>
                  </a:lnTo>
                  <a:lnTo>
                    <a:pt x="1824425" y="258239"/>
                  </a:lnTo>
                  <a:lnTo>
                    <a:pt x="1818979" y="258239"/>
                  </a:lnTo>
                  <a:lnTo>
                    <a:pt x="1813532" y="258239"/>
                  </a:lnTo>
                  <a:lnTo>
                    <a:pt x="1808086" y="258239"/>
                  </a:lnTo>
                  <a:lnTo>
                    <a:pt x="1802640" y="258239"/>
                  </a:lnTo>
                  <a:lnTo>
                    <a:pt x="1797194" y="258239"/>
                  </a:lnTo>
                  <a:lnTo>
                    <a:pt x="1791748" y="258239"/>
                  </a:lnTo>
                  <a:lnTo>
                    <a:pt x="1786302" y="258239"/>
                  </a:lnTo>
                  <a:lnTo>
                    <a:pt x="1780856" y="258239"/>
                  </a:lnTo>
                  <a:lnTo>
                    <a:pt x="1775410" y="258239"/>
                  </a:lnTo>
                  <a:lnTo>
                    <a:pt x="1769964" y="258239"/>
                  </a:lnTo>
                  <a:lnTo>
                    <a:pt x="1764518" y="258239"/>
                  </a:lnTo>
                  <a:lnTo>
                    <a:pt x="1759072" y="258239"/>
                  </a:lnTo>
                  <a:lnTo>
                    <a:pt x="1753626" y="258239"/>
                  </a:lnTo>
                  <a:lnTo>
                    <a:pt x="1748180" y="258239"/>
                  </a:lnTo>
                  <a:lnTo>
                    <a:pt x="1742734" y="258239"/>
                  </a:lnTo>
                  <a:lnTo>
                    <a:pt x="1737288" y="258239"/>
                  </a:lnTo>
                  <a:lnTo>
                    <a:pt x="1731842" y="258239"/>
                  </a:lnTo>
                  <a:lnTo>
                    <a:pt x="1726396" y="258239"/>
                  </a:lnTo>
                  <a:lnTo>
                    <a:pt x="1720950" y="258239"/>
                  </a:lnTo>
                  <a:lnTo>
                    <a:pt x="1715504" y="258239"/>
                  </a:lnTo>
                  <a:lnTo>
                    <a:pt x="1710058" y="258239"/>
                  </a:lnTo>
                  <a:lnTo>
                    <a:pt x="1704612" y="258239"/>
                  </a:lnTo>
                  <a:lnTo>
                    <a:pt x="1699166" y="258239"/>
                  </a:lnTo>
                  <a:lnTo>
                    <a:pt x="1693720" y="258239"/>
                  </a:lnTo>
                  <a:lnTo>
                    <a:pt x="1688273" y="258239"/>
                  </a:lnTo>
                  <a:lnTo>
                    <a:pt x="1682827" y="258239"/>
                  </a:lnTo>
                  <a:lnTo>
                    <a:pt x="1677381" y="258239"/>
                  </a:lnTo>
                  <a:lnTo>
                    <a:pt x="1671935" y="258239"/>
                  </a:lnTo>
                  <a:lnTo>
                    <a:pt x="1666489" y="258239"/>
                  </a:lnTo>
                  <a:lnTo>
                    <a:pt x="1661043" y="258239"/>
                  </a:lnTo>
                  <a:lnTo>
                    <a:pt x="1655597" y="258239"/>
                  </a:lnTo>
                  <a:lnTo>
                    <a:pt x="1650151" y="258239"/>
                  </a:lnTo>
                  <a:lnTo>
                    <a:pt x="1644705" y="258239"/>
                  </a:lnTo>
                  <a:lnTo>
                    <a:pt x="1639259" y="258239"/>
                  </a:lnTo>
                  <a:lnTo>
                    <a:pt x="1633813" y="258239"/>
                  </a:lnTo>
                  <a:lnTo>
                    <a:pt x="1628367" y="258239"/>
                  </a:lnTo>
                  <a:lnTo>
                    <a:pt x="1622921" y="258239"/>
                  </a:lnTo>
                  <a:lnTo>
                    <a:pt x="1617475" y="258239"/>
                  </a:lnTo>
                  <a:lnTo>
                    <a:pt x="1612029" y="258239"/>
                  </a:lnTo>
                  <a:lnTo>
                    <a:pt x="1606583" y="258239"/>
                  </a:lnTo>
                  <a:lnTo>
                    <a:pt x="1601137" y="258239"/>
                  </a:lnTo>
                  <a:lnTo>
                    <a:pt x="1595691" y="258239"/>
                  </a:lnTo>
                  <a:lnTo>
                    <a:pt x="1590245" y="258239"/>
                  </a:lnTo>
                  <a:lnTo>
                    <a:pt x="1584799" y="258239"/>
                  </a:lnTo>
                  <a:lnTo>
                    <a:pt x="1579353" y="258239"/>
                  </a:lnTo>
                  <a:lnTo>
                    <a:pt x="1573907" y="258239"/>
                  </a:lnTo>
                  <a:lnTo>
                    <a:pt x="1568460" y="258239"/>
                  </a:lnTo>
                  <a:lnTo>
                    <a:pt x="1563014" y="258239"/>
                  </a:lnTo>
                  <a:lnTo>
                    <a:pt x="1557568" y="258239"/>
                  </a:lnTo>
                  <a:lnTo>
                    <a:pt x="1552122" y="258239"/>
                  </a:lnTo>
                  <a:lnTo>
                    <a:pt x="1546676" y="258239"/>
                  </a:lnTo>
                  <a:lnTo>
                    <a:pt x="1541230" y="258239"/>
                  </a:lnTo>
                  <a:lnTo>
                    <a:pt x="1535784" y="258239"/>
                  </a:lnTo>
                  <a:lnTo>
                    <a:pt x="1530338" y="258239"/>
                  </a:lnTo>
                  <a:lnTo>
                    <a:pt x="1524892" y="258239"/>
                  </a:lnTo>
                  <a:lnTo>
                    <a:pt x="1519446" y="258239"/>
                  </a:lnTo>
                  <a:lnTo>
                    <a:pt x="1514000" y="258239"/>
                  </a:lnTo>
                  <a:lnTo>
                    <a:pt x="1508554" y="258239"/>
                  </a:lnTo>
                  <a:lnTo>
                    <a:pt x="1503108" y="258239"/>
                  </a:lnTo>
                  <a:lnTo>
                    <a:pt x="1497662" y="258239"/>
                  </a:lnTo>
                  <a:lnTo>
                    <a:pt x="1492216" y="258239"/>
                  </a:lnTo>
                  <a:lnTo>
                    <a:pt x="1486770" y="258239"/>
                  </a:lnTo>
                  <a:lnTo>
                    <a:pt x="1481324" y="258239"/>
                  </a:lnTo>
                  <a:lnTo>
                    <a:pt x="1475878" y="258239"/>
                  </a:lnTo>
                  <a:lnTo>
                    <a:pt x="1470432" y="258239"/>
                  </a:lnTo>
                  <a:lnTo>
                    <a:pt x="1464986" y="258239"/>
                  </a:lnTo>
                  <a:lnTo>
                    <a:pt x="1459540" y="258239"/>
                  </a:lnTo>
                  <a:lnTo>
                    <a:pt x="1454094" y="258239"/>
                  </a:lnTo>
                  <a:lnTo>
                    <a:pt x="1448647" y="258239"/>
                  </a:lnTo>
                  <a:lnTo>
                    <a:pt x="1443201" y="258239"/>
                  </a:lnTo>
                  <a:lnTo>
                    <a:pt x="1437755" y="258239"/>
                  </a:lnTo>
                  <a:lnTo>
                    <a:pt x="1432309" y="258239"/>
                  </a:lnTo>
                  <a:lnTo>
                    <a:pt x="1426863" y="258239"/>
                  </a:lnTo>
                  <a:lnTo>
                    <a:pt x="1421417" y="258239"/>
                  </a:lnTo>
                  <a:lnTo>
                    <a:pt x="1415971" y="258239"/>
                  </a:lnTo>
                  <a:lnTo>
                    <a:pt x="1410525" y="258239"/>
                  </a:lnTo>
                  <a:lnTo>
                    <a:pt x="1405079" y="258239"/>
                  </a:lnTo>
                  <a:lnTo>
                    <a:pt x="1399633" y="258239"/>
                  </a:lnTo>
                  <a:lnTo>
                    <a:pt x="1394187" y="258239"/>
                  </a:lnTo>
                  <a:lnTo>
                    <a:pt x="1388741" y="258239"/>
                  </a:lnTo>
                  <a:lnTo>
                    <a:pt x="1383295" y="258239"/>
                  </a:lnTo>
                  <a:lnTo>
                    <a:pt x="1377849" y="258239"/>
                  </a:lnTo>
                  <a:lnTo>
                    <a:pt x="1372403" y="258239"/>
                  </a:lnTo>
                  <a:lnTo>
                    <a:pt x="1366957" y="258239"/>
                  </a:lnTo>
                  <a:lnTo>
                    <a:pt x="1361511" y="258239"/>
                  </a:lnTo>
                  <a:lnTo>
                    <a:pt x="1356065" y="258239"/>
                  </a:lnTo>
                  <a:lnTo>
                    <a:pt x="1350619" y="258239"/>
                  </a:lnTo>
                  <a:lnTo>
                    <a:pt x="1345173" y="258239"/>
                  </a:lnTo>
                  <a:lnTo>
                    <a:pt x="1339727" y="258239"/>
                  </a:lnTo>
                  <a:lnTo>
                    <a:pt x="1334281" y="258239"/>
                  </a:lnTo>
                  <a:lnTo>
                    <a:pt x="1328834" y="258239"/>
                  </a:lnTo>
                  <a:lnTo>
                    <a:pt x="1323388" y="258239"/>
                  </a:lnTo>
                  <a:lnTo>
                    <a:pt x="1317942" y="258239"/>
                  </a:lnTo>
                  <a:lnTo>
                    <a:pt x="1312496" y="258239"/>
                  </a:lnTo>
                  <a:lnTo>
                    <a:pt x="1307050" y="258239"/>
                  </a:lnTo>
                  <a:lnTo>
                    <a:pt x="1301604" y="258239"/>
                  </a:lnTo>
                  <a:lnTo>
                    <a:pt x="1296158" y="258239"/>
                  </a:lnTo>
                  <a:lnTo>
                    <a:pt x="1290712" y="258239"/>
                  </a:lnTo>
                  <a:lnTo>
                    <a:pt x="1285266" y="258239"/>
                  </a:lnTo>
                  <a:lnTo>
                    <a:pt x="1279820" y="258239"/>
                  </a:lnTo>
                  <a:lnTo>
                    <a:pt x="1274374" y="258239"/>
                  </a:lnTo>
                  <a:lnTo>
                    <a:pt x="1268928" y="258239"/>
                  </a:lnTo>
                  <a:lnTo>
                    <a:pt x="1263482" y="258239"/>
                  </a:lnTo>
                  <a:lnTo>
                    <a:pt x="1258036" y="258239"/>
                  </a:lnTo>
                  <a:lnTo>
                    <a:pt x="1252590" y="258239"/>
                  </a:lnTo>
                  <a:lnTo>
                    <a:pt x="1247144" y="258239"/>
                  </a:lnTo>
                  <a:lnTo>
                    <a:pt x="1241698" y="258239"/>
                  </a:lnTo>
                  <a:lnTo>
                    <a:pt x="1236252" y="258239"/>
                  </a:lnTo>
                  <a:lnTo>
                    <a:pt x="1230806" y="258239"/>
                  </a:lnTo>
                  <a:lnTo>
                    <a:pt x="1225360" y="258239"/>
                  </a:lnTo>
                  <a:lnTo>
                    <a:pt x="1219914" y="258239"/>
                  </a:lnTo>
                  <a:lnTo>
                    <a:pt x="1214468" y="258239"/>
                  </a:lnTo>
                  <a:lnTo>
                    <a:pt x="1209021" y="258239"/>
                  </a:lnTo>
                  <a:lnTo>
                    <a:pt x="1203575" y="258239"/>
                  </a:lnTo>
                  <a:lnTo>
                    <a:pt x="1198129" y="258239"/>
                  </a:lnTo>
                  <a:lnTo>
                    <a:pt x="1192683" y="258239"/>
                  </a:lnTo>
                  <a:lnTo>
                    <a:pt x="1187237" y="258239"/>
                  </a:lnTo>
                  <a:lnTo>
                    <a:pt x="1181791" y="258239"/>
                  </a:lnTo>
                  <a:lnTo>
                    <a:pt x="1176345" y="258239"/>
                  </a:lnTo>
                  <a:lnTo>
                    <a:pt x="1170899" y="258239"/>
                  </a:lnTo>
                  <a:lnTo>
                    <a:pt x="1165453" y="258239"/>
                  </a:lnTo>
                  <a:lnTo>
                    <a:pt x="1160007" y="258239"/>
                  </a:lnTo>
                  <a:lnTo>
                    <a:pt x="1154561" y="258239"/>
                  </a:lnTo>
                  <a:lnTo>
                    <a:pt x="1149115" y="258239"/>
                  </a:lnTo>
                  <a:lnTo>
                    <a:pt x="1143669" y="258239"/>
                  </a:lnTo>
                  <a:lnTo>
                    <a:pt x="1138223" y="258239"/>
                  </a:lnTo>
                  <a:lnTo>
                    <a:pt x="1132777" y="258239"/>
                  </a:lnTo>
                  <a:lnTo>
                    <a:pt x="1127331" y="258239"/>
                  </a:lnTo>
                  <a:lnTo>
                    <a:pt x="1121885" y="258239"/>
                  </a:lnTo>
                  <a:lnTo>
                    <a:pt x="1116439" y="258239"/>
                  </a:lnTo>
                  <a:lnTo>
                    <a:pt x="1110993" y="258239"/>
                  </a:lnTo>
                  <a:lnTo>
                    <a:pt x="1105547" y="258239"/>
                  </a:lnTo>
                  <a:lnTo>
                    <a:pt x="1100101" y="258239"/>
                  </a:lnTo>
                  <a:lnTo>
                    <a:pt x="1094655" y="258239"/>
                  </a:lnTo>
                  <a:lnTo>
                    <a:pt x="1089209" y="258239"/>
                  </a:lnTo>
                  <a:lnTo>
                    <a:pt x="1083762" y="258239"/>
                  </a:lnTo>
                  <a:lnTo>
                    <a:pt x="1078316" y="258239"/>
                  </a:lnTo>
                  <a:lnTo>
                    <a:pt x="1072870" y="258239"/>
                  </a:lnTo>
                  <a:lnTo>
                    <a:pt x="1067424" y="258239"/>
                  </a:lnTo>
                  <a:lnTo>
                    <a:pt x="1061978" y="258239"/>
                  </a:lnTo>
                  <a:lnTo>
                    <a:pt x="1056532" y="258239"/>
                  </a:lnTo>
                  <a:lnTo>
                    <a:pt x="1051086" y="258239"/>
                  </a:lnTo>
                  <a:lnTo>
                    <a:pt x="1045640" y="258239"/>
                  </a:lnTo>
                  <a:lnTo>
                    <a:pt x="1040194" y="258239"/>
                  </a:lnTo>
                  <a:lnTo>
                    <a:pt x="1034748" y="258239"/>
                  </a:lnTo>
                  <a:lnTo>
                    <a:pt x="1029302" y="258239"/>
                  </a:lnTo>
                  <a:lnTo>
                    <a:pt x="1023856" y="258239"/>
                  </a:lnTo>
                  <a:lnTo>
                    <a:pt x="1018410" y="258239"/>
                  </a:lnTo>
                  <a:lnTo>
                    <a:pt x="1012964" y="258239"/>
                  </a:lnTo>
                  <a:lnTo>
                    <a:pt x="1007518" y="258239"/>
                  </a:lnTo>
                  <a:lnTo>
                    <a:pt x="1002072" y="258239"/>
                  </a:lnTo>
                  <a:lnTo>
                    <a:pt x="996626" y="258239"/>
                  </a:lnTo>
                  <a:lnTo>
                    <a:pt x="991180" y="258239"/>
                  </a:lnTo>
                  <a:lnTo>
                    <a:pt x="985734" y="258239"/>
                  </a:lnTo>
                  <a:lnTo>
                    <a:pt x="980288" y="258239"/>
                  </a:lnTo>
                  <a:lnTo>
                    <a:pt x="974842" y="258239"/>
                  </a:lnTo>
                  <a:lnTo>
                    <a:pt x="969396" y="258239"/>
                  </a:lnTo>
                  <a:lnTo>
                    <a:pt x="963949" y="258239"/>
                  </a:lnTo>
                  <a:lnTo>
                    <a:pt x="958503" y="258239"/>
                  </a:lnTo>
                  <a:lnTo>
                    <a:pt x="953057" y="258239"/>
                  </a:lnTo>
                  <a:lnTo>
                    <a:pt x="947611" y="258239"/>
                  </a:lnTo>
                  <a:lnTo>
                    <a:pt x="942165" y="258239"/>
                  </a:lnTo>
                  <a:lnTo>
                    <a:pt x="936719" y="258239"/>
                  </a:lnTo>
                  <a:lnTo>
                    <a:pt x="931273" y="258239"/>
                  </a:lnTo>
                  <a:lnTo>
                    <a:pt x="925827" y="258239"/>
                  </a:lnTo>
                  <a:lnTo>
                    <a:pt x="920381" y="258239"/>
                  </a:lnTo>
                  <a:lnTo>
                    <a:pt x="914935" y="258239"/>
                  </a:lnTo>
                  <a:lnTo>
                    <a:pt x="909489" y="258239"/>
                  </a:lnTo>
                  <a:lnTo>
                    <a:pt x="904043" y="258239"/>
                  </a:lnTo>
                  <a:lnTo>
                    <a:pt x="898597" y="258239"/>
                  </a:lnTo>
                  <a:lnTo>
                    <a:pt x="893151" y="258239"/>
                  </a:lnTo>
                  <a:lnTo>
                    <a:pt x="887705" y="258239"/>
                  </a:lnTo>
                  <a:lnTo>
                    <a:pt x="882259" y="258239"/>
                  </a:lnTo>
                  <a:lnTo>
                    <a:pt x="876813" y="258239"/>
                  </a:lnTo>
                  <a:lnTo>
                    <a:pt x="871367" y="258239"/>
                  </a:lnTo>
                  <a:lnTo>
                    <a:pt x="865921" y="258239"/>
                  </a:lnTo>
                  <a:lnTo>
                    <a:pt x="860475" y="258239"/>
                  </a:lnTo>
                  <a:lnTo>
                    <a:pt x="855029" y="258239"/>
                  </a:lnTo>
                  <a:lnTo>
                    <a:pt x="849583" y="258239"/>
                  </a:lnTo>
                  <a:lnTo>
                    <a:pt x="844136" y="258239"/>
                  </a:lnTo>
                  <a:lnTo>
                    <a:pt x="838690" y="258239"/>
                  </a:lnTo>
                  <a:lnTo>
                    <a:pt x="833244" y="258239"/>
                  </a:lnTo>
                  <a:lnTo>
                    <a:pt x="827798" y="258239"/>
                  </a:lnTo>
                  <a:lnTo>
                    <a:pt x="822352" y="258239"/>
                  </a:lnTo>
                  <a:lnTo>
                    <a:pt x="816906" y="258239"/>
                  </a:lnTo>
                  <a:lnTo>
                    <a:pt x="811460" y="258239"/>
                  </a:lnTo>
                  <a:lnTo>
                    <a:pt x="806014" y="258239"/>
                  </a:lnTo>
                  <a:lnTo>
                    <a:pt x="800568" y="258239"/>
                  </a:lnTo>
                  <a:lnTo>
                    <a:pt x="795122" y="258239"/>
                  </a:lnTo>
                  <a:lnTo>
                    <a:pt x="789676" y="258239"/>
                  </a:lnTo>
                  <a:lnTo>
                    <a:pt x="784230" y="258239"/>
                  </a:lnTo>
                  <a:lnTo>
                    <a:pt x="778784" y="258239"/>
                  </a:lnTo>
                  <a:lnTo>
                    <a:pt x="773338" y="258239"/>
                  </a:lnTo>
                  <a:lnTo>
                    <a:pt x="767892" y="258239"/>
                  </a:lnTo>
                  <a:lnTo>
                    <a:pt x="762446" y="258239"/>
                  </a:lnTo>
                  <a:lnTo>
                    <a:pt x="757000" y="258239"/>
                  </a:lnTo>
                  <a:lnTo>
                    <a:pt x="751554" y="258239"/>
                  </a:lnTo>
                  <a:lnTo>
                    <a:pt x="746108" y="258239"/>
                  </a:lnTo>
                  <a:lnTo>
                    <a:pt x="740662" y="258239"/>
                  </a:lnTo>
                  <a:lnTo>
                    <a:pt x="735216" y="258239"/>
                  </a:lnTo>
                  <a:lnTo>
                    <a:pt x="729770" y="258239"/>
                  </a:lnTo>
                  <a:lnTo>
                    <a:pt x="724323" y="258239"/>
                  </a:lnTo>
                  <a:lnTo>
                    <a:pt x="718877" y="258239"/>
                  </a:lnTo>
                  <a:lnTo>
                    <a:pt x="713431" y="258239"/>
                  </a:lnTo>
                  <a:lnTo>
                    <a:pt x="707985" y="258239"/>
                  </a:lnTo>
                  <a:lnTo>
                    <a:pt x="702539" y="258239"/>
                  </a:lnTo>
                  <a:lnTo>
                    <a:pt x="697093" y="258239"/>
                  </a:lnTo>
                  <a:lnTo>
                    <a:pt x="691647" y="258239"/>
                  </a:lnTo>
                  <a:lnTo>
                    <a:pt x="686201" y="258239"/>
                  </a:lnTo>
                  <a:lnTo>
                    <a:pt x="680755" y="258239"/>
                  </a:lnTo>
                  <a:lnTo>
                    <a:pt x="675309" y="258239"/>
                  </a:lnTo>
                  <a:lnTo>
                    <a:pt x="669863" y="258239"/>
                  </a:lnTo>
                  <a:lnTo>
                    <a:pt x="664417" y="258239"/>
                  </a:lnTo>
                  <a:lnTo>
                    <a:pt x="658971" y="258239"/>
                  </a:lnTo>
                  <a:lnTo>
                    <a:pt x="653525" y="258239"/>
                  </a:lnTo>
                  <a:lnTo>
                    <a:pt x="648079" y="258239"/>
                  </a:lnTo>
                  <a:lnTo>
                    <a:pt x="642633" y="258239"/>
                  </a:lnTo>
                  <a:lnTo>
                    <a:pt x="637187" y="258239"/>
                  </a:lnTo>
                  <a:lnTo>
                    <a:pt x="631741" y="258239"/>
                  </a:lnTo>
                  <a:lnTo>
                    <a:pt x="626295" y="258239"/>
                  </a:lnTo>
                  <a:lnTo>
                    <a:pt x="620849" y="258239"/>
                  </a:lnTo>
                  <a:lnTo>
                    <a:pt x="615403" y="258239"/>
                  </a:lnTo>
                  <a:lnTo>
                    <a:pt x="609957" y="258239"/>
                  </a:lnTo>
                  <a:lnTo>
                    <a:pt x="604510" y="258239"/>
                  </a:lnTo>
                  <a:lnTo>
                    <a:pt x="599064" y="258239"/>
                  </a:lnTo>
                  <a:lnTo>
                    <a:pt x="593618" y="258239"/>
                  </a:lnTo>
                  <a:lnTo>
                    <a:pt x="588172" y="258239"/>
                  </a:lnTo>
                  <a:lnTo>
                    <a:pt x="582726" y="258239"/>
                  </a:lnTo>
                  <a:lnTo>
                    <a:pt x="577280" y="258239"/>
                  </a:lnTo>
                  <a:lnTo>
                    <a:pt x="571834" y="258239"/>
                  </a:lnTo>
                  <a:lnTo>
                    <a:pt x="566388" y="258239"/>
                  </a:lnTo>
                  <a:lnTo>
                    <a:pt x="560942" y="258239"/>
                  </a:lnTo>
                  <a:lnTo>
                    <a:pt x="555496" y="258239"/>
                  </a:lnTo>
                  <a:lnTo>
                    <a:pt x="550050" y="258239"/>
                  </a:lnTo>
                  <a:lnTo>
                    <a:pt x="544604" y="258239"/>
                  </a:lnTo>
                  <a:lnTo>
                    <a:pt x="539158" y="258239"/>
                  </a:lnTo>
                  <a:lnTo>
                    <a:pt x="533712" y="258239"/>
                  </a:lnTo>
                  <a:lnTo>
                    <a:pt x="528266" y="258239"/>
                  </a:lnTo>
                  <a:lnTo>
                    <a:pt x="522820" y="258239"/>
                  </a:lnTo>
                  <a:lnTo>
                    <a:pt x="517374" y="258239"/>
                  </a:lnTo>
                  <a:lnTo>
                    <a:pt x="511928" y="258239"/>
                  </a:lnTo>
                  <a:lnTo>
                    <a:pt x="506482" y="258239"/>
                  </a:lnTo>
                  <a:lnTo>
                    <a:pt x="501036" y="258239"/>
                  </a:lnTo>
                  <a:lnTo>
                    <a:pt x="495590" y="258239"/>
                  </a:lnTo>
                  <a:lnTo>
                    <a:pt x="490144" y="258239"/>
                  </a:lnTo>
                  <a:lnTo>
                    <a:pt x="484698" y="258239"/>
                  </a:lnTo>
                  <a:lnTo>
                    <a:pt x="479251" y="258239"/>
                  </a:lnTo>
                  <a:lnTo>
                    <a:pt x="473805" y="258239"/>
                  </a:lnTo>
                  <a:lnTo>
                    <a:pt x="468359" y="258239"/>
                  </a:lnTo>
                  <a:lnTo>
                    <a:pt x="462913" y="258239"/>
                  </a:lnTo>
                  <a:lnTo>
                    <a:pt x="457467" y="258239"/>
                  </a:lnTo>
                  <a:lnTo>
                    <a:pt x="452021" y="258239"/>
                  </a:lnTo>
                  <a:lnTo>
                    <a:pt x="446575" y="258239"/>
                  </a:lnTo>
                  <a:lnTo>
                    <a:pt x="441129" y="258239"/>
                  </a:lnTo>
                  <a:lnTo>
                    <a:pt x="435683" y="258239"/>
                  </a:lnTo>
                  <a:lnTo>
                    <a:pt x="430237" y="258239"/>
                  </a:lnTo>
                  <a:lnTo>
                    <a:pt x="424791" y="258239"/>
                  </a:lnTo>
                  <a:lnTo>
                    <a:pt x="419345" y="258239"/>
                  </a:lnTo>
                  <a:lnTo>
                    <a:pt x="413899" y="258239"/>
                  </a:lnTo>
                  <a:lnTo>
                    <a:pt x="408453" y="258239"/>
                  </a:lnTo>
                  <a:lnTo>
                    <a:pt x="403007" y="258239"/>
                  </a:lnTo>
                  <a:lnTo>
                    <a:pt x="397561" y="258239"/>
                  </a:lnTo>
                  <a:lnTo>
                    <a:pt x="392115" y="258239"/>
                  </a:lnTo>
                  <a:lnTo>
                    <a:pt x="386669" y="258239"/>
                  </a:lnTo>
                  <a:lnTo>
                    <a:pt x="381223" y="258239"/>
                  </a:lnTo>
                  <a:lnTo>
                    <a:pt x="375777" y="258239"/>
                  </a:lnTo>
                  <a:lnTo>
                    <a:pt x="370331" y="258239"/>
                  </a:lnTo>
                  <a:lnTo>
                    <a:pt x="364885" y="258239"/>
                  </a:lnTo>
                  <a:lnTo>
                    <a:pt x="359438" y="258239"/>
                  </a:lnTo>
                  <a:lnTo>
                    <a:pt x="353992" y="258239"/>
                  </a:lnTo>
                  <a:lnTo>
                    <a:pt x="348546" y="258239"/>
                  </a:lnTo>
                  <a:lnTo>
                    <a:pt x="343100" y="258239"/>
                  </a:lnTo>
                  <a:lnTo>
                    <a:pt x="337654" y="258239"/>
                  </a:lnTo>
                  <a:lnTo>
                    <a:pt x="332208" y="258239"/>
                  </a:lnTo>
                  <a:lnTo>
                    <a:pt x="326762" y="258239"/>
                  </a:lnTo>
                  <a:lnTo>
                    <a:pt x="321316" y="258239"/>
                  </a:lnTo>
                  <a:lnTo>
                    <a:pt x="315870" y="258239"/>
                  </a:lnTo>
                  <a:lnTo>
                    <a:pt x="310424" y="258239"/>
                  </a:lnTo>
                  <a:lnTo>
                    <a:pt x="304978" y="258239"/>
                  </a:lnTo>
                  <a:lnTo>
                    <a:pt x="299532" y="258239"/>
                  </a:lnTo>
                  <a:lnTo>
                    <a:pt x="294086" y="258239"/>
                  </a:lnTo>
                  <a:lnTo>
                    <a:pt x="288640" y="258239"/>
                  </a:lnTo>
                  <a:lnTo>
                    <a:pt x="283194" y="258239"/>
                  </a:lnTo>
                  <a:lnTo>
                    <a:pt x="277748" y="258239"/>
                  </a:lnTo>
                  <a:lnTo>
                    <a:pt x="272302" y="258239"/>
                  </a:lnTo>
                  <a:lnTo>
                    <a:pt x="266856" y="258239"/>
                  </a:lnTo>
                  <a:lnTo>
                    <a:pt x="261410" y="258239"/>
                  </a:lnTo>
                  <a:lnTo>
                    <a:pt x="255964" y="258239"/>
                  </a:lnTo>
                  <a:lnTo>
                    <a:pt x="250518" y="258239"/>
                  </a:lnTo>
                  <a:lnTo>
                    <a:pt x="245072" y="258239"/>
                  </a:lnTo>
                  <a:lnTo>
                    <a:pt x="239625" y="258239"/>
                  </a:lnTo>
                  <a:lnTo>
                    <a:pt x="234179" y="258239"/>
                  </a:lnTo>
                  <a:lnTo>
                    <a:pt x="228733" y="258239"/>
                  </a:lnTo>
                  <a:lnTo>
                    <a:pt x="223287" y="258239"/>
                  </a:lnTo>
                  <a:lnTo>
                    <a:pt x="217841" y="258239"/>
                  </a:lnTo>
                  <a:lnTo>
                    <a:pt x="212395" y="258239"/>
                  </a:lnTo>
                  <a:lnTo>
                    <a:pt x="206949" y="258239"/>
                  </a:lnTo>
                  <a:lnTo>
                    <a:pt x="201503" y="258239"/>
                  </a:lnTo>
                  <a:lnTo>
                    <a:pt x="196057" y="258239"/>
                  </a:lnTo>
                  <a:lnTo>
                    <a:pt x="190611" y="258239"/>
                  </a:lnTo>
                  <a:lnTo>
                    <a:pt x="185165" y="258239"/>
                  </a:lnTo>
                  <a:lnTo>
                    <a:pt x="179719" y="258239"/>
                  </a:lnTo>
                  <a:lnTo>
                    <a:pt x="174273" y="258239"/>
                  </a:lnTo>
                  <a:lnTo>
                    <a:pt x="168827" y="258239"/>
                  </a:lnTo>
                  <a:lnTo>
                    <a:pt x="163381" y="258239"/>
                  </a:lnTo>
                  <a:lnTo>
                    <a:pt x="157935" y="258239"/>
                  </a:lnTo>
                  <a:lnTo>
                    <a:pt x="152489" y="258239"/>
                  </a:lnTo>
                  <a:lnTo>
                    <a:pt x="147043" y="258239"/>
                  </a:lnTo>
                  <a:lnTo>
                    <a:pt x="141597" y="258239"/>
                  </a:lnTo>
                  <a:lnTo>
                    <a:pt x="136151" y="258239"/>
                  </a:lnTo>
                  <a:lnTo>
                    <a:pt x="130705" y="258239"/>
                  </a:lnTo>
                  <a:lnTo>
                    <a:pt x="125259" y="258239"/>
                  </a:lnTo>
                  <a:lnTo>
                    <a:pt x="119812" y="258239"/>
                  </a:lnTo>
                  <a:lnTo>
                    <a:pt x="114366" y="258239"/>
                  </a:lnTo>
                  <a:lnTo>
                    <a:pt x="108920" y="258239"/>
                  </a:lnTo>
                  <a:lnTo>
                    <a:pt x="103474" y="258239"/>
                  </a:lnTo>
                  <a:lnTo>
                    <a:pt x="98028" y="258239"/>
                  </a:lnTo>
                  <a:lnTo>
                    <a:pt x="92582" y="258239"/>
                  </a:lnTo>
                  <a:lnTo>
                    <a:pt x="87136" y="258239"/>
                  </a:lnTo>
                  <a:lnTo>
                    <a:pt x="81690" y="258239"/>
                  </a:lnTo>
                  <a:lnTo>
                    <a:pt x="76244" y="258239"/>
                  </a:lnTo>
                  <a:lnTo>
                    <a:pt x="70798" y="258239"/>
                  </a:lnTo>
                  <a:lnTo>
                    <a:pt x="65352" y="258239"/>
                  </a:lnTo>
                  <a:lnTo>
                    <a:pt x="59906" y="258239"/>
                  </a:lnTo>
                  <a:lnTo>
                    <a:pt x="54460" y="258239"/>
                  </a:lnTo>
                  <a:lnTo>
                    <a:pt x="49014" y="258239"/>
                  </a:lnTo>
                  <a:lnTo>
                    <a:pt x="43568" y="258239"/>
                  </a:lnTo>
                  <a:lnTo>
                    <a:pt x="38122" y="258239"/>
                  </a:lnTo>
                  <a:lnTo>
                    <a:pt x="32676" y="258239"/>
                  </a:lnTo>
                  <a:lnTo>
                    <a:pt x="27230" y="258239"/>
                  </a:lnTo>
                  <a:lnTo>
                    <a:pt x="21784" y="258239"/>
                  </a:lnTo>
                  <a:lnTo>
                    <a:pt x="16338" y="258239"/>
                  </a:lnTo>
                  <a:lnTo>
                    <a:pt x="10892" y="258239"/>
                  </a:lnTo>
                  <a:lnTo>
                    <a:pt x="5446" y="25823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957616" y="1098544"/>
              <a:ext cx="2782929" cy="258239"/>
            </a:xfrm>
            <a:custGeom>
              <a:avLst/>
              <a:pathLst>
                <a:path w="2782929" h="258239">
                  <a:moveTo>
                    <a:pt x="0" y="258239"/>
                  </a:moveTo>
                  <a:lnTo>
                    <a:pt x="5446" y="258239"/>
                  </a:lnTo>
                  <a:lnTo>
                    <a:pt x="10892" y="258239"/>
                  </a:lnTo>
                  <a:lnTo>
                    <a:pt x="16338" y="258239"/>
                  </a:lnTo>
                  <a:lnTo>
                    <a:pt x="21784" y="258239"/>
                  </a:lnTo>
                  <a:lnTo>
                    <a:pt x="27230" y="258239"/>
                  </a:lnTo>
                  <a:lnTo>
                    <a:pt x="32676" y="258239"/>
                  </a:lnTo>
                  <a:lnTo>
                    <a:pt x="38122" y="258239"/>
                  </a:lnTo>
                  <a:lnTo>
                    <a:pt x="43568" y="258239"/>
                  </a:lnTo>
                  <a:lnTo>
                    <a:pt x="49014" y="258239"/>
                  </a:lnTo>
                  <a:lnTo>
                    <a:pt x="54460" y="258239"/>
                  </a:lnTo>
                  <a:lnTo>
                    <a:pt x="59906" y="258239"/>
                  </a:lnTo>
                  <a:lnTo>
                    <a:pt x="65352" y="258239"/>
                  </a:lnTo>
                  <a:lnTo>
                    <a:pt x="70798" y="258239"/>
                  </a:lnTo>
                  <a:lnTo>
                    <a:pt x="76244" y="258239"/>
                  </a:lnTo>
                  <a:lnTo>
                    <a:pt x="81690" y="258239"/>
                  </a:lnTo>
                  <a:lnTo>
                    <a:pt x="87136" y="258239"/>
                  </a:lnTo>
                  <a:lnTo>
                    <a:pt x="92582" y="258239"/>
                  </a:lnTo>
                  <a:lnTo>
                    <a:pt x="98028" y="258239"/>
                  </a:lnTo>
                  <a:lnTo>
                    <a:pt x="103474" y="258239"/>
                  </a:lnTo>
                  <a:lnTo>
                    <a:pt x="108920" y="258239"/>
                  </a:lnTo>
                  <a:lnTo>
                    <a:pt x="114366" y="258239"/>
                  </a:lnTo>
                  <a:lnTo>
                    <a:pt x="119812" y="258239"/>
                  </a:lnTo>
                  <a:lnTo>
                    <a:pt x="125259" y="258239"/>
                  </a:lnTo>
                  <a:lnTo>
                    <a:pt x="130705" y="258239"/>
                  </a:lnTo>
                  <a:lnTo>
                    <a:pt x="136151" y="258239"/>
                  </a:lnTo>
                  <a:lnTo>
                    <a:pt x="141597" y="258239"/>
                  </a:lnTo>
                  <a:lnTo>
                    <a:pt x="147043" y="258239"/>
                  </a:lnTo>
                  <a:lnTo>
                    <a:pt x="152489" y="258239"/>
                  </a:lnTo>
                  <a:lnTo>
                    <a:pt x="157935" y="258239"/>
                  </a:lnTo>
                  <a:lnTo>
                    <a:pt x="163381" y="258239"/>
                  </a:lnTo>
                  <a:lnTo>
                    <a:pt x="168827" y="258239"/>
                  </a:lnTo>
                  <a:lnTo>
                    <a:pt x="174273" y="258239"/>
                  </a:lnTo>
                  <a:lnTo>
                    <a:pt x="179719" y="258239"/>
                  </a:lnTo>
                  <a:lnTo>
                    <a:pt x="185165" y="258239"/>
                  </a:lnTo>
                  <a:lnTo>
                    <a:pt x="190611" y="258239"/>
                  </a:lnTo>
                  <a:lnTo>
                    <a:pt x="196057" y="258239"/>
                  </a:lnTo>
                  <a:lnTo>
                    <a:pt x="201503" y="258239"/>
                  </a:lnTo>
                  <a:lnTo>
                    <a:pt x="206949" y="258239"/>
                  </a:lnTo>
                  <a:lnTo>
                    <a:pt x="212395" y="258239"/>
                  </a:lnTo>
                  <a:lnTo>
                    <a:pt x="217841" y="258238"/>
                  </a:lnTo>
                  <a:lnTo>
                    <a:pt x="223287" y="258237"/>
                  </a:lnTo>
                  <a:lnTo>
                    <a:pt x="228733" y="258236"/>
                  </a:lnTo>
                  <a:lnTo>
                    <a:pt x="234179" y="258234"/>
                  </a:lnTo>
                  <a:lnTo>
                    <a:pt x="239625" y="258231"/>
                  </a:lnTo>
                  <a:lnTo>
                    <a:pt x="245072" y="258225"/>
                  </a:lnTo>
                  <a:lnTo>
                    <a:pt x="250518" y="258216"/>
                  </a:lnTo>
                  <a:lnTo>
                    <a:pt x="255964" y="258203"/>
                  </a:lnTo>
                  <a:lnTo>
                    <a:pt x="261410" y="258182"/>
                  </a:lnTo>
                  <a:lnTo>
                    <a:pt x="266856" y="258151"/>
                  </a:lnTo>
                  <a:lnTo>
                    <a:pt x="272302" y="258106"/>
                  </a:lnTo>
                  <a:lnTo>
                    <a:pt x="277748" y="258042"/>
                  </a:lnTo>
                  <a:lnTo>
                    <a:pt x="283194" y="257954"/>
                  </a:lnTo>
                  <a:lnTo>
                    <a:pt x="288640" y="257834"/>
                  </a:lnTo>
                  <a:lnTo>
                    <a:pt x="294086" y="257675"/>
                  </a:lnTo>
                  <a:lnTo>
                    <a:pt x="299532" y="257470"/>
                  </a:lnTo>
                  <a:lnTo>
                    <a:pt x="304978" y="257210"/>
                  </a:lnTo>
                  <a:lnTo>
                    <a:pt x="310424" y="256887"/>
                  </a:lnTo>
                  <a:lnTo>
                    <a:pt x="315870" y="256493"/>
                  </a:lnTo>
                  <a:lnTo>
                    <a:pt x="321316" y="256016"/>
                  </a:lnTo>
                  <a:lnTo>
                    <a:pt x="326762" y="255458"/>
                  </a:lnTo>
                  <a:lnTo>
                    <a:pt x="332208" y="254820"/>
                  </a:lnTo>
                  <a:lnTo>
                    <a:pt x="337654" y="254107"/>
                  </a:lnTo>
                  <a:lnTo>
                    <a:pt x="343100" y="253325"/>
                  </a:lnTo>
                  <a:lnTo>
                    <a:pt x="348546" y="252483"/>
                  </a:lnTo>
                  <a:lnTo>
                    <a:pt x="353992" y="251593"/>
                  </a:lnTo>
                  <a:lnTo>
                    <a:pt x="359438" y="250668"/>
                  </a:lnTo>
                  <a:lnTo>
                    <a:pt x="364885" y="249723"/>
                  </a:lnTo>
                  <a:lnTo>
                    <a:pt x="370331" y="248773"/>
                  </a:lnTo>
                  <a:lnTo>
                    <a:pt x="375777" y="247832"/>
                  </a:lnTo>
                  <a:lnTo>
                    <a:pt x="381223" y="246913"/>
                  </a:lnTo>
                  <a:lnTo>
                    <a:pt x="386669" y="246024"/>
                  </a:lnTo>
                  <a:lnTo>
                    <a:pt x="392115" y="245171"/>
                  </a:lnTo>
                  <a:lnTo>
                    <a:pt x="397561" y="244355"/>
                  </a:lnTo>
                  <a:lnTo>
                    <a:pt x="403007" y="243577"/>
                  </a:lnTo>
                  <a:lnTo>
                    <a:pt x="408453" y="242833"/>
                  </a:lnTo>
                  <a:lnTo>
                    <a:pt x="413899" y="242121"/>
                  </a:lnTo>
                  <a:lnTo>
                    <a:pt x="419345" y="241435"/>
                  </a:lnTo>
                  <a:lnTo>
                    <a:pt x="424791" y="240771"/>
                  </a:lnTo>
                  <a:lnTo>
                    <a:pt x="430237" y="240125"/>
                  </a:lnTo>
                  <a:lnTo>
                    <a:pt x="435683" y="239496"/>
                  </a:lnTo>
                  <a:lnTo>
                    <a:pt x="441129" y="238881"/>
                  </a:lnTo>
                  <a:lnTo>
                    <a:pt x="446575" y="238284"/>
                  </a:lnTo>
                  <a:lnTo>
                    <a:pt x="452021" y="237709"/>
                  </a:lnTo>
                  <a:lnTo>
                    <a:pt x="457467" y="237163"/>
                  </a:lnTo>
                  <a:lnTo>
                    <a:pt x="462913" y="236653"/>
                  </a:lnTo>
                  <a:lnTo>
                    <a:pt x="468359" y="236189"/>
                  </a:lnTo>
                  <a:lnTo>
                    <a:pt x="473805" y="235780"/>
                  </a:lnTo>
                  <a:lnTo>
                    <a:pt x="479251" y="235434"/>
                  </a:lnTo>
                  <a:lnTo>
                    <a:pt x="484698" y="235159"/>
                  </a:lnTo>
                  <a:lnTo>
                    <a:pt x="490144" y="234965"/>
                  </a:lnTo>
                  <a:lnTo>
                    <a:pt x="495590" y="234851"/>
                  </a:lnTo>
                  <a:lnTo>
                    <a:pt x="501036" y="234813"/>
                  </a:lnTo>
                  <a:lnTo>
                    <a:pt x="506482" y="234847"/>
                  </a:lnTo>
                  <a:lnTo>
                    <a:pt x="511928" y="234946"/>
                  </a:lnTo>
                  <a:lnTo>
                    <a:pt x="517374" y="235103"/>
                  </a:lnTo>
                  <a:lnTo>
                    <a:pt x="522820" y="235310"/>
                  </a:lnTo>
                  <a:lnTo>
                    <a:pt x="528266" y="235559"/>
                  </a:lnTo>
                  <a:lnTo>
                    <a:pt x="533712" y="235842"/>
                  </a:lnTo>
                  <a:lnTo>
                    <a:pt x="539158" y="236152"/>
                  </a:lnTo>
                  <a:lnTo>
                    <a:pt x="544604" y="236482"/>
                  </a:lnTo>
                  <a:lnTo>
                    <a:pt x="550050" y="236829"/>
                  </a:lnTo>
                  <a:lnTo>
                    <a:pt x="555496" y="237185"/>
                  </a:lnTo>
                  <a:lnTo>
                    <a:pt x="560942" y="237546"/>
                  </a:lnTo>
                  <a:lnTo>
                    <a:pt x="566388" y="237906"/>
                  </a:lnTo>
                  <a:lnTo>
                    <a:pt x="571834" y="238258"/>
                  </a:lnTo>
                  <a:lnTo>
                    <a:pt x="577280" y="238594"/>
                  </a:lnTo>
                  <a:lnTo>
                    <a:pt x="582726" y="238903"/>
                  </a:lnTo>
                  <a:lnTo>
                    <a:pt x="588172" y="239172"/>
                  </a:lnTo>
                  <a:lnTo>
                    <a:pt x="593618" y="239385"/>
                  </a:lnTo>
                  <a:lnTo>
                    <a:pt x="599064" y="239522"/>
                  </a:lnTo>
                  <a:lnTo>
                    <a:pt x="604510" y="239548"/>
                  </a:lnTo>
                  <a:lnTo>
                    <a:pt x="609957" y="239444"/>
                  </a:lnTo>
                  <a:lnTo>
                    <a:pt x="615403" y="239181"/>
                  </a:lnTo>
                  <a:lnTo>
                    <a:pt x="620849" y="238727"/>
                  </a:lnTo>
                  <a:lnTo>
                    <a:pt x="626295" y="238046"/>
                  </a:lnTo>
                  <a:lnTo>
                    <a:pt x="631741" y="237102"/>
                  </a:lnTo>
                  <a:lnTo>
                    <a:pt x="637187" y="235855"/>
                  </a:lnTo>
                  <a:lnTo>
                    <a:pt x="642633" y="234266"/>
                  </a:lnTo>
                  <a:lnTo>
                    <a:pt x="648079" y="232299"/>
                  </a:lnTo>
                  <a:lnTo>
                    <a:pt x="653525" y="229920"/>
                  </a:lnTo>
                  <a:lnTo>
                    <a:pt x="658971" y="227074"/>
                  </a:lnTo>
                  <a:lnTo>
                    <a:pt x="664417" y="223753"/>
                  </a:lnTo>
                  <a:lnTo>
                    <a:pt x="669863" y="219985"/>
                  </a:lnTo>
                  <a:lnTo>
                    <a:pt x="675309" y="215795"/>
                  </a:lnTo>
                  <a:lnTo>
                    <a:pt x="680755" y="211224"/>
                  </a:lnTo>
                  <a:lnTo>
                    <a:pt x="686201" y="206333"/>
                  </a:lnTo>
                  <a:lnTo>
                    <a:pt x="691647" y="201197"/>
                  </a:lnTo>
                  <a:lnTo>
                    <a:pt x="697093" y="195901"/>
                  </a:lnTo>
                  <a:lnTo>
                    <a:pt x="702539" y="190536"/>
                  </a:lnTo>
                  <a:lnTo>
                    <a:pt x="707985" y="185190"/>
                  </a:lnTo>
                  <a:lnTo>
                    <a:pt x="713431" y="179939"/>
                  </a:lnTo>
                  <a:lnTo>
                    <a:pt x="718877" y="174847"/>
                  </a:lnTo>
                  <a:lnTo>
                    <a:pt x="724323" y="169906"/>
                  </a:lnTo>
                  <a:lnTo>
                    <a:pt x="729770" y="165072"/>
                  </a:lnTo>
                  <a:lnTo>
                    <a:pt x="735216" y="160253"/>
                  </a:lnTo>
                  <a:lnTo>
                    <a:pt x="740662" y="155314"/>
                  </a:lnTo>
                  <a:lnTo>
                    <a:pt x="746108" y="150079"/>
                  </a:lnTo>
                  <a:lnTo>
                    <a:pt x="751554" y="144348"/>
                  </a:lnTo>
                  <a:lnTo>
                    <a:pt x="757000" y="137906"/>
                  </a:lnTo>
                  <a:lnTo>
                    <a:pt x="762446" y="130546"/>
                  </a:lnTo>
                  <a:lnTo>
                    <a:pt x="767892" y="122093"/>
                  </a:lnTo>
                  <a:lnTo>
                    <a:pt x="773338" y="112311"/>
                  </a:lnTo>
                  <a:lnTo>
                    <a:pt x="778784" y="101267"/>
                  </a:lnTo>
                  <a:lnTo>
                    <a:pt x="784230" y="89108"/>
                  </a:lnTo>
                  <a:lnTo>
                    <a:pt x="789676" y="76073"/>
                  </a:lnTo>
                  <a:lnTo>
                    <a:pt x="795122" y="62517"/>
                  </a:lnTo>
                  <a:lnTo>
                    <a:pt x="800568" y="48909"/>
                  </a:lnTo>
                  <a:lnTo>
                    <a:pt x="806014" y="35806"/>
                  </a:lnTo>
                  <a:lnTo>
                    <a:pt x="811460" y="23827"/>
                  </a:lnTo>
                  <a:lnTo>
                    <a:pt x="816906" y="13613"/>
                  </a:lnTo>
                  <a:lnTo>
                    <a:pt x="822352" y="5785"/>
                  </a:lnTo>
                  <a:lnTo>
                    <a:pt x="827798" y="1053"/>
                  </a:lnTo>
                  <a:lnTo>
                    <a:pt x="833244" y="0"/>
                  </a:lnTo>
                  <a:lnTo>
                    <a:pt x="838690" y="2616"/>
                  </a:lnTo>
                  <a:lnTo>
                    <a:pt x="844136" y="8926"/>
                  </a:lnTo>
                  <a:lnTo>
                    <a:pt x="849583" y="18769"/>
                  </a:lnTo>
                  <a:lnTo>
                    <a:pt x="855029" y="31808"/>
                  </a:lnTo>
                  <a:lnTo>
                    <a:pt x="860475" y="47556"/>
                  </a:lnTo>
                  <a:lnTo>
                    <a:pt x="865921" y="65416"/>
                  </a:lnTo>
                  <a:lnTo>
                    <a:pt x="871367" y="84716"/>
                  </a:lnTo>
                  <a:lnTo>
                    <a:pt x="876813" y="104757"/>
                  </a:lnTo>
                  <a:lnTo>
                    <a:pt x="882259" y="124860"/>
                  </a:lnTo>
                  <a:lnTo>
                    <a:pt x="887705" y="144263"/>
                  </a:lnTo>
                  <a:lnTo>
                    <a:pt x="893151" y="162482"/>
                  </a:lnTo>
                  <a:lnTo>
                    <a:pt x="898597" y="179161"/>
                  </a:lnTo>
                  <a:lnTo>
                    <a:pt x="904043" y="194066"/>
                  </a:lnTo>
                  <a:lnTo>
                    <a:pt x="909489" y="207081"/>
                  </a:lnTo>
                  <a:lnTo>
                    <a:pt x="914935" y="218189"/>
                  </a:lnTo>
                  <a:lnTo>
                    <a:pt x="920381" y="227460"/>
                  </a:lnTo>
                  <a:lnTo>
                    <a:pt x="925827" y="235026"/>
                  </a:lnTo>
                  <a:lnTo>
                    <a:pt x="931273" y="241066"/>
                  </a:lnTo>
                  <a:lnTo>
                    <a:pt x="936719" y="245781"/>
                  </a:lnTo>
                  <a:lnTo>
                    <a:pt x="942165" y="249317"/>
                  </a:lnTo>
                  <a:lnTo>
                    <a:pt x="947611" y="251937"/>
                  </a:lnTo>
                  <a:lnTo>
                    <a:pt x="953057" y="253869"/>
                  </a:lnTo>
                  <a:lnTo>
                    <a:pt x="958503" y="255265"/>
                  </a:lnTo>
                  <a:lnTo>
                    <a:pt x="963949" y="256255"/>
                  </a:lnTo>
                  <a:lnTo>
                    <a:pt x="969396" y="256941"/>
                  </a:lnTo>
                  <a:lnTo>
                    <a:pt x="974842" y="257407"/>
                  </a:lnTo>
                  <a:lnTo>
                    <a:pt x="980288" y="257716"/>
                  </a:lnTo>
                  <a:lnTo>
                    <a:pt x="985734" y="257918"/>
                  </a:lnTo>
                  <a:lnTo>
                    <a:pt x="991180" y="258046"/>
                  </a:lnTo>
                  <a:lnTo>
                    <a:pt x="996626" y="258124"/>
                  </a:lnTo>
                  <a:lnTo>
                    <a:pt x="1002072" y="258171"/>
                  </a:lnTo>
                  <a:lnTo>
                    <a:pt x="1007518" y="258199"/>
                  </a:lnTo>
                  <a:lnTo>
                    <a:pt x="1012964" y="258216"/>
                  </a:lnTo>
                  <a:lnTo>
                    <a:pt x="1018410" y="258226"/>
                  </a:lnTo>
                  <a:lnTo>
                    <a:pt x="1023856" y="258232"/>
                  </a:lnTo>
                  <a:lnTo>
                    <a:pt x="1029302" y="258235"/>
                  </a:lnTo>
                  <a:lnTo>
                    <a:pt x="1034748" y="258237"/>
                  </a:lnTo>
                  <a:lnTo>
                    <a:pt x="1040194" y="258238"/>
                  </a:lnTo>
                  <a:lnTo>
                    <a:pt x="1045640" y="258239"/>
                  </a:lnTo>
                  <a:lnTo>
                    <a:pt x="1051086" y="258239"/>
                  </a:lnTo>
                  <a:lnTo>
                    <a:pt x="1056532" y="258239"/>
                  </a:lnTo>
                  <a:lnTo>
                    <a:pt x="1061978" y="258239"/>
                  </a:lnTo>
                  <a:lnTo>
                    <a:pt x="1067424" y="258239"/>
                  </a:lnTo>
                  <a:lnTo>
                    <a:pt x="1072870" y="258239"/>
                  </a:lnTo>
                  <a:lnTo>
                    <a:pt x="1078316" y="258239"/>
                  </a:lnTo>
                  <a:lnTo>
                    <a:pt x="1083762" y="258239"/>
                  </a:lnTo>
                  <a:lnTo>
                    <a:pt x="1089209" y="258239"/>
                  </a:lnTo>
                  <a:lnTo>
                    <a:pt x="1094655" y="258239"/>
                  </a:lnTo>
                  <a:lnTo>
                    <a:pt x="1100101" y="258239"/>
                  </a:lnTo>
                  <a:lnTo>
                    <a:pt x="1105547" y="258239"/>
                  </a:lnTo>
                  <a:lnTo>
                    <a:pt x="1110993" y="258239"/>
                  </a:lnTo>
                  <a:lnTo>
                    <a:pt x="1116439" y="258239"/>
                  </a:lnTo>
                  <a:lnTo>
                    <a:pt x="1121885" y="258239"/>
                  </a:lnTo>
                  <a:lnTo>
                    <a:pt x="1127331" y="258239"/>
                  </a:lnTo>
                  <a:lnTo>
                    <a:pt x="1132777" y="258239"/>
                  </a:lnTo>
                  <a:lnTo>
                    <a:pt x="1138223" y="258239"/>
                  </a:lnTo>
                  <a:lnTo>
                    <a:pt x="1143669" y="258239"/>
                  </a:lnTo>
                  <a:lnTo>
                    <a:pt x="1149115" y="258239"/>
                  </a:lnTo>
                  <a:lnTo>
                    <a:pt x="1154561" y="258239"/>
                  </a:lnTo>
                  <a:lnTo>
                    <a:pt x="1160007" y="258239"/>
                  </a:lnTo>
                  <a:lnTo>
                    <a:pt x="1165453" y="258239"/>
                  </a:lnTo>
                  <a:lnTo>
                    <a:pt x="1170899" y="258239"/>
                  </a:lnTo>
                  <a:lnTo>
                    <a:pt x="1176345" y="258239"/>
                  </a:lnTo>
                  <a:lnTo>
                    <a:pt x="1181791" y="258239"/>
                  </a:lnTo>
                  <a:lnTo>
                    <a:pt x="1187237" y="258239"/>
                  </a:lnTo>
                  <a:lnTo>
                    <a:pt x="1192683" y="258239"/>
                  </a:lnTo>
                  <a:lnTo>
                    <a:pt x="1198129" y="258239"/>
                  </a:lnTo>
                  <a:lnTo>
                    <a:pt x="1203575" y="258239"/>
                  </a:lnTo>
                  <a:lnTo>
                    <a:pt x="1209021" y="258239"/>
                  </a:lnTo>
                  <a:lnTo>
                    <a:pt x="1214468" y="258239"/>
                  </a:lnTo>
                  <a:lnTo>
                    <a:pt x="1219914" y="258239"/>
                  </a:lnTo>
                  <a:lnTo>
                    <a:pt x="1225360" y="258239"/>
                  </a:lnTo>
                  <a:lnTo>
                    <a:pt x="1230806" y="258239"/>
                  </a:lnTo>
                  <a:lnTo>
                    <a:pt x="1236252" y="258239"/>
                  </a:lnTo>
                  <a:lnTo>
                    <a:pt x="1241698" y="258239"/>
                  </a:lnTo>
                  <a:lnTo>
                    <a:pt x="1247144" y="258239"/>
                  </a:lnTo>
                  <a:lnTo>
                    <a:pt x="1252590" y="258239"/>
                  </a:lnTo>
                  <a:lnTo>
                    <a:pt x="1258036" y="258239"/>
                  </a:lnTo>
                  <a:lnTo>
                    <a:pt x="1263482" y="258239"/>
                  </a:lnTo>
                  <a:lnTo>
                    <a:pt x="1268928" y="258239"/>
                  </a:lnTo>
                  <a:lnTo>
                    <a:pt x="1274374" y="258239"/>
                  </a:lnTo>
                  <a:lnTo>
                    <a:pt x="1279820" y="258239"/>
                  </a:lnTo>
                  <a:lnTo>
                    <a:pt x="1285266" y="258239"/>
                  </a:lnTo>
                  <a:lnTo>
                    <a:pt x="1290712" y="258239"/>
                  </a:lnTo>
                  <a:lnTo>
                    <a:pt x="1296158" y="258239"/>
                  </a:lnTo>
                  <a:lnTo>
                    <a:pt x="1301604" y="258239"/>
                  </a:lnTo>
                  <a:lnTo>
                    <a:pt x="1307050" y="258239"/>
                  </a:lnTo>
                  <a:lnTo>
                    <a:pt x="1312496" y="258239"/>
                  </a:lnTo>
                  <a:lnTo>
                    <a:pt x="1317942" y="258239"/>
                  </a:lnTo>
                  <a:lnTo>
                    <a:pt x="1323388" y="258239"/>
                  </a:lnTo>
                  <a:lnTo>
                    <a:pt x="1328834" y="258239"/>
                  </a:lnTo>
                  <a:lnTo>
                    <a:pt x="1334281" y="258239"/>
                  </a:lnTo>
                  <a:lnTo>
                    <a:pt x="1339727" y="258239"/>
                  </a:lnTo>
                  <a:lnTo>
                    <a:pt x="1345173" y="258239"/>
                  </a:lnTo>
                  <a:lnTo>
                    <a:pt x="1350619" y="258239"/>
                  </a:lnTo>
                  <a:lnTo>
                    <a:pt x="1356065" y="258239"/>
                  </a:lnTo>
                  <a:lnTo>
                    <a:pt x="1361511" y="258239"/>
                  </a:lnTo>
                  <a:lnTo>
                    <a:pt x="1366957" y="258239"/>
                  </a:lnTo>
                  <a:lnTo>
                    <a:pt x="1372403" y="258239"/>
                  </a:lnTo>
                  <a:lnTo>
                    <a:pt x="1377849" y="258239"/>
                  </a:lnTo>
                  <a:lnTo>
                    <a:pt x="1383295" y="258239"/>
                  </a:lnTo>
                  <a:lnTo>
                    <a:pt x="1388741" y="258239"/>
                  </a:lnTo>
                  <a:lnTo>
                    <a:pt x="1394187" y="258239"/>
                  </a:lnTo>
                  <a:lnTo>
                    <a:pt x="1399633" y="258239"/>
                  </a:lnTo>
                  <a:lnTo>
                    <a:pt x="1405079" y="258239"/>
                  </a:lnTo>
                  <a:lnTo>
                    <a:pt x="1410525" y="258239"/>
                  </a:lnTo>
                  <a:lnTo>
                    <a:pt x="1415971" y="258239"/>
                  </a:lnTo>
                  <a:lnTo>
                    <a:pt x="1421417" y="258239"/>
                  </a:lnTo>
                  <a:lnTo>
                    <a:pt x="1426863" y="258239"/>
                  </a:lnTo>
                  <a:lnTo>
                    <a:pt x="1432309" y="258239"/>
                  </a:lnTo>
                  <a:lnTo>
                    <a:pt x="1437755" y="258239"/>
                  </a:lnTo>
                  <a:lnTo>
                    <a:pt x="1443201" y="258239"/>
                  </a:lnTo>
                  <a:lnTo>
                    <a:pt x="1448647" y="258239"/>
                  </a:lnTo>
                  <a:lnTo>
                    <a:pt x="1454094" y="258239"/>
                  </a:lnTo>
                  <a:lnTo>
                    <a:pt x="1459540" y="258239"/>
                  </a:lnTo>
                  <a:lnTo>
                    <a:pt x="1464986" y="258239"/>
                  </a:lnTo>
                  <a:lnTo>
                    <a:pt x="1470432" y="258239"/>
                  </a:lnTo>
                  <a:lnTo>
                    <a:pt x="1475878" y="258239"/>
                  </a:lnTo>
                  <a:lnTo>
                    <a:pt x="1481324" y="258239"/>
                  </a:lnTo>
                  <a:lnTo>
                    <a:pt x="1486770" y="258239"/>
                  </a:lnTo>
                  <a:lnTo>
                    <a:pt x="1492216" y="258239"/>
                  </a:lnTo>
                  <a:lnTo>
                    <a:pt x="1497662" y="258239"/>
                  </a:lnTo>
                  <a:lnTo>
                    <a:pt x="1503108" y="258239"/>
                  </a:lnTo>
                  <a:lnTo>
                    <a:pt x="1508554" y="258239"/>
                  </a:lnTo>
                  <a:lnTo>
                    <a:pt x="1514000" y="258239"/>
                  </a:lnTo>
                  <a:lnTo>
                    <a:pt x="1519446" y="258239"/>
                  </a:lnTo>
                  <a:lnTo>
                    <a:pt x="1524892" y="258239"/>
                  </a:lnTo>
                  <a:lnTo>
                    <a:pt x="1530338" y="258239"/>
                  </a:lnTo>
                  <a:lnTo>
                    <a:pt x="1535784" y="258239"/>
                  </a:lnTo>
                  <a:lnTo>
                    <a:pt x="1541230" y="258239"/>
                  </a:lnTo>
                  <a:lnTo>
                    <a:pt x="1546676" y="258239"/>
                  </a:lnTo>
                  <a:lnTo>
                    <a:pt x="1552122" y="258239"/>
                  </a:lnTo>
                  <a:lnTo>
                    <a:pt x="1557568" y="258239"/>
                  </a:lnTo>
                  <a:lnTo>
                    <a:pt x="1563014" y="258239"/>
                  </a:lnTo>
                  <a:lnTo>
                    <a:pt x="1568460" y="258239"/>
                  </a:lnTo>
                  <a:lnTo>
                    <a:pt x="1573907" y="258239"/>
                  </a:lnTo>
                  <a:lnTo>
                    <a:pt x="1579353" y="258239"/>
                  </a:lnTo>
                  <a:lnTo>
                    <a:pt x="1584799" y="258239"/>
                  </a:lnTo>
                  <a:lnTo>
                    <a:pt x="1590245" y="258239"/>
                  </a:lnTo>
                  <a:lnTo>
                    <a:pt x="1595691" y="258239"/>
                  </a:lnTo>
                  <a:lnTo>
                    <a:pt x="1601137" y="258239"/>
                  </a:lnTo>
                  <a:lnTo>
                    <a:pt x="1606583" y="258239"/>
                  </a:lnTo>
                  <a:lnTo>
                    <a:pt x="1612029" y="258239"/>
                  </a:lnTo>
                  <a:lnTo>
                    <a:pt x="1617475" y="258239"/>
                  </a:lnTo>
                  <a:lnTo>
                    <a:pt x="1622921" y="258239"/>
                  </a:lnTo>
                  <a:lnTo>
                    <a:pt x="1628367" y="258239"/>
                  </a:lnTo>
                  <a:lnTo>
                    <a:pt x="1633813" y="258239"/>
                  </a:lnTo>
                  <a:lnTo>
                    <a:pt x="1639259" y="258239"/>
                  </a:lnTo>
                  <a:lnTo>
                    <a:pt x="1644705" y="258239"/>
                  </a:lnTo>
                  <a:lnTo>
                    <a:pt x="1650151" y="258239"/>
                  </a:lnTo>
                  <a:lnTo>
                    <a:pt x="1655597" y="258239"/>
                  </a:lnTo>
                  <a:lnTo>
                    <a:pt x="1661043" y="258239"/>
                  </a:lnTo>
                  <a:lnTo>
                    <a:pt x="1666489" y="258239"/>
                  </a:lnTo>
                  <a:lnTo>
                    <a:pt x="1671935" y="258239"/>
                  </a:lnTo>
                  <a:lnTo>
                    <a:pt x="1677381" y="258239"/>
                  </a:lnTo>
                  <a:lnTo>
                    <a:pt x="1682827" y="258239"/>
                  </a:lnTo>
                  <a:lnTo>
                    <a:pt x="1688273" y="258239"/>
                  </a:lnTo>
                  <a:lnTo>
                    <a:pt x="1693720" y="258239"/>
                  </a:lnTo>
                  <a:lnTo>
                    <a:pt x="1699166" y="258239"/>
                  </a:lnTo>
                  <a:lnTo>
                    <a:pt x="1704612" y="258239"/>
                  </a:lnTo>
                  <a:lnTo>
                    <a:pt x="1710058" y="258239"/>
                  </a:lnTo>
                  <a:lnTo>
                    <a:pt x="1715504" y="258239"/>
                  </a:lnTo>
                  <a:lnTo>
                    <a:pt x="1720950" y="258239"/>
                  </a:lnTo>
                  <a:lnTo>
                    <a:pt x="1726396" y="258239"/>
                  </a:lnTo>
                  <a:lnTo>
                    <a:pt x="1731842" y="258239"/>
                  </a:lnTo>
                  <a:lnTo>
                    <a:pt x="1737288" y="258239"/>
                  </a:lnTo>
                  <a:lnTo>
                    <a:pt x="1742734" y="258239"/>
                  </a:lnTo>
                  <a:lnTo>
                    <a:pt x="1748180" y="258239"/>
                  </a:lnTo>
                  <a:lnTo>
                    <a:pt x="1753626" y="258239"/>
                  </a:lnTo>
                  <a:lnTo>
                    <a:pt x="1759072" y="258239"/>
                  </a:lnTo>
                  <a:lnTo>
                    <a:pt x="1764518" y="258239"/>
                  </a:lnTo>
                  <a:lnTo>
                    <a:pt x="1769964" y="258239"/>
                  </a:lnTo>
                  <a:lnTo>
                    <a:pt x="1775410" y="258239"/>
                  </a:lnTo>
                  <a:lnTo>
                    <a:pt x="1780856" y="258239"/>
                  </a:lnTo>
                  <a:lnTo>
                    <a:pt x="1786302" y="258239"/>
                  </a:lnTo>
                  <a:lnTo>
                    <a:pt x="1791748" y="258239"/>
                  </a:lnTo>
                  <a:lnTo>
                    <a:pt x="1797194" y="258239"/>
                  </a:lnTo>
                  <a:lnTo>
                    <a:pt x="1802640" y="258239"/>
                  </a:lnTo>
                  <a:lnTo>
                    <a:pt x="1808086" y="258239"/>
                  </a:lnTo>
                  <a:lnTo>
                    <a:pt x="1813532" y="258239"/>
                  </a:lnTo>
                  <a:lnTo>
                    <a:pt x="1818979" y="258239"/>
                  </a:lnTo>
                  <a:lnTo>
                    <a:pt x="1824425" y="258239"/>
                  </a:lnTo>
                  <a:lnTo>
                    <a:pt x="1829871" y="258239"/>
                  </a:lnTo>
                  <a:lnTo>
                    <a:pt x="1835317" y="258239"/>
                  </a:lnTo>
                  <a:lnTo>
                    <a:pt x="1840763" y="258239"/>
                  </a:lnTo>
                  <a:lnTo>
                    <a:pt x="1846209" y="258239"/>
                  </a:lnTo>
                  <a:lnTo>
                    <a:pt x="1851655" y="258239"/>
                  </a:lnTo>
                  <a:lnTo>
                    <a:pt x="1857101" y="258239"/>
                  </a:lnTo>
                  <a:lnTo>
                    <a:pt x="1862547" y="258239"/>
                  </a:lnTo>
                  <a:lnTo>
                    <a:pt x="1867993" y="258239"/>
                  </a:lnTo>
                  <a:lnTo>
                    <a:pt x="1873439" y="258239"/>
                  </a:lnTo>
                  <a:lnTo>
                    <a:pt x="1878885" y="258239"/>
                  </a:lnTo>
                  <a:lnTo>
                    <a:pt x="1884331" y="258239"/>
                  </a:lnTo>
                  <a:lnTo>
                    <a:pt x="1889777" y="258239"/>
                  </a:lnTo>
                  <a:lnTo>
                    <a:pt x="1895223" y="258239"/>
                  </a:lnTo>
                  <a:lnTo>
                    <a:pt x="1900669" y="258239"/>
                  </a:lnTo>
                  <a:lnTo>
                    <a:pt x="1906115" y="258239"/>
                  </a:lnTo>
                  <a:lnTo>
                    <a:pt x="1911561" y="258239"/>
                  </a:lnTo>
                  <a:lnTo>
                    <a:pt x="1917007" y="258239"/>
                  </a:lnTo>
                  <a:lnTo>
                    <a:pt x="1922453" y="258239"/>
                  </a:lnTo>
                  <a:lnTo>
                    <a:pt x="1927899" y="258239"/>
                  </a:lnTo>
                  <a:lnTo>
                    <a:pt x="1933345" y="258239"/>
                  </a:lnTo>
                  <a:lnTo>
                    <a:pt x="1938792" y="258239"/>
                  </a:lnTo>
                  <a:lnTo>
                    <a:pt x="1944238" y="258239"/>
                  </a:lnTo>
                  <a:lnTo>
                    <a:pt x="1949684" y="258239"/>
                  </a:lnTo>
                  <a:lnTo>
                    <a:pt x="1955130" y="258239"/>
                  </a:lnTo>
                  <a:lnTo>
                    <a:pt x="1960576" y="258239"/>
                  </a:lnTo>
                  <a:lnTo>
                    <a:pt x="1966022" y="258239"/>
                  </a:lnTo>
                  <a:lnTo>
                    <a:pt x="1971468" y="258239"/>
                  </a:lnTo>
                  <a:lnTo>
                    <a:pt x="1976914" y="258239"/>
                  </a:lnTo>
                  <a:lnTo>
                    <a:pt x="1982360" y="258239"/>
                  </a:lnTo>
                  <a:lnTo>
                    <a:pt x="1987806" y="258239"/>
                  </a:lnTo>
                  <a:lnTo>
                    <a:pt x="1993252" y="258239"/>
                  </a:lnTo>
                  <a:lnTo>
                    <a:pt x="1998698" y="258239"/>
                  </a:lnTo>
                  <a:lnTo>
                    <a:pt x="2004144" y="258239"/>
                  </a:lnTo>
                  <a:lnTo>
                    <a:pt x="2009590" y="258239"/>
                  </a:lnTo>
                  <a:lnTo>
                    <a:pt x="2015036" y="258239"/>
                  </a:lnTo>
                  <a:lnTo>
                    <a:pt x="2020482" y="258239"/>
                  </a:lnTo>
                  <a:lnTo>
                    <a:pt x="2025928" y="258239"/>
                  </a:lnTo>
                  <a:lnTo>
                    <a:pt x="2031374" y="258239"/>
                  </a:lnTo>
                  <a:lnTo>
                    <a:pt x="2036820" y="258239"/>
                  </a:lnTo>
                  <a:lnTo>
                    <a:pt x="2042266" y="258239"/>
                  </a:lnTo>
                  <a:lnTo>
                    <a:pt x="2047712" y="258239"/>
                  </a:lnTo>
                  <a:lnTo>
                    <a:pt x="2053158" y="258239"/>
                  </a:lnTo>
                  <a:lnTo>
                    <a:pt x="2058605" y="258239"/>
                  </a:lnTo>
                  <a:lnTo>
                    <a:pt x="2064051" y="258239"/>
                  </a:lnTo>
                  <a:lnTo>
                    <a:pt x="2069497" y="258239"/>
                  </a:lnTo>
                  <a:lnTo>
                    <a:pt x="2074943" y="258239"/>
                  </a:lnTo>
                  <a:lnTo>
                    <a:pt x="2080389" y="258239"/>
                  </a:lnTo>
                  <a:lnTo>
                    <a:pt x="2085835" y="258239"/>
                  </a:lnTo>
                  <a:lnTo>
                    <a:pt x="2091281" y="258239"/>
                  </a:lnTo>
                  <a:lnTo>
                    <a:pt x="2096727" y="258239"/>
                  </a:lnTo>
                  <a:lnTo>
                    <a:pt x="2102173" y="258239"/>
                  </a:lnTo>
                  <a:lnTo>
                    <a:pt x="2107619" y="258239"/>
                  </a:lnTo>
                  <a:lnTo>
                    <a:pt x="2113065" y="258239"/>
                  </a:lnTo>
                  <a:lnTo>
                    <a:pt x="2118511" y="258239"/>
                  </a:lnTo>
                  <a:lnTo>
                    <a:pt x="2123957" y="258239"/>
                  </a:lnTo>
                  <a:lnTo>
                    <a:pt x="2129403" y="258239"/>
                  </a:lnTo>
                  <a:lnTo>
                    <a:pt x="2134849" y="258239"/>
                  </a:lnTo>
                  <a:lnTo>
                    <a:pt x="2140295" y="258239"/>
                  </a:lnTo>
                  <a:lnTo>
                    <a:pt x="2145741" y="258239"/>
                  </a:lnTo>
                  <a:lnTo>
                    <a:pt x="2151187" y="258239"/>
                  </a:lnTo>
                  <a:lnTo>
                    <a:pt x="2156633" y="258239"/>
                  </a:lnTo>
                  <a:lnTo>
                    <a:pt x="2162079" y="258239"/>
                  </a:lnTo>
                  <a:lnTo>
                    <a:pt x="2167525" y="258239"/>
                  </a:lnTo>
                  <a:lnTo>
                    <a:pt x="2172971" y="258239"/>
                  </a:lnTo>
                  <a:lnTo>
                    <a:pt x="2178418" y="258239"/>
                  </a:lnTo>
                  <a:lnTo>
                    <a:pt x="2183864" y="258239"/>
                  </a:lnTo>
                  <a:lnTo>
                    <a:pt x="2189310" y="258239"/>
                  </a:lnTo>
                  <a:lnTo>
                    <a:pt x="2194756" y="258239"/>
                  </a:lnTo>
                  <a:lnTo>
                    <a:pt x="2200202" y="258239"/>
                  </a:lnTo>
                  <a:lnTo>
                    <a:pt x="2205648" y="258239"/>
                  </a:lnTo>
                  <a:lnTo>
                    <a:pt x="2211094" y="258239"/>
                  </a:lnTo>
                  <a:lnTo>
                    <a:pt x="2216540" y="258239"/>
                  </a:lnTo>
                  <a:lnTo>
                    <a:pt x="2221986" y="258239"/>
                  </a:lnTo>
                  <a:lnTo>
                    <a:pt x="2227432" y="258239"/>
                  </a:lnTo>
                  <a:lnTo>
                    <a:pt x="2232878" y="258239"/>
                  </a:lnTo>
                  <a:lnTo>
                    <a:pt x="2238324" y="258239"/>
                  </a:lnTo>
                  <a:lnTo>
                    <a:pt x="2243770" y="258239"/>
                  </a:lnTo>
                  <a:lnTo>
                    <a:pt x="2249216" y="258239"/>
                  </a:lnTo>
                  <a:lnTo>
                    <a:pt x="2254662" y="258239"/>
                  </a:lnTo>
                  <a:lnTo>
                    <a:pt x="2260108" y="258239"/>
                  </a:lnTo>
                  <a:lnTo>
                    <a:pt x="2265554" y="258239"/>
                  </a:lnTo>
                  <a:lnTo>
                    <a:pt x="2271000" y="258239"/>
                  </a:lnTo>
                  <a:lnTo>
                    <a:pt x="2276446" y="258239"/>
                  </a:lnTo>
                  <a:lnTo>
                    <a:pt x="2281892" y="258239"/>
                  </a:lnTo>
                  <a:lnTo>
                    <a:pt x="2287338" y="258239"/>
                  </a:lnTo>
                  <a:lnTo>
                    <a:pt x="2292784" y="258239"/>
                  </a:lnTo>
                  <a:lnTo>
                    <a:pt x="2298231" y="258239"/>
                  </a:lnTo>
                  <a:lnTo>
                    <a:pt x="2303677" y="258239"/>
                  </a:lnTo>
                  <a:lnTo>
                    <a:pt x="2309123" y="258239"/>
                  </a:lnTo>
                  <a:lnTo>
                    <a:pt x="2314569" y="258239"/>
                  </a:lnTo>
                  <a:lnTo>
                    <a:pt x="2320015" y="258239"/>
                  </a:lnTo>
                  <a:lnTo>
                    <a:pt x="2325461" y="258239"/>
                  </a:lnTo>
                  <a:lnTo>
                    <a:pt x="2330907" y="258239"/>
                  </a:lnTo>
                  <a:lnTo>
                    <a:pt x="2336353" y="258239"/>
                  </a:lnTo>
                  <a:lnTo>
                    <a:pt x="2341799" y="258239"/>
                  </a:lnTo>
                  <a:lnTo>
                    <a:pt x="2347245" y="258239"/>
                  </a:lnTo>
                  <a:lnTo>
                    <a:pt x="2352691" y="258239"/>
                  </a:lnTo>
                  <a:lnTo>
                    <a:pt x="2358137" y="258239"/>
                  </a:lnTo>
                  <a:lnTo>
                    <a:pt x="2363583" y="258239"/>
                  </a:lnTo>
                  <a:lnTo>
                    <a:pt x="2369029" y="258239"/>
                  </a:lnTo>
                  <a:lnTo>
                    <a:pt x="2374475" y="258239"/>
                  </a:lnTo>
                  <a:lnTo>
                    <a:pt x="2379921" y="258239"/>
                  </a:lnTo>
                  <a:lnTo>
                    <a:pt x="2385367" y="258239"/>
                  </a:lnTo>
                  <a:lnTo>
                    <a:pt x="2390813" y="258239"/>
                  </a:lnTo>
                  <a:lnTo>
                    <a:pt x="2396259" y="258239"/>
                  </a:lnTo>
                  <a:lnTo>
                    <a:pt x="2401705" y="258239"/>
                  </a:lnTo>
                  <a:lnTo>
                    <a:pt x="2407151" y="258239"/>
                  </a:lnTo>
                  <a:lnTo>
                    <a:pt x="2412597" y="258239"/>
                  </a:lnTo>
                  <a:lnTo>
                    <a:pt x="2418043" y="258239"/>
                  </a:lnTo>
                  <a:lnTo>
                    <a:pt x="2423490" y="258239"/>
                  </a:lnTo>
                  <a:lnTo>
                    <a:pt x="2428936" y="258239"/>
                  </a:lnTo>
                  <a:lnTo>
                    <a:pt x="2434382" y="258239"/>
                  </a:lnTo>
                  <a:lnTo>
                    <a:pt x="2439828" y="258239"/>
                  </a:lnTo>
                  <a:lnTo>
                    <a:pt x="2445274" y="258239"/>
                  </a:lnTo>
                  <a:lnTo>
                    <a:pt x="2450720" y="258239"/>
                  </a:lnTo>
                  <a:lnTo>
                    <a:pt x="2456166" y="258239"/>
                  </a:lnTo>
                  <a:lnTo>
                    <a:pt x="2461612" y="258239"/>
                  </a:lnTo>
                  <a:lnTo>
                    <a:pt x="2467058" y="258239"/>
                  </a:lnTo>
                  <a:lnTo>
                    <a:pt x="2472504" y="258239"/>
                  </a:lnTo>
                  <a:lnTo>
                    <a:pt x="2477950" y="258239"/>
                  </a:lnTo>
                  <a:lnTo>
                    <a:pt x="2483396" y="258239"/>
                  </a:lnTo>
                  <a:lnTo>
                    <a:pt x="2488842" y="258239"/>
                  </a:lnTo>
                  <a:lnTo>
                    <a:pt x="2494288" y="258239"/>
                  </a:lnTo>
                  <a:lnTo>
                    <a:pt x="2499734" y="258239"/>
                  </a:lnTo>
                  <a:lnTo>
                    <a:pt x="2505180" y="258239"/>
                  </a:lnTo>
                  <a:lnTo>
                    <a:pt x="2510626" y="258239"/>
                  </a:lnTo>
                  <a:lnTo>
                    <a:pt x="2516072" y="258239"/>
                  </a:lnTo>
                  <a:lnTo>
                    <a:pt x="2521518" y="258239"/>
                  </a:lnTo>
                  <a:lnTo>
                    <a:pt x="2526964" y="258239"/>
                  </a:lnTo>
                  <a:lnTo>
                    <a:pt x="2532410" y="258239"/>
                  </a:lnTo>
                  <a:lnTo>
                    <a:pt x="2537856" y="258239"/>
                  </a:lnTo>
                  <a:lnTo>
                    <a:pt x="2543303" y="258239"/>
                  </a:lnTo>
                  <a:lnTo>
                    <a:pt x="2548749" y="258239"/>
                  </a:lnTo>
                  <a:lnTo>
                    <a:pt x="2554195" y="258239"/>
                  </a:lnTo>
                  <a:lnTo>
                    <a:pt x="2559641" y="258239"/>
                  </a:lnTo>
                  <a:lnTo>
                    <a:pt x="2565087" y="258239"/>
                  </a:lnTo>
                  <a:lnTo>
                    <a:pt x="2570533" y="258239"/>
                  </a:lnTo>
                  <a:lnTo>
                    <a:pt x="2575979" y="258239"/>
                  </a:lnTo>
                  <a:lnTo>
                    <a:pt x="2581425" y="258239"/>
                  </a:lnTo>
                  <a:lnTo>
                    <a:pt x="2586871" y="258239"/>
                  </a:lnTo>
                  <a:lnTo>
                    <a:pt x="2592317" y="258239"/>
                  </a:lnTo>
                  <a:lnTo>
                    <a:pt x="2597763" y="258239"/>
                  </a:lnTo>
                  <a:lnTo>
                    <a:pt x="2603209" y="258239"/>
                  </a:lnTo>
                  <a:lnTo>
                    <a:pt x="2608655" y="258239"/>
                  </a:lnTo>
                  <a:lnTo>
                    <a:pt x="2614101" y="258239"/>
                  </a:lnTo>
                  <a:lnTo>
                    <a:pt x="2619547" y="258239"/>
                  </a:lnTo>
                  <a:lnTo>
                    <a:pt x="2624993" y="258239"/>
                  </a:lnTo>
                  <a:lnTo>
                    <a:pt x="2630439" y="258239"/>
                  </a:lnTo>
                  <a:lnTo>
                    <a:pt x="2635885" y="258239"/>
                  </a:lnTo>
                  <a:lnTo>
                    <a:pt x="2641331" y="258239"/>
                  </a:lnTo>
                  <a:lnTo>
                    <a:pt x="2646777" y="258239"/>
                  </a:lnTo>
                  <a:lnTo>
                    <a:pt x="2652223" y="258239"/>
                  </a:lnTo>
                  <a:lnTo>
                    <a:pt x="2657669" y="258239"/>
                  </a:lnTo>
                  <a:lnTo>
                    <a:pt x="2663116" y="258239"/>
                  </a:lnTo>
                  <a:lnTo>
                    <a:pt x="2668562" y="258239"/>
                  </a:lnTo>
                  <a:lnTo>
                    <a:pt x="2674008" y="258239"/>
                  </a:lnTo>
                  <a:lnTo>
                    <a:pt x="2679454" y="258239"/>
                  </a:lnTo>
                  <a:lnTo>
                    <a:pt x="2684900" y="258239"/>
                  </a:lnTo>
                  <a:lnTo>
                    <a:pt x="2690346" y="258239"/>
                  </a:lnTo>
                  <a:lnTo>
                    <a:pt x="2695792" y="258239"/>
                  </a:lnTo>
                  <a:lnTo>
                    <a:pt x="2701238" y="258239"/>
                  </a:lnTo>
                  <a:lnTo>
                    <a:pt x="2706684" y="258239"/>
                  </a:lnTo>
                  <a:lnTo>
                    <a:pt x="2712130" y="258239"/>
                  </a:lnTo>
                  <a:lnTo>
                    <a:pt x="2717576" y="258239"/>
                  </a:lnTo>
                  <a:lnTo>
                    <a:pt x="2723022" y="258239"/>
                  </a:lnTo>
                  <a:lnTo>
                    <a:pt x="2728468" y="258239"/>
                  </a:lnTo>
                  <a:lnTo>
                    <a:pt x="2733914" y="258239"/>
                  </a:lnTo>
                  <a:lnTo>
                    <a:pt x="2739360" y="258239"/>
                  </a:lnTo>
                  <a:lnTo>
                    <a:pt x="2744806" y="258239"/>
                  </a:lnTo>
                  <a:lnTo>
                    <a:pt x="2750252" y="258239"/>
                  </a:lnTo>
                  <a:lnTo>
                    <a:pt x="2755698" y="258239"/>
                  </a:lnTo>
                  <a:lnTo>
                    <a:pt x="2761144" y="258239"/>
                  </a:lnTo>
                  <a:lnTo>
                    <a:pt x="2766590" y="258239"/>
                  </a:lnTo>
                  <a:lnTo>
                    <a:pt x="2772036" y="258239"/>
                  </a:lnTo>
                  <a:lnTo>
                    <a:pt x="2777482" y="258239"/>
                  </a:lnTo>
                  <a:lnTo>
                    <a:pt x="2782929" y="258239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957616" y="901088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6"/>
                  </a:lnTo>
                  <a:lnTo>
                    <a:pt x="196057" y="455696"/>
                  </a:lnTo>
                  <a:lnTo>
                    <a:pt x="201503" y="455696"/>
                  </a:lnTo>
                  <a:lnTo>
                    <a:pt x="206949" y="455696"/>
                  </a:lnTo>
                  <a:lnTo>
                    <a:pt x="212395" y="455696"/>
                  </a:lnTo>
                  <a:lnTo>
                    <a:pt x="217841" y="455696"/>
                  </a:lnTo>
                  <a:lnTo>
                    <a:pt x="223287" y="455696"/>
                  </a:lnTo>
                  <a:lnTo>
                    <a:pt x="228733" y="455696"/>
                  </a:lnTo>
                  <a:lnTo>
                    <a:pt x="234179" y="455696"/>
                  </a:lnTo>
                  <a:lnTo>
                    <a:pt x="239625" y="455696"/>
                  </a:lnTo>
                  <a:lnTo>
                    <a:pt x="245072" y="455696"/>
                  </a:lnTo>
                  <a:lnTo>
                    <a:pt x="250518" y="455696"/>
                  </a:lnTo>
                  <a:lnTo>
                    <a:pt x="255964" y="455696"/>
                  </a:lnTo>
                  <a:lnTo>
                    <a:pt x="261410" y="455696"/>
                  </a:lnTo>
                  <a:lnTo>
                    <a:pt x="266856" y="455696"/>
                  </a:lnTo>
                  <a:lnTo>
                    <a:pt x="272302" y="455696"/>
                  </a:lnTo>
                  <a:lnTo>
                    <a:pt x="277748" y="455695"/>
                  </a:lnTo>
                  <a:lnTo>
                    <a:pt x="283194" y="455694"/>
                  </a:lnTo>
                  <a:lnTo>
                    <a:pt x="288640" y="455691"/>
                  </a:lnTo>
                  <a:lnTo>
                    <a:pt x="294086" y="455685"/>
                  </a:lnTo>
                  <a:lnTo>
                    <a:pt x="299532" y="455674"/>
                  </a:lnTo>
                  <a:lnTo>
                    <a:pt x="304978" y="455652"/>
                  </a:lnTo>
                  <a:lnTo>
                    <a:pt x="310424" y="455615"/>
                  </a:lnTo>
                  <a:lnTo>
                    <a:pt x="315870" y="455551"/>
                  </a:lnTo>
                  <a:lnTo>
                    <a:pt x="321316" y="455450"/>
                  </a:lnTo>
                  <a:lnTo>
                    <a:pt x="326762" y="455302"/>
                  </a:lnTo>
                  <a:lnTo>
                    <a:pt x="332208" y="455100"/>
                  </a:lnTo>
                  <a:lnTo>
                    <a:pt x="337654" y="454841"/>
                  </a:lnTo>
                  <a:lnTo>
                    <a:pt x="343100" y="454530"/>
                  </a:lnTo>
                  <a:lnTo>
                    <a:pt x="348546" y="454182"/>
                  </a:lnTo>
                  <a:lnTo>
                    <a:pt x="353992" y="453817"/>
                  </a:lnTo>
                  <a:lnTo>
                    <a:pt x="359438" y="453459"/>
                  </a:lnTo>
                  <a:lnTo>
                    <a:pt x="364885" y="453128"/>
                  </a:lnTo>
                  <a:lnTo>
                    <a:pt x="370331" y="452835"/>
                  </a:lnTo>
                  <a:lnTo>
                    <a:pt x="375777" y="452575"/>
                  </a:lnTo>
                  <a:lnTo>
                    <a:pt x="381223" y="452330"/>
                  </a:lnTo>
                  <a:lnTo>
                    <a:pt x="386669" y="452064"/>
                  </a:lnTo>
                  <a:lnTo>
                    <a:pt x="392115" y="451731"/>
                  </a:lnTo>
                  <a:lnTo>
                    <a:pt x="397561" y="451290"/>
                  </a:lnTo>
                  <a:lnTo>
                    <a:pt x="403007" y="450703"/>
                  </a:lnTo>
                  <a:lnTo>
                    <a:pt x="408453" y="449962"/>
                  </a:lnTo>
                  <a:lnTo>
                    <a:pt x="413899" y="449103"/>
                  </a:lnTo>
                  <a:lnTo>
                    <a:pt x="419345" y="448184"/>
                  </a:lnTo>
                  <a:lnTo>
                    <a:pt x="424791" y="447281"/>
                  </a:lnTo>
                  <a:lnTo>
                    <a:pt x="430237" y="446472"/>
                  </a:lnTo>
                  <a:lnTo>
                    <a:pt x="435683" y="445824"/>
                  </a:lnTo>
                  <a:lnTo>
                    <a:pt x="441129" y="445374"/>
                  </a:lnTo>
                  <a:lnTo>
                    <a:pt x="446575" y="445128"/>
                  </a:lnTo>
                  <a:lnTo>
                    <a:pt x="452021" y="445062"/>
                  </a:lnTo>
                  <a:lnTo>
                    <a:pt x="457467" y="445129"/>
                  </a:lnTo>
                  <a:lnTo>
                    <a:pt x="462913" y="445269"/>
                  </a:lnTo>
                  <a:lnTo>
                    <a:pt x="468359" y="445417"/>
                  </a:lnTo>
                  <a:lnTo>
                    <a:pt x="473805" y="445513"/>
                  </a:lnTo>
                  <a:lnTo>
                    <a:pt x="479251" y="445501"/>
                  </a:lnTo>
                  <a:lnTo>
                    <a:pt x="484698" y="445336"/>
                  </a:lnTo>
                  <a:lnTo>
                    <a:pt x="490144" y="444984"/>
                  </a:lnTo>
                  <a:lnTo>
                    <a:pt x="495590" y="444421"/>
                  </a:lnTo>
                  <a:lnTo>
                    <a:pt x="501036" y="443667"/>
                  </a:lnTo>
                  <a:lnTo>
                    <a:pt x="506482" y="442763"/>
                  </a:lnTo>
                  <a:lnTo>
                    <a:pt x="511928" y="441764"/>
                  </a:lnTo>
                  <a:lnTo>
                    <a:pt x="517374" y="440732"/>
                  </a:lnTo>
                  <a:lnTo>
                    <a:pt x="522820" y="439718"/>
                  </a:lnTo>
                  <a:lnTo>
                    <a:pt x="528266" y="438758"/>
                  </a:lnTo>
                  <a:lnTo>
                    <a:pt x="533712" y="437865"/>
                  </a:lnTo>
                  <a:lnTo>
                    <a:pt x="539158" y="437034"/>
                  </a:lnTo>
                  <a:lnTo>
                    <a:pt x="544604" y="436259"/>
                  </a:lnTo>
                  <a:lnTo>
                    <a:pt x="550050" y="435534"/>
                  </a:lnTo>
                  <a:lnTo>
                    <a:pt x="555496" y="434874"/>
                  </a:lnTo>
                  <a:lnTo>
                    <a:pt x="560942" y="434307"/>
                  </a:lnTo>
                  <a:lnTo>
                    <a:pt x="566388" y="433874"/>
                  </a:lnTo>
                  <a:lnTo>
                    <a:pt x="571834" y="433616"/>
                  </a:lnTo>
                  <a:lnTo>
                    <a:pt x="577280" y="433561"/>
                  </a:lnTo>
                  <a:lnTo>
                    <a:pt x="582726" y="433725"/>
                  </a:lnTo>
                  <a:lnTo>
                    <a:pt x="588172" y="434096"/>
                  </a:lnTo>
                  <a:lnTo>
                    <a:pt x="593618" y="434627"/>
                  </a:lnTo>
                  <a:lnTo>
                    <a:pt x="599064" y="435271"/>
                  </a:lnTo>
                  <a:lnTo>
                    <a:pt x="604510" y="435974"/>
                  </a:lnTo>
                  <a:lnTo>
                    <a:pt x="609957" y="436689"/>
                  </a:lnTo>
                  <a:lnTo>
                    <a:pt x="615403" y="437373"/>
                  </a:lnTo>
                  <a:lnTo>
                    <a:pt x="620849" y="437998"/>
                  </a:lnTo>
                  <a:lnTo>
                    <a:pt x="626295" y="438549"/>
                  </a:lnTo>
                  <a:lnTo>
                    <a:pt x="631741" y="439026"/>
                  </a:lnTo>
                  <a:lnTo>
                    <a:pt x="637187" y="439439"/>
                  </a:lnTo>
                  <a:lnTo>
                    <a:pt x="642633" y="439800"/>
                  </a:lnTo>
                  <a:lnTo>
                    <a:pt x="648079" y="440122"/>
                  </a:lnTo>
                  <a:lnTo>
                    <a:pt x="653525" y="440413"/>
                  </a:lnTo>
                  <a:lnTo>
                    <a:pt x="658971" y="440678"/>
                  </a:lnTo>
                  <a:lnTo>
                    <a:pt x="664417" y="440921"/>
                  </a:lnTo>
                  <a:lnTo>
                    <a:pt x="669863" y="441151"/>
                  </a:lnTo>
                  <a:lnTo>
                    <a:pt x="675309" y="441380"/>
                  </a:lnTo>
                  <a:lnTo>
                    <a:pt x="680755" y="441628"/>
                  </a:lnTo>
                  <a:lnTo>
                    <a:pt x="686201" y="441910"/>
                  </a:lnTo>
                  <a:lnTo>
                    <a:pt x="691647" y="442237"/>
                  </a:lnTo>
                  <a:lnTo>
                    <a:pt x="697093" y="442612"/>
                  </a:lnTo>
                  <a:lnTo>
                    <a:pt x="702539" y="443033"/>
                  </a:lnTo>
                  <a:lnTo>
                    <a:pt x="707985" y="443489"/>
                  </a:lnTo>
                  <a:lnTo>
                    <a:pt x="713431" y="443966"/>
                  </a:lnTo>
                  <a:lnTo>
                    <a:pt x="718877" y="444448"/>
                  </a:lnTo>
                  <a:lnTo>
                    <a:pt x="724323" y="444920"/>
                  </a:lnTo>
                  <a:lnTo>
                    <a:pt x="729770" y="445372"/>
                  </a:lnTo>
                  <a:lnTo>
                    <a:pt x="735216" y="445800"/>
                  </a:lnTo>
                  <a:lnTo>
                    <a:pt x="740662" y="446206"/>
                  </a:lnTo>
                  <a:lnTo>
                    <a:pt x="746108" y="446599"/>
                  </a:lnTo>
                  <a:lnTo>
                    <a:pt x="751554" y="446989"/>
                  </a:lnTo>
                  <a:lnTo>
                    <a:pt x="757000" y="447381"/>
                  </a:lnTo>
                  <a:lnTo>
                    <a:pt x="762446" y="447765"/>
                  </a:lnTo>
                  <a:lnTo>
                    <a:pt x="767892" y="448101"/>
                  </a:lnTo>
                  <a:lnTo>
                    <a:pt x="773338" y="448331"/>
                  </a:lnTo>
                  <a:lnTo>
                    <a:pt x="778784" y="448379"/>
                  </a:lnTo>
                  <a:lnTo>
                    <a:pt x="784230" y="448172"/>
                  </a:lnTo>
                  <a:lnTo>
                    <a:pt x="789676" y="447652"/>
                  </a:lnTo>
                  <a:lnTo>
                    <a:pt x="795122" y="446798"/>
                  </a:lnTo>
                  <a:lnTo>
                    <a:pt x="800568" y="445637"/>
                  </a:lnTo>
                  <a:lnTo>
                    <a:pt x="806014" y="444244"/>
                  </a:lnTo>
                  <a:lnTo>
                    <a:pt x="811460" y="442733"/>
                  </a:lnTo>
                  <a:lnTo>
                    <a:pt x="816906" y="441235"/>
                  </a:lnTo>
                  <a:lnTo>
                    <a:pt x="822352" y="439869"/>
                  </a:lnTo>
                  <a:lnTo>
                    <a:pt x="827798" y="438720"/>
                  </a:lnTo>
                  <a:lnTo>
                    <a:pt x="833244" y="437816"/>
                  </a:lnTo>
                  <a:lnTo>
                    <a:pt x="838690" y="437129"/>
                  </a:lnTo>
                  <a:lnTo>
                    <a:pt x="844136" y="436574"/>
                  </a:lnTo>
                  <a:lnTo>
                    <a:pt x="849583" y="436030"/>
                  </a:lnTo>
                  <a:lnTo>
                    <a:pt x="855029" y="435350"/>
                  </a:lnTo>
                  <a:lnTo>
                    <a:pt x="860475" y="434400"/>
                  </a:lnTo>
                  <a:lnTo>
                    <a:pt x="865921" y="433101"/>
                  </a:lnTo>
                  <a:lnTo>
                    <a:pt x="871367" y="431425"/>
                  </a:lnTo>
                  <a:lnTo>
                    <a:pt x="876813" y="429426"/>
                  </a:lnTo>
                  <a:lnTo>
                    <a:pt x="882259" y="427230"/>
                  </a:lnTo>
                  <a:lnTo>
                    <a:pt x="887705" y="425017"/>
                  </a:lnTo>
                  <a:lnTo>
                    <a:pt x="893151" y="422971"/>
                  </a:lnTo>
                  <a:lnTo>
                    <a:pt x="898597" y="421220"/>
                  </a:lnTo>
                  <a:lnTo>
                    <a:pt x="904043" y="419779"/>
                  </a:lnTo>
                  <a:lnTo>
                    <a:pt x="909489" y="418516"/>
                  </a:lnTo>
                  <a:lnTo>
                    <a:pt x="914935" y="417161"/>
                  </a:lnTo>
                  <a:lnTo>
                    <a:pt x="920381" y="415355"/>
                  </a:lnTo>
                  <a:lnTo>
                    <a:pt x="925827" y="412722"/>
                  </a:lnTo>
                  <a:lnTo>
                    <a:pt x="931273" y="408941"/>
                  </a:lnTo>
                  <a:lnTo>
                    <a:pt x="936719" y="403785"/>
                  </a:lnTo>
                  <a:lnTo>
                    <a:pt x="942165" y="397101"/>
                  </a:lnTo>
                  <a:lnTo>
                    <a:pt x="947611" y="388710"/>
                  </a:lnTo>
                  <a:lnTo>
                    <a:pt x="953057" y="378542"/>
                  </a:lnTo>
                  <a:lnTo>
                    <a:pt x="958503" y="366285"/>
                  </a:lnTo>
                  <a:lnTo>
                    <a:pt x="963949" y="351416"/>
                  </a:lnTo>
                  <a:lnTo>
                    <a:pt x="969396" y="333182"/>
                  </a:lnTo>
                  <a:lnTo>
                    <a:pt x="974842" y="310663"/>
                  </a:lnTo>
                  <a:lnTo>
                    <a:pt x="980288" y="282936"/>
                  </a:lnTo>
                  <a:lnTo>
                    <a:pt x="985734" y="249355"/>
                  </a:lnTo>
                  <a:lnTo>
                    <a:pt x="991180" y="209937"/>
                  </a:lnTo>
                  <a:lnTo>
                    <a:pt x="996626" y="165760"/>
                  </a:lnTo>
                  <a:lnTo>
                    <a:pt x="1002072" y="119277"/>
                  </a:lnTo>
                  <a:lnTo>
                    <a:pt x="1007518" y="74375"/>
                  </a:lnTo>
                  <a:lnTo>
                    <a:pt x="1012964" y="36058"/>
                  </a:lnTo>
                  <a:lnTo>
                    <a:pt x="1018410" y="9704"/>
                  </a:lnTo>
                  <a:lnTo>
                    <a:pt x="1023856" y="0"/>
                  </a:lnTo>
                  <a:lnTo>
                    <a:pt x="1029302" y="9798"/>
                  </a:lnTo>
                  <a:lnTo>
                    <a:pt x="1034748" y="39958"/>
                  </a:lnTo>
                  <a:lnTo>
                    <a:pt x="1040194" y="86702"/>
                  </a:lnTo>
                  <a:lnTo>
                    <a:pt x="1045640" y="143970"/>
                  </a:lnTo>
                  <a:lnTo>
                    <a:pt x="1051086" y="205295"/>
                  </a:lnTo>
                  <a:lnTo>
                    <a:pt x="1056532" y="264621"/>
                  </a:lnTo>
                  <a:lnTo>
                    <a:pt x="1061978" y="317314"/>
                  </a:lnTo>
                  <a:lnTo>
                    <a:pt x="1067424" y="360672"/>
                  </a:lnTo>
                  <a:lnTo>
                    <a:pt x="1072870" y="393893"/>
                  </a:lnTo>
                  <a:lnTo>
                    <a:pt x="1078316" y="417666"/>
                  </a:lnTo>
                  <a:lnTo>
                    <a:pt x="1083762" y="433581"/>
                  </a:lnTo>
                  <a:lnTo>
                    <a:pt x="1089209" y="443557"/>
                  </a:lnTo>
                  <a:lnTo>
                    <a:pt x="1094655" y="449414"/>
                  </a:lnTo>
                  <a:lnTo>
                    <a:pt x="1100101" y="452634"/>
                  </a:lnTo>
                  <a:lnTo>
                    <a:pt x="1105547" y="454292"/>
                  </a:lnTo>
                  <a:lnTo>
                    <a:pt x="1110993" y="455091"/>
                  </a:lnTo>
                  <a:lnTo>
                    <a:pt x="1116439" y="455451"/>
                  </a:lnTo>
                  <a:lnTo>
                    <a:pt x="1121885" y="455602"/>
                  </a:lnTo>
                  <a:lnTo>
                    <a:pt x="1127331" y="455660"/>
                  </a:lnTo>
                  <a:lnTo>
                    <a:pt x="1132777" y="455683"/>
                  </a:lnTo>
                  <a:lnTo>
                    <a:pt x="1138223" y="455692"/>
                  </a:lnTo>
                  <a:lnTo>
                    <a:pt x="1143669" y="455695"/>
                  </a:lnTo>
                  <a:lnTo>
                    <a:pt x="1149115" y="455696"/>
                  </a:lnTo>
                  <a:lnTo>
                    <a:pt x="1154561" y="455696"/>
                  </a:lnTo>
                  <a:lnTo>
                    <a:pt x="1160007" y="455696"/>
                  </a:lnTo>
                  <a:lnTo>
                    <a:pt x="1165453" y="455696"/>
                  </a:lnTo>
                  <a:lnTo>
                    <a:pt x="1170899" y="455696"/>
                  </a:lnTo>
                  <a:lnTo>
                    <a:pt x="1176345" y="455696"/>
                  </a:lnTo>
                  <a:lnTo>
                    <a:pt x="1181791" y="455696"/>
                  </a:lnTo>
                  <a:lnTo>
                    <a:pt x="1187237" y="455696"/>
                  </a:lnTo>
                  <a:lnTo>
                    <a:pt x="1192683" y="455696"/>
                  </a:lnTo>
                  <a:lnTo>
                    <a:pt x="1198129" y="455696"/>
                  </a:lnTo>
                  <a:lnTo>
                    <a:pt x="1203575" y="455696"/>
                  </a:lnTo>
                  <a:lnTo>
                    <a:pt x="1209021" y="455696"/>
                  </a:lnTo>
                  <a:lnTo>
                    <a:pt x="1214468" y="455696"/>
                  </a:lnTo>
                  <a:lnTo>
                    <a:pt x="1219914" y="455696"/>
                  </a:lnTo>
                  <a:lnTo>
                    <a:pt x="1225360" y="455696"/>
                  </a:lnTo>
                  <a:lnTo>
                    <a:pt x="1230806" y="455696"/>
                  </a:lnTo>
                  <a:lnTo>
                    <a:pt x="1236252" y="455696"/>
                  </a:lnTo>
                  <a:lnTo>
                    <a:pt x="1241698" y="455696"/>
                  </a:lnTo>
                  <a:lnTo>
                    <a:pt x="1247144" y="455696"/>
                  </a:lnTo>
                  <a:lnTo>
                    <a:pt x="1252590" y="455696"/>
                  </a:lnTo>
                  <a:lnTo>
                    <a:pt x="1258036" y="455696"/>
                  </a:lnTo>
                  <a:lnTo>
                    <a:pt x="1263482" y="455696"/>
                  </a:lnTo>
                  <a:lnTo>
                    <a:pt x="1268928" y="455696"/>
                  </a:lnTo>
                  <a:lnTo>
                    <a:pt x="1274374" y="455696"/>
                  </a:lnTo>
                  <a:lnTo>
                    <a:pt x="1279820" y="455696"/>
                  </a:lnTo>
                  <a:lnTo>
                    <a:pt x="1285266" y="455696"/>
                  </a:lnTo>
                  <a:lnTo>
                    <a:pt x="1290712" y="455696"/>
                  </a:lnTo>
                  <a:lnTo>
                    <a:pt x="1296158" y="455696"/>
                  </a:lnTo>
                  <a:lnTo>
                    <a:pt x="1301604" y="455696"/>
                  </a:lnTo>
                  <a:lnTo>
                    <a:pt x="1307050" y="455696"/>
                  </a:lnTo>
                  <a:lnTo>
                    <a:pt x="1312496" y="455696"/>
                  </a:lnTo>
                  <a:lnTo>
                    <a:pt x="1317942" y="455696"/>
                  </a:lnTo>
                  <a:lnTo>
                    <a:pt x="1323388" y="455696"/>
                  </a:lnTo>
                  <a:lnTo>
                    <a:pt x="1328834" y="455696"/>
                  </a:lnTo>
                  <a:lnTo>
                    <a:pt x="1334281" y="455696"/>
                  </a:lnTo>
                  <a:lnTo>
                    <a:pt x="1339727" y="455696"/>
                  </a:lnTo>
                  <a:lnTo>
                    <a:pt x="1345173" y="455696"/>
                  </a:lnTo>
                  <a:lnTo>
                    <a:pt x="1350619" y="455696"/>
                  </a:lnTo>
                  <a:lnTo>
                    <a:pt x="1356065" y="455696"/>
                  </a:lnTo>
                  <a:lnTo>
                    <a:pt x="1361511" y="455696"/>
                  </a:lnTo>
                  <a:lnTo>
                    <a:pt x="1366957" y="455696"/>
                  </a:lnTo>
                  <a:lnTo>
                    <a:pt x="1372403" y="455696"/>
                  </a:lnTo>
                  <a:lnTo>
                    <a:pt x="1377849" y="455696"/>
                  </a:lnTo>
                  <a:lnTo>
                    <a:pt x="1383295" y="455696"/>
                  </a:lnTo>
                  <a:lnTo>
                    <a:pt x="1388741" y="455696"/>
                  </a:lnTo>
                  <a:lnTo>
                    <a:pt x="1394187" y="455696"/>
                  </a:lnTo>
                  <a:lnTo>
                    <a:pt x="1399633" y="455696"/>
                  </a:lnTo>
                  <a:lnTo>
                    <a:pt x="1405079" y="455696"/>
                  </a:lnTo>
                  <a:lnTo>
                    <a:pt x="1410525" y="455696"/>
                  </a:lnTo>
                  <a:lnTo>
                    <a:pt x="1415971" y="455696"/>
                  </a:lnTo>
                  <a:lnTo>
                    <a:pt x="1421417" y="455696"/>
                  </a:lnTo>
                  <a:lnTo>
                    <a:pt x="1426863" y="455696"/>
                  </a:lnTo>
                  <a:lnTo>
                    <a:pt x="1432309" y="455696"/>
                  </a:lnTo>
                  <a:lnTo>
                    <a:pt x="1437755" y="455696"/>
                  </a:lnTo>
                  <a:lnTo>
                    <a:pt x="1443201" y="455696"/>
                  </a:lnTo>
                  <a:lnTo>
                    <a:pt x="1448647" y="455696"/>
                  </a:lnTo>
                  <a:lnTo>
                    <a:pt x="1454094" y="455696"/>
                  </a:lnTo>
                  <a:lnTo>
                    <a:pt x="1459540" y="455696"/>
                  </a:lnTo>
                  <a:lnTo>
                    <a:pt x="1464986" y="455696"/>
                  </a:lnTo>
                  <a:lnTo>
                    <a:pt x="1470432" y="455696"/>
                  </a:lnTo>
                  <a:lnTo>
                    <a:pt x="1475878" y="455696"/>
                  </a:lnTo>
                  <a:lnTo>
                    <a:pt x="1481324" y="455696"/>
                  </a:lnTo>
                  <a:lnTo>
                    <a:pt x="1486770" y="455696"/>
                  </a:lnTo>
                  <a:lnTo>
                    <a:pt x="1492216" y="455696"/>
                  </a:lnTo>
                  <a:lnTo>
                    <a:pt x="1497662" y="455696"/>
                  </a:lnTo>
                  <a:lnTo>
                    <a:pt x="1503108" y="455696"/>
                  </a:lnTo>
                  <a:lnTo>
                    <a:pt x="1508554" y="455696"/>
                  </a:lnTo>
                  <a:lnTo>
                    <a:pt x="1514000" y="455696"/>
                  </a:lnTo>
                  <a:lnTo>
                    <a:pt x="1519446" y="455696"/>
                  </a:lnTo>
                  <a:lnTo>
                    <a:pt x="1524892" y="455696"/>
                  </a:lnTo>
                  <a:lnTo>
                    <a:pt x="1530338" y="455696"/>
                  </a:lnTo>
                  <a:lnTo>
                    <a:pt x="1535784" y="455696"/>
                  </a:lnTo>
                  <a:lnTo>
                    <a:pt x="1541230" y="455696"/>
                  </a:lnTo>
                  <a:lnTo>
                    <a:pt x="1546676" y="455696"/>
                  </a:lnTo>
                  <a:lnTo>
                    <a:pt x="1552122" y="455696"/>
                  </a:lnTo>
                  <a:lnTo>
                    <a:pt x="1557568" y="455696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6"/>
                  </a:lnTo>
                  <a:lnTo>
                    <a:pt x="2113065" y="455696"/>
                  </a:lnTo>
                  <a:lnTo>
                    <a:pt x="2118511" y="455696"/>
                  </a:lnTo>
                  <a:lnTo>
                    <a:pt x="2123957" y="455696"/>
                  </a:lnTo>
                  <a:lnTo>
                    <a:pt x="2129403" y="455696"/>
                  </a:lnTo>
                  <a:lnTo>
                    <a:pt x="2134849" y="455696"/>
                  </a:lnTo>
                  <a:lnTo>
                    <a:pt x="2140295" y="455696"/>
                  </a:lnTo>
                  <a:lnTo>
                    <a:pt x="2145741" y="455696"/>
                  </a:lnTo>
                  <a:lnTo>
                    <a:pt x="2151187" y="455696"/>
                  </a:lnTo>
                  <a:lnTo>
                    <a:pt x="2156633" y="455696"/>
                  </a:lnTo>
                  <a:lnTo>
                    <a:pt x="2162079" y="455696"/>
                  </a:lnTo>
                  <a:lnTo>
                    <a:pt x="2167525" y="455696"/>
                  </a:lnTo>
                  <a:lnTo>
                    <a:pt x="2172971" y="455696"/>
                  </a:lnTo>
                  <a:lnTo>
                    <a:pt x="2178418" y="455696"/>
                  </a:lnTo>
                  <a:lnTo>
                    <a:pt x="2183864" y="455696"/>
                  </a:lnTo>
                  <a:lnTo>
                    <a:pt x="2189310" y="455696"/>
                  </a:lnTo>
                  <a:lnTo>
                    <a:pt x="2194756" y="455696"/>
                  </a:lnTo>
                  <a:lnTo>
                    <a:pt x="2200202" y="455696"/>
                  </a:lnTo>
                  <a:lnTo>
                    <a:pt x="2205648" y="455696"/>
                  </a:lnTo>
                  <a:lnTo>
                    <a:pt x="2211094" y="455696"/>
                  </a:lnTo>
                  <a:lnTo>
                    <a:pt x="2216540" y="455696"/>
                  </a:lnTo>
                  <a:lnTo>
                    <a:pt x="2221986" y="455696"/>
                  </a:lnTo>
                  <a:lnTo>
                    <a:pt x="2227432" y="455696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6"/>
                  </a:lnTo>
                  <a:lnTo>
                    <a:pt x="2494288" y="455696"/>
                  </a:lnTo>
                  <a:lnTo>
                    <a:pt x="2499734" y="455696"/>
                  </a:lnTo>
                  <a:lnTo>
                    <a:pt x="2505180" y="455696"/>
                  </a:lnTo>
                  <a:lnTo>
                    <a:pt x="2510626" y="455696"/>
                  </a:lnTo>
                  <a:lnTo>
                    <a:pt x="2516072" y="455696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  <a:lnTo>
                    <a:pt x="2777482" y="455696"/>
                  </a:lnTo>
                  <a:lnTo>
                    <a:pt x="2772036" y="455696"/>
                  </a:lnTo>
                  <a:lnTo>
                    <a:pt x="2766590" y="455696"/>
                  </a:lnTo>
                  <a:lnTo>
                    <a:pt x="2761144" y="455696"/>
                  </a:lnTo>
                  <a:lnTo>
                    <a:pt x="2755698" y="455696"/>
                  </a:lnTo>
                  <a:lnTo>
                    <a:pt x="2750252" y="455696"/>
                  </a:lnTo>
                  <a:lnTo>
                    <a:pt x="2744806" y="455696"/>
                  </a:lnTo>
                  <a:lnTo>
                    <a:pt x="2739360" y="455696"/>
                  </a:lnTo>
                  <a:lnTo>
                    <a:pt x="2733914" y="455696"/>
                  </a:lnTo>
                  <a:lnTo>
                    <a:pt x="2728468" y="455696"/>
                  </a:lnTo>
                  <a:lnTo>
                    <a:pt x="2723022" y="455696"/>
                  </a:lnTo>
                  <a:lnTo>
                    <a:pt x="2717576" y="455696"/>
                  </a:lnTo>
                  <a:lnTo>
                    <a:pt x="2712130" y="455696"/>
                  </a:lnTo>
                  <a:lnTo>
                    <a:pt x="2706684" y="455696"/>
                  </a:lnTo>
                  <a:lnTo>
                    <a:pt x="2701238" y="455696"/>
                  </a:lnTo>
                  <a:lnTo>
                    <a:pt x="2695792" y="455696"/>
                  </a:lnTo>
                  <a:lnTo>
                    <a:pt x="2690346" y="455696"/>
                  </a:lnTo>
                  <a:lnTo>
                    <a:pt x="2684900" y="455696"/>
                  </a:lnTo>
                  <a:lnTo>
                    <a:pt x="2679454" y="455696"/>
                  </a:lnTo>
                  <a:lnTo>
                    <a:pt x="2674008" y="455696"/>
                  </a:lnTo>
                  <a:lnTo>
                    <a:pt x="2668562" y="455696"/>
                  </a:lnTo>
                  <a:lnTo>
                    <a:pt x="2663116" y="455696"/>
                  </a:lnTo>
                  <a:lnTo>
                    <a:pt x="2657669" y="455696"/>
                  </a:lnTo>
                  <a:lnTo>
                    <a:pt x="2652223" y="455696"/>
                  </a:lnTo>
                  <a:lnTo>
                    <a:pt x="2646777" y="455696"/>
                  </a:lnTo>
                  <a:lnTo>
                    <a:pt x="2641331" y="455696"/>
                  </a:lnTo>
                  <a:lnTo>
                    <a:pt x="2635885" y="455696"/>
                  </a:lnTo>
                  <a:lnTo>
                    <a:pt x="2630439" y="455696"/>
                  </a:lnTo>
                  <a:lnTo>
                    <a:pt x="2624993" y="455696"/>
                  </a:lnTo>
                  <a:lnTo>
                    <a:pt x="2619547" y="455696"/>
                  </a:lnTo>
                  <a:lnTo>
                    <a:pt x="2614101" y="455696"/>
                  </a:lnTo>
                  <a:lnTo>
                    <a:pt x="2608655" y="455696"/>
                  </a:lnTo>
                  <a:lnTo>
                    <a:pt x="2603209" y="455696"/>
                  </a:lnTo>
                  <a:lnTo>
                    <a:pt x="2597763" y="455696"/>
                  </a:lnTo>
                  <a:lnTo>
                    <a:pt x="2592317" y="455696"/>
                  </a:lnTo>
                  <a:lnTo>
                    <a:pt x="2586871" y="455696"/>
                  </a:lnTo>
                  <a:lnTo>
                    <a:pt x="2581425" y="455696"/>
                  </a:lnTo>
                  <a:lnTo>
                    <a:pt x="2575979" y="455696"/>
                  </a:lnTo>
                  <a:lnTo>
                    <a:pt x="2570533" y="455696"/>
                  </a:lnTo>
                  <a:lnTo>
                    <a:pt x="2565087" y="455696"/>
                  </a:lnTo>
                  <a:lnTo>
                    <a:pt x="2559641" y="455696"/>
                  </a:lnTo>
                  <a:lnTo>
                    <a:pt x="2554195" y="455696"/>
                  </a:lnTo>
                  <a:lnTo>
                    <a:pt x="2548749" y="455696"/>
                  </a:lnTo>
                  <a:lnTo>
                    <a:pt x="2543303" y="455696"/>
                  </a:lnTo>
                  <a:lnTo>
                    <a:pt x="2537856" y="455696"/>
                  </a:lnTo>
                  <a:lnTo>
                    <a:pt x="2532410" y="455696"/>
                  </a:lnTo>
                  <a:lnTo>
                    <a:pt x="2526964" y="455696"/>
                  </a:lnTo>
                  <a:lnTo>
                    <a:pt x="2521518" y="455696"/>
                  </a:lnTo>
                  <a:lnTo>
                    <a:pt x="2516072" y="455696"/>
                  </a:lnTo>
                  <a:lnTo>
                    <a:pt x="2510626" y="455696"/>
                  </a:lnTo>
                  <a:lnTo>
                    <a:pt x="2505180" y="455696"/>
                  </a:lnTo>
                  <a:lnTo>
                    <a:pt x="2499734" y="455696"/>
                  </a:lnTo>
                  <a:lnTo>
                    <a:pt x="2494288" y="455696"/>
                  </a:lnTo>
                  <a:lnTo>
                    <a:pt x="2488842" y="455696"/>
                  </a:lnTo>
                  <a:lnTo>
                    <a:pt x="2483396" y="455696"/>
                  </a:lnTo>
                  <a:lnTo>
                    <a:pt x="2477950" y="455696"/>
                  </a:lnTo>
                  <a:lnTo>
                    <a:pt x="2472504" y="455696"/>
                  </a:lnTo>
                  <a:lnTo>
                    <a:pt x="2467058" y="455696"/>
                  </a:lnTo>
                  <a:lnTo>
                    <a:pt x="2461612" y="455696"/>
                  </a:lnTo>
                  <a:lnTo>
                    <a:pt x="2456166" y="455696"/>
                  </a:lnTo>
                  <a:lnTo>
                    <a:pt x="2450720" y="455696"/>
                  </a:lnTo>
                  <a:lnTo>
                    <a:pt x="2445274" y="455696"/>
                  </a:lnTo>
                  <a:lnTo>
                    <a:pt x="2439828" y="455696"/>
                  </a:lnTo>
                  <a:lnTo>
                    <a:pt x="2434382" y="455696"/>
                  </a:lnTo>
                  <a:lnTo>
                    <a:pt x="2428936" y="455696"/>
                  </a:lnTo>
                  <a:lnTo>
                    <a:pt x="2423490" y="455696"/>
                  </a:lnTo>
                  <a:lnTo>
                    <a:pt x="2418043" y="455696"/>
                  </a:lnTo>
                  <a:lnTo>
                    <a:pt x="2412597" y="455696"/>
                  </a:lnTo>
                  <a:lnTo>
                    <a:pt x="2407151" y="455696"/>
                  </a:lnTo>
                  <a:lnTo>
                    <a:pt x="2401705" y="455696"/>
                  </a:lnTo>
                  <a:lnTo>
                    <a:pt x="2396259" y="455696"/>
                  </a:lnTo>
                  <a:lnTo>
                    <a:pt x="2390813" y="455696"/>
                  </a:lnTo>
                  <a:lnTo>
                    <a:pt x="2385367" y="455696"/>
                  </a:lnTo>
                  <a:lnTo>
                    <a:pt x="2379921" y="455696"/>
                  </a:lnTo>
                  <a:lnTo>
                    <a:pt x="2374475" y="455696"/>
                  </a:lnTo>
                  <a:lnTo>
                    <a:pt x="2369029" y="455696"/>
                  </a:lnTo>
                  <a:lnTo>
                    <a:pt x="2363583" y="455696"/>
                  </a:lnTo>
                  <a:lnTo>
                    <a:pt x="2358137" y="455696"/>
                  </a:lnTo>
                  <a:lnTo>
                    <a:pt x="2352691" y="455696"/>
                  </a:lnTo>
                  <a:lnTo>
                    <a:pt x="2347245" y="455696"/>
                  </a:lnTo>
                  <a:lnTo>
                    <a:pt x="2341799" y="455696"/>
                  </a:lnTo>
                  <a:lnTo>
                    <a:pt x="2336353" y="455696"/>
                  </a:lnTo>
                  <a:lnTo>
                    <a:pt x="2330907" y="455696"/>
                  </a:lnTo>
                  <a:lnTo>
                    <a:pt x="2325461" y="455696"/>
                  </a:lnTo>
                  <a:lnTo>
                    <a:pt x="2320015" y="455696"/>
                  </a:lnTo>
                  <a:lnTo>
                    <a:pt x="2314569" y="455696"/>
                  </a:lnTo>
                  <a:lnTo>
                    <a:pt x="2309123" y="455696"/>
                  </a:lnTo>
                  <a:lnTo>
                    <a:pt x="2303677" y="455696"/>
                  </a:lnTo>
                  <a:lnTo>
                    <a:pt x="2298231" y="455696"/>
                  </a:lnTo>
                  <a:lnTo>
                    <a:pt x="2292784" y="455696"/>
                  </a:lnTo>
                  <a:lnTo>
                    <a:pt x="2287338" y="455696"/>
                  </a:lnTo>
                  <a:lnTo>
                    <a:pt x="2281892" y="455696"/>
                  </a:lnTo>
                  <a:lnTo>
                    <a:pt x="2276446" y="455696"/>
                  </a:lnTo>
                  <a:lnTo>
                    <a:pt x="2271000" y="455696"/>
                  </a:lnTo>
                  <a:lnTo>
                    <a:pt x="2265554" y="455696"/>
                  </a:lnTo>
                  <a:lnTo>
                    <a:pt x="2260108" y="455696"/>
                  </a:lnTo>
                  <a:lnTo>
                    <a:pt x="2254662" y="455696"/>
                  </a:lnTo>
                  <a:lnTo>
                    <a:pt x="2249216" y="455696"/>
                  </a:lnTo>
                  <a:lnTo>
                    <a:pt x="2243770" y="455696"/>
                  </a:lnTo>
                  <a:lnTo>
                    <a:pt x="2238324" y="455696"/>
                  </a:lnTo>
                  <a:lnTo>
                    <a:pt x="2232878" y="455696"/>
                  </a:lnTo>
                  <a:lnTo>
                    <a:pt x="2227432" y="455696"/>
                  </a:lnTo>
                  <a:lnTo>
                    <a:pt x="2221986" y="455696"/>
                  </a:lnTo>
                  <a:lnTo>
                    <a:pt x="2216540" y="455696"/>
                  </a:lnTo>
                  <a:lnTo>
                    <a:pt x="2211094" y="455696"/>
                  </a:lnTo>
                  <a:lnTo>
                    <a:pt x="2205648" y="455696"/>
                  </a:lnTo>
                  <a:lnTo>
                    <a:pt x="2200202" y="455696"/>
                  </a:lnTo>
                  <a:lnTo>
                    <a:pt x="2194756" y="455696"/>
                  </a:lnTo>
                  <a:lnTo>
                    <a:pt x="2189310" y="455696"/>
                  </a:lnTo>
                  <a:lnTo>
                    <a:pt x="2183864" y="455696"/>
                  </a:lnTo>
                  <a:lnTo>
                    <a:pt x="2178418" y="455696"/>
                  </a:lnTo>
                  <a:lnTo>
                    <a:pt x="2172971" y="455696"/>
                  </a:lnTo>
                  <a:lnTo>
                    <a:pt x="2167525" y="455696"/>
                  </a:lnTo>
                  <a:lnTo>
                    <a:pt x="2162079" y="455696"/>
                  </a:lnTo>
                  <a:lnTo>
                    <a:pt x="2156633" y="455696"/>
                  </a:lnTo>
                  <a:lnTo>
                    <a:pt x="2151187" y="455696"/>
                  </a:lnTo>
                  <a:lnTo>
                    <a:pt x="2145741" y="455696"/>
                  </a:lnTo>
                  <a:lnTo>
                    <a:pt x="2140295" y="455696"/>
                  </a:lnTo>
                  <a:lnTo>
                    <a:pt x="2134849" y="455696"/>
                  </a:lnTo>
                  <a:lnTo>
                    <a:pt x="2129403" y="455696"/>
                  </a:lnTo>
                  <a:lnTo>
                    <a:pt x="2123957" y="455696"/>
                  </a:lnTo>
                  <a:lnTo>
                    <a:pt x="2118511" y="455696"/>
                  </a:lnTo>
                  <a:lnTo>
                    <a:pt x="2113065" y="455696"/>
                  </a:lnTo>
                  <a:lnTo>
                    <a:pt x="2107619" y="455696"/>
                  </a:lnTo>
                  <a:lnTo>
                    <a:pt x="2102173" y="455696"/>
                  </a:lnTo>
                  <a:lnTo>
                    <a:pt x="2096727" y="455696"/>
                  </a:lnTo>
                  <a:lnTo>
                    <a:pt x="2091281" y="455696"/>
                  </a:lnTo>
                  <a:lnTo>
                    <a:pt x="2085835" y="455696"/>
                  </a:lnTo>
                  <a:lnTo>
                    <a:pt x="2080389" y="455696"/>
                  </a:lnTo>
                  <a:lnTo>
                    <a:pt x="2074943" y="455696"/>
                  </a:lnTo>
                  <a:lnTo>
                    <a:pt x="2069497" y="455696"/>
                  </a:lnTo>
                  <a:lnTo>
                    <a:pt x="2064051" y="455696"/>
                  </a:lnTo>
                  <a:lnTo>
                    <a:pt x="2058605" y="455696"/>
                  </a:lnTo>
                  <a:lnTo>
                    <a:pt x="2053158" y="455696"/>
                  </a:lnTo>
                  <a:lnTo>
                    <a:pt x="2047712" y="455696"/>
                  </a:lnTo>
                  <a:lnTo>
                    <a:pt x="2042266" y="455696"/>
                  </a:lnTo>
                  <a:lnTo>
                    <a:pt x="2036820" y="455696"/>
                  </a:lnTo>
                  <a:lnTo>
                    <a:pt x="2031374" y="455696"/>
                  </a:lnTo>
                  <a:lnTo>
                    <a:pt x="2025928" y="455696"/>
                  </a:lnTo>
                  <a:lnTo>
                    <a:pt x="2020482" y="455696"/>
                  </a:lnTo>
                  <a:lnTo>
                    <a:pt x="2015036" y="455696"/>
                  </a:lnTo>
                  <a:lnTo>
                    <a:pt x="2009590" y="455696"/>
                  </a:lnTo>
                  <a:lnTo>
                    <a:pt x="2004144" y="455696"/>
                  </a:lnTo>
                  <a:lnTo>
                    <a:pt x="1998698" y="455696"/>
                  </a:lnTo>
                  <a:lnTo>
                    <a:pt x="1993252" y="455696"/>
                  </a:lnTo>
                  <a:lnTo>
                    <a:pt x="1987806" y="455696"/>
                  </a:lnTo>
                  <a:lnTo>
                    <a:pt x="1982360" y="455696"/>
                  </a:lnTo>
                  <a:lnTo>
                    <a:pt x="1976914" y="455696"/>
                  </a:lnTo>
                  <a:lnTo>
                    <a:pt x="1971468" y="455696"/>
                  </a:lnTo>
                  <a:lnTo>
                    <a:pt x="1966022" y="455696"/>
                  </a:lnTo>
                  <a:lnTo>
                    <a:pt x="1960576" y="455696"/>
                  </a:lnTo>
                  <a:lnTo>
                    <a:pt x="1955130" y="455696"/>
                  </a:lnTo>
                  <a:lnTo>
                    <a:pt x="1949684" y="455696"/>
                  </a:lnTo>
                  <a:lnTo>
                    <a:pt x="1944238" y="455696"/>
                  </a:lnTo>
                  <a:lnTo>
                    <a:pt x="1938792" y="455696"/>
                  </a:lnTo>
                  <a:lnTo>
                    <a:pt x="1933345" y="455696"/>
                  </a:lnTo>
                  <a:lnTo>
                    <a:pt x="1927899" y="455696"/>
                  </a:lnTo>
                  <a:lnTo>
                    <a:pt x="1922453" y="455696"/>
                  </a:lnTo>
                  <a:lnTo>
                    <a:pt x="1917007" y="455696"/>
                  </a:lnTo>
                  <a:lnTo>
                    <a:pt x="1911561" y="455696"/>
                  </a:lnTo>
                  <a:lnTo>
                    <a:pt x="1906115" y="455696"/>
                  </a:lnTo>
                  <a:lnTo>
                    <a:pt x="1900669" y="455696"/>
                  </a:lnTo>
                  <a:lnTo>
                    <a:pt x="1895223" y="455696"/>
                  </a:lnTo>
                  <a:lnTo>
                    <a:pt x="1889777" y="455696"/>
                  </a:lnTo>
                  <a:lnTo>
                    <a:pt x="1884331" y="455696"/>
                  </a:lnTo>
                  <a:lnTo>
                    <a:pt x="1878885" y="455696"/>
                  </a:lnTo>
                  <a:lnTo>
                    <a:pt x="1873439" y="455696"/>
                  </a:lnTo>
                  <a:lnTo>
                    <a:pt x="1867993" y="455696"/>
                  </a:lnTo>
                  <a:lnTo>
                    <a:pt x="1862547" y="455696"/>
                  </a:lnTo>
                  <a:lnTo>
                    <a:pt x="1857101" y="455696"/>
                  </a:lnTo>
                  <a:lnTo>
                    <a:pt x="1851655" y="455696"/>
                  </a:lnTo>
                  <a:lnTo>
                    <a:pt x="1846209" y="455696"/>
                  </a:lnTo>
                  <a:lnTo>
                    <a:pt x="1840763" y="455696"/>
                  </a:lnTo>
                  <a:lnTo>
                    <a:pt x="1835317" y="455696"/>
                  </a:lnTo>
                  <a:lnTo>
                    <a:pt x="1829871" y="455696"/>
                  </a:lnTo>
                  <a:lnTo>
                    <a:pt x="1824425" y="455696"/>
                  </a:lnTo>
                  <a:lnTo>
                    <a:pt x="1818979" y="455696"/>
                  </a:lnTo>
                  <a:lnTo>
                    <a:pt x="1813532" y="455696"/>
                  </a:lnTo>
                  <a:lnTo>
                    <a:pt x="1808086" y="455696"/>
                  </a:lnTo>
                  <a:lnTo>
                    <a:pt x="1802640" y="455696"/>
                  </a:lnTo>
                  <a:lnTo>
                    <a:pt x="1797194" y="455696"/>
                  </a:lnTo>
                  <a:lnTo>
                    <a:pt x="1791748" y="455696"/>
                  </a:lnTo>
                  <a:lnTo>
                    <a:pt x="1786302" y="455696"/>
                  </a:lnTo>
                  <a:lnTo>
                    <a:pt x="1780856" y="455696"/>
                  </a:lnTo>
                  <a:lnTo>
                    <a:pt x="1775410" y="455696"/>
                  </a:lnTo>
                  <a:lnTo>
                    <a:pt x="1769964" y="455696"/>
                  </a:lnTo>
                  <a:lnTo>
                    <a:pt x="1764518" y="455696"/>
                  </a:lnTo>
                  <a:lnTo>
                    <a:pt x="1759072" y="455696"/>
                  </a:lnTo>
                  <a:lnTo>
                    <a:pt x="1753626" y="455696"/>
                  </a:lnTo>
                  <a:lnTo>
                    <a:pt x="1748180" y="455696"/>
                  </a:lnTo>
                  <a:lnTo>
                    <a:pt x="1742734" y="455696"/>
                  </a:lnTo>
                  <a:lnTo>
                    <a:pt x="1737288" y="455696"/>
                  </a:lnTo>
                  <a:lnTo>
                    <a:pt x="1731842" y="455696"/>
                  </a:lnTo>
                  <a:lnTo>
                    <a:pt x="1726396" y="455696"/>
                  </a:lnTo>
                  <a:lnTo>
                    <a:pt x="1720950" y="455696"/>
                  </a:lnTo>
                  <a:lnTo>
                    <a:pt x="1715504" y="455696"/>
                  </a:lnTo>
                  <a:lnTo>
                    <a:pt x="1710058" y="455696"/>
                  </a:lnTo>
                  <a:lnTo>
                    <a:pt x="1704612" y="455696"/>
                  </a:lnTo>
                  <a:lnTo>
                    <a:pt x="1699166" y="455696"/>
                  </a:lnTo>
                  <a:lnTo>
                    <a:pt x="1693720" y="455696"/>
                  </a:lnTo>
                  <a:lnTo>
                    <a:pt x="1688273" y="455696"/>
                  </a:lnTo>
                  <a:lnTo>
                    <a:pt x="1682827" y="455696"/>
                  </a:lnTo>
                  <a:lnTo>
                    <a:pt x="1677381" y="455696"/>
                  </a:lnTo>
                  <a:lnTo>
                    <a:pt x="1671935" y="455696"/>
                  </a:lnTo>
                  <a:lnTo>
                    <a:pt x="1666489" y="455696"/>
                  </a:lnTo>
                  <a:lnTo>
                    <a:pt x="1661043" y="455696"/>
                  </a:lnTo>
                  <a:lnTo>
                    <a:pt x="1655597" y="455696"/>
                  </a:lnTo>
                  <a:lnTo>
                    <a:pt x="1650151" y="455696"/>
                  </a:lnTo>
                  <a:lnTo>
                    <a:pt x="1644705" y="455696"/>
                  </a:lnTo>
                  <a:lnTo>
                    <a:pt x="1639259" y="455696"/>
                  </a:lnTo>
                  <a:lnTo>
                    <a:pt x="1633813" y="455696"/>
                  </a:lnTo>
                  <a:lnTo>
                    <a:pt x="1628367" y="455696"/>
                  </a:lnTo>
                  <a:lnTo>
                    <a:pt x="1622921" y="455696"/>
                  </a:lnTo>
                  <a:lnTo>
                    <a:pt x="1617475" y="455696"/>
                  </a:lnTo>
                  <a:lnTo>
                    <a:pt x="1612029" y="455696"/>
                  </a:lnTo>
                  <a:lnTo>
                    <a:pt x="1606583" y="455696"/>
                  </a:lnTo>
                  <a:lnTo>
                    <a:pt x="1601137" y="455696"/>
                  </a:lnTo>
                  <a:lnTo>
                    <a:pt x="1595691" y="455696"/>
                  </a:lnTo>
                  <a:lnTo>
                    <a:pt x="1590245" y="455696"/>
                  </a:lnTo>
                  <a:lnTo>
                    <a:pt x="1584799" y="455696"/>
                  </a:lnTo>
                  <a:lnTo>
                    <a:pt x="1579353" y="455696"/>
                  </a:lnTo>
                  <a:lnTo>
                    <a:pt x="1573907" y="455696"/>
                  </a:lnTo>
                  <a:lnTo>
                    <a:pt x="1568460" y="455696"/>
                  </a:lnTo>
                  <a:lnTo>
                    <a:pt x="1563014" y="455696"/>
                  </a:lnTo>
                  <a:lnTo>
                    <a:pt x="1557568" y="455696"/>
                  </a:lnTo>
                  <a:lnTo>
                    <a:pt x="1552122" y="455696"/>
                  </a:lnTo>
                  <a:lnTo>
                    <a:pt x="1546676" y="455696"/>
                  </a:lnTo>
                  <a:lnTo>
                    <a:pt x="1541230" y="455696"/>
                  </a:lnTo>
                  <a:lnTo>
                    <a:pt x="1535784" y="455696"/>
                  </a:lnTo>
                  <a:lnTo>
                    <a:pt x="1530338" y="455696"/>
                  </a:lnTo>
                  <a:lnTo>
                    <a:pt x="1524892" y="455696"/>
                  </a:lnTo>
                  <a:lnTo>
                    <a:pt x="1519446" y="455696"/>
                  </a:lnTo>
                  <a:lnTo>
                    <a:pt x="1514000" y="455696"/>
                  </a:lnTo>
                  <a:lnTo>
                    <a:pt x="1508554" y="455696"/>
                  </a:lnTo>
                  <a:lnTo>
                    <a:pt x="1503108" y="455696"/>
                  </a:lnTo>
                  <a:lnTo>
                    <a:pt x="1497662" y="455696"/>
                  </a:lnTo>
                  <a:lnTo>
                    <a:pt x="1492216" y="455696"/>
                  </a:lnTo>
                  <a:lnTo>
                    <a:pt x="1486770" y="455696"/>
                  </a:lnTo>
                  <a:lnTo>
                    <a:pt x="1481324" y="455696"/>
                  </a:lnTo>
                  <a:lnTo>
                    <a:pt x="1475878" y="455696"/>
                  </a:lnTo>
                  <a:lnTo>
                    <a:pt x="1470432" y="455696"/>
                  </a:lnTo>
                  <a:lnTo>
                    <a:pt x="1464986" y="455696"/>
                  </a:lnTo>
                  <a:lnTo>
                    <a:pt x="1459540" y="455696"/>
                  </a:lnTo>
                  <a:lnTo>
                    <a:pt x="1454094" y="455696"/>
                  </a:lnTo>
                  <a:lnTo>
                    <a:pt x="1448647" y="455696"/>
                  </a:lnTo>
                  <a:lnTo>
                    <a:pt x="1443201" y="455696"/>
                  </a:lnTo>
                  <a:lnTo>
                    <a:pt x="1437755" y="455696"/>
                  </a:lnTo>
                  <a:lnTo>
                    <a:pt x="1432309" y="455696"/>
                  </a:lnTo>
                  <a:lnTo>
                    <a:pt x="1426863" y="455696"/>
                  </a:lnTo>
                  <a:lnTo>
                    <a:pt x="1421417" y="455696"/>
                  </a:lnTo>
                  <a:lnTo>
                    <a:pt x="1415971" y="455696"/>
                  </a:lnTo>
                  <a:lnTo>
                    <a:pt x="1410525" y="455696"/>
                  </a:lnTo>
                  <a:lnTo>
                    <a:pt x="1405079" y="455696"/>
                  </a:lnTo>
                  <a:lnTo>
                    <a:pt x="1399633" y="455696"/>
                  </a:lnTo>
                  <a:lnTo>
                    <a:pt x="1394187" y="455696"/>
                  </a:lnTo>
                  <a:lnTo>
                    <a:pt x="1388741" y="455696"/>
                  </a:lnTo>
                  <a:lnTo>
                    <a:pt x="1383295" y="455696"/>
                  </a:lnTo>
                  <a:lnTo>
                    <a:pt x="1377849" y="455696"/>
                  </a:lnTo>
                  <a:lnTo>
                    <a:pt x="1372403" y="455696"/>
                  </a:lnTo>
                  <a:lnTo>
                    <a:pt x="1366957" y="455696"/>
                  </a:lnTo>
                  <a:lnTo>
                    <a:pt x="1361511" y="455696"/>
                  </a:lnTo>
                  <a:lnTo>
                    <a:pt x="1356065" y="455696"/>
                  </a:lnTo>
                  <a:lnTo>
                    <a:pt x="1350619" y="455696"/>
                  </a:lnTo>
                  <a:lnTo>
                    <a:pt x="1345173" y="455696"/>
                  </a:lnTo>
                  <a:lnTo>
                    <a:pt x="1339727" y="455696"/>
                  </a:lnTo>
                  <a:lnTo>
                    <a:pt x="1334281" y="455696"/>
                  </a:lnTo>
                  <a:lnTo>
                    <a:pt x="1328834" y="455696"/>
                  </a:lnTo>
                  <a:lnTo>
                    <a:pt x="1323388" y="455696"/>
                  </a:lnTo>
                  <a:lnTo>
                    <a:pt x="1317942" y="455696"/>
                  </a:lnTo>
                  <a:lnTo>
                    <a:pt x="1312496" y="455696"/>
                  </a:lnTo>
                  <a:lnTo>
                    <a:pt x="1307050" y="455696"/>
                  </a:lnTo>
                  <a:lnTo>
                    <a:pt x="1301604" y="455696"/>
                  </a:lnTo>
                  <a:lnTo>
                    <a:pt x="1296158" y="455696"/>
                  </a:lnTo>
                  <a:lnTo>
                    <a:pt x="1290712" y="455696"/>
                  </a:lnTo>
                  <a:lnTo>
                    <a:pt x="1285266" y="455696"/>
                  </a:lnTo>
                  <a:lnTo>
                    <a:pt x="1279820" y="455696"/>
                  </a:lnTo>
                  <a:lnTo>
                    <a:pt x="1274374" y="455696"/>
                  </a:lnTo>
                  <a:lnTo>
                    <a:pt x="1268928" y="455696"/>
                  </a:lnTo>
                  <a:lnTo>
                    <a:pt x="1263482" y="455696"/>
                  </a:lnTo>
                  <a:lnTo>
                    <a:pt x="1258036" y="455696"/>
                  </a:lnTo>
                  <a:lnTo>
                    <a:pt x="1252590" y="455696"/>
                  </a:lnTo>
                  <a:lnTo>
                    <a:pt x="1247144" y="455696"/>
                  </a:lnTo>
                  <a:lnTo>
                    <a:pt x="1241698" y="455696"/>
                  </a:lnTo>
                  <a:lnTo>
                    <a:pt x="1236252" y="455696"/>
                  </a:lnTo>
                  <a:lnTo>
                    <a:pt x="1230806" y="455696"/>
                  </a:lnTo>
                  <a:lnTo>
                    <a:pt x="1225360" y="455696"/>
                  </a:lnTo>
                  <a:lnTo>
                    <a:pt x="1219914" y="455696"/>
                  </a:lnTo>
                  <a:lnTo>
                    <a:pt x="1214468" y="455696"/>
                  </a:lnTo>
                  <a:lnTo>
                    <a:pt x="1209021" y="455696"/>
                  </a:lnTo>
                  <a:lnTo>
                    <a:pt x="1203575" y="455696"/>
                  </a:lnTo>
                  <a:lnTo>
                    <a:pt x="1198129" y="455696"/>
                  </a:lnTo>
                  <a:lnTo>
                    <a:pt x="1192683" y="455696"/>
                  </a:lnTo>
                  <a:lnTo>
                    <a:pt x="1187237" y="455696"/>
                  </a:lnTo>
                  <a:lnTo>
                    <a:pt x="1181791" y="455696"/>
                  </a:lnTo>
                  <a:lnTo>
                    <a:pt x="1176345" y="455696"/>
                  </a:lnTo>
                  <a:lnTo>
                    <a:pt x="1170899" y="455696"/>
                  </a:lnTo>
                  <a:lnTo>
                    <a:pt x="1165453" y="455696"/>
                  </a:lnTo>
                  <a:lnTo>
                    <a:pt x="1160007" y="455696"/>
                  </a:lnTo>
                  <a:lnTo>
                    <a:pt x="1154561" y="455696"/>
                  </a:lnTo>
                  <a:lnTo>
                    <a:pt x="1149115" y="455696"/>
                  </a:lnTo>
                  <a:lnTo>
                    <a:pt x="1143669" y="455696"/>
                  </a:lnTo>
                  <a:lnTo>
                    <a:pt x="1138223" y="455696"/>
                  </a:lnTo>
                  <a:lnTo>
                    <a:pt x="1132777" y="455696"/>
                  </a:lnTo>
                  <a:lnTo>
                    <a:pt x="1127331" y="455696"/>
                  </a:lnTo>
                  <a:lnTo>
                    <a:pt x="1121885" y="455696"/>
                  </a:lnTo>
                  <a:lnTo>
                    <a:pt x="1116439" y="455696"/>
                  </a:lnTo>
                  <a:lnTo>
                    <a:pt x="1110993" y="455696"/>
                  </a:lnTo>
                  <a:lnTo>
                    <a:pt x="1105547" y="455696"/>
                  </a:lnTo>
                  <a:lnTo>
                    <a:pt x="1100101" y="455696"/>
                  </a:lnTo>
                  <a:lnTo>
                    <a:pt x="1094655" y="455696"/>
                  </a:lnTo>
                  <a:lnTo>
                    <a:pt x="1089209" y="455696"/>
                  </a:lnTo>
                  <a:lnTo>
                    <a:pt x="1083762" y="455696"/>
                  </a:lnTo>
                  <a:lnTo>
                    <a:pt x="1078316" y="455696"/>
                  </a:lnTo>
                  <a:lnTo>
                    <a:pt x="1072870" y="455696"/>
                  </a:lnTo>
                  <a:lnTo>
                    <a:pt x="1067424" y="455696"/>
                  </a:lnTo>
                  <a:lnTo>
                    <a:pt x="1061978" y="455696"/>
                  </a:lnTo>
                  <a:lnTo>
                    <a:pt x="1056532" y="455696"/>
                  </a:lnTo>
                  <a:lnTo>
                    <a:pt x="1051086" y="455696"/>
                  </a:lnTo>
                  <a:lnTo>
                    <a:pt x="1045640" y="455696"/>
                  </a:lnTo>
                  <a:lnTo>
                    <a:pt x="1040194" y="455696"/>
                  </a:lnTo>
                  <a:lnTo>
                    <a:pt x="1034748" y="455696"/>
                  </a:lnTo>
                  <a:lnTo>
                    <a:pt x="1029302" y="455696"/>
                  </a:lnTo>
                  <a:lnTo>
                    <a:pt x="1023856" y="455696"/>
                  </a:lnTo>
                  <a:lnTo>
                    <a:pt x="1018410" y="455696"/>
                  </a:lnTo>
                  <a:lnTo>
                    <a:pt x="1012964" y="455696"/>
                  </a:lnTo>
                  <a:lnTo>
                    <a:pt x="1007518" y="455696"/>
                  </a:lnTo>
                  <a:lnTo>
                    <a:pt x="1002072" y="455696"/>
                  </a:lnTo>
                  <a:lnTo>
                    <a:pt x="996626" y="455696"/>
                  </a:lnTo>
                  <a:lnTo>
                    <a:pt x="991180" y="455696"/>
                  </a:lnTo>
                  <a:lnTo>
                    <a:pt x="985734" y="455696"/>
                  </a:lnTo>
                  <a:lnTo>
                    <a:pt x="980288" y="455696"/>
                  </a:lnTo>
                  <a:lnTo>
                    <a:pt x="974842" y="455696"/>
                  </a:lnTo>
                  <a:lnTo>
                    <a:pt x="969396" y="455696"/>
                  </a:lnTo>
                  <a:lnTo>
                    <a:pt x="963949" y="455696"/>
                  </a:lnTo>
                  <a:lnTo>
                    <a:pt x="958503" y="455696"/>
                  </a:lnTo>
                  <a:lnTo>
                    <a:pt x="953057" y="455696"/>
                  </a:lnTo>
                  <a:lnTo>
                    <a:pt x="947611" y="455696"/>
                  </a:lnTo>
                  <a:lnTo>
                    <a:pt x="942165" y="455696"/>
                  </a:lnTo>
                  <a:lnTo>
                    <a:pt x="936719" y="455696"/>
                  </a:lnTo>
                  <a:lnTo>
                    <a:pt x="931273" y="455696"/>
                  </a:lnTo>
                  <a:lnTo>
                    <a:pt x="925827" y="455696"/>
                  </a:lnTo>
                  <a:lnTo>
                    <a:pt x="920381" y="455696"/>
                  </a:lnTo>
                  <a:lnTo>
                    <a:pt x="914935" y="455696"/>
                  </a:lnTo>
                  <a:lnTo>
                    <a:pt x="909489" y="455696"/>
                  </a:lnTo>
                  <a:lnTo>
                    <a:pt x="904043" y="455696"/>
                  </a:lnTo>
                  <a:lnTo>
                    <a:pt x="898597" y="455696"/>
                  </a:lnTo>
                  <a:lnTo>
                    <a:pt x="893151" y="455696"/>
                  </a:lnTo>
                  <a:lnTo>
                    <a:pt x="887705" y="455696"/>
                  </a:lnTo>
                  <a:lnTo>
                    <a:pt x="882259" y="455696"/>
                  </a:lnTo>
                  <a:lnTo>
                    <a:pt x="876813" y="455696"/>
                  </a:lnTo>
                  <a:lnTo>
                    <a:pt x="871367" y="455696"/>
                  </a:lnTo>
                  <a:lnTo>
                    <a:pt x="865921" y="455696"/>
                  </a:lnTo>
                  <a:lnTo>
                    <a:pt x="860475" y="455696"/>
                  </a:lnTo>
                  <a:lnTo>
                    <a:pt x="855029" y="455696"/>
                  </a:lnTo>
                  <a:lnTo>
                    <a:pt x="849583" y="455696"/>
                  </a:lnTo>
                  <a:lnTo>
                    <a:pt x="844136" y="455696"/>
                  </a:lnTo>
                  <a:lnTo>
                    <a:pt x="838690" y="455696"/>
                  </a:lnTo>
                  <a:lnTo>
                    <a:pt x="833244" y="455696"/>
                  </a:lnTo>
                  <a:lnTo>
                    <a:pt x="827798" y="455696"/>
                  </a:lnTo>
                  <a:lnTo>
                    <a:pt x="822352" y="455696"/>
                  </a:lnTo>
                  <a:lnTo>
                    <a:pt x="816906" y="455696"/>
                  </a:lnTo>
                  <a:lnTo>
                    <a:pt x="811460" y="455696"/>
                  </a:lnTo>
                  <a:lnTo>
                    <a:pt x="806014" y="455696"/>
                  </a:lnTo>
                  <a:lnTo>
                    <a:pt x="800568" y="455696"/>
                  </a:lnTo>
                  <a:lnTo>
                    <a:pt x="795122" y="455696"/>
                  </a:lnTo>
                  <a:lnTo>
                    <a:pt x="789676" y="455696"/>
                  </a:lnTo>
                  <a:lnTo>
                    <a:pt x="784230" y="455696"/>
                  </a:lnTo>
                  <a:lnTo>
                    <a:pt x="778784" y="455696"/>
                  </a:lnTo>
                  <a:lnTo>
                    <a:pt x="773338" y="455696"/>
                  </a:lnTo>
                  <a:lnTo>
                    <a:pt x="767892" y="455696"/>
                  </a:lnTo>
                  <a:lnTo>
                    <a:pt x="762446" y="455696"/>
                  </a:lnTo>
                  <a:lnTo>
                    <a:pt x="757000" y="455696"/>
                  </a:lnTo>
                  <a:lnTo>
                    <a:pt x="751554" y="455696"/>
                  </a:lnTo>
                  <a:lnTo>
                    <a:pt x="746108" y="455696"/>
                  </a:lnTo>
                  <a:lnTo>
                    <a:pt x="740662" y="455696"/>
                  </a:lnTo>
                  <a:lnTo>
                    <a:pt x="735216" y="455696"/>
                  </a:lnTo>
                  <a:lnTo>
                    <a:pt x="729770" y="455696"/>
                  </a:lnTo>
                  <a:lnTo>
                    <a:pt x="724323" y="455696"/>
                  </a:lnTo>
                  <a:lnTo>
                    <a:pt x="718877" y="455696"/>
                  </a:lnTo>
                  <a:lnTo>
                    <a:pt x="713431" y="455696"/>
                  </a:lnTo>
                  <a:lnTo>
                    <a:pt x="707985" y="455696"/>
                  </a:lnTo>
                  <a:lnTo>
                    <a:pt x="702539" y="455696"/>
                  </a:lnTo>
                  <a:lnTo>
                    <a:pt x="697093" y="455696"/>
                  </a:lnTo>
                  <a:lnTo>
                    <a:pt x="691647" y="455696"/>
                  </a:lnTo>
                  <a:lnTo>
                    <a:pt x="686201" y="455696"/>
                  </a:lnTo>
                  <a:lnTo>
                    <a:pt x="680755" y="455696"/>
                  </a:lnTo>
                  <a:lnTo>
                    <a:pt x="675309" y="455696"/>
                  </a:lnTo>
                  <a:lnTo>
                    <a:pt x="669863" y="455696"/>
                  </a:lnTo>
                  <a:lnTo>
                    <a:pt x="664417" y="455696"/>
                  </a:lnTo>
                  <a:lnTo>
                    <a:pt x="658971" y="455696"/>
                  </a:lnTo>
                  <a:lnTo>
                    <a:pt x="653525" y="455696"/>
                  </a:lnTo>
                  <a:lnTo>
                    <a:pt x="648079" y="455696"/>
                  </a:lnTo>
                  <a:lnTo>
                    <a:pt x="642633" y="455696"/>
                  </a:lnTo>
                  <a:lnTo>
                    <a:pt x="637187" y="455696"/>
                  </a:lnTo>
                  <a:lnTo>
                    <a:pt x="631741" y="455696"/>
                  </a:lnTo>
                  <a:lnTo>
                    <a:pt x="626295" y="455696"/>
                  </a:lnTo>
                  <a:lnTo>
                    <a:pt x="620849" y="455696"/>
                  </a:lnTo>
                  <a:lnTo>
                    <a:pt x="615403" y="455696"/>
                  </a:lnTo>
                  <a:lnTo>
                    <a:pt x="609957" y="455696"/>
                  </a:lnTo>
                  <a:lnTo>
                    <a:pt x="604510" y="455696"/>
                  </a:lnTo>
                  <a:lnTo>
                    <a:pt x="599064" y="455696"/>
                  </a:lnTo>
                  <a:lnTo>
                    <a:pt x="593618" y="455696"/>
                  </a:lnTo>
                  <a:lnTo>
                    <a:pt x="588172" y="455696"/>
                  </a:lnTo>
                  <a:lnTo>
                    <a:pt x="582726" y="455696"/>
                  </a:lnTo>
                  <a:lnTo>
                    <a:pt x="577280" y="455696"/>
                  </a:lnTo>
                  <a:lnTo>
                    <a:pt x="571834" y="455696"/>
                  </a:lnTo>
                  <a:lnTo>
                    <a:pt x="566388" y="455696"/>
                  </a:lnTo>
                  <a:lnTo>
                    <a:pt x="560942" y="455696"/>
                  </a:lnTo>
                  <a:lnTo>
                    <a:pt x="555496" y="455696"/>
                  </a:lnTo>
                  <a:lnTo>
                    <a:pt x="550050" y="455696"/>
                  </a:lnTo>
                  <a:lnTo>
                    <a:pt x="544604" y="455696"/>
                  </a:lnTo>
                  <a:lnTo>
                    <a:pt x="539158" y="455696"/>
                  </a:lnTo>
                  <a:lnTo>
                    <a:pt x="533712" y="455696"/>
                  </a:lnTo>
                  <a:lnTo>
                    <a:pt x="528266" y="455696"/>
                  </a:lnTo>
                  <a:lnTo>
                    <a:pt x="522820" y="455696"/>
                  </a:lnTo>
                  <a:lnTo>
                    <a:pt x="517374" y="455696"/>
                  </a:lnTo>
                  <a:lnTo>
                    <a:pt x="511928" y="455696"/>
                  </a:lnTo>
                  <a:lnTo>
                    <a:pt x="506482" y="455696"/>
                  </a:lnTo>
                  <a:lnTo>
                    <a:pt x="501036" y="455696"/>
                  </a:lnTo>
                  <a:lnTo>
                    <a:pt x="495590" y="455696"/>
                  </a:lnTo>
                  <a:lnTo>
                    <a:pt x="490144" y="455696"/>
                  </a:lnTo>
                  <a:lnTo>
                    <a:pt x="484698" y="455696"/>
                  </a:lnTo>
                  <a:lnTo>
                    <a:pt x="479251" y="455696"/>
                  </a:lnTo>
                  <a:lnTo>
                    <a:pt x="473805" y="455696"/>
                  </a:lnTo>
                  <a:lnTo>
                    <a:pt x="468359" y="455696"/>
                  </a:lnTo>
                  <a:lnTo>
                    <a:pt x="462913" y="455696"/>
                  </a:lnTo>
                  <a:lnTo>
                    <a:pt x="457467" y="455696"/>
                  </a:lnTo>
                  <a:lnTo>
                    <a:pt x="452021" y="455696"/>
                  </a:lnTo>
                  <a:lnTo>
                    <a:pt x="446575" y="455696"/>
                  </a:lnTo>
                  <a:lnTo>
                    <a:pt x="441129" y="455696"/>
                  </a:lnTo>
                  <a:lnTo>
                    <a:pt x="435683" y="455696"/>
                  </a:lnTo>
                  <a:lnTo>
                    <a:pt x="430237" y="455696"/>
                  </a:lnTo>
                  <a:lnTo>
                    <a:pt x="424791" y="455696"/>
                  </a:lnTo>
                  <a:lnTo>
                    <a:pt x="419345" y="455696"/>
                  </a:lnTo>
                  <a:lnTo>
                    <a:pt x="413899" y="455696"/>
                  </a:lnTo>
                  <a:lnTo>
                    <a:pt x="408453" y="455696"/>
                  </a:lnTo>
                  <a:lnTo>
                    <a:pt x="403007" y="455696"/>
                  </a:lnTo>
                  <a:lnTo>
                    <a:pt x="397561" y="455696"/>
                  </a:lnTo>
                  <a:lnTo>
                    <a:pt x="392115" y="455696"/>
                  </a:lnTo>
                  <a:lnTo>
                    <a:pt x="386669" y="455696"/>
                  </a:lnTo>
                  <a:lnTo>
                    <a:pt x="381223" y="455696"/>
                  </a:lnTo>
                  <a:lnTo>
                    <a:pt x="375777" y="455696"/>
                  </a:lnTo>
                  <a:lnTo>
                    <a:pt x="370331" y="455696"/>
                  </a:lnTo>
                  <a:lnTo>
                    <a:pt x="364885" y="455696"/>
                  </a:lnTo>
                  <a:lnTo>
                    <a:pt x="359438" y="455696"/>
                  </a:lnTo>
                  <a:lnTo>
                    <a:pt x="353992" y="455696"/>
                  </a:lnTo>
                  <a:lnTo>
                    <a:pt x="348546" y="455696"/>
                  </a:lnTo>
                  <a:lnTo>
                    <a:pt x="343100" y="455696"/>
                  </a:lnTo>
                  <a:lnTo>
                    <a:pt x="337654" y="455696"/>
                  </a:lnTo>
                  <a:lnTo>
                    <a:pt x="332208" y="455696"/>
                  </a:lnTo>
                  <a:lnTo>
                    <a:pt x="326762" y="455696"/>
                  </a:lnTo>
                  <a:lnTo>
                    <a:pt x="321316" y="455696"/>
                  </a:lnTo>
                  <a:lnTo>
                    <a:pt x="315870" y="455696"/>
                  </a:lnTo>
                  <a:lnTo>
                    <a:pt x="310424" y="455696"/>
                  </a:lnTo>
                  <a:lnTo>
                    <a:pt x="304978" y="455696"/>
                  </a:lnTo>
                  <a:lnTo>
                    <a:pt x="299532" y="455696"/>
                  </a:lnTo>
                  <a:lnTo>
                    <a:pt x="294086" y="455696"/>
                  </a:lnTo>
                  <a:lnTo>
                    <a:pt x="288640" y="455696"/>
                  </a:lnTo>
                  <a:lnTo>
                    <a:pt x="283194" y="455696"/>
                  </a:lnTo>
                  <a:lnTo>
                    <a:pt x="277748" y="455696"/>
                  </a:lnTo>
                  <a:lnTo>
                    <a:pt x="272302" y="455696"/>
                  </a:lnTo>
                  <a:lnTo>
                    <a:pt x="266856" y="455696"/>
                  </a:lnTo>
                  <a:lnTo>
                    <a:pt x="261410" y="455696"/>
                  </a:lnTo>
                  <a:lnTo>
                    <a:pt x="255964" y="455696"/>
                  </a:lnTo>
                  <a:lnTo>
                    <a:pt x="250518" y="455696"/>
                  </a:lnTo>
                  <a:lnTo>
                    <a:pt x="245072" y="455696"/>
                  </a:lnTo>
                  <a:lnTo>
                    <a:pt x="239625" y="455696"/>
                  </a:lnTo>
                  <a:lnTo>
                    <a:pt x="234179" y="455696"/>
                  </a:lnTo>
                  <a:lnTo>
                    <a:pt x="228733" y="455696"/>
                  </a:lnTo>
                  <a:lnTo>
                    <a:pt x="223287" y="455696"/>
                  </a:lnTo>
                  <a:lnTo>
                    <a:pt x="217841" y="455696"/>
                  </a:lnTo>
                  <a:lnTo>
                    <a:pt x="212395" y="455696"/>
                  </a:lnTo>
                  <a:lnTo>
                    <a:pt x="206949" y="455696"/>
                  </a:lnTo>
                  <a:lnTo>
                    <a:pt x="201503" y="455696"/>
                  </a:lnTo>
                  <a:lnTo>
                    <a:pt x="196057" y="455696"/>
                  </a:lnTo>
                  <a:lnTo>
                    <a:pt x="190611" y="455696"/>
                  </a:lnTo>
                  <a:lnTo>
                    <a:pt x="185165" y="455696"/>
                  </a:lnTo>
                  <a:lnTo>
                    <a:pt x="179719" y="455696"/>
                  </a:lnTo>
                  <a:lnTo>
                    <a:pt x="174273" y="455696"/>
                  </a:lnTo>
                  <a:lnTo>
                    <a:pt x="168827" y="455696"/>
                  </a:lnTo>
                  <a:lnTo>
                    <a:pt x="163381" y="455696"/>
                  </a:lnTo>
                  <a:lnTo>
                    <a:pt x="157935" y="455696"/>
                  </a:lnTo>
                  <a:lnTo>
                    <a:pt x="152489" y="455696"/>
                  </a:lnTo>
                  <a:lnTo>
                    <a:pt x="147043" y="455696"/>
                  </a:lnTo>
                  <a:lnTo>
                    <a:pt x="141597" y="455696"/>
                  </a:lnTo>
                  <a:lnTo>
                    <a:pt x="136151" y="455696"/>
                  </a:lnTo>
                  <a:lnTo>
                    <a:pt x="130705" y="455696"/>
                  </a:lnTo>
                  <a:lnTo>
                    <a:pt x="125259" y="455696"/>
                  </a:lnTo>
                  <a:lnTo>
                    <a:pt x="119812" y="455696"/>
                  </a:lnTo>
                  <a:lnTo>
                    <a:pt x="114366" y="455696"/>
                  </a:lnTo>
                  <a:lnTo>
                    <a:pt x="108920" y="455696"/>
                  </a:lnTo>
                  <a:lnTo>
                    <a:pt x="103474" y="455696"/>
                  </a:lnTo>
                  <a:lnTo>
                    <a:pt x="98028" y="455696"/>
                  </a:lnTo>
                  <a:lnTo>
                    <a:pt x="92582" y="455696"/>
                  </a:lnTo>
                  <a:lnTo>
                    <a:pt x="87136" y="455696"/>
                  </a:lnTo>
                  <a:lnTo>
                    <a:pt x="81690" y="455696"/>
                  </a:lnTo>
                  <a:lnTo>
                    <a:pt x="76244" y="455696"/>
                  </a:lnTo>
                  <a:lnTo>
                    <a:pt x="70798" y="455696"/>
                  </a:lnTo>
                  <a:lnTo>
                    <a:pt x="65352" y="455696"/>
                  </a:lnTo>
                  <a:lnTo>
                    <a:pt x="59906" y="455696"/>
                  </a:lnTo>
                  <a:lnTo>
                    <a:pt x="54460" y="455696"/>
                  </a:lnTo>
                  <a:lnTo>
                    <a:pt x="49014" y="455696"/>
                  </a:lnTo>
                  <a:lnTo>
                    <a:pt x="43568" y="455696"/>
                  </a:lnTo>
                  <a:lnTo>
                    <a:pt x="38122" y="455696"/>
                  </a:lnTo>
                  <a:lnTo>
                    <a:pt x="32676" y="455696"/>
                  </a:lnTo>
                  <a:lnTo>
                    <a:pt x="27230" y="455696"/>
                  </a:lnTo>
                  <a:lnTo>
                    <a:pt x="21784" y="455696"/>
                  </a:lnTo>
                  <a:lnTo>
                    <a:pt x="16338" y="455696"/>
                  </a:lnTo>
                  <a:lnTo>
                    <a:pt x="10892" y="455696"/>
                  </a:lnTo>
                  <a:lnTo>
                    <a:pt x="5446" y="45569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57616" y="901088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6"/>
                  </a:lnTo>
                  <a:lnTo>
                    <a:pt x="196057" y="455696"/>
                  </a:lnTo>
                  <a:lnTo>
                    <a:pt x="201503" y="455696"/>
                  </a:lnTo>
                  <a:lnTo>
                    <a:pt x="206949" y="455696"/>
                  </a:lnTo>
                  <a:lnTo>
                    <a:pt x="212395" y="455696"/>
                  </a:lnTo>
                  <a:lnTo>
                    <a:pt x="217841" y="455696"/>
                  </a:lnTo>
                  <a:lnTo>
                    <a:pt x="223287" y="455696"/>
                  </a:lnTo>
                  <a:lnTo>
                    <a:pt x="228733" y="455696"/>
                  </a:lnTo>
                  <a:lnTo>
                    <a:pt x="234179" y="455696"/>
                  </a:lnTo>
                  <a:lnTo>
                    <a:pt x="239625" y="455696"/>
                  </a:lnTo>
                  <a:lnTo>
                    <a:pt x="245072" y="455696"/>
                  </a:lnTo>
                  <a:lnTo>
                    <a:pt x="250518" y="455696"/>
                  </a:lnTo>
                  <a:lnTo>
                    <a:pt x="255964" y="455696"/>
                  </a:lnTo>
                  <a:lnTo>
                    <a:pt x="261410" y="455696"/>
                  </a:lnTo>
                  <a:lnTo>
                    <a:pt x="266856" y="455696"/>
                  </a:lnTo>
                  <a:lnTo>
                    <a:pt x="272302" y="455696"/>
                  </a:lnTo>
                  <a:lnTo>
                    <a:pt x="277748" y="455695"/>
                  </a:lnTo>
                  <a:lnTo>
                    <a:pt x="283194" y="455694"/>
                  </a:lnTo>
                  <a:lnTo>
                    <a:pt x="288640" y="455691"/>
                  </a:lnTo>
                  <a:lnTo>
                    <a:pt x="294086" y="455685"/>
                  </a:lnTo>
                  <a:lnTo>
                    <a:pt x="299532" y="455674"/>
                  </a:lnTo>
                  <a:lnTo>
                    <a:pt x="304978" y="455652"/>
                  </a:lnTo>
                  <a:lnTo>
                    <a:pt x="310424" y="455615"/>
                  </a:lnTo>
                  <a:lnTo>
                    <a:pt x="315870" y="455551"/>
                  </a:lnTo>
                  <a:lnTo>
                    <a:pt x="321316" y="455450"/>
                  </a:lnTo>
                  <a:lnTo>
                    <a:pt x="326762" y="455302"/>
                  </a:lnTo>
                  <a:lnTo>
                    <a:pt x="332208" y="455100"/>
                  </a:lnTo>
                  <a:lnTo>
                    <a:pt x="337654" y="454841"/>
                  </a:lnTo>
                  <a:lnTo>
                    <a:pt x="343100" y="454530"/>
                  </a:lnTo>
                  <a:lnTo>
                    <a:pt x="348546" y="454182"/>
                  </a:lnTo>
                  <a:lnTo>
                    <a:pt x="353992" y="453817"/>
                  </a:lnTo>
                  <a:lnTo>
                    <a:pt x="359438" y="453459"/>
                  </a:lnTo>
                  <a:lnTo>
                    <a:pt x="364885" y="453128"/>
                  </a:lnTo>
                  <a:lnTo>
                    <a:pt x="370331" y="452835"/>
                  </a:lnTo>
                  <a:lnTo>
                    <a:pt x="375777" y="452575"/>
                  </a:lnTo>
                  <a:lnTo>
                    <a:pt x="381223" y="452330"/>
                  </a:lnTo>
                  <a:lnTo>
                    <a:pt x="386669" y="452064"/>
                  </a:lnTo>
                  <a:lnTo>
                    <a:pt x="392115" y="451731"/>
                  </a:lnTo>
                  <a:lnTo>
                    <a:pt x="397561" y="451290"/>
                  </a:lnTo>
                  <a:lnTo>
                    <a:pt x="403007" y="450703"/>
                  </a:lnTo>
                  <a:lnTo>
                    <a:pt x="408453" y="449962"/>
                  </a:lnTo>
                  <a:lnTo>
                    <a:pt x="413899" y="449103"/>
                  </a:lnTo>
                  <a:lnTo>
                    <a:pt x="419345" y="448184"/>
                  </a:lnTo>
                  <a:lnTo>
                    <a:pt x="424791" y="447281"/>
                  </a:lnTo>
                  <a:lnTo>
                    <a:pt x="430237" y="446472"/>
                  </a:lnTo>
                  <a:lnTo>
                    <a:pt x="435683" y="445824"/>
                  </a:lnTo>
                  <a:lnTo>
                    <a:pt x="441129" y="445374"/>
                  </a:lnTo>
                  <a:lnTo>
                    <a:pt x="446575" y="445128"/>
                  </a:lnTo>
                  <a:lnTo>
                    <a:pt x="452021" y="445062"/>
                  </a:lnTo>
                  <a:lnTo>
                    <a:pt x="457467" y="445129"/>
                  </a:lnTo>
                  <a:lnTo>
                    <a:pt x="462913" y="445269"/>
                  </a:lnTo>
                  <a:lnTo>
                    <a:pt x="468359" y="445417"/>
                  </a:lnTo>
                  <a:lnTo>
                    <a:pt x="473805" y="445513"/>
                  </a:lnTo>
                  <a:lnTo>
                    <a:pt x="479251" y="445501"/>
                  </a:lnTo>
                  <a:lnTo>
                    <a:pt x="484698" y="445336"/>
                  </a:lnTo>
                  <a:lnTo>
                    <a:pt x="490144" y="444984"/>
                  </a:lnTo>
                  <a:lnTo>
                    <a:pt x="495590" y="444421"/>
                  </a:lnTo>
                  <a:lnTo>
                    <a:pt x="501036" y="443667"/>
                  </a:lnTo>
                  <a:lnTo>
                    <a:pt x="506482" y="442763"/>
                  </a:lnTo>
                  <a:lnTo>
                    <a:pt x="511928" y="441764"/>
                  </a:lnTo>
                  <a:lnTo>
                    <a:pt x="517374" y="440732"/>
                  </a:lnTo>
                  <a:lnTo>
                    <a:pt x="522820" y="439718"/>
                  </a:lnTo>
                  <a:lnTo>
                    <a:pt x="528266" y="438758"/>
                  </a:lnTo>
                  <a:lnTo>
                    <a:pt x="533712" y="437865"/>
                  </a:lnTo>
                  <a:lnTo>
                    <a:pt x="539158" y="437034"/>
                  </a:lnTo>
                  <a:lnTo>
                    <a:pt x="544604" y="436259"/>
                  </a:lnTo>
                  <a:lnTo>
                    <a:pt x="550050" y="435534"/>
                  </a:lnTo>
                  <a:lnTo>
                    <a:pt x="555496" y="434874"/>
                  </a:lnTo>
                  <a:lnTo>
                    <a:pt x="560942" y="434307"/>
                  </a:lnTo>
                  <a:lnTo>
                    <a:pt x="566388" y="433874"/>
                  </a:lnTo>
                  <a:lnTo>
                    <a:pt x="571834" y="433616"/>
                  </a:lnTo>
                  <a:lnTo>
                    <a:pt x="577280" y="433561"/>
                  </a:lnTo>
                  <a:lnTo>
                    <a:pt x="582726" y="433725"/>
                  </a:lnTo>
                  <a:lnTo>
                    <a:pt x="588172" y="434096"/>
                  </a:lnTo>
                  <a:lnTo>
                    <a:pt x="593618" y="434627"/>
                  </a:lnTo>
                  <a:lnTo>
                    <a:pt x="599064" y="435271"/>
                  </a:lnTo>
                  <a:lnTo>
                    <a:pt x="604510" y="435974"/>
                  </a:lnTo>
                  <a:lnTo>
                    <a:pt x="609957" y="436689"/>
                  </a:lnTo>
                  <a:lnTo>
                    <a:pt x="615403" y="437373"/>
                  </a:lnTo>
                  <a:lnTo>
                    <a:pt x="620849" y="437998"/>
                  </a:lnTo>
                  <a:lnTo>
                    <a:pt x="626295" y="438549"/>
                  </a:lnTo>
                  <a:lnTo>
                    <a:pt x="631741" y="439026"/>
                  </a:lnTo>
                  <a:lnTo>
                    <a:pt x="637187" y="439439"/>
                  </a:lnTo>
                  <a:lnTo>
                    <a:pt x="642633" y="439800"/>
                  </a:lnTo>
                  <a:lnTo>
                    <a:pt x="648079" y="440122"/>
                  </a:lnTo>
                  <a:lnTo>
                    <a:pt x="653525" y="440413"/>
                  </a:lnTo>
                  <a:lnTo>
                    <a:pt x="658971" y="440678"/>
                  </a:lnTo>
                  <a:lnTo>
                    <a:pt x="664417" y="440921"/>
                  </a:lnTo>
                  <a:lnTo>
                    <a:pt x="669863" y="441151"/>
                  </a:lnTo>
                  <a:lnTo>
                    <a:pt x="675309" y="441380"/>
                  </a:lnTo>
                  <a:lnTo>
                    <a:pt x="680755" y="441628"/>
                  </a:lnTo>
                  <a:lnTo>
                    <a:pt x="686201" y="441910"/>
                  </a:lnTo>
                  <a:lnTo>
                    <a:pt x="691647" y="442237"/>
                  </a:lnTo>
                  <a:lnTo>
                    <a:pt x="697093" y="442612"/>
                  </a:lnTo>
                  <a:lnTo>
                    <a:pt x="702539" y="443033"/>
                  </a:lnTo>
                  <a:lnTo>
                    <a:pt x="707985" y="443489"/>
                  </a:lnTo>
                  <a:lnTo>
                    <a:pt x="713431" y="443966"/>
                  </a:lnTo>
                  <a:lnTo>
                    <a:pt x="718877" y="444448"/>
                  </a:lnTo>
                  <a:lnTo>
                    <a:pt x="724323" y="444920"/>
                  </a:lnTo>
                  <a:lnTo>
                    <a:pt x="729770" y="445372"/>
                  </a:lnTo>
                  <a:lnTo>
                    <a:pt x="735216" y="445800"/>
                  </a:lnTo>
                  <a:lnTo>
                    <a:pt x="740662" y="446206"/>
                  </a:lnTo>
                  <a:lnTo>
                    <a:pt x="746108" y="446599"/>
                  </a:lnTo>
                  <a:lnTo>
                    <a:pt x="751554" y="446989"/>
                  </a:lnTo>
                  <a:lnTo>
                    <a:pt x="757000" y="447381"/>
                  </a:lnTo>
                  <a:lnTo>
                    <a:pt x="762446" y="447765"/>
                  </a:lnTo>
                  <a:lnTo>
                    <a:pt x="767892" y="448101"/>
                  </a:lnTo>
                  <a:lnTo>
                    <a:pt x="773338" y="448331"/>
                  </a:lnTo>
                  <a:lnTo>
                    <a:pt x="778784" y="448379"/>
                  </a:lnTo>
                  <a:lnTo>
                    <a:pt x="784230" y="448172"/>
                  </a:lnTo>
                  <a:lnTo>
                    <a:pt x="789676" y="447652"/>
                  </a:lnTo>
                  <a:lnTo>
                    <a:pt x="795122" y="446798"/>
                  </a:lnTo>
                  <a:lnTo>
                    <a:pt x="800568" y="445637"/>
                  </a:lnTo>
                  <a:lnTo>
                    <a:pt x="806014" y="444244"/>
                  </a:lnTo>
                  <a:lnTo>
                    <a:pt x="811460" y="442733"/>
                  </a:lnTo>
                  <a:lnTo>
                    <a:pt x="816906" y="441235"/>
                  </a:lnTo>
                  <a:lnTo>
                    <a:pt x="822352" y="439869"/>
                  </a:lnTo>
                  <a:lnTo>
                    <a:pt x="827798" y="438720"/>
                  </a:lnTo>
                  <a:lnTo>
                    <a:pt x="833244" y="437816"/>
                  </a:lnTo>
                  <a:lnTo>
                    <a:pt x="838690" y="437129"/>
                  </a:lnTo>
                  <a:lnTo>
                    <a:pt x="844136" y="436574"/>
                  </a:lnTo>
                  <a:lnTo>
                    <a:pt x="849583" y="436030"/>
                  </a:lnTo>
                  <a:lnTo>
                    <a:pt x="855029" y="435350"/>
                  </a:lnTo>
                  <a:lnTo>
                    <a:pt x="860475" y="434400"/>
                  </a:lnTo>
                  <a:lnTo>
                    <a:pt x="865921" y="433101"/>
                  </a:lnTo>
                  <a:lnTo>
                    <a:pt x="871367" y="431425"/>
                  </a:lnTo>
                  <a:lnTo>
                    <a:pt x="876813" y="429426"/>
                  </a:lnTo>
                  <a:lnTo>
                    <a:pt x="882259" y="427230"/>
                  </a:lnTo>
                  <a:lnTo>
                    <a:pt x="887705" y="425017"/>
                  </a:lnTo>
                  <a:lnTo>
                    <a:pt x="893151" y="422971"/>
                  </a:lnTo>
                  <a:lnTo>
                    <a:pt x="898597" y="421220"/>
                  </a:lnTo>
                  <a:lnTo>
                    <a:pt x="904043" y="419779"/>
                  </a:lnTo>
                  <a:lnTo>
                    <a:pt x="909489" y="418516"/>
                  </a:lnTo>
                  <a:lnTo>
                    <a:pt x="914935" y="417161"/>
                  </a:lnTo>
                  <a:lnTo>
                    <a:pt x="920381" y="415355"/>
                  </a:lnTo>
                  <a:lnTo>
                    <a:pt x="925827" y="412722"/>
                  </a:lnTo>
                  <a:lnTo>
                    <a:pt x="931273" y="408941"/>
                  </a:lnTo>
                  <a:lnTo>
                    <a:pt x="936719" y="403785"/>
                  </a:lnTo>
                  <a:lnTo>
                    <a:pt x="942165" y="397101"/>
                  </a:lnTo>
                  <a:lnTo>
                    <a:pt x="947611" y="388710"/>
                  </a:lnTo>
                  <a:lnTo>
                    <a:pt x="953057" y="378542"/>
                  </a:lnTo>
                  <a:lnTo>
                    <a:pt x="958503" y="366285"/>
                  </a:lnTo>
                  <a:lnTo>
                    <a:pt x="963949" y="351416"/>
                  </a:lnTo>
                  <a:lnTo>
                    <a:pt x="969396" y="333182"/>
                  </a:lnTo>
                  <a:lnTo>
                    <a:pt x="974842" y="310663"/>
                  </a:lnTo>
                  <a:lnTo>
                    <a:pt x="980288" y="282936"/>
                  </a:lnTo>
                  <a:lnTo>
                    <a:pt x="985734" y="249355"/>
                  </a:lnTo>
                  <a:lnTo>
                    <a:pt x="991180" y="209937"/>
                  </a:lnTo>
                  <a:lnTo>
                    <a:pt x="996626" y="165760"/>
                  </a:lnTo>
                  <a:lnTo>
                    <a:pt x="1002072" y="119277"/>
                  </a:lnTo>
                  <a:lnTo>
                    <a:pt x="1007518" y="74375"/>
                  </a:lnTo>
                  <a:lnTo>
                    <a:pt x="1012964" y="36058"/>
                  </a:lnTo>
                  <a:lnTo>
                    <a:pt x="1018410" y="9704"/>
                  </a:lnTo>
                  <a:lnTo>
                    <a:pt x="1023856" y="0"/>
                  </a:lnTo>
                  <a:lnTo>
                    <a:pt x="1029302" y="9798"/>
                  </a:lnTo>
                  <a:lnTo>
                    <a:pt x="1034748" y="39958"/>
                  </a:lnTo>
                  <a:lnTo>
                    <a:pt x="1040194" y="86702"/>
                  </a:lnTo>
                  <a:lnTo>
                    <a:pt x="1045640" y="143970"/>
                  </a:lnTo>
                  <a:lnTo>
                    <a:pt x="1051086" y="205295"/>
                  </a:lnTo>
                  <a:lnTo>
                    <a:pt x="1056532" y="264621"/>
                  </a:lnTo>
                  <a:lnTo>
                    <a:pt x="1061978" y="317314"/>
                  </a:lnTo>
                  <a:lnTo>
                    <a:pt x="1067424" y="360672"/>
                  </a:lnTo>
                  <a:lnTo>
                    <a:pt x="1072870" y="393893"/>
                  </a:lnTo>
                  <a:lnTo>
                    <a:pt x="1078316" y="417666"/>
                  </a:lnTo>
                  <a:lnTo>
                    <a:pt x="1083762" y="433581"/>
                  </a:lnTo>
                  <a:lnTo>
                    <a:pt x="1089209" y="443557"/>
                  </a:lnTo>
                  <a:lnTo>
                    <a:pt x="1094655" y="449414"/>
                  </a:lnTo>
                  <a:lnTo>
                    <a:pt x="1100101" y="452634"/>
                  </a:lnTo>
                  <a:lnTo>
                    <a:pt x="1105547" y="454292"/>
                  </a:lnTo>
                  <a:lnTo>
                    <a:pt x="1110993" y="455091"/>
                  </a:lnTo>
                  <a:lnTo>
                    <a:pt x="1116439" y="455451"/>
                  </a:lnTo>
                  <a:lnTo>
                    <a:pt x="1121885" y="455602"/>
                  </a:lnTo>
                  <a:lnTo>
                    <a:pt x="1127331" y="455660"/>
                  </a:lnTo>
                  <a:lnTo>
                    <a:pt x="1132777" y="455683"/>
                  </a:lnTo>
                  <a:lnTo>
                    <a:pt x="1138223" y="455692"/>
                  </a:lnTo>
                  <a:lnTo>
                    <a:pt x="1143669" y="455695"/>
                  </a:lnTo>
                  <a:lnTo>
                    <a:pt x="1149115" y="455696"/>
                  </a:lnTo>
                  <a:lnTo>
                    <a:pt x="1154561" y="455696"/>
                  </a:lnTo>
                  <a:lnTo>
                    <a:pt x="1160007" y="455696"/>
                  </a:lnTo>
                  <a:lnTo>
                    <a:pt x="1165453" y="455696"/>
                  </a:lnTo>
                  <a:lnTo>
                    <a:pt x="1170899" y="455696"/>
                  </a:lnTo>
                  <a:lnTo>
                    <a:pt x="1176345" y="455696"/>
                  </a:lnTo>
                  <a:lnTo>
                    <a:pt x="1181791" y="455696"/>
                  </a:lnTo>
                  <a:lnTo>
                    <a:pt x="1187237" y="455696"/>
                  </a:lnTo>
                  <a:lnTo>
                    <a:pt x="1192683" y="455696"/>
                  </a:lnTo>
                  <a:lnTo>
                    <a:pt x="1198129" y="455696"/>
                  </a:lnTo>
                  <a:lnTo>
                    <a:pt x="1203575" y="455696"/>
                  </a:lnTo>
                  <a:lnTo>
                    <a:pt x="1209021" y="455696"/>
                  </a:lnTo>
                  <a:lnTo>
                    <a:pt x="1214468" y="455696"/>
                  </a:lnTo>
                  <a:lnTo>
                    <a:pt x="1219914" y="455696"/>
                  </a:lnTo>
                  <a:lnTo>
                    <a:pt x="1225360" y="455696"/>
                  </a:lnTo>
                  <a:lnTo>
                    <a:pt x="1230806" y="455696"/>
                  </a:lnTo>
                  <a:lnTo>
                    <a:pt x="1236252" y="455696"/>
                  </a:lnTo>
                  <a:lnTo>
                    <a:pt x="1241698" y="455696"/>
                  </a:lnTo>
                  <a:lnTo>
                    <a:pt x="1247144" y="455696"/>
                  </a:lnTo>
                  <a:lnTo>
                    <a:pt x="1252590" y="455696"/>
                  </a:lnTo>
                  <a:lnTo>
                    <a:pt x="1258036" y="455696"/>
                  </a:lnTo>
                  <a:lnTo>
                    <a:pt x="1263482" y="455696"/>
                  </a:lnTo>
                  <a:lnTo>
                    <a:pt x="1268928" y="455696"/>
                  </a:lnTo>
                  <a:lnTo>
                    <a:pt x="1274374" y="455696"/>
                  </a:lnTo>
                  <a:lnTo>
                    <a:pt x="1279820" y="455696"/>
                  </a:lnTo>
                  <a:lnTo>
                    <a:pt x="1285266" y="455696"/>
                  </a:lnTo>
                  <a:lnTo>
                    <a:pt x="1290712" y="455696"/>
                  </a:lnTo>
                  <a:lnTo>
                    <a:pt x="1296158" y="455696"/>
                  </a:lnTo>
                  <a:lnTo>
                    <a:pt x="1301604" y="455696"/>
                  </a:lnTo>
                  <a:lnTo>
                    <a:pt x="1307050" y="455696"/>
                  </a:lnTo>
                  <a:lnTo>
                    <a:pt x="1312496" y="455696"/>
                  </a:lnTo>
                  <a:lnTo>
                    <a:pt x="1317942" y="455696"/>
                  </a:lnTo>
                  <a:lnTo>
                    <a:pt x="1323388" y="455696"/>
                  </a:lnTo>
                  <a:lnTo>
                    <a:pt x="1328834" y="455696"/>
                  </a:lnTo>
                  <a:lnTo>
                    <a:pt x="1334281" y="455696"/>
                  </a:lnTo>
                  <a:lnTo>
                    <a:pt x="1339727" y="455696"/>
                  </a:lnTo>
                  <a:lnTo>
                    <a:pt x="1345173" y="455696"/>
                  </a:lnTo>
                  <a:lnTo>
                    <a:pt x="1350619" y="455696"/>
                  </a:lnTo>
                  <a:lnTo>
                    <a:pt x="1356065" y="455696"/>
                  </a:lnTo>
                  <a:lnTo>
                    <a:pt x="1361511" y="455696"/>
                  </a:lnTo>
                  <a:lnTo>
                    <a:pt x="1366957" y="455696"/>
                  </a:lnTo>
                  <a:lnTo>
                    <a:pt x="1372403" y="455696"/>
                  </a:lnTo>
                  <a:lnTo>
                    <a:pt x="1377849" y="455696"/>
                  </a:lnTo>
                  <a:lnTo>
                    <a:pt x="1383295" y="455696"/>
                  </a:lnTo>
                  <a:lnTo>
                    <a:pt x="1388741" y="455696"/>
                  </a:lnTo>
                  <a:lnTo>
                    <a:pt x="1394187" y="455696"/>
                  </a:lnTo>
                  <a:lnTo>
                    <a:pt x="1399633" y="455696"/>
                  </a:lnTo>
                  <a:lnTo>
                    <a:pt x="1405079" y="455696"/>
                  </a:lnTo>
                  <a:lnTo>
                    <a:pt x="1410525" y="455696"/>
                  </a:lnTo>
                  <a:lnTo>
                    <a:pt x="1415971" y="455696"/>
                  </a:lnTo>
                  <a:lnTo>
                    <a:pt x="1421417" y="455696"/>
                  </a:lnTo>
                  <a:lnTo>
                    <a:pt x="1426863" y="455696"/>
                  </a:lnTo>
                  <a:lnTo>
                    <a:pt x="1432309" y="455696"/>
                  </a:lnTo>
                  <a:lnTo>
                    <a:pt x="1437755" y="455696"/>
                  </a:lnTo>
                  <a:lnTo>
                    <a:pt x="1443201" y="455696"/>
                  </a:lnTo>
                  <a:lnTo>
                    <a:pt x="1448647" y="455696"/>
                  </a:lnTo>
                  <a:lnTo>
                    <a:pt x="1454094" y="455696"/>
                  </a:lnTo>
                  <a:lnTo>
                    <a:pt x="1459540" y="455696"/>
                  </a:lnTo>
                  <a:lnTo>
                    <a:pt x="1464986" y="455696"/>
                  </a:lnTo>
                  <a:lnTo>
                    <a:pt x="1470432" y="455696"/>
                  </a:lnTo>
                  <a:lnTo>
                    <a:pt x="1475878" y="455696"/>
                  </a:lnTo>
                  <a:lnTo>
                    <a:pt x="1481324" y="455696"/>
                  </a:lnTo>
                  <a:lnTo>
                    <a:pt x="1486770" y="455696"/>
                  </a:lnTo>
                  <a:lnTo>
                    <a:pt x="1492216" y="455696"/>
                  </a:lnTo>
                  <a:lnTo>
                    <a:pt x="1497662" y="455696"/>
                  </a:lnTo>
                  <a:lnTo>
                    <a:pt x="1503108" y="455696"/>
                  </a:lnTo>
                  <a:lnTo>
                    <a:pt x="1508554" y="455696"/>
                  </a:lnTo>
                  <a:lnTo>
                    <a:pt x="1514000" y="455696"/>
                  </a:lnTo>
                  <a:lnTo>
                    <a:pt x="1519446" y="455696"/>
                  </a:lnTo>
                  <a:lnTo>
                    <a:pt x="1524892" y="455696"/>
                  </a:lnTo>
                  <a:lnTo>
                    <a:pt x="1530338" y="455696"/>
                  </a:lnTo>
                  <a:lnTo>
                    <a:pt x="1535784" y="455696"/>
                  </a:lnTo>
                  <a:lnTo>
                    <a:pt x="1541230" y="455696"/>
                  </a:lnTo>
                  <a:lnTo>
                    <a:pt x="1546676" y="455696"/>
                  </a:lnTo>
                  <a:lnTo>
                    <a:pt x="1552122" y="455696"/>
                  </a:lnTo>
                  <a:lnTo>
                    <a:pt x="1557568" y="455696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6"/>
                  </a:lnTo>
                  <a:lnTo>
                    <a:pt x="2113065" y="455696"/>
                  </a:lnTo>
                  <a:lnTo>
                    <a:pt x="2118511" y="455696"/>
                  </a:lnTo>
                  <a:lnTo>
                    <a:pt x="2123957" y="455696"/>
                  </a:lnTo>
                  <a:lnTo>
                    <a:pt x="2129403" y="455696"/>
                  </a:lnTo>
                  <a:lnTo>
                    <a:pt x="2134849" y="455696"/>
                  </a:lnTo>
                  <a:lnTo>
                    <a:pt x="2140295" y="455696"/>
                  </a:lnTo>
                  <a:lnTo>
                    <a:pt x="2145741" y="455696"/>
                  </a:lnTo>
                  <a:lnTo>
                    <a:pt x="2151187" y="455696"/>
                  </a:lnTo>
                  <a:lnTo>
                    <a:pt x="2156633" y="455696"/>
                  </a:lnTo>
                  <a:lnTo>
                    <a:pt x="2162079" y="455696"/>
                  </a:lnTo>
                  <a:lnTo>
                    <a:pt x="2167525" y="455696"/>
                  </a:lnTo>
                  <a:lnTo>
                    <a:pt x="2172971" y="455696"/>
                  </a:lnTo>
                  <a:lnTo>
                    <a:pt x="2178418" y="455696"/>
                  </a:lnTo>
                  <a:lnTo>
                    <a:pt x="2183864" y="455696"/>
                  </a:lnTo>
                  <a:lnTo>
                    <a:pt x="2189310" y="455696"/>
                  </a:lnTo>
                  <a:lnTo>
                    <a:pt x="2194756" y="455696"/>
                  </a:lnTo>
                  <a:lnTo>
                    <a:pt x="2200202" y="455696"/>
                  </a:lnTo>
                  <a:lnTo>
                    <a:pt x="2205648" y="455696"/>
                  </a:lnTo>
                  <a:lnTo>
                    <a:pt x="2211094" y="455696"/>
                  </a:lnTo>
                  <a:lnTo>
                    <a:pt x="2216540" y="455696"/>
                  </a:lnTo>
                  <a:lnTo>
                    <a:pt x="2221986" y="455696"/>
                  </a:lnTo>
                  <a:lnTo>
                    <a:pt x="2227432" y="455696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6"/>
                  </a:lnTo>
                  <a:lnTo>
                    <a:pt x="2494288" y="455696"/>
                  </a:lnTo>
                  <a:lnTo>
                    <a:pt x="2499734" y="455696"/>
                  </a:lnTo>
                  <a:lnTo>
                    <a:pt x="2505180" y="455696"/>
                  </a:lnTo>
                  <a:lnTo>
                    <a:pt x="2510626" y="455696"/>
                  </a:lnTo>
                  <a:lnTo>
                    <a:pt x="2516072" y="455696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3957616" y="1070744"/>
              <a:ext cx="2782929" cy="286040"/>
            </a:xfrm>
            <a:custGeom>
              <a:avLst/>
              <a:pathLst>
                <a:path w="2782929" h="286040">
                  <a:moveTo>
                    <a:pt x="0" y="286040"/>
                  </a:moveTo>
                  <a:lnTo>
                    <a:pt x="5446" y="286040"/>
                  </a:lnTo>
                  <a:lnTo>
                    <a:pt x="10892" y="286040"/>
                  </a:lnTo>
                  <a:lnTo>
                    <a:pt x="16338" y="286040"/>
                  </a:lnTo>
                  <a:lnTo>
                    <a:pt x="21784" y="286040"/>
                  </a:lnTo>
                  <a:lnTo>
                    <a:pt x="27230" y="286040"/>
                  </a:lnTo>
                  <a:lnTo>
                    <a:pt x="32676" y="286040"/>
                  </a:lnTo>
                  <a:lnTo>
                    <a:pt x="38122" y="286040"/>
                  </a:lnTo>
                  <a:lnTo>
                    <a:pt x="43568" y="286040"/>
                  </a:lnTo>
                  <a:lnTo>
                    <a:pt x="49014" y="286040"/>
                  </a:lnTo>
                  <a:lnTo>
                    <a:pt x="54460" y="286040"/>
                  </a:lnTo>
                  <a:lnTo>
                    <a:pt x="59906" y="286040"/>
                  </a:lnTo>
                  <a:lnTo>
                    <a:pt x="65352" y="286040"/>
                  </a:lnTo>
                  <a:lnTo>
                    <a:pt x="70798" y="286040"/>
                  </a:lnTo>
                  <a:lnTo>
                    <a:pt x="76244" y="286040"/>
                  </a:lnTo>
                  <a:lnTo>
                    <a:pt x="81690" y="286040"/>
                  </a:lnTo>
                  <a:lnTo>
                    <a:pt x="87136" y="286040"/>
                  </a:lnTo>
                  <a:lnTo>
                    <a:pt x="92582" y="286040"/>
                  </a:lnTo>
                  <a:lnTo>
                    <a:pt x="98028" y="286040"/>
                  </a:lnTo>
                  <a:lnTo>
                    <a:pt x="103474" y="286040"/>
                  </a:lnTo>
                  <a:lnTo>
                    <a:pt x="108920" y="286040"/>
                  </a:lnTo>
                  <a:lnTo>
                    <a:pt x="114366" y="286040"/>
                  </a:lnTo>
                  <a:lnTo>
                    <a:pt x="119812" y="286040"/>
                  </a:lnTo>
                  <a:lnTo>
                    <a:pt x="125259" y="286040"/>
                  </a:lnTo>
                  <a:lnTo>
                    <a:pt x="130705" y="286040"/>
                  </a:lnTo>
                  <a:lnTo>
                    <a:pt x="136151" y="286040"/>
                  </a:lnTo>
                  <a:lnTo>
                    <a:pt x="141597" y="286040"/>
                  </a:lnTo>
                  <a:lnTo>
                    <a:pt x="147043" y="286040"/>
                  </a:lnTo>
                  <a:lnTo>
                    <a:pt x="152489" y="286040"/>
                  </a:lnTo>
                  <a:lnTo>
                    <a:pt x="157935" y="286040"/>
                  </a:lnTo>
                  <a:lnTo>
                    <a:pt x="163381" y="286040"/>
                  </a:lnTo>
                  <a:lnTo>
                    <a:pt x="168827" y="286040"/>
                  </a:lnTo>
                  <a:lnTo>
                    <a:pt x="174273" y="286040"/>
                  </a:lnTo>
                  <a:lnTo>
                    <a:pt x="179719" y="286040"/>
                  </a:lnTo>
                  <a:lnTo>
                    <a:pt x="185165" y="286040"/>
                  </a:lnTo>
                  <a:lnTo>
                    <a:pt x="190611" y="286040"/>
                  </a:lnTo>
                  <a:lnTo>
                    <a:pt x="196057" y="286040"/>
                  </a:lnTo>
                  <a:lnTo>
                    <a:pt x="201503" y="286040"/>
                  </a:lnTo>
                  <a:lnTo>
                    <a:pt x="206949" y="286040"/>
                  </a:lnTo>
                  <a:lnTo>
                    <a:pt x="212395" y="286040"/>
                  </a:lnTo>
                  <a:lnTo>
                    <a:pt x="217841" y="286040"/>
                  </a:lnTo>
                  <a:lnTo>
                    <a:pt x="223287" y="286040"/>
                  </a:lnTo>
                  <a:lnTo>
                    <a:pt x="228733" y="286040"/>
                  </a:lnTo>
                  <a:lnTo>
                    <a:pt x="234179" y="286040"/>
                  </a:lnTo>
                  <a:lnTo>
                    <a:pt x="239625" y="286040"/>
                  </a:lnTo>
                  <a:lnTo>
                    <a:pt x="245072" y="286040"/>
                  </a:lnTo>
                  <a:lnTo>
                    <a:pt x="250518" y="286040"/>
                  </a:lnTo>
                  <a:lnTo>
                    <a:pt x="255964" y="286040"/>
                  </a:lnTo>
                  <a:lnTo>
                    <a:pt x="261410" y="286040"/>
                  </a:lnTo>
                  <a:lnTo>
                    <a:pt x="266856" y="286040"/>
                  </a:lnTo>
                  <a:lnTo>
                    <a:pt x="272302" y="286039"/>
                  </a:lnTo>
                  <a:lnTo>
                    <a:pt x="277748" y="286039"/>
                  </a:lnTo>
                  <a:lnTo>
                    <a:pt x="283194" y="286037"/>
                  </a:lnTo>
                  <a:lnTo>
                    <a:pt x="288640" y="286035"/>
                  </a:lnTo>
                  <a:lnTo>
                    <a:pt x="294086" y="286031"/>
                  </a:lnTo>
                  <a:lnTo>
                    <a:pt x="299532" y="286024"/>
                  </a:lnTo>
                  <a:lnTo>
                    <a:pt x="304978" y="286012"/>
                  </a:lnTo>
                  <a:lnTo>
                    <a:pt x="310424" y="285994"/>
                  </a:lnTo>
                  <a:lnTo>
                    <a:pt x="315870" y="285967"/>
                  </a:lnTo>
                  <a:lnTo>
                    <a:pt x="321316" y="285929"/>
                  </a:lnTo>
                  <a:lnTo>
                    <a:pt x="326762" y="285877"/>
                  </a:lnTo>
                  <a:lnTo>
                    <a:pt x="332208" y="285808"/>
                  </a:lnTo>
                  <a:lnTo>
                    <a:pt x="337654" y="285722"/>
                  </a:lnTo>
                  <a:lnTo>
                    <a:pt x="343100" y="285616"/>
                  </a:lnTo>
                  <a:lnTo>
                    <a:pt x="348546" y="285494"/>
                  </a:lnTo>
                  <a:lnTo>
                    <a:pt x="353992" y="285361"/>
                  </a:lnTo>
                  <a:lnTo>
                    <a:pt x="359438" y="285221"/>
                  </a:lnTo>
                  <a:lnTo>
                    <a:pt x="364885" y="285083"/>
                  </a:lnTo>
                  <a:lnTo>
                    <a:pt x="370331" y="284952"/>
                  </a:lnTo>
                  <a:lnTo>
                    <a:pt x="375777" y="284835"/>
                  </a:lnTo>
                  <a:lnTo>
                    <a:pt x="381223" y="284736"/>
                  </a:lnTo>
                  <a:lnTo>
                    <a:pt x="386669" y="284658"/>
                  </a:lnTo>
                  <a:lnTo>
                    <a:pt x="392115" y="284599"/>
                  </a:lnTo>
                  <a:lnTo>
                    <a:pt x="397561" y="284557"/>
                  </a:lnTo>
                  <a:lnTo>
                    <a:pt x="403007" y="284526"/>
                  </a:lnTo>
                  <a:lnTo>
                    <a:pt x="408453" y="284499"/>
                  </a:lnTo>
                  <a:lnTo>
                    <a:pt x="413899" y="284468"/>
                  </a:lnTo>
                  <a:lnTo>
                    <a:pt x="419345" y="284422"/>
                  </a:lnTo>
                  <a:lnTo>
                    <a:pt x="424791" y="284353"/>
                  </a:lnTo>
                  <a:lnTo>
                    <a:pt x="430237" y="284255"/>
                  </a:lnTo>
                  <a:lnTo>
                    <a:pt x="435683" y="284122"/>
                  </a:lnTo>
                  <a:lnTo>
                    <a:pt x="441129" y="283952"/>
                  </a:lnTo>
                  <a:lnTo>
                    <a:pt x="446575" y="283743"/>
                  </a:lnTo>
                  <a:lnTo>
                    <a:pt x="452021" y="283500"/>
                  </a:lnTo>
                  <a:lnTo>
                    <a:pt x="457467" y="283227"/>
                  </a:lnTo>
                  <a:lnTo>
                    <a:pt x="462913" y="282933"/>
                  </a:lnTo>
                  <a:lnTo>
                    <a:pt x="468359" y="282627"/>
                  </a:lnTo>
                  <a:lnTo>
                    <a:pt x="473805" y="282318"/>
                  </a:lnTo>
                  <a:lnTo>
                    <a:pt x="479251" y="282009"/>
                  </a:lnTo>
                  <a:lnTo>
                    <a:pt x="484698" y="281702"/>
                  </a:lnTo>
                  <a:lnTo>
                    <a:pt x="490144" y="281392"/>
                  </a:lnTo>
                  <a:lnTo>
                    <a:pt x="495590" y="281069"/>
                  </a:lnTo>
                  <a:lnTo>
                    <a:pt x="501036" y="280728"/>
                  </a:lnTo>
                  <a:lnTo>
                    <a:pt x="506482" y="280365"/>
                  </a:lnTo>
                  <a:lnTo>
                    <a:pt x="511928" y="279986"/>
                  </a:lnTo>
                  <a:lnTo>
                    <a:pt x="517374" y="279603"/>
                  </a:lnTo>
                  <a:lnTo>
                    <a:pt x="522820" y="279237"/>
                  </a:lnTo>
                  <a:lnTo>
                    <a:pt x="528266" y="278910"/>
                  </a:lnTo>
                  <a:lnTo>
                    <a:pt x="533712" y="278645"/>
                  </a:lnTo>
                  <a:lnTo>
                    <a:pt x="539158" y="278454"/>
                  </a:lnTo>
                  <a:lnTo>
                    <a:pt x="544604" y="278338"/>
                  </a:lnTo>
                  <a:lnTo>
                    <a:pt x="550050" y="278284"/>
                  </a:lnTo>
                  <a:lnTo>
                    <a:pt x="555496" y="278267"/>
                  </a:lnTo>
                  <a:lnTo>
                    <a:pt x="560942" y="278249"/>
                  </a:lnTo>
                  <a:lnTo>
                    <a:pt x="566388" y="278188"/>
                  </a:lnTo>
                  <a:lnTo>
                    <a:pt x="571834" y="278046"/>
                  </a:lnTo>
                  <a:lnTo>
                    <a:pt x="577280" y="277804"/>
                  </a:lnTo>
                  <a:lnTo>
                    <a:pt x="582726" y="277457"/>
                  </a:lnTo>
                  <a:lnTo>
                    <a:pt x="588172" y="277012"/>
                  </a:lnTo>
                  <a:lnTo>
                    <a:pt x="593618" y="276493"/>
                  </a:lnTo>
                  <a:lnTo>
                    <a:pt x="599064" y="275929"/>
                  </a:lnTo>
                  <a:lnTo>
                    <a:pt x="604510" y="275353"/>
                  </a:lnTo>
                  <a:lnTo>
                    <a:pt x="609957" y="274795"/>
                  </a:lnTo>
                  <a:lnTo>
                    <a:pt x="615403" y="274283"/>
                  </a:lnTo>
                  <a:lnTo>
                    <a:pt x="620849" y="273833"/>
                  </a:lnTo>
                  <a:lnTo>
                    <a:pt x="626295" y="273456"/>
                  </a:lnTo>
                  <a:lnTo>
                    <a:pt x="631741" y="273149"/>
                  </a:lnTo>
                  <a:lnTo>
                    <a:pt x="637187" y="272900"/>
                  </a:lnTo>
                  <a:lnTo>
                    <a:pt x="642633" y="272686"/>
                  </a:lnTo>
                  <a:lnTo>
                    <a:pt x="648079" y="272465"/>
                  </a:lnTo>
                  <a:lnTo>
                    <a:pt x="653525" y="272195"/>
                  </a:lnTo>
                  <a:lnTo>
                    <a:pt x="658971" y="271831"/>
                  </a:lnTo>
                  <a:lnTo>
                    <a:pt x="664417" y="271336"/>
                  </a:lnTo>
                  <a:lnTo>
                    <a:pt x="669863" y="270689"/>
                  </a:lnTo>
                  <a:lnTo>
                    <a:pt x="675309" y="269891"/>
                  </a:lnTo>
                  <a:lnTo>
                    <a:pt x="680755" y="268975"/>
                  </a:lnTo>
                  <a:lnTo>
                    <a:pt x="686201" y="268006"/>
                  </a:lnTo>
                  <a:lnTo>
                    <a:pt x="691647" y="267074"/>
                  </a:lnTo>
                  <a:lnTo>
                    <a:pt x="697093" y="266290"/>
                  </a:lnTo>
                  <a:lnTo>
                    <a:pt x="702539" y="265762"/>
                  </a:lnTo>
                  <a:lnTo>
                    <a:pt x="707985" y="265585"/>
                  </a:lnTo>
                  <a:lnTo>
                    <a:pt x="713431" y="265815"/>
                  </a:lnTo>
                  <a:lnTo>
                    <a:pt x="718877" y="266485"/>
                  </a:lnTo>
                  <a:lnTo>
                    <a:pt x="724323" y="267508"/>
                  </a:lnTo>
                  <a:lnTo>
                    <a:pt x="729770" y="268773"/>
                  </a:lnTo>
                  <a:lnTo>
                    <a:pt x="735216" y="270147"/>
                  </a:lnTo>
                  <a:lnTo>
                    <a:pt x="740662" y="271489"/>
                  </a:lnTo>
                  <a:lnTo>
                    <a:pt x="746108" y="272678"/>
                  </a:lnTo>
                  <a:lnTo>
                    <a:pt x="751554" y="273622"/>
                  </a:lnTo>
                  <a:lnTo>
                    <a:pt x="757000" y="274275"/>
                  </a:lnTo>
                  <a:lnTo>
                    <a:pt x="762446" y="274636"/>
                  </a:lnTo>
                  <a:lnTo>
                    <a:pt x="767892" y="274746"/>
                  </a:lnTo>
                  <a:lnTo>
                    <a:pt x="773338" y="274675"/>
                  </a:lnTo>
                  <a:lnTo>
                    <a:pt x="778784" y="274511"/>
                  </a:lnTo>
                  <a:lnTo>
                    <a:pt x="784230" y="274339"/>
                  </a:lnTo>
                  <a:lnTo>
                    <a:pt x="789676" y="274230"/>
                  </a:lnTo>
                  <a:lnTo>
                    <a:pt x="795122" y="274240"/>
                  </a:lnTo>
                  <a:lnTo>
                    <a:pt x="800568" y="274376"/>
                  </a:lnTo>
                  <a:lnTo>
                    <a:pt x="806014" y="274625"/>
                  </a:lnTo>
                  <a:lnTo>
                    <a:pt x="811460" y="274959"/>
                  </a:lnTo>
                  <a:lnTo>
                    <a:pt x="816906" y="275347"/>
                  </a:lnTo>
                  <a:lnTo>
                    <a:pt x="822352" y="275756"/>
                  </a:lnTo>
                  <a:lnTo>
                    <a:pt x="827798" y="276166"/>
                  </a:lnTo>
                  <a:lnTo>
                    <a:pt x="833244" y="276562"/>
                  </a:lnTo>
                  <a:lnTo>
                    <a:pt x="838690" y="276943"/>
                  </a:lnTo>
                  <a:lnTo>
                    <a:pt x="844136" y="277311"/>
                  </a:lnTo>
                  <a:lnTo>
                    <a:pt x="849583" y="277673"/>
                  </a:lnTo>
                  <a:lnTo>
                    <a:pt x="855029" y="278036"/>
                  </a:lnTo>
                  <a:lnTo>
                    <a:pt x="860475" y="278399"/>
                  </a:lnTo>
                  <a:lnTo>
                    <a:pt x="865921" y="278759"/>
                  </a:lnTo>
                  <a:lnTo>
                    <a:pt x="871367" y="279108"/>
                  </a:lnTo>
                  <a:lnTo>
                    <a:pt x="876813" y="279435"/>
                  </a:lnTo>
                  <a:lnTo>
                    <a:pt x="882259" y="279729"/>
                  </a:lnTo>
                  <a:lnTo>
                    <a:pt x="887705" y="279985"/>
                  </a:lnTo>
                  <a:lnTo>
                    <a:pt x="893151" y="280197"/>
                  </a:lnTo>
                  <a:lnTo>
                    <a:pt x="898597" y="280367"/>
                  </a:lnTo>
                  <a:lnTo>
                    <a:pt x="904043" y="280498"/>
                  </a:lnTo>
                  <a:lnTo>
                    <a:pt x="909489" y="280595"/>
                  </a:lnTo>
                  <a:lnTo>
                    <a:pt x="914935" y="280662"/>
                  </a:lnTo>
                  <a:lnTo>
                    <a:pt x="920381" y="280703"/>
                  </a:lnTo>
                  <a:lnTo>
                    <a:pt x="925827" y="280715"/>
                  </a:lnTo>
                  <a:lnTo>
                    <a:pt x="931273" y="280690"/>
                  </a:lnTo>
                  <a:lnTo>
                    <a:pt x="936719" y="280615"/>
                  </a:lnTo>
                  <a:lnTo>
                    <a:pt x="942165" y="280470"/>
                  </a:lnTo>
                  <a:lnTo>
                    <a:pt x="947611" y="280232"/>
                  </a:lnTo>
                  <a:lnTo>
                    <a:pt x="953057" y="279889"/>
                  </a:lnTo>
                  <a:lnTo>
                    <a:pt x="958503" y="279432"/>
                  </a:lnTo>
                  <a:lnTo>
                    <a:pt x="963949" y="278858"/>
                  </a:lnTo>
                  <a:lnTo>
                    <a:pt x="969396" y="278176"/>
                  </a:lnTo>
                  <a:lnTo>
                    <a:pt x="974842" y="277404"/>
                  </a:lnTo>
                  <a:lnTo>
                    <a:pt x="980288" y="276569"/>
                  </a:lnTo>
                  <a:lnTo>
                    <a:pt x="985734" y="275707"/>
                  </a:lnTo>
                  <a:lnTo>
                    <a:pt x="991180" y="274856"/>
                  </a:lnTo>
                  <a:lnTo>
                    <a:pt x="996626" y="274058"/>
                  </a:lnTo>
                  <a:lnTo>
                    <a:pt x="1002072" y="273349"/>
                  </a:lnTo>
                  <a:lnTo>
                    <a:pt x="1007518" y="272758"/>
                  </a:lnTo>
                  <a:lnTo>
                    <a:pt x="1012964" y="272300"/>
                  </a:lnTo>
                  <a:lnTo>
                    <a:pt x="1018410" y="271981"/>
                  </a:lnTo>
                  <a:lnTo>
                    <a:pt x="1023856" y="271778"/>
                  </a:lnTo>
                  <a:lnTo>
                    <a:pt x="1029302" y="271650"/>
                  </a:lnTo>
                  <a:lnTo>
                    <a:pt x="1034748" y="271550"/>
                  </a:lnTo>
                  <a:lnTo>
                    <a:pt x="1040194" y="271429"/>
                  </a:lnTo>
                  <a:lnTo>
                    <a:pt x="1045640" y="271236"/>
                  </a:lnTo>
                  <a:lnTo>
                    <a:pt x="1051086" y="270928"/>
                  </a:lnTo>
                  <a:lnTo>
                    <a:pt x="1056532" y="270468"/>
                  </a:lnTo>
                  <a:lnTo>
                    <a:pt x="1061978" y="269833"/>
                  </a:lnTo>
                  <a:lnTo>
                    <a:pt x="1067424" y="269011"/>
                  </a:lnTo>
                  <a:lnTo>
                    <a:pt x="1072870" y="268009"/>
                  </a:lnTo>
                  <a:lnTo>
                    <a:pt x="1078316" y="266847"/>
                  </a:lnTo>
                  <a:lnTo>
                    <a:pt x="1083762" y="265562"/>
                  </a:lnTo>
                  <a:lnTo>
                    <a:pt x="1089209" y="264208"/>
                  </a:lnTo>
                  <a:lnTo>
                    <a:pt x="1094655" y="262846"/>
                  </a:lnTo>
                  <a:lnTo>
                    <a:pt x="1100101" y="261543"/>
                  </a:lnTo>
                  <a:lnTo>
                    <a:pt x="1105547" y="260342"/>
                  </a:lnTo>
                  <a:lnTo>
                    <a:pt x="1110993" y="259261"/>
                  </a:lnTo>
                  <a:lnTo>
                    <a:pt x="1116439" y="258284"/>
                  </a:lnTo>
                  <a:lnTo>
                    <a:pt x="1121885" y="257357"/>
                  </a:lnTo>
                  <a:lnTo>
                    <a:pt x="1127331" y="256392"/>
                  </a:lnTo>
                  <a:lnTo>
                    <a:pt x="1132777" y="255269"/>
                  </a:lnTo>
                  <a:lnTo>
                    <a:pt x="1138223" y="253853"/>
                  </a:lnTo>
                  <a:lnTo>
                    <a:pt x="1143669" y="251995"/>
                  </a:lnTo>
                  <a:lnTo>
                    <a:pt x="1149115" y="249554"/>
                  </a:lnTo>
                  <a:lnTo>
                    <a:pt x="1154561" y="246397"/>
                  </a:lnTo>
                  <a:lnTo>
                    <a:pt x="1160007" y="242409"/>
                  </a:lnTo>
                  <a:lnTo>
                    <a:pt x="1165453" y="237487"/>
                  </a:lnTo>
                  <a:lnTo>
                    <a:pt x="1170899" y="231444"/>
                  </a:lnTo>
                  <a:lnTo>
                    <a:pt x="1176345" y="224252"/>
                  </a:lnTo>
                  <a:lnTo>
                    <a:pt x="1181791" y="215797"/>
                  </a:lnTo>
                  <a:lnTo>
                    <a:pt x="1187237" y="205937"/>
                  </a:lnTo>
                  <a:lnTo>
                    <a:pt x="1192683" y="194514"/>
                  </a:lnTo>
                  <a:lnTo>
                    <a:pt x="1198129" y="181363"/>
                  </a:lnTo>
                  <a:lnTo>
                    <a:pt x="1203575" y="166355"/>
                  </a:lnTo>
                  <a:lnTo>
                    <a:pt x="1209021" y="149437"/>
                  </a:lnTo>
                  <a:lnTo>
                    <a:pt x="1214468" y="130692"/>
                  </a:lnTo>
                  <a:lnTo>
                    <a:pt x="1219914" y="110400"/>
                  </a:lnTo>
                  <a:lnTo>
                    <a:pt x="1225360" y="89086"/>
                  </a:lnTo>
                  <a:lnTo>
                    <a:pt x="1230806" y="67545"/>
                  </a:lnTo>
                  <a:lnTo>
                    <a:pt x="1236252" y="46834"/>
                  </a:lnTo>
                  <a:lnTo>
                    <a:pt x="1241698" y="28260"/>
                  </a:lnTo>
                  <a:lnTo>
                    <a:pt x="1247144" y="13543"/>
                  </a:lnTo>
                  <a:lnTo>
                    <a:pt x="1252590" y="3794"/>
                  </a:lnTo>
                  <a:lnTo>
                    <a:pt x="1258036" y="0"/>
                  </a:lnTo>
                  <a:lnTo>
                    <a:pt x="1263482" y="2735"/>
                  </a:lnTo>
                  <a:lnTo>
                    <a:pt x="1268928" y="12069"/>
                  </a:lnTo>
                  <a:lnTo>
                    <a:pt x="1274374" y="27543"/>
                  </a:lnTo>
                  <a:lnTo>
                    <a:pt x="1279820" y="48218"/>
                  </a:lnTo>
                  <a:lnTo>
                    <a:pt x="1285266" y="72786"/>
                  </a:lnTo>
                  <a:lnTo>
                    <a:pt x="1290712" y="99722"/>
                  </a:lnTo>
                  <a:lnTo>
                    <a:pt x="1296158" y="127461"/>
                  </a:lnTo>
                  <a:lnTo>
                    <a:pt x="1301604" y="154557"/>
                  </a:lnTo>
                  <a:lnTo>
                    <a:pt x="1307050" y="179814"/>
                  </a:lnTo>
                  <a:lnTo>
                    <a:pt x="1312496" y="202366"/>
                  </a:lnTo>
                  <a:lnTo>
                    <a:pt x="1317942" y="221609"/>
                  </a:lnTo>
                  <a:lnTo>
                    <a:pt x="1323388" y="237277"/>
                  </a:lnTo>
                  <a:lnTo>
                    <a:pt x="1328834" y="249703"/>
                  </a:lnTo>
                  <a:lnTo>
                    <a:pt x="1334281" y="259197"/>
                  </a:lnTo>
                  <a:lnTo>
                    <a:pt x="1339727" y="266155"/>
                  </a:lnTo>
                  <a:lnTo>
                    <a:pt x="1345173" y="270999"/>
                  </a:lnTo>
                  <a:lnTo>
                    <a:pt x="1350619" y="274141"/>
                  </a:lnTo>
                  <a:lnTo>
                    <a:pt x="1356065" y="275955"/>
                  </a:lnTo>
                  <a:lnTo>
                    <a:pt x="1361511" y="276762"/>
                  </a:lnTo>
                  <a:lnTo>
                    <a:pt x="1366957" y="276834"/>
                  </a:lnTo>
                  <a:lnTo>
                    <a:pt x="1372403" y="276394"/>
                  </a:lnTo>
                  <a:lnTo>
                    <a:pt x="1377849" y="275622"/>
                  </a:lnTo>
                  <a:lnTo>
                    <a:pt x="1383295" y="274657"/>
                  </a:lnTo>
                  <a:lnTo>
                    <a:pt x="1388741" y="273602"/>
                  </a:lnTo>
                  <a:lnTo>
                    <a:pt x="1394187" y="272521"/>
                  </a:lnTo>
                  <a:lnTo>
                    <a:pt x="1399633" y="271440"/>
                  </a:lnTo>
                  <a:lnTo>
                    <a:pt x="1405079" y="270337"/>
                  </a:lnTo>
                  <a:lnTo>
                    <a:pt x="1410525" y="269152"/>
                  </a:lnTo>
                  <a:lnTo>
                    <a:pt x="1415971" y="267802"/>
                  </a:lnTo>
                  <a:lnTo>
                    <a:pt x="1421417" y="266187"/>
                  </a:lnTo>
                  <a:lnTo>
                    <a:pt x="1426863" y="264210"/>
                  </a:lnTo>
                  <a:lnTo>
                    <a:pt x="1432309" y="261794"/>
                  </a:lnTo>
                  <a:lnTo>
                    <a:pt x="1437755" y="258907"/>
                  </a:lnTo>
                  <a:lnTo>
                    <a:pt x="1443201" y="255571"/>
                  </a:lnTo>
                  <a:lnTo>
                    <a:pt x="1448647" y="251879"/>
                  </a:lnTo>
                  <a:lnTo>
                    <a:pt x="1454094" y="247993"/>
                  </a:lnTo>
                  <a:lnTo>
                    <a:pt x="1459540" y="244141"/>
                  </a:lnTo>
                  <a:lnTo>
                    <a:pt x="1464986" y="240593"/>
                  </a:lnTo>
                  <a:lnTo>
                    <a:pt x="1470432" y="237691"/>
                  </a:lnTo>
                  <a:lnTo>
                    <a:pt x="1475878" y="235714"/>
                  </a:lnTo>
                  <a:lnTo>
                    <a:pt x="1481324" y="234844"/>
                  </a:lnTo>
                  <a:lnTo>
                    <a:pt x="1486770" y="235194"/>
                  </a:lnTo>
                  <a:lnTo>
                    <a:pt x="1492216" y="236774"/>
                  </a:lnTo>
                  <a:lnTo>
                    <a:pt x="1497662" y="239496"/>
                  </a:lnTo>
                  <a:lnTo>
                    <a:pt x="1503108" y="243180"/>
                  </a:lnTo>
                  <a:lnTo>
                    <a:pt x="1508554" y="247582"/>
                  </a:lnTo>
                  <a:lnTo>
                    <a:pt x="1514000" y="252422"/>
                  </a:lnTo>
                  <a:lnTo>
                    <a:pt x="1519446" y="257415"/>
                  </a:lnTo>
                  <a:lnTo>
                    <a:pt x="1524892" y="262297"/>
                  </a:lnTo>
                  <a:lnTo>
                    <a:pt x="1530338" y="266854"/>
                  </a:lnTo>
                  <a:lnTo>
                    <a:pt x="1535784" y="270930"/>
                  </a:lnTo>
                  <a:lnTo>
                    <a:pt x="1541230" y="274433"/>
                  </a:lnTo>
                  <a:lnTo>
                    <a:pt x="1546676" y="277293"/>
                  </a:lnTo>
                  <a:lnTo>
                    <a:pt x="1552122" y="279576"/>
                  </a:lnTo>
                  <a:lnTo>
                    <a:pt x="1557568" y="281351"/>
                  </a:lnTo>
                  <a:lnTo>
                    <a:pt x="1563014" y="282695"/>
                  </a:lnTo>
                  <a:lnTo>
                    <a:pt x="1568460" y="283689"/>
                  </a:lnTo>
                  <a:lnTo>
                    <a:pt x="1573907" y="284410"/>
                  </a:lnTo>
                  <a:lnTo>
                    <a:pt x="1579353" y="284923"/>
                  </a:lnTo>
                  <a:lnTo>
                    <a:pt x="1584799" y="285284"/>
                  </a:lnTo>
                  <a:lnTo>
                    <a:pt x="1590245" y="285534"/>
                  </a:lnTo>
                  <a:lnTo>
                    <a:pt x="1595691" y="285707"/>
                  </a:lnTo>
                  <a:lnTo>
                    <a:pt x="1601137" y="285824"/>
                  </a:lnTo>
                  <a:lnTo>
                    <a:pt x="1606583" y="285903"/>
                  </a:lnTo>
                  <a:lnTo>
                    <a:pt x="1612029" y="285955"/>
                  </a:lnTo>
                  <a:lnTo>
                    <a:pt x="1617475" y="285989"/>
                  </a:lnTo>
                  <a:lnTo>
                    <a:pt x="1622921" y="286009"/>
                  </a:lnTo>
                  <a:lnTo>
                    <a:pt x="1628367" y="286022"/>
                  </a:lnTo>
                  <a:lnTo>
                    <a:pt x="1633813" y="286030"/>
                  </a:lnTo>
                  <a:lnTo>
                    <a:pt x="1639259" y="286035"/>
                  </a:lnTo>
                  <a:lnTo>
                    <a:pt x="1644705" y="286037"/>
                  </a:lnTo>
                  <a:lnTo>
                    <a:pt x="1650151" y="286039"/>
                  </a:lnTo>
                  <a:lnTo>
                    <a:pt x="1655597" y="286039"/>
                  </a:lnTo>
                  <a:lnTo>
                    <a:pt x="1661043" y="286040"/>
                  </a:lnTo>
                  <a:lnTo>
                    <a:pt x="1666489" y="286040"/>
                  </a:lnTo>
                  <a:lnTo>
                    <a:pt x="1671935" y="286040"/>
                  </a:lnTo>
                  <a:lnTo>
                    <a:pt x="1677381" y="286040"/>
                  </a:lnTo>
                  <a:lnTo>
                    <a:pt x="1682827" y="286040"/>
                  </a:lnTo>
                  <a:lnTo>
                    <a:pt x="1688273" y="286040"/>
                  </a:lnTo>
                  <a:lnTo>
                    <a:pt x="1693720" y="286040"/>
                  </a:lnTo>
                  <a:lnTo>
                    <a:pt x="1699166" y="286040"/>
                  </a:lnTo>
                  <a:lnTo>
                    <a:pt x="1704612" y="286040"/>
                  </a:lnTo>
                  <a:lnTo>
                    <a:pt x="1710058" y="286040"/>
                  </a:lnTo>
                  <a:lnTo>
                    <a:pt x="1715504" y="286040"/>
                  </a:lnTo>
                  <a:lnTo>
                    <a:pt x="1720950" y="286040"/>
                  </a:lnTo>
                  <a:lnTo>
                    <a:pt x="1726396" y="286040"/>
                  </a:lnTo>
                  <a:lnTo>
                    <a:pt x="1731842" y="286040"/>
                  </a:lnTo>
                  <a:lnTo>
                    <a:pt x="1737288" y="286040"/>
                  </a:lnTo>
                  <a:lnTo>
                    <a:pt x="1742734" y="286040"/>
                  </a:lnTo>
                  <a:lnTo>
                    <a:pt x="1748180" y="286040"/>
                  </a:lnTo>
                  <a:lnTo>
                    <a:pt x="1753626" y="286040"/>
                  </a:lnTo>
                  <a:lnTo>
                    <a:pt x="1759072" y="286040"/>
                  </a:lnTo>
                  <a:lnTo>
                    <a:pt x="1764518" y="286040"/>
                  </a:lnTo>
                  <a:lnTo>
                    <a:pt x="1769964" y="286040"/>
                  </a:lnTo>
                  <a:lnTo>
                    <a:pt x="1775410" y="286040"/>
                  </a:lnTo>
                  <a:lnTo>
                    <a:pt x="1780856" y="286040"/>
                  </a:lnTo>
                  <a:lnTo>
                    <a:pt x="1786302" y="286040"/>
                  </a:lnTo>
                  <a:lnTo>
                    <a:pt x="1791748" y="286040"/>
                  </a:lnTo>
                  <a:lnTo>
                    <a:pt x="1797194" y="286040"/>
                  </a:lnTo>
                  <a:lnTo>
                    <a:pt x="1802640" y="286040"/>
                  </a:lnTo>
                  <a:lnTo>
                    <a:pt x="1808086" y="286040"/>
                  </a:lnTo>
                  <a:lnTo>
                    <a:pt x="1813532" y="286040"/>
                  </a:lnTo>
                  <a:lnTo>
                    <a:pt x="1818979" y="286040"/>
                  </a:lnTo>
                  <a:lnTo>
                    <a:pt x="1824425" y="286040"/>
                  </a:lnTo>
                  <a:lnTo>
                    <a:pt x="1829871" y="286040"/>
                  </a:lnTo>
                  <a:lnTo>
                    <a:pt x="1835317" y="286040"/>
                  </a:lnTo>
                  <a:lnTo>
                    <a:pt x="1840763" y="286040"/>
                  </a:lnTo>
                  <a:lnTo>
                    <a:pt x="1846209" y="286040"/>
                  </a:lnTo>
                  <a:lnTo>
                    <a:pt x="1851655" y="286040"/>
                  </a:lnTo>
                  <a:lnTo>
                    <a:pt x="1857101" y="286040"/>
                  </a:lnTo>
                  <a:lnTo>
                    <a:pt x="1862547" y="286040"/>
                  </a:lnTo>
                  <a:lnTo>
                    <a:pt x="1867993" y="286040"/>
                  </a:lnTo>
                  <a:lnTo>
                    <a:pt x="1873439" y="286040"/>
                  </a:lnTo>
                  <a:lnTo>
                    <a:pt x="1878885" y="286040"/>
                  </a:lnTo>
                  <a:lnTo>
                    <a:pt x="1884331" y="286040"/>
                  </a:lnTo>
                  <a:lnTo>
                    <a:pt x="1889777" y="286040"/>
                  </a:lnTo>
                  <a:lnTo>
                    <a:pt x="1895223" y="286040"/>
                  </a:lnTo>
                  <a:lnTo>
                    <a:pt x="1900669" y="286040"/>
                  </a:lnTo>
                  <a:lnTo>
                    <a:pt x="1906115" y="286040"/>
                  </a:lnTo>
                  <a:lnTo>
                    <a:pt x="1911561" y="286040"/>
                  </a:lnTo>
                  <a:lnTo>
                    <a:pt x="1917007" y="286040"/>
                  </a:lnTo>
                  <a:lnTo>
                    <a:pt x="1922453" y="286040"/>
                  </a:lnTo>
                  <a:lnTo>
                    <a:pt x="1927899" y="286040"/>
                  </a:lnTo>
                  <a:lnTo>
                    <a:pt x="1933345" y="286040"/>
                  </a:lnTo>
                  <a:lnTo>
                    <a:pt x="1938792" y="286040"/>
                  </a:lnTo>
                  <a:lnTo>
                    <a:pt x="1944238" y="286040"/>
                  </a:lnTo>
                  <a:lnTo>
                    <a:pt x="1949684" y="286040"/>
                  </a:lnTo>
                  <a:lnTo>
                    <a:pt x="1955130" y="286040"/>
                  </a:lnTo>
                  <a:lnTo>
                    <a:pt x="1960576" y="286040"/>
                  </a:lnTo>
                  <a:lnTo>
                    <a:pt x="1966022" y="286040"/>
                  </a:lnTo>
                  <a:lnTo>
                    <a:pt x="1971468" y="286040"/>
                  </a:lnTo>
                  <a:lnTo>
                    <a:pt x="1976914" y="286040"/>
                  </a:lnTo>
                  <a:lnTo>
                    <a:pt x="1982360" y="286040"/>
                  </a:lnTo>
                  <a:lnTo>
                    <a:pt x="1987806" y="286040"/>
                  </a:lnTo>
                  <a:lnTo>
                    <a:pt x="1993252" y="286040"/>
                  </a:lnTo>
                  <a:lnTo>
                    <a:pt x="1998698" y="286040"/>
                  </a:lnTo>
                  <a:lnTo>
                    <a:pt x="2004144" y="286040"/>
                  </a:lnTo>
                  <a:lnTo>
                    <a:pt x="2009590" y="286040"/>
                  </a:lnTo>
                  <a:lnTo>
                    <a:pt x="2015036" y="286040"/>
                  </a:lnTo>
                  <a:lnTo>
                    <a:pt x="2020482" y="286040"/>
                  </a:lnTo>
                  <a:lnTo>
                    <a:pt x="2025928" y="286040"/>
                  </a:lnTo>
                  <a:lnTo>
                    <a:pt x="2031374" y="286040"/>
                  </a:lnTo>
                  <a:lnTo>
                    <a:pt x="2036820" y="286040"/>
                  </a:lnTo>
                  <a:lnTo>
                    <a:pt x="2042266" y="286040"/>
                  </a:lnTo>
                  <a:lnTo>
                    <a:pt x="2047712" y="286040"/>
                  </a:lnTo>
                  <a:lnTo>
                    <a:pt x="2053158" y="286040"/>
                  </a:lnTo>
                  <a:lnTo>
                    <a:pt x="2058605" y="286040"/>
                  </a:lnTo>
                  <a:lnTo>
                    <a:pt x="2064051" y="286040"/>
                  </a:lnTo>
                  <a:lnTo>
                    <a:pt x="2069497" y="286040"/>
                  </a:lnTo>
                  <a:lnTo>
                    <a:pt x="2074943" y="286040"/>
                  </a:lnTo>
                  <a:lnTo>
                    <a:pt x="2080389" y="286040"/>
                  </a:lnTo>
                  <a:lnTo>
                    <a:pt x="2085835" y="286040"/>
                  </a:lnTo>
                  <a:lnTo>
                    <a:pt x="2091281" y="286040"/>
                  </a:lnTo>
                  <a:lnTo>
                    <a:pt x="2096727" y="286040"/>
                  </a:lnTo>
                  <a:lnTo>
                    <a:pt x="2102173" y="286040"/>
                  </a:lnTo>
                  <a:lnTo>
                    <a:pt x="2107619" y="286040"/>
                  </a:lnTo>
                  <a:lnTo>
                    <a:pt x="2113065" y="286040"/>
                  </a:lnTo>
                  <a:lnTo>
                    <a:pt x="2118511" y="286040"/>
                  </a:lnTo>
                  <a:lnTo>
                    <a:pt x="2123957" y="286040"/>
                  </a:lnTo>
                  <a:lnTo>
                    <a:pt x="2129403" y="286040"/>
                  </a:lnTo>
                  <a:lnTo>
                    <a:pt x="2134849" y="286040"/>
                  </a:lnTo>
                  <a:lnTo>
                    <a:pt x="2140295" y="286040"/>
                  </a:lnTo>
                  <a:lnTo>
                    <a:pt x="2145741" y="286040"/>
                  </a:lnTo>
                  <a:lnTo>
                    <a:pt x="2151187" y="286040"/>
                  </a:lnTo>
                  <a:lnTo>
                    <a:pt x="2156633" y="286040"/>
                  </a:lnTo>
                  <a:lnTo>
                    <a:pt x="2162079" y="286040"/>
                  </a:lnTo>
                  <a:lnTo>
                    <a:pt x="2167525" y="286040"/>
                  </a:lnTo>
                  <a:lnTo>
                    <a:pt x="2172971" y="286040"/>
                  </a:lnTo>
                  <a:lnTo>
                    <a:pt x="2178418" y="286040"/>
                  </a:lnTo>
                  <a:lnTo>
                    <a:pt x="2183864" y="286040"/>
                  </a:lnTo>
                  <a:lnTo>
                    <a:pt x="2189310" y="286040"/>
                  </a:lnTo>
                  <a:lnTo>
                    <a:pt x="2194756" y="286040"/>
                  </a:lnTo>
                  <a:lnTo>
                    <a:pt x="2200202" y="286040"/>
                  </a:lnTo>
                  <a:lnTo>
                    <a:pt x="2205648" y="286040"/>
                  </a:lnTo>
                  <a:lnTo>
                    <a:pt x="2211094" y="286040"/>
                  </a:lnTo>
                  <a:lnTo>
                    <a:pt x="2216540" y="286040"/>
                  </a:lnTo>
                  <a:lnTo>
                    <a:pt x="2221986" y="286040"/>
                  </a:lnTo>
                  <a:lnTo>
                    <a:pt x="2227432" y="286040"/>
                  </a:lnTo>
                  <a:lnTo>
                    <a:pt x="2232878" y="286040"/>
                  </a:lnTo>
                  <a:lnTo>
                    <a:pt x="2238324" y="286040"/>
                  </a:lnTo>
                  <a:lnTo>
                    <a:pt x="2243770" y="286040"/>
                  </a:lnTo>
                  <a:lnTo>
                    <a:pt x="2249216" y="286040"/>
                  </a:lnTo>
                  <a:lnTo>
                    <a:pt x="2254662" y="286040"/>
                  </a:lnTo>
                  <a:lnTo>
                    <a:pt x="2260108" y="286040"/>
                  </a:lnTo>
                  <a:lnTo>
                    <a:pt x="2265554" y="286040"/>
                  </a:lnTo>
                  <a:lnTo>
                    <a:pt x="2271000" y="286040"/>
                  </a:lnTo>
                  <a:lnTo>
                    <a:pt x="2276446" y="286040"/>
                  </a:lnTo>
                  <a:lnTo>
                    <a:pt x="2281892" y="286040"/>
                  </a:lnTo>
                  <a:lnTo>
                    <a:pt x="2287338" y="286040"/>
                  </a:lnTo>
                  <a:lnTo>
                    <a:pt x="2292784" y="286040"/>
                  </a:lnTo>
                  <a:lnTo>
                    <a:pt x="2298231" y="286040"/>
                  </a:lnTo>
                  <a:lnTo>
                    <a:pt x="2303677" y="286040"/>
                  </a:lnTo>
                  <a:lnTo>
                    <a:pt x="2309123" y="286040"/>
                  </a:lnTo>
                  <a:lnTo>
                    <a:pt x="2314569" y="286040"/>
                  </a:lnTo>
                  <a:lnTo>
                    <a:pt x="2320015" y="286040"/>
                  </a:lnTo>
                  <a:lnTo>
                    <a:pt x="2325461" y="286040"/>
                  </a:lnTo>
                  <a:lnTo>
                    <a:pt x="2330907" y="286040"/>
                  </a:lnTo>
                  <a:lnTo>
                    <a:pt x="2336353" y="286040"/>
                  </a:lnTo>
                  <a:lnTo>
                    <a:pt x="2341799" y="286040"/>
                  </a:lnTo>
                  <a:lnTo>
                    <a:pt x="2347245" y="286040"/>
                  </a:lnTo>
                  <a:lnTo>
                    <a:pt x="2352691" y="286040"/>
                  </a:lnTo>
                  <a:lnTo>
                    <a:pt x="2358137" y="286040"/>
                  </a:lnTo>
                  <a:lnTo>
                    <a:pt x="2363583" y="286040"/>
                  </a:lnTo>
                  <a:lnTo>
                    <a:pt x="2369029" y="286040"/>
                  </a:lnTo>
                  <a:lnTo>
                    <a:pt x="2374475" y="286040"/>
                  </a:lnTo>
                  <a:lnTo>
                    <a:pt x="2379921" y="286040"/>
                  </a:lnTo>
                  <a:lnTo>
                    <a:pt x="2385367" y="286040"/>
                  </a:lnTo>
                  <a:lnTo>
                    <a:pt x="2390813" y="286040"/>
                  </a:lnTo>
                  <a:lnTo>
                    <a:pt x="2396259" y="286040"/>
                  </a:lnTo>
                  <a:lnTo>
                    <a:pt x="2401705" y="286040"/>
                  </a:lnTo>
                  <a:lnTo>
                    <a:pt x="2407151" y="286040"/>
                  </a:lnTo>
                  <a:lnTo>
                    <a:pt x="2412597" y="286040"/>
                  </a:lnTo>
                  <a:lnTo>
                    <a:pt x="2418043" y="286040"/>
                  </a:lnTo>
                  <a:lnTo>
                    <a:pt x="2423490" y="286040"/>
                  </a:lnTo>
                  <a:lnTo>
                    <a:pt x="2428936" y="286040"/>
                  </a:lnTo>
                  <a:lnTo>
                    <a:pt x="2434382" y="286040"/>
                  </a:lnTo>
                  <a:lnTo>
                    <a:pt x="2439828" y="286040"/>
                  </a:lnTo>
                  <a:lnTo>
                    <a:pt x="2445274" y="286040"/>
                  </a:lnTo>
                  <a:lnTo>
                    <a:pt x="2450720" y="286040"/>
                  </a:lnTo>
                  <a:lnTo>
                    <a:pt x="2456166" y="286040"/>
                  </a:lnTo>
                  <a:lnTo>
                    <a:pt x="2461612" y="286040"/>
                  </a:lnTo>
                  <a:lnTo>
                    <a:pt x="2467058" y="286040"/>
                  </a:lnTo>
                  <a:lnTo>
                    <a:pt x="2472504" y="286040"/>
                  </a:lnTo>
                  <a:lnTo>
                    <a:pt x="2477950" y="286040"/>
                  </a:lnTo>
                  <a:lnTo>
                    <a:pt x="2483396" y="286040"/>
                  </a:lnTo>
                  <a:lnTo>
                    <a:pt x="2488842" y="286040"/>
                  </a:lnTo>
                  <a:lnTo>
                    <a:pt x="2494288" y="286040"/>
                  </a:lnTo>
                  <a:lnTo>
                    <a:pt x="2499734" y="286040"/>
                  </a:lnTo>
                  <a:lnTo>
                    <a:pt x="2505180" y="286040"/>
                  </a:lnTo>
                  <a:lnTo>
                    <a:pt x="2510626" y="286040"/>
                  </a:lnTo>
                  <a:lnTo>
                    <a:pt x="2516072" y="286040"/>
                  </a:lnTo>
                  <a:lnTo>
                    <a:pt x="2521518" y="286040"/>
                  </a:lnTo>
                  <a:lnTo>
                    <a:pt x="2526964" y="286040"/>
                  </a:lnTo>
                  <a:lnTo>
                    <a:pt x="2532410" y="286040"/>
                  </a:lnTo>
                  <a:lnTo>
                    <a:pt x="2537856" y="286040"/>
                  </a:lnTo>
                  <a:lnTo>
                    <a:pt x="2543303" y="286040"/>
                  </a:lnTo>
                  <a:lnTo>
                    <a:pt x="2548749" y="286040"/>
                  </a:lnTo>
                  <a:lnTo>
                    <a:pt x="2554195" y="286040"/>
                  </a:lnTo>
                  <a:lnTo>
                    <a:pt x="2559641" y="286040"/>
                  </a:lnTo>
                  <a:lnTo>
                    <a:pt x="2565087" y="286040"/>
                  </a:lnTo>
                  <a:lnTo>
                    <a:pt x="2570533" y="286040"/>
                  </a:lnTo>
                  <a:lnTo>
                    <a:pt x="2575979" y="286040"/>
                  </a:lnTo>
                  <a:lnTo>
                    <a:pt x="2581425" y="286040"/>
                  </a:lnTo>
                  <a:lnTo>
                    <a:pt x="2586871" y="286040"/>
                  </a:lnTo>
                  <a:lnTo>
                    <a:pt x="2592317" y="286040"/>
                  </a:lnTo>
                  <a:lnTo>
                    <a:pt x="2597763" y="286040"/>
                  </a:lnTo>
                  <a:lnTo>
                    <a:pt x="2603209" y="286040"/>
                  </a:lnTo>
                  <a:lnTo>
                    <a:pt x="2608655" y="286040"/>
                  </a:lnTo>
                  <a:lnTo>
                    <a:pt x="2614101" y="286040"/>
                  </a:lnTo>
                  <a:lnTo>
                    <a:pt x="2619547" y="286040"/>
                  </a:lnTo>
                  <a:lnTo>
                    <a:pt x="2624993" y="286040"/>
                  </a:lnTo>
                  <a:lnTo>
                    <a:pt x="2630439" y="286040"/>
                  </a:lnTo>
                  <a:lnTo>
                    <a:pt x="2635885" y="286040"/>
                  </a:lnTo>
                  <a:lnTo>
                    <a:pt x="2641331" y="286040"/>
                  </a:lnTo>
                  <a:lnTo>
                    <a:pt x="2646777" y="286040"/>
                  </a:lnTo>
                  <a:lnTo>
                    <a:pt x="2652223" y="286040"/>
                  </a:lnTo>
                  <a:lnTo>
                    <a:pt x="2657669" y="286040"/>
                  </a:lnTo>
                  <a:lnTo>
                    <a:pt x="2663116" y="286040"/>
                  </a:lnTo>
                  <a:lnTo>
                    <a:pt x="2668562" y="286040"/>
                  </a:lnTo>
                  <a:lnTo>
                    <a:pt x="2674008" y="286040"/>
                  </a:lnTo>
                  <a:lnTo>
                    <a:pt x="2679454" y="286040"/>
                  </a:lnTo>
                  <a:lnTo>
                    <a:pt x="2684900" y="286040"/>
                  </a:lnTo>
                  <a:lnTo>
                    <a:pt x="2690346" y="286040"/>
                  </a:lnTo>
                  <a:lnTo>
                    <a:pt x="2695792" y="286040"/>
                  </a:lnTo>
                  <a:lnTo>
                    <a:pt x="2701238" y="286040"/>
                  </a:lnTo>
                  <a:lnTo>
                    <a:pt x="2706684" y="286040"/>
                  </a:lnTo>
                  <a:lnTo>
                    <a:pt x="2712130" y="286040"/>
                  </a:lnTo>
                  <a:lnTo>
                    <a:pt x="2717576" y="286040"/>
                  </a:lnTo>
                  <a:lnTo>
                    <a:pt x="2723022" y="286040"/>
                  </a:lnTo>
                  <a:lnTo>
                    <a:pt x="2728468" y="286040"/>
                  </a:lnTo>
                  <a:lnTo>
                    <a:pt x="2733914" y="286040"/>
                  </a:lnTo>
                  <a:lnTo>
                    <a:pt x="2739360" y="286040"/>
                  </a:lnTo>
                  <a:lnTo>
                    <a:pt x="2744806" y="286040"/>
                  </a:lnTo>
                  <a:lnTo>
                    <a:pt x="2750252" y="286040"/>
                  </a:lnTo>
                  <a:lnTo>
                    <a:pt x="2755698" y="286040"/>
                  </a:lnTo>
                  <a:lnTo>
                    <a:pt x="2761144" y="286040"/>
                  </a:lnTo>
                  <a:lnTo>
                    <a:pt x="2766590" y="286040"/>
                  </a:lnTo>
                  <a:lnTo>
                    <a:pt x="2772036" y="286040"/>
                  </a:lnTo>
                  <a:lnTo>
                    <a:pt x="2777482" y="286040"/>
                  </a:lnTo>
                  <a:lnTo>
                    <a:pt x="2782929" y="286040"/>
                  </a:lnTo>
                  <a:lnTo>
                    <a:pt x="2777482" y="286040"/>
                  </a:lnTo>
                  <a:lnTo>
                    <a:pt x="2772036" y="286040"/>
                  </a:lnTo>
                  <a:lnTo>
                    <a:pt x="2766590" y="286040"/>
                  </a:lnTo>
                  <a:lnTo>
                    <a:pt x="2761144" y="286040"/>
                  </a:lnTo>
                  <a:lnTo>
                    <a:pt x="2755698" y="286040"/>
                  </a:lnTo>
                  <a:lnTo>
                    <a:pt x="2750252" y="286040"/>
                  </a:lnTo>
                  <a:lnTo>
                    <a:pt x="2744806" y="286040"/>
                  </a:lnTo>
                  <a:lnTo>
                    <a:pt x="2739360" y="286040"/>
                  </a:lnTo>
                  <a:lnTo>
                    <a:pt x="2733914" y="286040"/>
                  </a:lnTo>
                  <a:lnTo>
                    <a:pt x="2728468" y="286040"/>
                  </a:lnTo>
                  <a:lnTo>
                    <a:pt x="2723022" y="286040"/>
                  </a:lnTo>
                  <a:lnTo>
                    <a:pt x="2717576" y="286040"/>
                  </a:lnTo>
                  <a:lnTo>
                    <a:pt x="2712130" y="286040"/>
                  </a:lnTo>
                  <a:lnTo>
                    <a:pt x="2706684" y="286040"/>
                  </a:lnTo>
                  <a:lnTo>
                    <a:pt x="2701238" y="286040"/>
                  </a:lnTo>
                  <a:lnTo>
                    <a:pt x="2695792" y="286040"/>
                  </a:lnTo>
                  <a:lnTo>
                    <a:pt x="2690346" y="286040"/>
                  </a:lnTo>
                  <a:lnTo>
                    <a:pt x="2684900" y="286040"/>
                  </a:lnTo>
                  <a:lnTo>
                    <a:pt x="2679454" y="286040"/>
                  </a:lnTo>
                  <a:lnTo>
                    <a:pt x="2674008" y="286040"/>
                  </a:lnTo>
                  <a:lnTo>
                    <a:pt x="2668562" y="286040"/>
                  </a:lnTo>
                  <a:lnTo>
                    <a:pt x="2663116" y="286040"/>
                  </a:lnTo>
                  <a:lnTo>
                    <a:pt x="2657669" y="286040"/>
                  </a:lnTo>
                  <a:lnTo>
                    <a:pt x="2652223" y="286040"/>
                  </a:lnTo>
                  <a:lnTo>
                    <a:pt x="2646777" y="286040"/>
                  </a:lnTo>
                  <a:lnTo>
                    <a:pt x="2641331" y="286040"/>
                  </a:lnTo>
                  <a:lnTo>
                    <a:pt x="2635885" y="286040"/>
                  </a:lnTo>
                  <a:lnTo>
                    <a:pt x="2630439" y="286040"/>
                  </a:lnTo>
                  <a:lnTo>
                    <a:pt x="2624993" y="286040"/>
                  </a:lnTo>
                  <a:lnTo>
                    <a:pt x="2619547" y="286040"/>
                  </a:lnTo>
                  <a:lnTo>
                    <a:pt x="2614101" y="286040"/>
                  </a:lnTo>
                  <a:lnTo>
                    <a:pt x="2608655" y="286040"/>
                  </a:lnTo>
                  <a:lnTo>
                    <a:pt x="2603209" y="286040"/>
                  </a:lnTo>
                  <a:lnTo>
                    <a:pt x="2597763" y="286040"/>
                  </a:lnTo>
                  <a:lnTo>
                    <a:pt x="2592317" y="286040"/>
                  </a:lnTo>
                  <a:lnTo>
                    <a:pt x="2586871" y="286040"/>
                  </a:lnTo>
                  <a:lnTo>
                    <a:pt x="2581425" y="286040"/>
                  </a:lnTo>
                  <a:lnTo>
                    <a:pt x="2575979" y="286040"/>
                  </a:lnTo>
                  <a:lnTo>
                    <a:pt x="2570533" y="286040"/>
                  </a:lnTo>
                  <a:lnTo>
                    <a:pt x="2565087" y="286040"/>
                  </a:lnTo>
                  <a:lnTo>
                    <a:pt x="2559641" y="286040"/>
                  </a:lnTo>
                  <a:lnTo>
                    <a:pt x="2554195" y="286040"/>
                  </a:lnTo>
                  <a:lnTo>
                    <a:pt x="2548749" y="286040"/>
                  </a:lnTo>
                  <a:lnTo>
                    <a:pt x="2543303" y="286040"/>
                  </a:lnTo>
                  <a:lnTo>
                    <a:pt x="2537856" y="286040"/>
                  </a:lnTo>
                  <a:lnTo>
                    <a:pt x="2532410" y="286040"/>
                  </a:lnTo>
                  <a:lnTo>
                    <a:pt x="2526964" y="286040"/>
                  </a:lnTo>
                  <a:lnTo>
                    <a:pt x="2521518" y="286040"/>
                  </a:lnTo>
                  <a:lnTo>
                    <a:pt x="2516072" y="286040"/>
                  </a:lnTo>
                  <a:lnTo>
                    <a:pt x="2510626" y="286040"/>
                  </a:lnTo>
                  <a:lnTo>
                    <a:pt x="2505180" y="286040"/>
                  </a:lnTo>
                  <a:lnTo>
                    <a:pt x="2499734" y="286040"/>
                  </a:lnTo>
                  <a:lnTo>
                    <a:pt x="2494288" y="286040"/>
                  </a:lnTo>
                  <a:lnTo>
                    <a:pt x="2488842" y="286040"/>
                  </a:lnTo>
                  <a:lnTo>
                    <a:pt x="2483396" y="286040"/>
                  </a:lnTo>
                  <a:lnTo>
                    <a:pt x="2477950" y="286040"/>
                  </a:lnTo>
                  <a:lnTo>
                    <a:pt x="2472504" y="286040"/>
                  </a:lnTo>
                  <a:lnTo>
                    <a:pt x="2467058" y="286040"/>
                  </a:lnTo>
                  <a:lnTo>
                    <a:pt x="2461612" y="286040"/>
                  </a:lnTo>
                  <a:lnTo>
                    <a:pt x="2456166" y="286040"/>
                  </a:lnTo>
                  <a:lnTo>
                    <a:pt x="2450720" y="286040"/>
                  </a:lnTo>
                  <a:lnTo>
                    <a:pt x="2445274" y="286040"/>
                  </a:lnTo>
                  <a:lnTo>
                    <a:pt x="2439828" y="286040"/>
                  </a:lnTo>
                  <a:lnTo>
                    <a:pt x="2434382" y="286040"/>
                  </a:lnTo>
                  <a:lnTo>
                    <a:pt x="2428936" y="286040"/>
                  </a:lnTo>
                  <a:lnTo>
                    <a:pt x="2423490" y="286040"/>
                  </a:lnTo>
                  <a:lnTo>
                    <a:pt x="2418043" y="286040"/>
                  </a:lnTo>
                  <a:lnTo>
                    <a:pt x="2412597" y="286040"/>
                  </a:lnTo>
                  <a:lnTo>
                    <a:pt x="2407151" y="286040"/>
                  </a:lnTo>
                  <a:lnTo>
                    <a:pt x="2401705" y="286040"/>
                  </a:lnTo>
                  <a:lnTo>
                    <a:pt x="2396259" y="286040"/>
                  </a:lnTo>
                  <a:lnTo>
                    <a:pt x="2390813" y="286040"/>
                  </a:lnTo>
                  <a:lnTo>
                    <a:pt x="2385367" y="286040"/>
                  </a:lnTo>
                  <a:lnTo>
                    <a:pt x="2379921" y="286040"/>
                  </a:lnTo>
                  <a:lnTo>
                    <a:pt x="2374475" y="286040"/>
                  </a:lnTo>
                  <a:lnTo>
                    <a:pt x="2369029" y="286040"/>
                  </a:lnTo>
                  <a:lnTo>
                    <a:pt x="2363583" y="286040"/>
                  </a:lnTo>
                  <a:lnTo>
                    <a:pt x="2358137" y="286040"/>
                  </a:lnTo>
                  <a:lnTo>
                    <a:pt x="2352691" y="286040"/>
                  </a:lnTo>
                  <a:lnTo>
                    <a:pt x="2347245" y="286040"/>
                  </a:lnTo>
                  <a:lnTo>
                    <a:pt x="2341799" y="286040"/>
                  </a:lnTo>
                  <a:lnTo>
                    <a:pt x="2336353" y="286040"/>
                  </a:lnTo>
                  <a:lnTo>
                    <a:pt x="2330907" y="286040"/>
                  </a:lnTo>
                  <a:lnTo>
                    <a:pt x="2325461" y="286040"/>
                  </a:lnTo>
                  <a:lnTo>
                    <a:pt x="2320015" y="286040"/>
                  </a:lnTo>
                  <a:lnTo>
                    <a:pt x="2314569" y="286040"/>
                  </a:lnTo>
                  <a:lnTo>
                    <a:pt x="2309123" y="286040"/>
                  </a:lnTo>
                  <a:lnTo>
                    <a:pt x="2303677" y="286040"/>
                  </a:lnTo>
                  <a:lnTo>
                    <a:pt x="2298231" y="286040"/>
                  </a:lnTo>
                  <a:lnTo>
                    <a:pt x="2292784" y="286040"/>
                  </a:lnTo>
                  <a:lnTo>
                    <a:pt x="2287338" y="286040"/>
                  </a:lnTo>
                  <a:lnTo>
                    <a:pt x="2281892" y="286040"/>
                  </a:lnTo>
                  <a:lnTo>
                    <a:pt x="2276446" y="286040"/>
                  </a:lnTo>
                  <a:lnTo>
                    <a:pt x="2271000" y="286040"/>
                  </a:lnTo>
                  <a:lnTo>
                    <a:pt x="2265554" y="286040"/>
                  </a:lnTo>
                  <a:lnTo>
                    <a:pt x="2260108" y="286040"/>
                  </a:lnTo>
                  <a:lnTo>
                    <a:pt x="2254662" y="286040"/>
                  </a:lnTo>
                  <a:lnTo>
                    <a:pt x="2249216" y="286040"/>
                  </a:lnTo>
                  <a:lnTo>
                    <a:pt x="2243770" y="286040"/>
                  </a:lnTo>
                  <a:lnTo>
                    <a:pt x="2238324" y="286040"/>
                  </a:lnTo>
                  <a:lnTo>
                    <a:pt x="2232878" y="286040"/>
                  </a:lnTo>
                  <a:lnTo>
                    <a:pt x="2227432" y="286040"/>
                  </a:lnTo>
                  <a:lnTo>
                    <a:pt x="2221986" y="286040"/>
                  </a:lnTo>
                  <a:lnTo>
                    <a:pt x="2216540" y="286040"/>
                  </a:lnTo>
                  <a:lnTo>
                    <a:pt x="2211094" y="286040"/>
                  </a:lnTo>
                  <a:lnTo>
                    <a:pt x="2205648" y="286040"/>
                  </a:lnTo>
                  <a:lnTo>
                    <a:pt x="2200202" y="286040"/>
                  </a:lnTo>
                  <a:lnTo>
                    <a:pt x="2194756" y="286040"/>
                  </a:lnTo>
                  <a:lnTo>
                    <a:pt x="2189310" y="286040"/>
                  </a:lnTo>
                  <a:lnTo>
                    <a:pt x="2183864" y="286040"/>
                  </a:lnTo>
                  <a:lnTo>
                    <a:pt x="2178418" y="286040"/>
                  </a:lnTo>
                  <a:lnTo>
                    <a:pt x="2172971" y="286040"/>
                  </a:lnTo>
                  <a:lnTo>
                    <a:pt x="2167525" y="286040"/>
                  </a:lnTo>
                  <a:lnTo>
                    <a:pt x="2162079" y="286040"/>
                  </a:lnTo>
                  <a:lnTo>
                    <a:pt x="2156633" y="286040"/>
                  </a:lnTo>
                  <a:lnTo>
                    <a:pt x="2151187" y="286040"/>
                  </a:lnTo>
                  <a:lnTo>
                    <a:pt x="2145741" y="286040"/>
                  </a:lnTo>
                  <a:lnTo>
                    <a:pt x="2140295" y="286040"/>
                  </a:lnTo>
                  <a:lnTo>
                    <a:pt x="2134849" y="286040"/>
                  </a:lnTo>
                  <a:lnTo>
                    <a:pt x="2129403" y="286040"/>
                  </a:lnTo>
                  <a:lnTo>
                    <a:pt x="2123957" y="286040"/>
                  </a:lnTo>
                  <a:lnTo>
                    <a:pt x="2118511" y="286040"/>
                  </a:lnTo>
                  <a:lnTo>
                    <a:pt x="2113065" y="286040"/>
                  </a:lnTo>
                  <a:lnTo>
                    <a:pt x="2107619" y="286040"/>
                  </a:lnTo>
                  <a:lnTo>
                    <a:pt x="2102173" y="286040"/>
                  </a:lnTo>
                  <a:lnTo>
                    <a:pt x="2096727" y="286040"/>
                  </a:lnTo>
                  <a:lnTo>
                    <a:pt x="2091281" y="286040"/>
                  </a:lnTo>
                  <a:lnTo>
                    <a:pt x="2085835" y="286040"/>
                  </a:lnTo>
                  <a:lnTo>
                    <a:pt x="2080389" y="286040"/>
                  </a:lnTo>
                  <a:lnTo>
                    <a:pt x="2074943" y="286040"/>
                  </a:lnTo>
                  <a:lnTo>
                    <a:pt x="2069497" y="286040"/>
                  </a:lnTo>
                  <a:lnTo>
                    <a:pt x="2064051" y="286040"/>
                  </a:lnTo>
                  <a:lnTo>
                    <a:pt x="2058605" y="286040"/>
                  </a:lnTo>
                  <a:lnTo>
                    <a:pt x="2053158" y="286040"/>
                  </a:lnTo>
                  <a:lnTo>
                    <a:pt x="2047712" y="286040"/>
                  </a:lnTo>
                  <a:lnTo>
                    <a:pt x="2042266" y="286040"/>
                  </a:lnTo>
                  <a:lnTo>
                    <a:pt x="2036820" y="286040"/>
                  </a:lnTo>
                  <a:lnTo>
                    <a:pt x="2031374" y="286040"/>
                  </a:lnTo>
                  <a:lnTo>
                    <a:pt x="2025928" y="286040"/>
                  </a:lnTo>
                  <a:lnTo>
                    <a:pt x="2020482" y="286040"/>
                  </a:lnTo>
                  <a:lnTo>
                    <a:pt x="2015036" y="286040"/>
                  </a:lnTo>
                  <a:lnTo>
                    <a:pt x="2009590" y="286040"/>
                  </a:lnTo>
                  <a:lnTo>
                    <a:pt x="2004144" y="286040"/>
                  </a:lnTo>
                  <a:lnTo>
                    <a:pt x="1998698" y="286040"/>
                  </a:lnTo>
                  <a:lnTo>
                    <a:pt x="1993252" y="286040"/>
                  </a:lnTo>
                  <a:lnTo>
                    <a:pt x="1987806" y="286040"/>
                  </a:lnTo>
                  <a:lnTo>
                    <a:pt x="1982360" y="286040"/>
                  </a:lnTo>
                  <a:lnTo>
                    <a:pt x="1976914" y="286040"/>
                  </a:lnTo>
                  <a:lnTo>
                    <a:pt x="1971468" y="286040"/>
                  </a:lnTo>
                  <a:lnTo>
                    <a:pt x="1966022" y="286040"/>
                  </a:lnTo>
                  <a:lnTo>
                    <a:pt x="1960576" y="286040"/>
                  </a:lnTo>
                  <a:lnTo>
                    <a:pt x="1955130" y="286040"/>
                  </a:lnTo>
                  <a:lnTo>
                    <a:pt x="1949684" y="286040"/>
                  </a:lnTo>
                  <a:lnTo>
                    <a:pt x="1944238" y="286040"/>
                  </a:lnTo>
                  <a:lnTo>
                    <a:pt x="1938792" y="286040"/>
                  </a:lnTo>
                  <a:lnTo>
                    <a:pt x="1933345" y="286040"/>
                  </a:lnTo>
                  <a:lnTo>
                    <a:pt x="1927899" y="286040"/>
                  </a:lnTo>
                  <a:lnTo>
                    <a:pt x="1922453" y="286040"/>
                  </a:lnTo>
                  <a:lnTo>
                    <a:pt x="1917007" y="286040"/>
                  </a:lnTo>
                  <a:lnTo>
                    <a:pt x="1911561" y="286040"/>
                  </a:lnTo>
                  <a:lnTo>
                    <a:pt x="1906115" y="286040"/>
                  </a:lnTo>
                  <a:lnTo>
                    <a:pt x="1900669" y="286040"/>
                  </a:lnTo>
                  <a:lnTo>
                    <a:pt x="1895223" y="286040"/>
                  </a:lnTo>
                  <a:lnTo>
                    <a:pt x="1889777" y="286040"/>
                  </a:lnTo>
                  <a:lnTo>
                    <a:pt x="1884331" y="286040"/>
                  </a:lnTo>
                  <a:lnTo>
                    <a:pt x="1878885" y="286040"/>
                  </a:lnTo>
                  <a:lnTo>
                    <a:pt x="1873439" y="286040"/>
                  </a:lnTo>
                  <a:lnTo>
                    <a:pt x="1867993" y="286040"/>
                  </a:lnTo>
                  <a:lnTo>
                    <a:pt x="1862547" y="286040"/>
                  </a:lnTo>
                  <a:lnTo>
                    <a:pt x="1857101" y="286040"/>
                  </a:lnTo>
                  <a:lnTo>
                    <a:pt x="1851655" y="286040"/>
                  </a:lnTo>
                  <a:lnTo>
                    <a:pt x="1846209" y="286040"/>
                  </a:lnTo>
                  <a:lnTo>
                    <a:pt x="1840763" y="286040"/>
                  </a:lnTo>
                  <a:lnTo>
                    <a:pt x="1835317" y="286040"/>
                  </a:lnTo>
                  <a:lnTo>
                    <a:pt x="1829871" y="286040"/>
                  </a:lnTo>
                  <a:lnTo>
                    <a:pt x="1824425" y="286040"/>
                  </a:lnTo>
                  <a:lnTo>
                    <a:pt x="1818979" y="286040"/>
                  </a:lnTo>
                  <a:lnTo>
                    <a:pt x="1813532" y="286040"/>
                  </a:lnTo>
                  <a:lnTo>
                    <a:pt x="1808086" y="286040"/>
                  </a:lnTo>
                  <a:lnTo>
                    <a:pt x="1802640" y="286040"/>
                  </a:lnTo>
                  <a:lnTo>
                    <a:pt x="1797194" y="286040"/>
                  </a:lnTo>
                  <a:lnTo>
                    <a:pt x="1791748" y="286040"/>
                  </a:lnTo>
                  <a:lnTo>
                    <a:pt x="1786302" y="286040"/>
                  </a:lnTo>
                  <a:lnTo>
                    <a:pt x="1780856" y="286040"/>
                  </a:lnTo>
                  <a:lnTo>
                    <a:pt x="1775410" y="286040"/>
                  </a:lnTo>
                  <a:lnTo>
                    <a:pt x="1769964" y="286040"/>
                  </a:lnTo>
                  <a:lnTo>
                    <a:pt x="1764518" y="286040"/>
                  </a:lnTo>
                  <a:lnTo>
                    <a:pt x="1759072" y="286040"/>
                  </a:lnTo>
                  <a:lnTo>
                    <a:pt x="1753626" y="286040"/>
                  </a:lnTo>
                  <a:lnTo>
                    <a:pt x="1748180" y="286040"/>
                  </a:lnTo>
                  <a:lnTo>
                    <a:pt x="1742734" y="286040"/>
                  </a:lnTo>
                  <a:lnTo>
                    <a:pt x="1737288" y="286040"/>
                  </a:lnTo>
                  <a:lnTo>
                    <a:pt x="1731842" y="286040"/>
                  </a:lnTo>
                  <a:lnTo>
                    <a:pt x="1726396" y="286040"/>
                  </a:lnTo>
                  <a:lnTo>
                    <a:pt x="1720950" y="286040"/>
                  </a:lnTo>
                  <a:lnTo>
                    <a:pt x="1715504" y="286040"/>
                  </a:lnTo>
                  <a:lnTo>
                    <a:pt x="1710058" y="286040"/>
                  </a:lnTo>
                  <a:lnTo>
                    <a:pt x="1704612" y="286040"/>
                  </a:lnTo>
                  <a:lnTo>
                    <a:pt x="1699166" y="286040"/>
                  </a:lnTo>
                  <a:lnTo>
                    <a:pt x="1693720" y="286040"/>
                  </a:lnTo>
                  <a:lnTo>
                    <a:pt x="1688273" y="286040"/>
                  </a:lnTo>
                  <a:lnTo>
                    <a:pt x="1682827" y="286040"/>
                  </a:lnTo>
                  <a:lnTo>
                    <a:pt x="1677381" y="286040"/>
                  </a:lnTo>
                  <a:lnTo>
                    <a:pt x="1671935" y="286040"/>
                  </a:lnTo>
                  <a:lnTo>
                    <a:pt x="1666489" y="286040"/>
                  </a:lnTo>
                  <a:lnTo>
                    <a:pt x="1661043" y="286040"/>
                  </a:lnTo>
                  <a:lnTo>
                    <a:pt x="1655597" y="286040"/>
                  </a:lnTo>
                  <a:lnTo>
                    <a:pt x="1650151" y="286040"/>
                  </a:lnTo>
                  <a:lnTo>
                    <a:pt x="1644705" y="286040"/>
                  </a:lnTo>
                  <a:lnTo>
                    <a:pt x="1639259" y="286040"/>
                  </a:lnTo>
                  <a:lnTo>
                    <a:pt x="1633813" y="286040"/>
                  </a:lnTo>
                  <a:lnTo>
                    <a:pt x="1628367" y="286040"/>
                  </a:lnTo>
                  <a:lnTo>
                    <a:pt x="1622921" y="286040"/>
                  </a:lnTo>
                  <a:lnTo>
                    <a:pt x="1617475" y="286040"/>
                  </a:lnTo>
                  <a:lnTo>
                    <a:pt x="1612029" y="286040"/>
                  </a:lnTo>
                  <a:lnTo>
                    <a:pt x="1606583" y="286040"/>
                  </a:lnTo>
                  <a:lnTo>
                    <a:pt x="1601137" y="286040"/>
                  </a:lnTo>
                  <a:lnTo>
                    <a:pt x="1595691" y="286040"/>
                  </a:lnTo>
                  <a:lnTo>
                    <a:pt x="1590245" y="286040"/>
                  </a:lnTo>
                  <a:lnTo>
                    <a:pt x="1584799" y="286040"/>
                  </a:lnTo>
                  <a:lnTo>
                    <a:pt x="1579353" y="286040"/>
                  </a:lnTo>
                  <a:lnTo>
                    <a:pt x="1573907" y="286040"/>
                  </a:lnTo>
                  <a:lnTo>
                    <a:pt x="1568460" y="286040"/>
                  </a:lnTo>
                  <a:lnTo>
                    <a:pt x="1563014" y="286040"/>
                  </a:lnTo>
                  <a:lnTo>
                    <a:pt x="1557568" y="286040"/>
                  </a:lnTo>
                  <a:lnTo>
                    <a:pt x="1552122" y="286040"/>
                  </a:lnTo>
                  <a:lnTo>
                    <a:pt x="1546676" y="286040"/>
                  </a:lnTo>
                  <a:lnTo>
                    <a:pt x="1541230" y="286040"/>
                  </a:lnTo>
                  <a:lnTo>
                    <a:pt x="1535784" y="286040"/>
                  </a:lnTo>
                  <a:lnTo>
                    <a:pt x="1530338" y="286040"/>
                  </a:lnTo>
                  <a:lnTo>
                    <a:pt x="1524892" y="286040"/>
                  </a:lnTo>
                  <a:lnTo>
                    <a:pt x="1519446" y="286040"/>
                  </a:lnTo>
                  <a:lnTo>
                    <a:pt x="1514000" y="286040"/>
                  </a:lnTo>
                  <a:lnTo>
                    <a:pt x="1508554" y="286040"/>
                  </a:lnTo>
                  <a:lnTo>
                    <a:pt x="1503108" y="286040"/>
                  </a:lnTo>
                  <a:lnTo>
                    <a:pt x="1497662" y="286040"/>
                  </a:lnTo>
                  <a:lnTo>
                    <a:pt x="1492216" y="286040"/>
                  </a:lnTo>
                  <a:lnTo>
                    <a:pt x="1486770" y="286040"/>
                  </a:lnTo>
                  <a:lnTo>
                    <a:pt x="1481324" y="286040"/>
                  </a:lnTo>
                  <a:lnTo>
                    <a:pt x="1475878" y="286040"/>
                  </a:lnTo>
                  <a:lnTo>
                    <a:pt x="1470432" y="286040"/>
                  </a:lnTo>
                  <a:lnTo>
                    <a:pt x="1464986" y="286040"/>
                  </a:lnTo>
                  <a:lnTo>
                    <a:pt x="1459540" y="286040"/>
                  </a:lnTo>
                  <a:lnTo>
                    <a:pt x="1454094" y="286040"/>
                  </a:lnTo>
                  <a:lnTo>
                    <a:pt x="1448647" y="286040"/>
                  </a:lnTo>
                  <a:lnTo>
                    <a:pt x="1443201" y="286040"/>
                  </a:lnTo>
                  <a:lnTo>
                    <a:pt x="1437755" y="286040"/>
                  </a:lnTo>
                  <a:lnTo>
                    <a:pt x="1432309" y="286040"/>
                  </a:lnTo>
                  <a:lnTo>
                    <a:pt x="1426863" y="286040"/>
                  </a:lnTo>
                  <a:lnTo>
                    <a:pt x="1421417" y="286040"/>
                  </a:lnTo>
                  <a:lnTo>
                    <a:pt x="1415971" y="286040"/>
                  </a:lnTo>
                  <a:lnTo>
                    <a:pt x="1410525" y="286040"/>
                  </a:lnTo>
                  <a:lnTo>
                    <a:pt x="1405079" y="286040"/>
                  </a:lnTo>
                  <a:lnTo>
                    <a:pt x="1399633" y="286040"/>
                  </a:lnTo>
                  <a:lnTo>
                    <a:pt x="1394187" y="286040"/>
                  </a:lnTo>
                  <a:lnTo>
                    <a:pt x="1388741" y="286040"/>
                  </a:lnTo>
                  <a:lnTo>
                    <a:pt x="1383295" y="286040"/>
                  </a:lnTo>
                  <a:lnTo>
                    <a:pt x="1377849" y="286040"/>
                  </a:lnTo>
                  <a:lnTo>
                    <a:pt x="1372403" y="286040"/>
                  </a:lnTo>
                  <a:lnTo>
                    <a:pt x="1366957" y="286040"/>
                  </a:lnTo>
                  <a:lnTo>
                    <a:pt x="1361511" y="286040"/>
                  </a:lnTo>
                  <a:lnTo>
                    <a:pt x="1356065" y="286040"/>
                  </a:lnTo>
                  <a:lnTo>
                    <a:pt x="1350619" y="286040"/>
                  </a:lnTo>
                  <a:lnTo>
                    <a:pt x="1345173" y="286040"/>
                  </a:lnTo>
                  <a:lnTo>
                    <a:pt x="1339727" y="286040"/>
                  </a:lnTo>
                  <a:lnTo>
                    <a:pt x="1334281" y="286040"/>
                  </a:lnTo>
                  <a:lnTo>
                    <a:pt x="1328834" y="286040"/>
                  </a:lnTo>
                  <a:lnTo>
                    <a:pt x="1323388" y="286040"/>
                  </a:lnTo>
                  <a:lnTo>
                    <a:pt x="1317942" y="286040"/>
                  </a:lnTo>
                  <a:lnTo>
                    <a:pt x="1312496" y="286040"/>
                  </a:lnTo>
                  <a:lnTo>
                    <a:pt x="1307050" y="286040"/>
                  </a:lnTo>
                  <a:lnTo>
                    <a:pt x="1301604" y="286040"/>
                  </a:lnTo>
                  <a:lnTo>
                    <a:pt x="1296158" y="286040"/>
                  </a:lnTo>
                  <a:lnTo>
                    <a:pt x="1290712" y="286040"/>
                  </a:lnTo>
                  <a:lnTo>
                    <a:pt x="1285266" y="286040"/>
                  </a:lnTo>
                  <a:lnTo>
                    <a:pt x="1279820" y="286040"/>
                  </a:lnTo>
                  <a:lnTo>
                    <a:pt x="1274374" y="286040"/>
                  </a:lnTo>
                  <a:lnTo>
                    <a:pt x="1268928" y="286040"/>
                  </a:lnTo>
                  <a:lnTo>
                    <a:pt x="1263482" y="286040"/>
                  </a:lnTo>
                  <a:lnTo>
                    <a:pt x="1258036" y="286040"/>
                  </a:lnTo>
                  <a:lnTo>
                    <a:pt x="1252590" y="286040"/>
                  </a:lnTo>
                  <a:lnTo>
                    <a:pt x="1247144" y="286040"/>
                  </a:lnTo>
                  <a:lnTo>
                    <a:pt x="1241698" y="286040"/>
                  </a:lnTo>
                  <a:lnTo>
                    <a:pt x="1236252" y="286040"/>
                  </a:lnTo>
                  <a:lnTo>
                    <a:pt x="1230806" y="286040"/>
                  </a:lnTo>
                  <a:lnTo>
                    <a:pt x="1225360" y="286040"/>
                  </a:lnTo>
                  <a:lnTo>
                    <a:pt x="1219914" y="286040"/>
                  </a:lnTo>
                  <a:lnTo>
                    <a:pt x="1214468" y="286040"/>
                  </a:lnTo>
                  <a:lnTo>
                    <a:pt x="1209021" y="286040"/>
                  </a:lnTo>
                  <a:lnTo>
                    <a:pt x="1203575" y="286040"/>
                  </a:lnTo>
                  <a:lnTo>
                    <a:pt x="1198129" y="286040"/>
                  </a:lnTo>
                  <a:lnTo>
                    <a:pt x="1192683" y="286040"/>
                  </a:lnTo>
                  <a:lnTo>
                    <a:pt x="1187237" y="286040"/>
                  </a:lnTo>
                  <a:lnTo>
                    <a:pt x="1181791" y="286040"/>
                  </a:lnTo>
                  <a:lnTo>
                    <a:pt x="1176345" y="286040"/>
                  </a:lnTo>
                  <a:lnTo>
                    <a:pt x="1170899" y="286040"/>
                  </a:lnTo>
                  <a:lnTo>
                    <a:pt x="1165453" y="286040"/>
                  </a:lnTo>
                  <a:lnTo>
                    <a:pt x="1160007" y="286040"/>
                  </a:lnTo>
                  <a:lnTo>
                    <a:pt x="1154561" y="286040"/>
                  </a:lnTo>
                  <a:lnTo>
                    <a:pt x="1149115" y="286040"/>
                  </a:lnTo>
                  <a:lnTo>
                    <a:pt x="1143669" y="286040"/>
                  </a:lnTo>
                  <a:lnTo>
                    <a:pt x="1138223" y="286040"/>
                  </a:lnTo>
                  <a:lnTo>
                    <a:pt x="1132777" y="286040"/>
                  </a:lnTo>
                  <a:lnTo>
                    <a:pt x="1127331" y="286040"/>
                  </a:lnTo>
                  <a:lnTo>
                    <a:pt x="1121885" y="286040"/>
                  </a:lnTo>
                  <a:lnTo>
                    <a:pt x="1116439" y="286040"/>
                  </a:lnTo>
                  <a:lnTo>
                    <a:pt x="1110993" y="286040"/>
                  </a:lnTo>
                  <a:lnTo>
                    <a:pt x="1105547" y="286040"/>
                  </a:lnTo>
                  <a:lnTo>
                    <a:pt x="1100101" y="286040"/>
                  </a:lnTo>
                  <a:lnTo>
                    <a:pt x="1094655" y="286040"/>
                  </a:lnTo>
                  <a:lnTo>
                    <a:pt x="1089209" y="286040"/>
                  </a:lnTo>
                  <a:lnTo>
                    <a:pt x="1083762" y="286040"/>
                  </a:lnTo>
                  <a:lnTo>
                    <a:pt x="1078316" y="286040"/>
                  </a:lnTo>
                  <a:lnTo>
                    <a:pt x="1072870" y="286040"/>
                  </a:lnTo>
                  <a:lnTo>
                    <a:pt x="1067424" y="286040"/>
                  </a:lnTo>
                  <a:lnTo>
                    <a:pt x="1061978" y="286040"/>
                  </a:lnTo>
                  <a:lnTo>
                    <a:pt x="1056532" y="286040"/>
                  </a:lnTo>
                  <a:lnTo>
                    <a:pt x="1051086" y="286040"/>
                  </a:lnTo>
                  <a:lnTo>
                    <a:pt x="1045640" y="286040"/>
                  </a:lnTo>
                  <a:lnTo>
                    <a:pt x="1040194" y="286040"/>
                  </a:lnTo>
                  <a:lnTo>
                    <a:pt x="1034748" y="286040"/>
                  </a:lnTo>
                  <a:lnTo>
                    <a:pt x="1029302" y="286040"/>
                  </a:lnTo>
                  <a:lnTo>
                    <a:pt x="1023856" y="286040"/>
                  </a:lnTo>
                  <a:lnTo>
                    <a:pt x="1018410" y="286040"/>
                  </a:lnTo>
                  <a:lnTo>
                    <a:pt x="1012964" y="286040"/>
                  </a:lnTo>
                  <a:lnTo>
                    <a:pt x="1007518" y="286040"/>
                  </a:lnTo>
                  <a:lnTo>
                    <a:pt x="1002072" y="286040"/>
                  </a:lnTo>
                  <a:lnTo>
                    <a:pt x="996626" y="286040"/>
                  </a:lnTo>
                  <a:lnTo>
                    <a:pt x="991180" y="286040"/>
                  </a:lnTo>
                  <a:lnTo>
                    <a:pt x="985734" y="286040"/>
                  </a:lnTo>
                  <a:lnTo>
                    <a:pt x="980288" y="286040"/>
                  </a:lnTo>
                  <a:lnTo>
                    <a:pt x="974842" y="286040"/>
                  </a:lnTo>
                  <a:lnTo>
                    <a:pt x="969396" y="286040"/>
                  </a:lnTo>
                  <a:lnTo>
                    <a:pt x="963949" y="286040"/>
                  </a:lnTo>
                  <a:lnTo>
                    <a:pt x="958503" y="286040"/>
                  </a:lnTo>
                  <a:lnTo>
                    <a:pt x="953057" y="286040"/>
                  </a:lnTo>
                  <a:lnTo>
                    <a:pt x="947611" y="286040"/>
                  </a:lnTo>
                  <a:lnTo>
                    <a:pt x="942165" y="286040"/>
                  </a:lnTo>
                  <a:lnTo>
                    <a:pt x="936719" y="286040"/>
                  </a:lnTo>
                  <a:lnTo>
                    <a:pt x="931273" y="286040"/>
                  </a:lnTo>
                  <a:lnTo>
                    <a:pt x="925827" y="286040"/>
                  </a:lnTo>
                  <a:lnTo>
                    <a:pt x="920381" y="286040"/>
                  </a:lnTo>
                  <a:lnTo>
                    <a:pt x="914935" y="286040"/>
                  </a:lnTo>
                  <a:lnTo>
                    <a:pt x="909489" y="286040"/>
                  </a:lnTo>
                  <a:lnTo>
                    <a:pt x="904043" y="286040"/>
                  </a:lnTo>
                  <a:lnTo>
                    <a:pt x="898597" y="286040"/>
                  </a:lnTo>
                  <a:lnTo>
                    <a:pt x="893151" y="286040"/>
                  </a:lnTo>
                  <a:lnTo>
                    <a:pt x="887705" y="286040"/>
                  </a:lnTo>
                  <a:lnTo>
                    <a:pt x="882259" y="286040"/>
                  </a:lnTo>
                  <a:lnTo>
                    <a:pt x="876813" y="286040"/>
                  </a:lnTo>
                  <a:lnTo>
                    <a:pt x="871367" y="286040"/>
                  </a:lnTo>
                  <a:lnTo>
                    <a:pt x="865921" y="286040"/>
                  </a:lnTo>
                  <a:lnTo>
                    <a:pt x="860475" y="286040"/>
                  </a:lnTo>
                  <a:lnTo>
                    <a:pt x="855029" y="286040"/>
                  </a:lnTo>
                  <a:lnTo>
                    <a:pt x="849583" y="286040"/>
                  </a:lnTo>
                  <a:lnTo>
                    <a:pt x="844136" y="286040"/>
                  </a:lnTo>
                  <a:lnTo>
                    <a:pt x="838690" y="286040"/>
                  </a:lnTo>
                  <a:lnTo>
                    <a:pt x="833244" y="286040"/>
                  </a:lnTo>
                  <a:lnTo>
                    <a:pt x="827798" y="286040"/>
                  </a:lnTo>
                  <a:lnTo>
                    <a:pt x="822352" y="286040"/>
                  </a:lnTo>
                  <a:lnTo>
                    <a:pt x="816906" y="286040"/>
                  </a:lnTo>
                  <a:lnTo>
                    <a:pt x="811460" y="286040"/>
                  </a:lnTo>
                  <a:lnTo>
                    <a:pt x="806014" y="286040"/>
                  </a:lnTo>
                  <a:lnTo>
                    <a:pt x="800568" y="286040"/>
                  </a:lnTo>
                  <a:lnTo>
                    <a:pt x="795122" y="286040"/>
                  </a:lnTo>
                  <a:lnTo>
                    <a:pt x="789676" y="286040"/>
                  </a:lnTo>
                  <a:lnTo>
                    <a:pt x="784230" y="286040"/>
                  </a:lnTo>
                  <a:lnTo>
                    <a:pt x="778784" y="286040"/>
                  </a:lnTo>
                  <a:lnTo>
                    <a:pt x="773338" y="286040"/>
                  </a:lnTo>
                  <a:lnTo>
                    <a:pt x="767892" y="286040"/>
                  </a:lnTo>
                  <a:lnTo>
                    <a:pt x="762446" y="286040"/>
                  </a:lnTo>
                  <a:lnTo>
                    <a:pt x="757000" y="286040"/>
                  </a:lnTo>
                  <a:lnTo>
                    <a:pt x="751554" y="286040"/>
                  </a:lnTo>
                  <a:lnTo>
                    <a:pt x="746108" y="286040"/>
                  </a:lnTo>
                  <a:lnTo>
                    <a:pt x="740662" y="286040"/>
                  </a:lnTo>
                  <a:lnTo>
                    <a:pt x="735216" y="286040"/>
                  </a:lnTo>
                  <a:lnTo>
                    <a:pt x="729770" y="286040"/>
                  </a:lnTo>
                  <a:lnTo>
                    <a:pt x="724323" y="286040"/>
                  </a:lnTo>
                  <a:lnTo>
                    <a:pt x="718877" y="286040"/>
                  </a:lnTo>
                  <a:lnTo>
                    <a:pt x="713431" y="286040"/>
                  </a:lnTo>
                  <a:lnTo>
                    <a:pt x="707985" y="286040"/>
                  </a:lnTo>
                  <a:lnTo>
                    <a:pt x="702539" y="286040"/>
                  </a:lnTo>
                  <a:lnTo>
                    <a:pt x="697093" y="286040"/>
                  </a:lnTo>
                  <a:lnTo>
                    <a:pt x="691647" y="286040"/>
                  </a:lnTo>
                  <a:lnTo>
                    <a:pt x="686201" y="286040"/>
                  </a:lnTo>
                  <a:lnTo>
                    <a:pt x="680755" y="286040"/>
                  </a:lnTo>
                  <a:lnTo>
                    <a:pt x="675309" y="286040"/>
                  </a:lnTo>
                  <a:lnTo>
                    <a:pt x="669863" y="286040"/>
                  </a:lnTo>
                  <a:lnTo>
                    <a:pt x="664417" y="286040"/>
                  </a:lnTo>
                  <a:lnTo>
                    <a:pt x="658971" y="286040"/>
                  </a:lnTo>
                  <a:lnTo>
                    <a:pt x="653525" y="286040"/>
                  </a:lnTo>
                  <a:lnTo>
                    <a:pt x="648079" y="286040"/>
                  </a:lnTo>
                  <a:lnTo>
                    <a:pt x="642633" y="286040"/>
                  </a:lnTo>
                  <a:lnTo>
                    <a:pt x="637187" y="286040"/>
                  </a:lnTo>
                  <a:lnTo>
                    <a:pt x="631741" y="286040"/>
                  </a:lnTo>
                  <a:lnTo>
                    <a:pt x="626295" y="286040"/>
                  </a:lnTo>
                  <a:lnTo>
                    <a:pt x="620849" y="286040"/>
                  </a:lnTo>
                  <a:lnTo>
                    <a:pt x="615403" y="286040"/>
                  </a:lnTo>
                  <a:lnTo>
                    <a:pt x="609957" y="286040"/>
                  </a:lnTo>
                  <a:lnTo>
                    <a:pt x="604510" y="286040"/>
                  </a:lnTo>
                  <a:lnTo>
                    <a:pt x="599064" y="286040"/>
                  </a:lnTo>
                  <a:lnTo>
                    <a:pt x="593618" y="286040"/>
                  </a:lnTo>
                  <a:lnTo>
                    <a:pt x="588172" y="286040"/>
                  </a:lnTo>
                  <a:lnTo>
                    <a:pt x="582726" y="286040"/>
                  </a:lnTo>
                  <a:lnTo>
                    <a:pt x="577280" y="286040"/>
                  </a:lnTo>
                  <a:lnTo>
                    <a:pt x="571834" y="286040"/>
                  </a:lnTo>
                  <a:lnTo>
                    <a:pt x="566388" y="286040"/>
                  </a:lnTo>
                  <a:lnTo>
                    <a:pt x="560942" y="286040"/>
                  </a:lnTo>
                  <a:lnTo>
                    <a:pt x="555496" y="286040"/>
                  </a:lnTo>
                  <a:lnTo>
                    <a:pt x="550050" y="286040"/>
                  </a:lnTo>
                  <a:lnTo>
                    <a:pt x="544604" y="286040"/>
                  </a:lnTo>
                  <a:lnTo>
                    <a:pt x="539158" y="286040"/>
                  </a:lnTo>
                  <a:lnTo>
                    <a:pt x="533712" y="286040"/>
                  </a:lnTo>
                  <a:lnTo>
                    <a:pt x="528266" y="286040"/>
                  </a:lnTo>
                  <a:lnTo>
                    <a:pt x="522820" y="286040"/>
                  </a:lnTo>
                  <a:lnTo>
                    <a:pt x="517374" y="286040"/>
                  </a:lnTo>
                  <a:lnTo>
                    <a:pt x="511928" y="286040"/>
                  </a:lnTo>
                  <a:lnTo>
                    <a:pt x="506482" y="286040"/>
                  </a:lnTo>
                  <a:lnTo>
                    <a:pt x="501036" y="286040"/>
                  </a:lnTo>
                  <a:lnTo>
                    <a:pt x="495590" y="286040"/>
                  </a:lnTo>
                  <a:lnTo>
                    <a:pt x="490144" y="286040"/>
                  </a:lnTo>
                  <a:lnTo>
                    <a:pt x="484698" y="286040"/>
                  </a:lnTo>
                  <a:lnTo>
                    <a:pt x="479251" y="286040"/>
                  </a:lnTo>
                  <a:lnTo>
                    <a:pt x="473805" y="286040"/>
                  </a:lnTo>
                  <a:lnTo>
                    <a:pt x="468359" y="286040"/>
                  </a:lnTo>
                  <a:lnTo>
                    <a:pt x="462913" y="286040"/>
                  </a:lnTo>
                  <a:lnTo>
                    <a:pt x="457467" y="286040"/>
                  </a:lnTo>
                  <a:lnTo>
                    <a:pt x="452021" y="286040"/>
                  </a:lnTo>
                  <a:lnTo>
                    <a:pt x="446575" y="286040"/>
                  </a:lnTo>
                  <a:lnTo>
                    <a:pt x="441129" y="286040"/>
                  </a:lnTo>
                  <a:lnTo>
                    <a:pt x="435683" y="286040"/>
                  </a:lnTo>
                  <a:lnTo>
                    <a:pt x="430237" y="286040"/>
                  </a:lnTo>
                  <a:lnTo>
                    <a:pt x="424791" y="286040"/>
                  </a:lnTo>
                  <a:lnTo>
                    <a:pt x="419345" y="286040"/>
                  </a:lnTo>
                  <a:lnTo>
                    <a:pt x="413899" y="286040"/>
                  </a:lnTo>
                  <a:lnTo>
                    <a:pt x="408453" y="286040"/>
                  </a:lnTo>
                  <a:lnTo>
                    <a:pt x="403007" y="286040"/>
                  </a:lnTo>
                  <a:lnTo>
                    <a:pt x="397561" y="286040"/>
                  </a:lnTo>
                  <a:lnTo>
                    <a:pt x="392115" y="286040"/>
                  </a:lnTo>
                  <a:lnTo>
                    <a:pt x="386669" y="286040"/>
                  </a:lnTo>
                  <a:lnTo>
                    <a:pt x="381223" y="286040"/>
                  </a:lnTo>
                  <a:lnTo>
                    <a:pt x="375777" y="286040"/>
                  </a:lnTo>
                  <a:lnTo>
                    <a:pt x="370331" y="286040"/>
                  </a:lnTo>
                  <a:lnTo>
                    <a:pt x="364885" y="286040"/>
                  </a:lnTo>
                  <a:lnTo>
                    <a:pt x="359438" y="286040"/>
                  </a:lnTo>
                  <a:lnTo>
                    <a:pt x="353992" y="286040"/>
                  </a:lnTo>
                  <a:lnTo>
                    <a:pt x="348546" y="286040"/>
                  </a:lnTo>
                  <a:lnTo>
                    <a:pt x="343100" y="286040"/>
                  </a:lnTo>
                  <a:lnTo>
                    <a:pt x="337654" y="286040"/>
                  </a:lnTo>
                  <a:lnTo>
                    <a:pt x="332208" y="286040"/>
                  </a:lnTo>
                  <a:lnTo>
                    <a:pt x="326762" y="286040"/>
                  </a:lnTo>
                  <a:lnTo>
                    <a:pt x="321316" y="286040"/>
                  </a:lnTo>
                  <a:lnTo>
                    <a:pt x="315870" y="286040"/>
                  </a:lnTo>
                  <a:lnTo>
                    <a:pt x="310424" y="286040"/>
                  </a:lnTo>
                  <a:lnTo>
                    <a:pt x="304978" y="286040"/>
                  </a:lnTo>
                  <a:lnTo>
                    <a:pt x="299532" y="286040"/>
                  </a:lnTo>
                  <a:lnTo>
                    <a:pt x="294086" y="286040"/>
                  </a:lnTo>
                  <a:lnTo>
                    <a:pt x="288640" y="286040"/>
                  </a:lnTo>
                  <a:lnTo>
                    <a:pt x="283194" y="286040"/>
                  </a:lnTo>
                  <a:lnTo>
                    <a:pt x="277748" y="286040"/>
                  </a:lnTo>
                  <a:lnTo>
                    <a:pt x="272302" y="286040"/>
                  </a:lnTo>
                  <a:lnTo>
                    <a:pt x="266856" y="286040"/>
                  </a:lnTo>
                  <a:lnTo>
                    <a:pt x="261410" y="286040"/>
                  </a:lnTo>
                  <a:lnTo>
                    <a:pt x="255964" y="286040"/>
                  </a:lnTo>
                  <a:lnTo>
                    <a:pt x="250518" y="286040"/>
                  </a:lnTo>
                  <a:lnTo>
                    <a:pt x="245072" y="286040"/>
                  </a:lnTo>
                  <a:lnTo>
                    <a:pt x="239625" y="286040"/>
                  </a:lnTo>
                  <a:lnTo>
                    <a:pt x="234179" y="286040"/>
                  </a:lnTo>
                  <a:lnTo>
                    <a:pt x="228733" y="286040"/>
                  </a:lnTo>
                  <a:lnTo>
                    <a:pt x="223287" y="286040"/>
                  </a:lnTo>
                  <a:lnTo>
                    <a:pt x="217841" y="286040"/>
                  </a:lnTo>
                  <a:lnTo>
                    <a:pt x="212395" y="286040"/>
                  </a:lnTo>
                  <a:lnTo>
                    <a:pt x="206949" y="286040"/>
                  </a:lnTo>
                  <a:lnTo>
                    <a:pt x="201503" y="286040"/>
                  </a:lnTo>
                  <a:lnTo>
                    <a:pt x="196057" y="286040"/>
                  </a:lnTo>
                  <a:lnTo>
                    <a:pt x="190611" y="286040"/>
                  </a:lnTo>
                  <a:lnTo>
                    <a:pt x="185165" y="286040"/>
                  </a:lnTo>
                  <a:lnTo>
                    <a:pt x="179719" y="286040"/>
                  </a:lnTo>
                  <a:lnTo>
                    <a:pt x="174273" y="286040"/>
                  </a:lnTo>
                  <a:lnTo>
                    <a:pt x="168827" y="286040"/>
                  </a:lnTo>
                  <a:lnTo>
                    <a:pt x="163381" y="286040"/>
                  </a:lnTo>
                  <a:lnTo>
                    <a:pt x="157935" y="286040"/>
                  </a:lnTo>
                  <a:lnTo>
                    <a:pt x="152489" y="286040"/>
                  </a:lnTo>
                  <a:lnTo>
                    <a:pt x="147043" y="286040"/>
                  </a:lnTo>
                  <a:lnTo>
                    <a:pt x="141597" y="286040"/>
                  </a:lnTo>
                  <a:lnTo>
                    <a:pt x="136151" y="286040"/>
                  </a:lnTo>
                  <a:lnTo>
                    <a:pt x="130705" y="286040"/>
                  </a:lnTo>
                  <a:lnTo>
                    <a:pt x="125259" y="286040"/>
                  </a:lnTo>
                  <a:lnTo>
                    <a:pt x="119812" y="286040"/>
                  </a:lnTo>
                  <a:lnTo>
                    <a:pt x="114366" y="286040"/>
                  </a:lnTo>
                  <a:lnTo>
                    <a:pt x="108920" y="286040"/>
                  </a:lnTo>
                  <a:lnTo>
                    <a:pt x="103474" y="286040"/>
                  </a:lnTo>
                  <a:lnTo>
                    <a:pt x="98028" y="286040"/>
                  </a:lnTo>
                  <a:lnTo>
                    <a:pt x="92582" y="286040"/>
                  </a:lnTo>
                  <a:lnTo>
                    <a:pt x="87136" y="286040"/>
                  </a:lnTo>
                  <a:lnTo>
                    <a:pt x="81690" y="286040"/>
                  </a:lnTo>
                  <a:lnTo>
                    <a:pt x="76244" y="286040"/>
                  </a:lnTo>
                  <a:lnTo>
                    <a:pt x="70798" y="286040"/>
                  </a:lnTo>
                  <a:lnTo>
                    <a:pt x="65352" y="286040"/>
                  </a:lnTo>
                  <a:lnTo>
                    <a:pt x="59906" y="286040"/>
                  </a:lnTo>
                  <a:lnTo>
                    <a:pt x="54460" y="286040"/>
                  </a:lnTo>
                  <a:lnTo>
                    <a:pt x="49014" y="286040"/>
                  </a:lnTo>
                  <a:lnTo>
                    <a:pt x="43568" y="286040"/>
                  </a:lnTo>
                  <a:lnTo>
                    <a:pt x="38122" y="286040"/>
                  </a:lnTo>
                  <a:lnTo>
                    <a:pt x="32676" y="286040"/>
                  </a:lnTo>
                  <a:lnTo>
                    <a:pt x="27230" y="286040"/>
                  </a:lnTo>
                  <a:lnTo>
                    <a:pt x="21784" y="286040"/>
                  </a:lnTo>
                  <a:lnTo>
                    <a:pt x="16338" y="286040"/>
                  </a:lnTo>
                  <a:lnTo>
                    <a:pt x="10892" y="286040"/>
                  </a:lnTo>
                  <a:lnTo>
                    <a:pt x="5446" y="28604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57616" y="1070744"/>
              <a:ext cx="2782929" cy="286040"/>
            </a:xfrm>
            <a:custGeom>
              <a:avLst/>
              <a:pathLst>
                <a:path w="2782929" h="286040">
                  <a:moveTo>
                    <a:pt x="0" y="286040"/>
                  </a:moveTo>
                  <a:lnTo>
                    <a:pt x="5446" y="286040"/>
                  </a:lnTo>
                  <a:lnTo>
                    <a:pt x="10892" y="286040"/>
                  </a:lnTo>
                  <a:lnTo>
                    <a:pt x="16338" y="286040"/>
                  </a:lnTo>
                  <a:lnTo>
                    <a:pt x="21784" y="286040"/>
                  </a:lnTo>
                  <a:lnTo>
                    <a:pt x="27230" y="286040"/>
                  </a:lnTo>
                  <a:lnTo>
                    <a:pt x="32676" y="286040"/>
                  </a:lnTo>
                  <a:lnTo>
                    <a:pt x="38122" y="286040"/>
                  </a:lnTo>
                  <a:lnTo>
                    <a:pt x="43568" y="286040"/>
                  </a:lnTo>
                  <a:lnTo>
                    <a:pt x="49014" y="286040"/>
                  </a:lnTo>
                  <a:lnTo>
                    <a:pt x="54460" y="286040"/>
                  </a:lnTo>
                  <a:lnTo>
                    <a:pt x="59906" y="286040"/>
                  </a:lnTo>
                  <a:lnTo>
                    <a:pt x="65352" y="286040"/>
                  </a:lnTo>
                  <a:lnTo>
                    <a:pt x="70798" y="286040"/>
                  </a:lnTo>
                  <a:lnTo>
                    <a:pt x="76244" y="286040"/>
                  </a:lnTo>
                  <a:lnTo>
                    <a:pt x="81690" y="286040"/>
                  </a:lnTo>
                  <a:lnTo>
                    <a:pt x="87136" y="286040"/>
                  </a:lnTo>
                  <a:lnTo>
                    <a:pt x="92582" y="286040"/>
                  </a:lnTo>
                  <a:lnTo>
                    <a:pt x="98028" y="286040"/>
                  </a:lnTo>
                  <a:lnTo>
                    <a:pt x="103474" y="286040"/>
                  </a:lnTo>
                  <a:lnTo>
                    <a:pt x="108920" y="286040"/>
                  </a:lnTo>
                  <a:lnTo>
                    <a:pt x="114366" y="286040"/>
                  </a:lnTo>
                  <a:lnTo>
                    <a:pt x="119812" y="286040"/>
                  </a:lnTo>
                  <a:lnTo>
                    <a:pt x="125259" y="286040"/>
                  </a:lnTo>
                  <a:lnTo>
                    <a:pt x="130705" y="286040"/>
                  </a:lnTo>
                  <a:lnTo>
                    <a:pt x="136151" y="286040"/>
                  </a:lnTo>
                  <a:lnTo>
                    <a:pt x="141597" y="286040"/>
                  </a:lnTo>
                  <a:lnTo>
                    <a:pt x="147043" y="286040"/>
                  </a:lnTo>
                  <a:lnTo>
                    <a:pt x="152489" y="286040"/>
                  </a:lnTo>
                  <a:lnTo>
                    <a:pt x="157935" y="286040"/>
                  </a:lnTo>
                  <a:lnTo>
                    <a:pt x="163381" y="286040"/>
                  </a:lnTo>
                  <a:lnTo>
                    <a:pt x="168827" y="286040"/>
                  </a:lnTo>
                  <a:lnTo>
                    <a:pt x="174273" y="286040"/>
                  </a:lnTo>
                  <a:lnTo>
                    <a:pt x="179719" y="286040"/>
                  </a:lnTo>
                  <a:lnTo>
                    <a:pt x="185165" y="286040"/>
                  </a:lnTo>
                  <a:lnTo>
                    <a:pt x="190611" y="286040"/>
                  </a:lnTo>
                  <a:lnTo>
                    <a:pt x="196057" y="286040"/>
                  </a:lnTo>
                  <a:lnTo>
                    <a:pt x="201503" y="286040"/>
                  </a:lnTo>
                  <a:lnTo>
                    <a:pt x="206949" y="286040"/>
                  </a:lnTo>
                  <a:lnTo>
                    <a:pt x="212395" y="286040"/>
                  </a:lnTo>
                  <a:lnTo>
                    <a:pt x="217841" y="286040"/>
                  </a:lnTo>
                  <a:lnTo>
                    <a:pt x="223287" y="286040"/>
                  </a:lnTo>
                  <a:lnTo>
                    <a:pt x="228733" y="286040"/>
                  </a:lnTo>
                  <a:lnTo>
                    <a:pt x="234179" y="286040"/>
                  </a:lnTo>
                  <a:lnTo>
                    <a:pt x="239625" y="286040"/>
                  </a:lnTo>
                  <a:lnTo>
                    <a:pt x="245072" y="286040"/>
                  </a:lnTo>
                  <a:lnTo>
                    <a:pt x="250518" y="286040"/>
                  </a:lnTo>
                  <a:lnTo>
                    <a:pt x="255964" y="286040"/>
                  </a:lnTo>
                  <a:lnTo>
                    <a:pt x="261410" y="286040"/>
                  </a:lnTo>
                  <a:lnTo>
                    <a:pt x="266856" y="286040"/>
                  </a:lnTo>
                  <a:lnTo>
                    <a:pt x="272302" y="286039"/>
                  </a:lnTo>
                  <a:lnTo>
                    <a:pt x="277748" y="286039"/>
                  </a:lnTo>
                  <a:lnTo>
                    <a:pt x="283194" y="286037"/>
                  </a:lnTo>
                  <a:lnTo>
                    <a:pt x="288640" y="286035"/>
                  </a:lnTo>
                  <a:lnTo>
                    <a:pt x="294086" y="286031"/>
                  </a:lnTo>
                  <a:lnTo>
                    <a:pt x="299532" y="286024"/>
                  </a:lnTo>
                  <a:lnTo>
                    <a:pt x="304978" y="286012"/>
                  </a:lnTo>
                  <a:lnTo>
                    <a:pt x="310424" y="285994"/>
                  </a:lnTo>
                  <a:lnTo>
                    <a:pt x="315870" y="285967"/>
                  </a:lnTo>
                  <a:lnTo>
                    <a:pt x="321316" y="285929"/>
                  </a:lnTo>
                  <a:lnTo>
                    <a:pt x="326762" y="285877"/>
                  </a:lnTo>
                  <a:lnTo>
                    <a:pt x="332208" y="285808"/>
                  </a:lnTo>
                  <a:lnTo>
                    <a:pt x="337654" y="285722"/>
                  </a:lnTo>
                  <a:lnTo>
                    <a:pt x="343100" y="285616"/>
                  </a:lnTo>
                  <a:lnTo>
                    <a:pt x="348546" y="285494"/>
                  </a:lnTo>
                  <a:lnTo>
                    <a:pt x="353992" y="285361"/>
                  </a:lnTo>
                  <a:lnTo>
                    <a:pt x="359438" y="285221"/>
                  </a:lnTo>
                  <a:lnTo>
                    <a:pt x="364885" y="285083"/>
                  </a:lnTo>
                  <a:lnTo>
                    <a:pt x="370331" y="284952"/>
                  </a:lnTo>
                  <a:lnTo>
                    <a:pt x="375777" y="284835"/>
                  </a:lnTo>
                  <a:lnTo>
                    <a:pt x="381223" y="284736"/>
                  </a:lnTo>
                  <a:lnTo>
                    <a:pt x="386669" y="284658"/>
                  </a:lnTo>
                  <a:lnTo>
                    <a:pt x="392115" y="284599"/>
                  </a:lnTo>
                  <a:lnTo>
                    <a:pt x="397561" y="284557"/>
                  </a:lnTo>
                  <a:lnTo>
                    <a:pt x="403007" y="284526"/>
                  </a:lnTo>
                  <a:lnTo>
                    <a:pt x="408453" y="284499"/>
                  </a:lnTo>
                  <a:lnTo>
                    <a:pt x="413899" y="284468"/>
                  </a:lnTo>
                  <a:lnTo>
                    <a:pt x="419345" y="284422"/>
                  </a:lnTo>
                  <a:lnTo>
                    <a:pt x="424791" y="284353"/>
                  </a:lnTo>
                  <a:lnTo>
                    <a:pt x="430237" y="284255"/>
                  </a:lnTo>
                  <a:lnTo>
                    <a:pt x="435683" y="284122"/>
                  </a:lnTo>
                  <a:lnTo>
                    <a:pt x="441129" y="283952"/>
                  </a:lnTo>
                  <a:lnTo>
                    <a:pt x="446575" y="283743"/>
                  </a:lnTo>
                  <a:lnTo>
                    <a:pt x="452021" y="283500"/>
                  </a:lnTo>
                  <a:lnTo>
                    <a:pt x="457467" y="283227"/>
                  </a:lnTo>
                  <a:lnTo>
                    <a:pt x="462913" y="282933"/>
                  </a:lnTo>
                  <a:lnTo>
                    <a:pt x="468359" y="282627"/>
                  </a:lnTo>
                  <a:lnTo>
                    <a:pt x="473805" y="282318"/>
                  </a:lnTo>
                  <a:lnTo>
                    <a:pt x="479251" y="282009"/>
                  </a:lnTo>
                  <a:lnTo>
                    <a:pt x="484698" y="281702"/>
                  </a:lnTo>
                  <a:lnTo>
                    <a:pt x="490144" y="281392"/>
                  </a:lnTo>
                  <a:lnTo>
                    <a:pt x="495590" y="281069"/>
                  </a:lnTo>
                  <a:lnTo>
                    <a:pt x="501036" y="280728"/>
                  </a:lnTo>
                  <a:lnTo>
                    <a:pt x="506482" y="280365"/>
                  </a:lnTo>
                  <a:lnTo>
                    <a:pt x="511928" y="279986"/>
                  </a:lnTo>
                  <a:lnTo>
                    <a:pt x="517374" y="279603"/>
                  </a:lnTo>
                  <a:lnTo>
                    <a:pt x="522820" y="279237"/>
                  </a:lnTo>
                  <a:lnTo>
                    <a:pt x="528266" y="278910"/>
                  </a:lnTo>
                  <a:lnTo>
                    <a:pt x="533712" y="278645"/>
                  </a:lnTo>
                  <a:lnTo>
                    <a:pt x="539158" y="278454"/>
                  </a:lnTo>
                  <a:lnTo>
                    <a:pt x="544604" y="278338"/>
                  </a:lnTo>
                  <a:lnTo>
                    <a:pt x="550050" y="278284"/>
                  </a:lnTo>
                  <a:lnTo>
                    <a:pt x="555496" y="278267"/>
                  </a:lnTo>
                  <a:lnTo>
                    <a:pt x="560942" y="278249"/>
                  </a:lnTo>
                  <a:lnTo>
                    <a:pt x="566388" y="278188"/>
                  </a:lnTo>
                  <a:lnTo>
                    <a:pt x="571834" y="278046"/>
                  </a:lnTo>
                  <a:lnTo>
                    <a:pt x="577280" y="277804"/>
                  </a:lnTo>
                  <a:lnTo>
                    <a:pt x="582726" y="277457"/>
                  </a:lnTo>
                  <a:lnTo>
                    <a:pt x="588172" y="277012"/>
                  </a:lnTo>
                  <a:lnTo>
                    <a:pt x="593618" y="276493"/>
                  </a:lnTo>
                  <a:lnTo>
                    <a:pt x="599064" y="275929"/>
                  </a:lnTo>
                  <a:lnTo>
                    <a:pt x="604510" y="275353"/>
                  </a:lnTo>
                  <a:lnTo>
                    <a:pt x="609957" y="274795"/>
                  </a:lnTo>
                  <a:lnTo>
                    <a:pt x="615403" y="274283"/>
                  </a:lnTo>
                  <a:lnTo>
                    <a:pt x="620849" y="273833"/>
                  </a:lnTo>
                  <a:lnTo>
                    <a:pt x="626295" y="273456"/>
                  </a:lnTo>
                  <a:lnTo>
                    <a:pt x="631741" y="273149"/>
                  </a:lnTo>
                  <a:lnTo>
                    <a:pt x="637187" y="272900"/>
                  </a:lnTo>
                  <a:lnTo>
                    <a:pt x="642633" y="272686"/>
                  </a:lnTo>
                  <a:lnTo>
                    <a:pt x="648079" y="272465"/>
                  </a:lnTo>
                  <a:lnTo>
                    <a:pt x="653525" y="272195"/>
                  </a:lnTo>
                  <a:lnTo>
                    <a:pt x="658971" y="271831"/>
                  </a:lnTo>
                  <a:lnTo>
                    <a:pt x="664417" y="271336"/>
                  </a:lnTo>
                  <a:lnTo>
                    <a:pt x="669863" y="270689"/>
                  </a:lnTo>
                  <a:lnTo>
                    <a:pt x="675309" y="269891"/>
                  </a:lnTo>
                  <a:lnTo>
                    <a:pt x="680755" y="268975"/>
                  </a:lnTo>
                  <a:lnTo>
                    <a:pt x="686201" y="268006"/>
                  </a:lnTo>
                  <a:lnTo>
                    <a:pt x="691647" y="267074"/>
                  </a:lnTo>
                  <a:lnTo>
                    <a:pt x="697093" y="266290"/>
                  </a:lnTo>
                  <a:lnTo>
                    <a:pt x="702539" y="265762"/>
                  </a:lnTo>
                  <a:lnTo>
                    <a:pt x="707985" y="265585"/>
                  </a:lnTo>
                  <a:lnTo>
                    <a:pt x="713431" y="265815"/>
                  </a:lnTo>
                  <a:lnTo>
                    <a:pt x="718877" y="266485"/>
                  </a:lnTo>
                  <a:lnTo>
                    <a:pt x="724323" y="267508"/>
                  </a:lnTo>
                  <a:lnTo>
                    <a:pt x="729770" y="268773"/>
                  </a:lnTo>
                  <a:lnTo>
                    <a:pt x="735216" y="270147"/>
                  </a:lnTo>
                  <a:lnTo>
                    <a:pt x="740662" y="271489"/>
                  </a:lnTo>
                  <a:lnTo>
                    <a:pt x="746108" y="272678"/>
                  </a:lnTo>
                  <a:lnTo>
                    <a:pt x="751554" y="273622"/>
                  </a:lnTo>
                  <a:lnTo>
                    <a:pt x="757000" y="274275"/>
                  </a:lnTo>
                  <a:lnTo>
                    <a:pt x="762446" y="274636"/>
                  </a:lnTo>
                  <a:lnTo>
                    <a:pt x="767892" y="274746"/>
                  </a:lnTo>
                  <a:lnTo>
                    <a:pt x="773338" y="274675"/>
                  </a:lnTo>
                  <a:lnTo>
                    <a:pt x="778784" y="274511"/>
                  </a:lnTo>
                  <a:lnTo>
                    <a:pt x="784230" y="274339"/>
                  </a:lnTo>
                  <a:lnTo>
                    <a:pt x="789676" y="274230"/>
                  </a:lnTo>
                  <a:lnTo>
                    <a:pt x="795122" y="274240"/>
                  </a:lnTo>
                  <a:lnTo>
                    <a:pt x="800568" y="274376"/>
                  </a:lnTo>
                  <a:lnTo>
                    <a:pt x="806014" y="274625"/>
                  </a:lnTo>
                  <a:lnTo>
                    <a:pt x="811460" y="274959"/>
                  </a:lnTo>
                  <a:lnTo>
                    <a:pt x="816906" y="275347"/>
                  </a:lnTo>
                  <a:lnTo>
                    <a:pt x="822352" y="275756"/>
                  </a:lnTo>
                  <a:lnTo>
                    <a:pt x="827798" y="276166"/>
                  </a:lnTo>
                  <a:lnTo>
                    <a:pt x="833244" y="276562"/>
                  </a:lnTo>
                  <a:lnTo>
                    <a:pt x="838690" y="276943"/>
                  </a:lnTo>
                  <a:lnTo>
                    <a:pt x="844136" y="277311"/>
                  </a:lnTo>
                  <a:lnTo>
                    <a:pt x="849583" y="277673"/>
                  </a:lnTo>
                  <a:lnTo>
                    <a:pt x="855029" y="278036"/>
                  </a:lnTo>
                  <a:lnTo>
                    <a:pt x="860475" y="278399"/>
                  </a:lnTo>
                  <a:lnTo>
                    <a:pt x="865921" y="278759"/>
                  </a:lnTo>
                  <a:lnTo>
                    <a:pt x="871367" y="279108"/>
                  </a:lnTo>
                  <a:lnTo>
                    <a:pt x="876813" y="279435"/>
                  </a:lnTo>
                  <a:lnTo>
                    <a:pt x="882259" y="279729"/>
                  </a:lnTo>
                  <a:lnTo>
                    <a:pt x="887705" y="279985"/>
                  </a:lnTo>
                  <a:lnTo>
                    <a:pt x="893151" y="280197"/>
                  </a:lnTo>
                  <a:lnTo>
                    <a:pt x="898597" y="280367"/>
                  </a:lnTo>
                  <a:lnTo>
                    <a:pt x="904043" y="280498"/>
                  </a:lnTo>
                  <a:lnTo>
                    <a:pt x="909489" y="280595"/>
                  </a:lnTo>
                  <a:lnTo>
                    <a:pt x="914935" y="280662"/>
                  </a:lnTo>
                  <a:lnTo>
                    <a:pt x="920381" y="280703"/>
                  </a:lnTo>
                  <a:lnTo>
                    <a:pt x="925827" y="280715"/>
                  </a:lnTo>
                  <a:lnTo>
                    <a:pt x="931273" y="280690"/>
                  </a:lnTo>
                  <a:lnTo>
                    <a:pt x="936719" y="280615"/>
                  </a:lnTo>
                  <a:lnTo>
                    <a:pt x="942165" y="280470"/>
                  </a:lnTo>
                  <a:lnTo>
                    <a:pt x="947611" y="280232"/>
                  </a:lnTo>
                  <a:lnTo>
                    <a:pt x="953057" y="279889"/>
                  </a:lnTo>
                  <a:lnTo>
                    <a:pt x="958503" y="279432"/>
                  </a:lnTo>
                  <a:lnTo>
                    <a:pt x="963949" y="278858"/>
                  </a:lnTo>
                  <a:lnTo>
                    <a:pt x="969396" y="278176"/>
                  </a:lnTo>
                  <a:lnTo>
                    <a:pt x="974842" y="277404"/>
                  </a:lnTo>
                  <a:lnTo>
                    <a:pt x="980288" y="276569"/>
                  </a:lnTo>
                  <a:lnTo>
                    <a:pt x="985734" y="275707"/>
                  </a:lnTo>
                  <a:lnTo>
                    <a:pt x="991180" y="274856"/>
                  </a:lnTo>
                  <a:lnTo>
                    <a:pt x="996626" y="274058"/>
                  </a:lnTo>
                  <a:lnTo>
                    <a:pt x="1002072" y="273349"/>
                  </a:lnTo>
                  <a:lnTo>
                    <a:pt x="1007518" y="272758"/>
                  </a:lnTo>
                  <a:lnTo>
                    <a:pt x="1012964" y="272300"/>
                  </a:lnTo>
                  <a:lnTo>
                    <a:pt x="1018410" y="271981"/>
                  </a:lnTo>
                  <a:lnTo>
                    <a:pt x="1023856" y="271778"/>
                  </a:lnTo>
                  <a:lnTo>
                    <a:pt x="1029302" y="271650"/>
                  </a:lnTo>
                  <a:lnTo>
                    <a:pt x="1034748" y="271550"/>
                  </a:lnTo>
                  <a:lnTo>
                    <a:pt x="1040194" y="271429"/>
                  </a:lnTo>
                  <a:lnTo>
                    <a:pt x="1045640" y="271236"/>
                  </a:lnTo>
                  <a:lnTo>
                    <a:pt x="1051086" y="270928"/>
                  </a:lnTo>
                  <a:lnTo>
                    <a:pt x="1056532" y="270468"/>
                  </a:lnTo>
                  <a:lnTo>
                    <a:pt x="1061978" y="269833"/>
                  </a:lnTo>
                  <a:lnTo>
                    <a:pt x="1067424" y="269011"/>
                  </a:lnTo>
                  <a:lnTo>
                    <a:pt x="1072870" y="268009"/>
                  </a:lnTo>
                  <a:lnTo>
                    <a:pt x="1078316" y="266847"/>
                  </a:lnTo>
                  <a:lnTo>
                    <a:pt x="1083762" y="265562"/>
                  </a:lnTo>
                  <a:lnTo>
                    <a:pt x="1089209" y="264208"/>
                  </a:lnTo>
                  <a:lnTo>
                    <a:pt x="1094655" y="262846"/>
                  </a:lnTo>
                  <a:lnTo>
                    <a:pt x="1100101" y="261543"/>
                  </a:lnTo>
                  <a:lnTo>
                    <a:pt x="1105547" y="260342"/>
                  </a:lnTo>
                  <a:lnTo>
                    <a:pt x="1110993" y="259261"/>
                  </a:lnTo>
                  <a:lnTo>
                    <a:pt x="1116439" y="258284"/>
                  </a:lnTo>
                  <a:lnTo>
                    <a:pt x="1121885" y="257357"/>
                  </a:lnTo>
                  <a:lnTo>
                    <a:pt x="1127331" y="256392"/>
                  </a:lnTo>
                  <a:lnTo>
                    <a:pt x="1132777" y="255269"/>
                  </a:lnTo>
                  <a:lnTo>
                    <a:pt x="1138223" y="253853"/>
                  </a:lnTo>
                  <a:lnTo>
                    <a:pt x="1143669" y="251995"/>
                  </a:lnTo>
                  <a:lnTo>
                    <a:pt x="1149115" y="249554"/>
                  </a:lnTo>
                  <a:lnTo>
                    <a:pt x="1154561" y="246397"/>
                  </a:lnTo>
                  <a:lnTo>
                    <a:pt x="1160007" y="242409"/>
                  </a:lnTo>
                  <a:lnTo>
                    <a:pt x="1165453" y="237487"/>
                  </a:lnTo>
                  <a:lnTo>
                    <a:pt x="1170899" y="231444"/>
                  </a:lnTo>
                  <a:lnTo>
                    <a:pt x="1176345" y="224252"/>
                  </a:lnTo>
                  <a:lnTo>
                    <a:pt x="1181791" y="215797"/>
                  </a:lnTo>
                  <a:lnTo>
                    <a:pt x="1187237" y="205937"/>
                  </a:lnTo>
                  <a:lnTo>
                    <a:pt x="1192683" y="194514"/>
                  </a:lnTo>
                  <a:lnTo>
                    <a:pt x="1198129" y="181363"/>
                  </a:lnTo>
                  <a:lnTo>
                    <a:pt x="1203575" y="166355"/>
                  </a:lnTo>
                  <a:lnTo>
                    <a:pt x="1209021" y="149437"/>
                  </a:lnTo>
                  <a:lnTo>
                    <a:pt x="1214468" y="130692"/>
                  </a:lnTo>
                  <a:lnTo>
                    <a:pt x="1219914" y="110400"/>
                  </a:lnTo>
                  <a:lnTo>
                    <a:pt x="1225360" y="89086"/>
                  </a:lnTo>
                  <a:lnTo>
                    <a:pt x="1230806" y="67545"/>
                  </a:lnTo>
                  <a:lnTo>
                    <a:pt x="1236252" y="46834"/>
                  </a:lnTo>
                  <a:lnTo>
                    <a:pt x="1241698" y="28260"/>
                  </a:lnTo>
                  <a:lnTo>
                    <a:pt x="1247144" y="13543"/>
                  </a:lnTo>
                  <a:lnTo>
                    <a:pt x="1252590" y="3794"/>
                  </a:lnTo>
                  <a:lnTo>
                    <a:pt x="1258036" y="0"/>
                  </a:lnTo>
                  <a:lnTo>
                    <a:pt x="1263482" y="2735"/>
                  </a:lnTo>
                  <a:lnTo>
                    <a:pt x="1268928" y="12069"/>
                  </a:lnTo>
                  <a:lnTo>
                    <a:pt x="1274374" y="27543"/>
                  </a:lnTo>
                  <a:lnTo>
                    <a:pt x="1279820" y="48218"/>
                  </a:lnTo>
                  <a:lnTo>
                    <a:pt x="1285266" y="72786"/>
                  </a:lnTo>
                  <a:lnTo>
                    <a:pt x="1290712" y="99722"/>
                  </a:lnTo>
                  <a:lnTo>
                    <a:pt x="1296158" y="127461"/>
                  </a:lnTo>
                  <a:lnTo>
                    <a:pt x="1301604" y="154557"/>
                  </a:lnTo>
                  <a:lnTo>
                    <a:pt x="1307050" y="179814"/>
                  </a:lnTo>
                  <a:lnTo>
                    <a:pt x="1312496" y="202366"/>
                  </a:lnTo>
                  <a:lnTo>
                    <a:pt x="1317942" y="221609"/>
                  </a:lnTo>
                  <a:lnTo>
                    <a:pt x="1323388" y="237277"/>
                  </a:lnTo>
                  <a:lnTo>
                    <a:pt x="1328834" y="249703"/>
                  </a:lnTo>
                  <a:lnTo>
                    <a:pt x="1334281" y="259197"/>
                  </a:lnTo>
                  <a:lnTo>
                    <a:pt x="1339727" y="266155"/>
                  </a:lnTo>
                  <a:lnTo>
                    <a:pt x="1345173" y="270999"/>
                  </a:lnTo>
                  <a:lnTo>
                    <a:pt x="1350619" y="274141"/>
                  </a:lnTo>
                  <a:lnTo>
                    <a:pt x="1356065" y="275955"/>
                  </a:lnTo>
                  <a:lnTo>
                    <a:pt x="1361511" y="276762"/>
                  </a:lnTo>
                  <a:lnTo>
                    <a:pt x="1366957" y="276834"/>
                  </a:lnTo>
                  <a:lnTo>
                    <a:pt x="1372403" y="276394"/>
                  </a:lnTo>
                  <a:lnTo>
                    <a:pt x="1377849" y="275622"/>
                  </a:lnTo>
                  <a:lnTo>
                    <a:pt x="1383295" y="274657"/>
                  </a:lnTo>
                  <a:lnTo>
                    <a:pt x="1388741" y="273602"/>
                  </a:lnTo>
                  <a:lnTo>
                    <a:pt x="1394187" y="272521"/>
                  </a:lnTo>
                  <a:lnTo>
                    <a:pt x="1399633" y="271440"/>
                  </a:lnTo>
                  <a:lnTo>
                    <a:pt x="1405079" y="270337"/>
                  </a:lnTo>
                  <a:lnTo>
                    <a:pt x="1410525" y="269152"/>
                  </a:lnTo>
                  <a:lnTo>
                    <a:pt x="1415971" y="267802"/>
                  </a:lnTo>
                  <a:lnTo>
                    <a:pt x="1421417" y="266187"/>
                  </a:lnTo>
                  <a:lnTo>
                    <a:pt x="1426863" y="264210"/>
                  </a:lnTo>
                  <a:lnTo>
                    <a:pt x="1432309" y="261794"/>
                  </a:lnTo>
                  <a:lnTo>
                    <a:pt x="1437755" y="258907"/>
                  </a:lnTo>
                  <a:lnTo>
                    <a:pt x="1443201" y="255571"/>
                  </a:lnTo>
                  <a:lnTo>
                    <a:pt x="1448647" y="251879"/>
                  </a:lnTo>
                  <a:lnTo>
                    <a:pt x="1454094" y="247993"/>
                  </a:lnTo>
                  <a:lnTo>
                    <a:pt x="1459540" y="244141"/>
                  </a:lnTo>
                  <a:lnTo>
                    <a:pt x="1464986" y="240593"/>
                  </a:lnTo>
                  <a:lnTo>
                    <a:pt x="1470432" y="237691"/>
                  </a:lnTo>
                  <a:lnTo>
                    <a:pt x="1475878" y="235714"/>
                  </a:lnTo>
                  <a:lnTo>
                    <a:pt x="1481324" y="234844"/>
                  </a:lnTo>
                  <a:lnTo>
                    <a:pt x="1486770" y="235194"/>
                  </a:lnTo>
                  <a:lnTo>
                    <a:pt x="1492216" y="236774"/>
                  </a:lnTo>
                  <a:lnTo>
                    <a:pt x="1497662" y="239496"/>
                  </a:lnTo>
                  <a:lnTo>
                    <a:pt x="1503108" y="243180"/>
                  </a:lnTo>
                  <a:lnTo>
                    <a:pt x="1508554" y="247582"/>
                  </a:lnTo>
                  <a:lnTo>
                    <a:pt x="1514000" y="252422"/>
                  </a:lnTo>
                  <a:lnTo>
                    <a:pt x="1519446" y="257415"/>
                  </a:lnTo>
                  <a:lnTo>
                    <a:pt x="1524892" y="262297"/>
                  </a:lnTo>
                  <a:lnTo>
                    <a:pt x="1530338" y="266854"/>
                  </a:lnTo>
                  <a:lnTo>
                    <a:pt x="1535784" y="270930"/>
                  </a:lnTo>
                  <a:lnTo>
                    <a:pt x="1541230" y="274433"/>
                  </a:lnTo>
                  <a:lnTo>
                    <a:pt x="1546676" y="277293"/>
                  </a:lnTo>
                  <a:lnTo>
                    <a:pt x="1552122" y="279576"/>
                  </a:lnTo>
                  <a:lnTo>
                    <a:pt x="1557568" y="281351"/>
                  </a:lnTo>
                  <a:lnTo>
                    <a:pt x="1563014" y="282695"/>
                  </a:lnTo>
                  <a:lnTo>
                    <a:pt x="1568460" y="283689"/>
                  </a:lnTo>
                  <a:lnTo>
                    <a:pt x="1573907" y="284410"/>
                  </a:lnTo>
                  <a:lnTo>
                    <a:pt x="1579353" y="284923"/>
                  </a:lnTo>
                  <a:lnTo>
                    <a:pt x="1584799" y="285284"/>
                  </a:lnTo>
                  <a:lnTo>
                    <a:pt x="1590245" y="285534"/>
                  </a:lnTo>
                  <a:lnTo>
                    <a:pt x="1595691" y="285707"/>
                  </a:lnTo>
                  <a:lnTo>
                    <a:pt x="1601137" y="285824"/>
                  </a:lnTo>
                  <a:lnTo>
                    <a:pt x="1606583" y="285903"/>
                  </a:lnTo>
                  <a:lnTo>
                    <a:pt x="1612029" y="285955"/>
                  </a:lnTo>
                  <a:lnTo>
                    <a:pt x="1617475" y="285989"/>
                  </a:lnTo>
                  <a:lnTo>
                    <a:pt x="1622921" y="286009"/>
                  </a:lnTo>
                  <a:lnTo>
                    <a:pt x="1628367" y="286022"/>
                  </a:lnTo>
                  <a:lnTo>
                    <a:pt x="1633813" y="286030"/>
                  </a:lnTo>
                  <a:lnTo>
                    <a:pt x="1639259" y="286035"/>
                  </a:lnTo>
                  <a:lnTo>
                    <a:pt x="1644705" y="286037"/>
                  </a:lnTo>
                  <a:lnTo>
                    <a:pt x="1650151" y="286039"/>
                  </a:lnTo>
                  <a:lnTo>
                    <a:pt x="1655597" y="286039"/>
                  </a:lnTo>
                  <a:lnTo>
                    <a:pt x="1661043" y="286040"/>
                  </a:lnTo>
                  <a:lnTo>
                    <a:pt x="1666489" y="286040"/>
                  </a:lnTo>
                  <a:lnTo>
                    <a:pt x="1671935" y="286040"/>
                  </a:lnTo>
                  <a:lnTo>
                    <a:pt x="1677381" y="286040"/>
                  </a:lnTo>
                  <a:lnTo>
                    <a:pt x="1682827" y="286040"/>
                  </a:lnTo>
                  <a:lnTo>
                    <a:pt x="1688273" y="286040"/>
                  </a:lnTo>
                  <a:lnTo>
                    <a:pt x="1693720" y="286040"/>
                  </a:lnTo>
                  <a:lnTo>
                    <a:pt x="1699166" y="286040"/>
                  </a:lnTo>
                  <a:lnTo>
                    <a:pt x="1704612" y="286040"/>
                  </a:lnTo>
                  <a:lnTo>
                    <a:pt x="1710058" y="286040"/>
                  </a:lnTo>
                  <a:lnTo>
                    <a:pt x="1715504" y="286040"/>
                  </a:lnTo>
                  <a:lnTo>
                    <a:pt x="1720950" y="286040"/>
                  </a:lnTo>
                  <a:lnTo>
                    <a:pt x="1726396" y="286040"/>
                  </a:lnTo>
                  <a:lnTo>
                    <a:pt x="1731842" y="286040"/>
                  </a:lnTo>
                  <a:lnTo>
                    <a:pt x="1737288" y="286040"/>
                  </a:lnTo>
                  <a:lnTo>
                    <a:pt x="1742734" y="286040"/>
                  </a:lnTo>
                  <a:lnTo>
                    <a:pt x="1748180" y="286040"/>
                  </a:lnTo>
                  <a:lnTo>
                    <a:pt x="1753626" y="286040"/>
                  </a:lnTo>
                  <a:lnTo>
                    <a:pt x="1759072" y="286040"/>
                  </a:lnTo>
                  <a:lnTo>
                    <a:pt x="1764518" y="286040"/>
                  </a:lnTo>
                  <a:lnTo>
                    <a:pt x="1769964" y="286040"/>
                  </a:lnTo>
                  <a:lnTo>
                    <a:pt x="1775410" y="286040"/>
                  </a:lnTo>
                  <a:lnTo>
                    <a:pt x="1780856" y="286040"/>
                  </a:lnTo>
                  <a:lnTo>
                    <a:pt x="1786302" y="286040"/>
                  </a:lnTo>
                  <a:lnTo>
                    <a:pt x="1791748" y="286040"/>
                  </a:lnTo>
                  <a:lnTo>
                    <a:pt x="1797194" y="286040"/>
                  </a:lnTo>
                  <a:lnTo>
                    <a:pt x="1802640" y="286040"/>
                  </a:lnTo>
                  <a:lnTo>
                    <a:pt x="1808086" y="286040"/>
                  </a:lnTo>
                  <a:lnTo>
                    <a:pt x="1813532" y="286040"/>
                  </a:lnTo>
                  <a:lnTo>
                    <a:pt x="1818979" y="286040"/>
                  </a:lnTo>
                  <a:lnTo>
                    <a:pt x="1824425" y="286040"/>
                  </a:lnTo>
                  <a:lnTo>
                    <a:pt x="1829871" y="286040"/>
                  </a:lnTo>
                  <a:lnTo>
                    <a:pt x="1835317" y="286040"/>
                  </a:lnTo>
                  <a:lnTo>
                    <a:pt x="1840763" y="286040"/>
                  </a:lnTo>
                  <a:lnTo>
                    <a:pt x="1846209" y="286040"/>
                  </a:lnTo>
                  <a:lnTo>
                    <a:pt x="1851655" y="286040"/>
                  </a:lnTo>
                  <a:lnTo>
                    <a:pt x="1857101" y="286040"/>
                  </a:lnTo>
                  <a:lnTo>
                    <a:pt x="1862547" y="286040"/>
                  </a:lnTo>
                  <a:lnTo>
                    <a:pt x="1867993" y="286040"/>
                  </a:lnTo>
                  <a:lnTo>
                    <a:pt x="1873439" y="286040"/>
                  </a:lnTo>
                  <a:lnTo>
                    <a:pt x="1878885" y="286040"/>
                  </a:lnTo>
                  <a:lnTo>
                    <a:pt x="1884331" y="286040"/>
                  </a:lnTo>
                  <a:lnTo>
                    <a:pt x="1889777" y="286040"/>
                  </a:lnTo>
                  <a:lnTo>
                    <a:pt x="1895223" y="286040"/>
                  </a:lnTo>
                  <a:lnTo>
                    <a:pt x="1900669" y="286040"/>
                  </a:lnTo>
                  <a:lnTo>
                    <a:pt x="1906115" y="286040"/>
                  </a:lnTo>
                  <a:lnTo>
                    <a:pt x="1911561" y="286040"/>
                  </a:lnTo>
                  <a:lnTo>
                    <a:pt x="1917007" y="286040"/>
                  </a:lnTo>
                  <a:lnTo>
                    <a:pt x="1922453" y="286040"/>
                  </a:lnTo>
                  <a:lnTo>
                    <a:pt x="1927899" y="286040"/>
                  </a:lnTo>
                  <a:lnTo>
                    <a:pt x="1933345" y="286040"/>
                  </a:lnTo>
                  <a:lnTo>
                    <a:pt x="1938792" y="286040"/>
                  </a:lnTo>
                  <a:lnTo>
                    <a:pt x="1944238" y="286040"/>
                  </a:lnTo>
                  <a:lnTo>
                    <a:pt x="1949684" y="286040"/>
                  </a:lnTo>
                  <a:lnTo>
                    <a:pt x="1955130" y="286040"/>
                  </a:lnTo>
                  <a:lnTo>
                    <a:pt x="1960576" y="286040"/>
                  </a:lnTo>
                  <a:lnTo>
                    <a:pt x="1966022" y="286040"/>
                  </a:lnTo>
                  <a:lnTo>
                    <a:pt x="1971468" y="286040"/>
                  </a:lnTo>
                  <a:lnTo>
                    <a:pt x="1976914" y="286040"/>
                  </a:lnTo>
                  <a:lnTo>
                    <a:pt x="1982360" y="286040"/>
                  </a:lnTo>
                  <a:lnTo>
                    <a:pt x="1987806" y="286040"/>
                  </a:lnTo>
                  <a:lnTo>
                    <a:pt x="1993252" y="286040"/>
                  </a:lnTo>
                  <a:lnTo>
                    <a:pt x="1998698" y="286040"/>
                  </a:lnTo>
                  <a:lnTo>
                    <a:pt x="2004144" y="286040"/>
                  </a:lnTo>
                  <a:lnTo>
                    <a:pt x="2009590" y="286040"/>
                  </a:lnTo>
                  <a:lnTo>
                    <a:pt x="2015036" y="286040"/>
                  </a:lnTo>
                  <a:lnTo>
                    <a:pt x="2020482" y="286040"/>
                  </a:lnTo>
                  <a:lnTo>
                    <a:pt x="2025928" y="286040"/>
                  </a:lnTo>
                  <a:lnTo>
                    <a:pt x="2031374" y="286040"/>
                  </a:lnTo>
                  <a:lnTo>
                    <a:pt x="2036820" y="286040"/>
                  </a:lnTo>
                  <a:lnTo>
                    <a:pt x="2042266" y="286040"/>
                  </a:lnTo>
                  <a:lnTo>
                    <a:pt x="2047712" y="286040"/>
                  </a:lnTo>
                  <a:lnTo>
                    <a:pt x="2053158" y="286040"/>
                  </a:lnTo>
                  <a:lnTo>
                    <a:pt x="2058605" y="286040"/>
                  </a:lnTo>
                  <a:lnTo>
                    <a:pt x="2064051" y="286040"/>
                  </a:lnTo>
                  <a:lnTo>
                    <a:pt x="2069497" y="286040"/>
                  </a:lnTo>
                  <a:lnTo>
                    <a:pt x="2074943" y="286040"/>
                  </a:lnTo>
                  <a:lnTo>
                    <a:pt x="2080389" y="286040"/>
                  </a:lnTo>
                  <a:lnTo>
                    <a:pt x="2085835" y="286040"/>
                  </a:lnTo>
                  <a:lnTo>
                    <a:pt x="2091281" y="286040"/>
                  </a:lnTo>
                  <a:lnTo>
                    <a:pt x="2096727" y="286040"/>
                  </a:lnTo>
                  <a:lnTo>
                    <a:pt x="2102173" y="286040"/>
                  </a:lnTo>
                  <a:lnTo>
                    <a:pt x="2107619" y="286040"/>
                  </a:lnTo>
                  <a:lnTo>
                    <a:pt x="2113065" y="286040"/>
                  </a:lnTo>
                  <a:lnTo>
                    <a:pt x="2118511" y="286040"/>
                  </a:lnTo>
                  <a:lnTo>
                    <a:pt x="2123957" y="286040"/>
                  </a:lnTo>
                  <a:lnTo>
                    <a:pt x="2129403" y="286040"/>
                  </a:lnTo>
                  <a:lnTo>
                    <a:pt x="2134849" y="286040"/>
                  </a:lnTo>
                  <a:lnTo>
                    <a:pt x="2140295" y="286040"/>
                  </a:lnTo>
                  <a:lnTo>
                    <a:pt x="2145741" y="286040"/>
                  </a:lnTo>
                  <a:lnTo>
                    <a:pt x="2151187" y="286040"/>
                  </a:lnTo>
                  <a:lnTo>
                    <a:pt x="2156633" y="286040"/>
                  </a:lnTo>
                  <a:lnTo>
                    <a:pt x="2162079" y="286040"/>
                  </a:lnTo>
                  <a:lnTo>
                    <a:pt x="2167525" y="286040"/>
                  </a:lnTo>
                  <a:lnTo>
                    <a:pt x="2172971" y="286040"/>
                  </a:lnTo>
                  <a:lnTo>
                    <a:pt x="2178418" y="286040"/>
                  </a:lnTo>
                  <a:lnTo>
                    <a:pt x="2183864" y="286040"/>
                  </a:lnTo>
                  <a:lnTo>
                    <a:pt x="2189310" y="286040"/>
                  </a:lnTo>
                  <a:lnTo>
                    <a:pt x="2194756" y="286040"/>
                  </a:lnTo>
                  <a:lnTo>
                    <a:pt x="2200202" y="286040"/>
                  </a:lnTo>
                  <a:lnTo>
                    <a:pt x="2205648" y="286040"/>
                  </a:lnTo>
                  <a:lnTo>
                    <a:pt x="2211094" y="286040"/>
                  </a:lnTo>
                  <a:lnTo>
                    <a:pt x="2216540" y="286040"/>
                  </a:lnTo>
                  <a:lnTo>
                    <a:pt x="2221986" y="286040"/>
                  </a:lnTo>
                  <a:lnTo>
                    <a:pt x="2227432" y="286040"/>
                  </a:lnTo>
                  <a:lnTo>
                    <a:pt x="2232878" y="286040"/>
                  </a:lnTo>
                  <a:lnTo>
                    <a:pt x="2238324" y="286040"/>
                  </a:lnTo>
                  <a:lnTo>
                    <a:pt x="2243770" y="286040"/>
                  </a:lnTo>
                  <a:lnTo>
                    <a:pt x="2249216" y="286040"/>
                  </a:lnTo>
                  <a:lnTo>
                    <a:pt x="2254662" y="286040"/>
                  </a:lnTo>
                  <a:lnTo>
                    <a:pt x="2260108" y="286040"/>
                  </a:lnTo>
                  <a:lnTo>
                    <a:pt x="2265554" y="286040"/>
                  </a:lnTo>
                  <a:lnTo>
                    <a:pt x="2271000" y="286040"/>
                  </a:lnTo>
                  <a:lnTo>
                    <a:pt x="2276446" y="286040"/>
                  </a:lnTo>
                  <a:lnTo>
                    <a:pt x="2281892" y="286040"/>
                  </a:lnTo>
                  <a:lnTo>
                    <a:pt x="2287338" y="286040"/>
                  </a:lnTo>
                  <a:lnTo>
                    <a:pt x="2292784" y="286040"/>
                  </a:lnTo>
                  <a:lnTo>
                    <a:pt x="2298231" y="286040"/>
                  </a:lnTo>
                  <a:lnTo>
                    <a:pt x="2303677" y="286040"/>
                  </a:lnTo>
                  <a:lnTo>
                    <a:pt x="2309123" y="286040"/>
                  </a:lnTo>
                  <a:lnTo>
                    <a:pt x="2314569" y="286040"/>
                  </a:lnTo>
                  <a:lnTo>
                    <a:pt x="2320015" y="286040"/>
                  </a:lnTo>
                  <a:lnTo>
                    <a:pt x="2325461" y="286040"/>
                  </a:lnTo>
                  <a:lnTo>
                    <a:pt x="2330907" y="286040"/>
                  </a:lnTo>
                  <a:lnTo>
                    <a:pt x="2336353" y="286040"/>
                  </a:lnTo>
                  <a:lnTo>
                    <a:pt x="2341799" y="286040"/>
                  </a:lnTo>
                  <a:lnTo>
                    <a:pt x="2347245" y="286040"/>
                  </a:lnTo>
                  <a:lnTo>
                    <a:pt x="2352691" y="286040"/>
                  </a:lnTo>
                  <a:lnTo>
                    <a:pt x="2358137" y="286040"/>
                  </a:lnTo>
                  <a:lnTo>
                    <a:pt x="2363583" y="286040"/>
                  </a:lnTo>
                  <a:lnTo>
                    <a:pt x="2369029" y="286040"/>
                  </a:lnTo>
                  <a:lnTo>
                    <a:pt x="2374475" y="286040"/>
                  </a:lnTo>
                  <a:lnTo>
                    <a:pt x="2379921" y="286040"/>
                  </a:lnTo>
                  <a:lnTo>
                    <a:pt x="2385367" y="286040"/>
                  </a:lnTo>
                  <a:lnTo>
                    <a:pt x="2390813" y="286040"/>
                  </a:lnTo>
                  <a:lnTo>
                    <a:pt x="2396259" y="286040"/>
                  </a:lnTo>
                  <a:lnTo>
                    <a:pt x="2401705" y="286040"/>
                  </a:lnTo>
                  <a:lnTo>
                    <a:pt x="2407151" y="286040"/>
                  </a:lnTo>
                  <a:lnTo>
                    <a:pt x="2412597" y="286040"/>
                  </a:lnTo>
                  <a:lnTo>
                    <a:pt x="2418043" y="286040"/>
                  </a:lnTo>
                  <a:lnTo>
                    <a:pt x="2423490" y="286040"/>
                  </a:lnTo>
                  <a:lnTo>
                    <a:pt x="2428936" y="286040"/>
                  </a:lnTo>
                  <a:lnTo>
                    <a:pt x="2434382" y="286040"/>
                  </a:lnTo>
                  <a:lnTo>
                    <a:pt x="2439828" y="286040"/>
                  </a:lnTo>
                  <a:lnTo>
                    <a:pt x="2445274" y="286040"/>
                  </a:lnTo>
                  <a:lnTo>
                    <a:pt x="2450720" y="286040"/>
                  </a:lnTo>
                  <a:lnTo>
                    <a:pt x="2456166" y="286040"/>
                  </a:lnTo>
                  <a:lnTo>
                    <a:pt x="2461612" y="286040"/>
                  </a:lnTo>
                  <a:lnTo>
                    <a:pt x="2467058" y="286040"/>
                  </a:lnTo>
                  <a:lnTo>
                    <a:pt x="2472504" y="286040"/>
                  </a:lnTo>
                  <a:lnTo>
                    <a:pt x="2477950" y="286040"/>
                  </a:lnTo>
                  <a:lnTo>
                    <a:pt x="2483396" y="286040"/>
                  </a:lnTo>
                  <a:lnTo>
                    <a:pt x="2488842" y="286040"/>
                  </a:lnTo>
                  <a:lnTo>
                    <a:pt x="2494288" y="286040"/>
                  </a:lnTo>
                  <a:lnTo>
                    <a:pt x="2499734" y="286040"/>
                  </a:lnTo>
                  <a:lnTo>
                    <a:pt x="2505180" y="286040"/>
                  </a:lnTo>
                  <a:lnTo>
                    <a:pt x="2510626" y="286040"/>
                  </a:lnTo>
                  <a:lnTo>
                    <a:pt x="2516072" y="286040"/>
                  </a:lnTo>
                  <a:lnTo>
                    <a:pt x="2521518" y="286040"/>
                  </a:lnTo>
                  <a:lnTo>
                    <a:pt x="2526964" y="286040"/>
                  </a:lnTo>
                  <a:lnTo>
                    <a:pt x="2532410" y="286040"/>
                  </a:lnTo>
                  <a:lnTo>
                    <a:pt x="2537856" y="286040"/>
                  </a:lnTo>
                  <a:lnTo>
                    <a:pt x="2543303" y="286040"/>
                  </a:lnTo>
                  <a:lnTo>
                    <a:pt x="2548749" y="286040"/>
                  </a:lnTo>
                  <a:lnTo>
                    <a:pt x="2554195" y="286040"/>
                  </a:lnTo>
                  <a:lnTo>
                    <a:pt x="2559641" y="286040"/>
                  </a:lnTo>
                  <a:lnTo>
                    <a:pt x="2565087" y="286040"/>
                  </a:lnTo>
                  <a:lnTo>
                    <a:pt x="2570533" y="286040"/>
                  </a:lnTo>
                  <a:lnTo>
                    <a:pt x="2575979" y="286040"/>
                  </a:lnTo>
                  <a:lnTo>
                    <a:pt x="2581425" y="286040"/>
                  </a:lnTo>
                  <a:lnTo>
                    <a:pt x="2586871" y="286040"/>
                  </a:lnTo>
                  <a:lnTo>
                    <a:pt x="2592317" y="286040"/>
                  </a:lnTo>
                  <a:lnTo>
                    <a:pt x="2597763" y="286040"/>
                  </a:lnTo>
                  <a:lnTo>
                    <a:pt x="2603209" y="286040"/>
                  </a:lnTo>
                  <a:lnTo>
                    <a:pt x="2608655" y="286040"/>
                  </a:lnTo>
                  <a:lnTo>
                    <a:pt x="2614101" y="286040"/>
                  </a:lnTo>
                  <a:lnTo>
                    <a:pt x="2619547" y="286040"/>
                  </a:lnTo>
                  <a:lnTo>
                    <a:pt x="2624993" y="286040"/>
                  </a:lnTo>
                  <a:lnTo>
                    <a:pt x="2630439" y="286040"/>
                  </a:lnTo>
                  <a:lnTo>
                    <a:pt x="2635885" y="286040"/>
                  </a:lnTo>
                  <a:lnTo>
                    <a:pt x="2641331" y="286040"/>
                  </a:lnTo>
                  <a:lnTo>
                    <a:pt x="2646777" y="286040"/>
                  </a:lnTo>
                  <a:lnTo>
                    <a:pt x="2652223" y="286040"/>
                  </a:lnTo>
                  <a:lnTo>
                    <a:pt x="2657669" y="286040"/>
                  </a:lnTo>
                  <a:lnTo>
                    <a:pt x="2663116" y="286040"/>
                  </a:lnTo>
                  <a:lnTo>
                    <a:pt x="2668562" y="286040"/>
                  </a:lnTo>
                  <a:lnTo>
                    <a:pt x="2674008" y="286040"/>
                  </a:lnTo>
                  <a:lnTo>
                    <a:pt x="2679454" y="286040"/>
                  </a:lnTo>
                  <a:lnTo>
                    <a:pt x="2684900" y="286040"/>
                  </a:lnTo>
                  <a:lnTo>
                    <a:pt x="2690346" y="286040"/>
                  </a:lnTo>
                  <a:lnTo>
                    <a:pt x="2695792" y="286040"/>
                  </a:lnTo>
                  <a:lnTo>
                    <a:pt x="2701238" y="286040"/>
                  </a:lnTo>
                  <a:lnTo>
                    <a:pt x="2706684" y="286040"/>
                  </a:lnTo>
                  <a:lnTo>
                    <a:pt x="2712130" y="286040"/>
                  </a:lnTo>
                  <a:lnTo>
                    <a:pt x="2717576" y="286040"/>
                  </a:lnTo>
                  <a:lnTo>
                    <a:pt x="2723022" y="286040"/>
                  </a:lnTo>
                  <a:lnTo>
                    <a:pt x="2728468" y="286040"/>
                  </a:lnTo>
                  <a:lnTo>
                    <a:pt x="2733914" y="286040"/>
                  </a:lnTo>
                  <a:lnTo>
                    <a:pt x="2739360" y="286040"/>
                  </a:lnTo>
                  <a:lnTo>
                    <a:pt x="2744806" y="286040"/>
                  </a:lnTo>
                  <a:lnTo>
                    <a:pt x="2750252" y="286040"/>
                  </a:lnTo>
                  <a:lnTo>
                    <a:pt x="2755698" y="286040"/>
                  </a:lnTo>
                  <a:lnTo>
                    <a:pt x="2761144" y="286040"/>
                  </a:lnTo>
                  <a:lnTo>
                    <a:pt x="2766590" y="286040"/>
                  </a:lnTo>
                  <a:lnTo>
                    <a:pt x="2772036" y="286040"/>
                  </a:lnTo>
                  <a:lnTo>
                    <a:pt x="2777482" y="286040"/>
                  </a:lnTo>
                  <a:lnTo>
                    <a:pt x="2782929" y="286040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3957616" y="1172727"/>
              <a:ext cx="2782929" cy="184057"/>
            </a:xfrm>
            <a:custGeom>
              <a:avLst/>
              <a:pathLst>
                <a:path w="2782929" h="184057">
                  <a:moveTo>
                    <a:pt x="0" y="184057"/>
                  </a:moveTo>
                  <a:lnTo>
                    <a:pt x="5446" y="184057"/>
                  </a:lnTo>
                  <a:lnTo>
                    <a:pt x="10892" y="184057"/>
                  </a:lnTo>
                  <a:lnTo>
                    <a:pt x="16338" y="184057"/>
                  </a:lnTo>
                  <a:lnTo>
                    <a:pt x="21784" y="184057"/>
                  </a:lnTo>
                  <a:lnTo>
                    <a:pt x="27230" y="184057"/>
                  </a:lnTo>
                  <a:lnTo>
                    <a:pt x="32676" y="184057"/>
                  </a:lnTo>
                  <a:lnTo>
                    <a:pt x="38122" y="184057"/>
                  </a:lnTo>
                  <a:lnTo>
                    <a:pt x="43568" y="184057"/>
                  </a:lnTo>
                  <a:lnTo>
                    <a:pt x="49014" y="184057"/>
                  </a:lnTo>
                  <a:lnTo>
                    <a:pt x="54460" y="184057"/>
                  </a:lnTo>
                  <a:lnTo>
                    <a:pt x="59906" y="184057"/>
                  </a:lnTo>
                  <a:lnTo>
                    <a:pt x="65352" y="184057"/>
                  </a:lnTo>
                  <a:lnTo>
                    <a:pt x="70798" y="184057"/>
                  </a:lnTo>
                  <a:lnTo>
                    <a:pt x="76244" y="184057"/>
                  </a:lnTo>
                  <a:lnTo>
                    <a:pt x="81690" y="184057"/>
                  </a:lnTo>
                  <a:lnTo>
                    <a:pt x="87136" y="184057"/>
                  </a:lnTo>
                  <a:lnTo>
                    <a:pt x="92582" y="184057"/>
                  </a:lnTo>
                  <a:lnTo>
                    <a:pt x="98028" y="184057"/>
                  </a:lnTo>
                  <a:lnTo>
                    <a:pt x="103474" y="184057"/>
                  </a:lnTo>
                  <a:lnTo>
                    <a:pt x="108920" y="184057"/>
                  </a:lnTo>
                  <a:lnTo>
                    <a:pt x="114366" y="184057"/>
                  </a:lnTo>
                  <a:lnTo>
                    <a:pt x="119812" y="184057"/>
                  </a:lnTo>
                  <a:lnTo>
                    <a:pt x="125259" y="184057"/>
                  </a:lnTo>
                  <a:lnTo>
                    <a:pt x="130705" y="184057"/>
                  </a:lnTo>
                  <a:lnTo>
                    <a:pt x="136151" y="184057"/>
                  </a:lnTo>
                  <a:lnTo>
                    <a:pt x="141597" y="184057"/>
                  </a:lnTo>
                  <a:lnTo>
                    <a:pt x="147043" y="184057"/>
                  </a:lnTo>
                  <a:lnTo>
                    <a:pt x="152489" y="184057"/>
                  </a:lnTo>
                  <a:lnTo>
                    <a:pt x="157935" y="184057"/>
                  </a:lnTo>
                  <a:lnTo>
                    <a:pt x="163381" y="184057"/>
                  </a:lnTo>
                  <a:lnTo>
                    <a:pt x="168827" y="184057"/>
                  </a:lnTo>
                  <a:lnTo>
                    <a:pt x="174273" y="184057"/>
                  </a:lnTo>
                  <a:lnTo>
                    <a:pt x="179719" y="184057"/>
                  </a:lnTo>
                  <a:lnTo>
                    <a:pt x="185165" y="184057"/>
                  </a:lnTo>
                  <a:lnTo>
                    <a:pt x="190611" y="184057"/>
                  </a:lnTo>
                  <a:lnTo>
                    <a:pt x="196057" y="184057"/>
                  </a:lnTo>
                  <a:lnTo>
                    <a:pt x="201503" y="184057"/>
                  </a:lnTo>
                  <a:lnTo>
                    <a:pt x="206949" y="184057"/>
                  </a:lnTo>
                  <a:lnTo>
                    <a:pt x="212395" y="184057"/>
                  </a:lnTo>
                  <a:lnTo>
                    <a:pt x="217841" y="184057"/>
                  </a:lnTo>
                  <a:lnTo>
                    <a:pt x="223287" y="184057"/>
                  </a:lnTo>
                  <a:lnTo>
                    <a:pt x="228733" y="184057"/>
                  </a:lnTo>
                  <a:lnTo>
                    <a:pt x="234179" y="184057"/>
                  </a:lnTo>
                  <a:lnTo>
                    <a:pt x="239625" y="184057"/>
                  </a:lnTo>
                  <a:lnTo>
                    <a:pt x="245072" y="184057"/>
                  </a:lnTo>
                  <a:lnTo>
                    <a:pt x="250518" y="184057"/>
                  </a:lnTo>
                  <a:lnTo>
                    <a:pt x="255964" y="184057"/>
                  </a:lnTo>
                  <a:lnTo>
                    <a:pt x="261410" y="184057"/>
                  </a:lnTo>
                  <a:lnTo>
                    <a:pt x="266856" y="184057"/>
                  </a:lnTo>
                  <a:lnTo>
                    <a:pt x="272302" y="184057"/>
                  </a:lnTo>
                  <a:lnTo>
                    <a:pt x="277748" y="184057"/>
                  </a:lnTo>
                  <a:lnTo>
                    <a:pt x="283194" y="184057"/>
                  </a:lnTo>
                  <a:lnTo>
                    <a:pt x="288640" y="184056"/>
                  </a:lnTo>
                  <a:lnTo>
                    <a:pt x="294086" y="184056"/>
                  </a:lnTo>
                  <a:lnTo>
                    <a:pt x="299532" y="184055"/>
                  </a:lnTo>
                  <a:lnTo>
                    <a:pt x="304978" y="184054"/>
                  </a:lnTo>
                  <a:lnTo>
                    <a:pt x="310424" y="184053"/>
                  </a:lnTo>
                  <a:lnTo>
                    <a:pt x="315870" y="184050"/>
                  </a:lnTo>
                  <a:lnTo>
                    <a:pt x="321316" y="184047"/>
                  </a:lnTo>
                  <a:lnTo>
                    <a:pt x="326762" y="184042"/>
                  </a:lnTo>
                  <a:lnTo>
                    <a:pt x="332208" y="184035"/>
                  </a:lnTo>
                  <a:lnTo>
                    <a:pt x="337654" y="184025"/>
                  </a:lnTo>
                  <a:lnTo>
                    <a:pt x="343100" y="184012"/>
                  </a:lnTo>
                  <a:lnTo>
                    <a:pt x="348546" y="183994"/>
                  </a:lnTo>
                  <a:lnTo>
                    <a:pt x="353992" y="183972"/>
                  </a:lnTo>
                  <a:lnTo>
                    <a:pt x="359438" y="183943"/>
                  </a:lnTo>
                  <a:lnTo>
                    <a:pt x="364885" y="183908"/>
                  </a:lnTo>
                  <a:lnTo>
                    <a:pt x="370331" y="183866"/>
                  </a:lnTo>
                  <a:lnTo>
                    <a:pt x="375777" y="183817"/>
                  </a:lnTo>
                  <a:lnTo>
                    <a:pt x="381223" y="183759"/>
                  </a:lnTo>
                  <a:lnTo>
                    <a:pt x="386669" y="183694"/>
                  </a:lnTo>
                  <a:lnTo>
                    <a:pt x="392115" y="183623"/>
                  </a:lnTo>
                  <a:lnTo>
                    <a:pt x="397561" y="183548"/>
                  </a:lnTo>
                  <a:lnTo>
                    <a:pt x="403007" y="183471"/>
                  </a:lnTo>
                  <a:lnTo>
                    <a:pt x="408453" y="183394"/>
                  </a:lnTo>
                  <a:lnTo>
                    <a:pt x="413899" y="183320"/>
                  </a:lnTo>
                  <a:lnTo>
                    <a:pt x="419345" y="183251"/>
                  </a:lnTo>
                  <a:lnTo>
                    <a:pt x="424791" y="183191"/>
                  </a:lnTo>
                  <a:lnTo>
                    <a:pt x="430237" y="183140"/>
                  </a:lnTo>
                  <a:lnTo>
                    <a:pt x="435683" y="183102"/>
                  </a:lnTo>
                  <a:lnTo>
                    <a:pt x="441129" y="183076"/>
                  </a:lnTo>
                  <a:lnTo>
                    <a:pt x="446575" y="183062"/>
                  </a:lnTo>
                  <a:lnTo>
                    <a:pt x="452021" y="183058"/>
                  </a:lnTo>
                  <a:lnTo>
                    <a:pt x="457467" y="183061"/>
                  </a:lnTo>
                  <a:lnTo>
                    <a:pt x="462913" y="183070"/>
                  </a:lnTo>
                  <a:lnTo>
                    <a:pt x="468359" y="183081"/>
                  </a:lnTo>
                  <a:lnTo>
                    <a:pt x="473805" y="183090"/>
                  </a:lnTo>
                  <a:lnTo>
                    <a:pt x="479251" y="183095"/>
                  </a:lnTo>
                  <a:lnTo>
                    <a:pt x="484698" y="183090"/>
                  </a:lnTo>
                  <a:lnTo>
                    <a:pt x="490144" y="183073"/>
                  </a:lnTo>
                  <a:lnTo>
                    <a:pt x="495590" y="183042"/>
                  </a:lnTo>
                  <a:lnTo>
                    <a:pt x="501036" y="182995"/>
                  </a:lnTo>
                  <a:lnTo>
                    <a:pt x="506482" y="182930"/>
                  </a:lnTo>
                  <a:lnTo>
                    <a:pt x="511928" y="182849"/>
                  </a:lnTo>
                  <a:lnTo>
                    <a:pt x="517374" y="182749"/>
                  </a:lnTo>
                  <a:lnTo>
                    <a:pt x="522820" y="182631"/>
                  </a:lnTo>
                  <a:lnTo>
                    <a:pt x="528266" y="182496"/>
                  </a:lnTo>
                  <a:lnTo>
                    <a:pt x="533712" y="182343"/>
                  </a:lnTo>
                  <a:lnTo>
                    <a:pt x="539158" y="182173"/>
                  </a:lnTo>
                  <a:lnTo>
                    <a:pt x="544604" y="181985"/>
                  </a:lnTo>
                  <a:lnTo>
                    <a:pt x="550050" y="181782"/>
                  </a:lnTo>
                  <a:lnTo>
                    <a:pt x="555496" y="181563"/>
                  </a:lnTo>
                  <a:lnTo>
                    <a:pt x="560942" y="181330"/>
                  </a:lnTo>
                  <a:lnTo>
                    <a:pt x="566388" y="181082"/>
                  </a:lnTo>
                  <a:lnTo>
                    <a:pt x="571834" y="180822"/>
                  </a:lnTo>
                  <a:lnTo>
                    <a:pt x="577280" y="180551"/>
                  </a:lnTo>
                  <a:lnTo>
                    <a:pt x="582726" y="180271"/>
                  </a:lnTo>
                  <a:lnTo>
                    <a:pt x="588172" y="179984"/>
                  </a:lnTo>
                  <a:lnTo>
                    <a:pt x="593618" y="179696"/>
                  </a:lnTo>
                  <a:lnTo>
                    <a:pt x="599064" y="179411"/>
                  </a:lnTo>
                  <a:lnTo>
                    <a:pt x="604510" y="179137"/>
                  </a:lnTo>
                  <a:lnTo>
                    <a:pt x="609957" y="178879"/>
                  </a:lnTo>
                  <a:lnTo>
                    <a:pt x="615403" y="178644"/>
                  </a:lnTo>
                  <a:lnTo>
                    <a:pt x="620849" y="178437"/>
                  </a:lnTo>
                  <a:lnTo>
                    <a:pt x="626295" y="178265"/>
                  </a:lnTo>
                  <a:lnTo>
                    <a:pt x="631741" y="178130"/>
                  </a:lnTo>
                  <a:lnTo>
                    <a:pt x="637187" y="178036"/>
                  </a:lnTo>
                  <a:lnTo>
                    <a:pt x="642633" y="177983"/>
                  </a:lnTo>
                  <a:lnTo>
                    <a:pt x="648079" y="177971"/>
                  </a:lnTo>
                  <a:lnTo>
                    <a:pt x="653525" y="177991"/>
                  </a:lnTo>
                  <a:lnTo>
                    <a:pt x="658971" y="178035"/>
                  </a:lnTo>
                  <a:lnTo>
                    <a:pt x="664417" y="178093"/>
                  </a:lnTo>
                  <a:lnTo>
                    <a:pt x="669863" y="178153"/>
                  </a:lnTo>
                  <a:lnTo>
                    <a:pt x="675309" y="178204"/>
                  </a:lnTo>
                  <a:lnTo>
                    <a:pt x="680755" y="178234"/>
                  </a:lnTo>
                  <a:lnTo>
                    <a:pt x="686201" y="178234"/>
                  </a:lnTo>
                  <a:lnTo>
                    <a:pt x="691647" y="178193"/>
                  </a:lnTo>
                  <a:lnTo>
                    <a:pt x="697093" y="178104"/>
                  </a:lnTo>
                  <a:lnTo>
                    <a:pt x="702539" y="177958"/>
                  </a:lnTo>
                  <a:lnTo>
                    <a:pt x="707985" y="177759"/>
                  </a:lnTo>
                  <a:lnTo>
                    <a:pt x="713431" y="177511"/>
                  </a:lnTo>
                  <a:lnTo>
                    <a:pt x="718877" y="177220"/>
                  </a:lnTo>
                  <a:lnTo>
                    <a:pt x="724323" y="176893"/>
                  </a:lnTo>
                  <a:lnTo>
                    <a:pt x="729770" y="176539"/>
                  </a:lnTo>
                  <a:lnTo>
                    <a:pt x="735216" y="176166"/>
                  </a:lnTo>
                  <a:lnTo>
                    <a:pt x="740662" y="175786"/>
                  </a:lnTo>
                  <a:lnTo>
                    <a:pt x="746108" y="175405"/>
                  </a:lnTo>
                  <a:lnTo>
                    <a:pt x="751554" y="175032"/>
                  </a:lnTo>
                  <a:lnTo>
                    <a:pt x="757000" y="174675"/>
                  </a:lnTo>
                  <a:lnTo>
                    <a:pt x="762446" y="174334"/>
                  </a:lnTo>
                  <a:lnTo>
                    <a:pt x="767892" y="174011"/>
                  </a:lnTo>
                  <a:lnTo>
                    <a:pt x="773338" y="173705"/>
                  </a:lnTo>
                  <a:lnTo>
                    <a:pt x="778784" y="173415"/>
                  </a:lnTo>
                  <a:lnTo>
                    <a:pt x="784230" y="173138"/>
                  </a:lnTo>
                  <a:lnTo>
                    <a:pt x="789676" y="172871"/>
                  </a:lnTo>
                  <a:lnTo>
                    <a:pt x="795122" y="172614"/>
                  </a:lnTo>
                  <a:lnTo>
                    <a:pt x="800568" y="172365"/>
                  </a:lnTo>
                  <a:lnTo>
                    <a:pt x="806014" y="172127"/>
                  </a:lnTo>
                  <a:lnTo>
                    <a:pt x="811460" y="171903"/>
                  </a:lnTo>
                  <a:lnTo>
                    <a:pt x="816906" y="171697"/>
                  </a:lnTo>
                  <a:lnTo>
                    <a:pt x="822352" y="171516"/>
                  </a:lnTo>
                  <a:lnTo>
                    <a:pt x="827798" y="171367"/>
                  </a:lnTo>
                  <a:lnTo>
                    <a:pt x="833244" y="171256"/>
                  </a:lnTo>
                  <a:lnTo>
                    <a:pt x="838690" y="171191"/>
                  </a:lnTo>
                  <a:lnTo>
                    <a:pt x="844136" y="171177"/>
                  </a:lnTo>
                  <a:lnTo>
                    <a:pt x="849583" y="171218"/>
                  </a:lnTo>
                  <a:lnTo>
                    <a:pt x="855029" y="171313"/>
                  </a:lnTo>
                  <a:lnTo>
                    <a:pt x="860475" y="171464"/>
                  </a:lnTo>
                  <a:lnTo>
                    <a:pt x="865921" y="171663"/>
                  </a:lnTo>
                  <a:lnTo>
                    <a:pt x="871367" y="171898"/>
                  </a:lnTo>
                  <a:lnTo>
                    <a:pt x="876813" y="172157"/>
                  </a:lnTo>
                  <a:lnTo>
                    <a:pt x="882259" y="172427"/>
                  </a:lnTo>
                  <a:lnTo>
                    <a:pt x="887705" y="172696"/>
                  </a:lnTo>
                  <a:lnTo>
                    <a:pt x="893151" y="172950"/>
                  </a:lnTo>
                  <a:lnTo>
                    <a:pt x="898597" y="173180"/>
                  </a:lnTo>
                  <a:lnTo>
                    <a:pt x="904043" y="173376"/>
                  </a:lnTo>
                  <a:lnTo>
                    <a:pt x="909489" y="173533"/>
                  </a:lnTo>
                  <a:lnTo>
                    <a:pt x="914935" y="173647"/>
                  </a:lnTo>
                  <a:lnTo>
                    <a:pt x="920381" y="173723"/>
                  </a:lnTo>
                  <a:lnTo>
                    <a:pt x="925827" y="173768"/>
                  </a:lnTo>
                  <a:lnTo>
                    <a:pt x="931273" y="173792"/>
                  </a:lnTo>
                  <a:lnTo>
                    <a:pt x="936719" y="173805"/>
                  </a:lnTo>
                  <a:lnTo>
                    <a:pt x="942165" y="173815"/>
                  </a:lnTo>
                  <a:lnTo>
                    <a:pt x="947611" y="173834"/>
                  </a:lnTo>
                  <a:lnTo>
                    <a:pt x="953057" y="173869"/>
                  </a:lnTo>
                  <a:lnTo>
                    <a:pt x="958503" y="173926"/>
                  </a:lnTo>
                  <a:lnTo>
                    <a:pt x="963949" y="174009"/>
                  </a:lnTo>
                  <a:lnTo>
                    <a:pt x="969396" y="174122"/>
                  </a:lnTo>
                  <a:lnTo>
                    <a:pt x="974842" y="174261"/>
                  </a:lnTo>
                  <a:lnTo>
                    <a:pt x="980288" y="174423"/>
                  </a:lnTo>
                  <a:lnTo>
                    <a:pt x="985734" y="174603"/>
                  </a:lnTo>
                  <a:lnTo>
                    <a:pt x="991180" y="174800"/>
                  </a:lnTo>
                  <a:lnTo>
                    <a:pt x="996626" y="175010"/>
                  </a:lnTo>
                  <a:lnTo>
                    <a:pt x="1002072" y="175231"/>
                  </a:lnTo>
                  <a:lnTo>
                    <a:pt x="1007518" y="175461"/>
                  </a:lnTo>
                  <a:lnTo>
                    <a:pt x="1012964" y="175700"/>
                  </a:lnTo>
                  <a:lnTo>
                    <a:pt x="1018410" y="175950"/>
                  </a:lnTo>
                  <a:lnTo>
                    <a:pt x="1023856" y="176212"/>
                  </a:lnTo>
                  <a:lnTo>
                    <a:pt x="1029302" y="176485"/>
                  </a:lnTo>
                  <a:lnTo>
                    <a:pt x="1034748" y="176769"/>
                  </a:lnTo>
                  <a:lnTo>
                    <a:pt x="1040194" y="177063"/>
                  </a:lnTo>
                  <a:lnTo>
                    <a:pt x="1045640" y="177364"/>
                  </a:lnTo>
                  <a:lnTo>
                    <a:pt x="1051086" y="177669"/>
                  </a:lnTo>
                  <a:lnTo>
                    <a:pt x="1056532" y="177973"/>
                  </a:lnTo>
                  <a:lnTo>
                    <a:pt x="1061978" y="178271"/>
                  </a:lnTo>
                  <a:lnTo>
                    <a:pt x="1067424" y="178557"/>
                  </a:lnTo>
                  <a:lnTo>
                    <a:pt x="1072870" y="178825"/>
                  </a:lnTo>
                  <a:lnTo>
                    <a:pt x="1078316" y="179067"/>
                  </a:lnTo>
                  <a:lnTo>
                    <a:pt x="1083762" y="179281"/>
                  </a:lnTo>
                  <a:lnTo>
                    <a:pt x="1089209" y="179463"/>
                  </a:lnTo>
                  <a:lnTo>
                    <a:pt x="1094655" y="179611"/>
                  </a:lnTo>
                  <a:lnTo>
                    <a:pt x="1100101" y="179726"/>
                  </a:lnTo>
                  <a:lnTo>
                    <a:pt x="1105547" y="179807"/>
                  </a:lnTo>
                  <a:lnTo>
                    <a:pt x="1110993" y="179856"/>
                  </a:lnTo>
                  <a:lnTo>
                    <a:pt x="1116439" y="179877"/>
                  </a:lnTo>
                  <a:lnTo>
                    <a:pt x="1121885" y="179872"/>
                  </a:lnTo>
                  <a:lnTo>
                    <a:pt x="1127331" y="179845"/>
                  </a:lnTo>
                  <a:lnTo>
                    <a:pt x="1132777" y="179801"/>
                  </a:lnTo>
                  <a:lnTo>
                    <a:pt x="1138223" y="179744"/>
                  </a:lnTo>
                  <a:lnTo>
                    <a:pt x="1143669" y="179676"/>
                  </a:lnTo>
                  <a:lnTo>
                    <a:pt x="1149115" y="179600"/>
                  </a:lnTo>
                  <a:lnTo>
                    <a:pt x="1154561" y="179514"/>
                  </a:lnTo>
                  <a:lnTo>
                    <a:pt x="1160007" y="179417"/>
                  </a:lnTo>
                  <a:lnTo>
                    <a:pt x="1165453" y="179308"/>
                  </a:lnTo>
                  <a:lnTo>
                    <a:pt x="1170899" y="179182"/>
                  </a:lnTo>
                  <a:lnTo>
                    <a:pt x="1176345" y="179035"/>
                  </a:lnTo>
                  <a:lnTo>
                    <a:pt x="1181791" y="178861"/>
                  </a:lnTo>
                  <a:lnTo>
                    <a:pt x="1187237" y="178657"/>
                  </a:lnTo>
                  <a:lnTo>
                    <a:pt x="1192683" y="178421"/>
                  </a:lnTo>
                  <a:lnTo>
                    <a:pt x="1198129" y="178151"/>
                  </a:lnTo>
                  <a:lnTo>
                    <a:pt x="1203575" y="177849"/>
                  </a:lnTo>
                  <a:lnTo>
                    <a:pt x="1209021" y="177515"/>
                  </a:lnTo>
                  <a:lnTo>
                    <a:pt x="1214468" y="177154"/>
                  </a:lnTo>
                  <a:lnTo>
                    <a:pt x="1219914" y="176768"/>
                  </a:lnTo>
                  <a:lnTo>
                    <a:pt x="1225360" y="176364"/>
                  </a:lnTo>
                  <a:lnTo>
                    <a:pt x="1230806" y="175945"/>
                  </a:lnTo>
                  <a:lnTo>
                    <a:pt x="1236252" y="175516"/>
                  </a:lnTo>
                  <a:lnTo>
                    <a:pt x="1241698" y="175083"/>
                  </a:lnTo>
                  <a:lnTo>
                    <a:pt x="1247144" y="174647"/>
                  </a:lnTo>
                  <a:lnTo>
                    <a:pt x="1252590" y="174209"/>
                  </a:lnTo>
                  <a:lnTo>
                    <a:pt x="1258036" y="173770"/>
                  </a:lnTo>
                  <a:lnTo>
                    <a:pt x="1263482" y="173328"/>
                  </a:lnTo>
                  <a:lnTo>
                    <a:pt x="1268928" y="172881"/>
                  </a:lnTo>
                  <a:lnTo>
                    <a:pt x="1274374" y="172427"/>
                  </a:lnTo>
                  <a:lnTo>
                    <a:pt x="1279820" y="171964"/>
                  </a:lnTo>
                  <a:lnTo>
                    <a:pt x="1285266" y="171489"/>
                  </a:lnTo>
                  <a:lnTo>
                    <a:pt x="1290712" y="170999"/>
                  </a:lnTo>
                  <a:lnTo>
                    <a:pt x="1296158" y="170494"/>
                  </a:lnTo>
                  <a:lnTo>
                    <a:pt x="1301604" y="169974"/>
                  </a:lnTo>
                  <a:lnTo>
                    <a:pt x="1307050" y="169437"/>
                  </a:lnTo>
                  <a:lnTo>
                    <a:pt x="1312496" y="168886"/>
                  </a:lnTo>
                  <a:lnTo>
                    <a:pt x="1317942" y="168318"/>
                  </a:lnTo>
                  <a:lnTo>
                    <a:pt x="1323388" y="167734"/>
                  </a:lnTo>
                  <a:lnTo>
                    <a:pt x="1328834" y="167133"/>
                  </a:lnTo>
                  <a:lnTo>
                    <a:pt x="1334281" y="166512"/>
                  </a:lnTo>
                  <a:lnTo>
                    <a:pt x="1339727" y="165868"/>
                  </a:lnTo>
                  <a:lnTo>
                    <a:pt x="1345173" y="165195"/>
                  </a:lnTo>
                  <a:lnTo>
                    <a:pt x="1350619" y="164487"/>
                  </a:lnTo>
                  <a:lnTo>
                    <a:pt x="1356065" y="163738"/>
                  </a:lnTo>
                  <a:lnTo>
                    <a:pt x="1361511" y="162937"/>
                  </a:lnTo>
                  <a:lnTo>
                    <a:pt x="1366957" y="162073"/>
                  </a:lnTo>
                  <a:lnTo>
                    <a:pt x="1372403" y="161131"/>
                  </a:lnTo>
                  <a:lnTo>
                    <a:pt x="1377849" y="160095"/>
                  </a:lnTo>
                  <a:lnTo>
                    <a:pt x="1383295" y="158946"/>
                  </a:lnTo>
                  <a:lnTo>
                    <a:pt x="1388741" y="157662"/>
                  </a:lnTo>
                  <a:lnTo>
                    <a:pt x="1394187" y="156207"/>
                  </a:lnTo>
                  <a:lnTo>
                    <a:pt x="1399633" y="154545"/>
                  </a:lnTo>
                  <a:lnTo>
                    <a:pt x="1405079" y="152656"/>
                  </a:lnTo>
                  <a:lnTo>
                    <a:pt x="1410525" y="150505"/>
                  </a:lnTo>
                  <a:lnTo>
                    <a:pt x="1415971" y="148055"/>
                  </a:lnTo>
                  <a:lnTo>
                    <a:pt x="1421417" y="145269"/>
                  </a:lnTo>
                  <a:lnTo>
                    <a:pt x="1426863" y="142107"/>
                  </a:lnTo>
                  <a:lnTo>
                    <a:pt x="1432309" y="138530"/>
                  </a:lnTo>
                  <a:lnTo>
                    <a:pt x="1437755" y="134501"/>
                  </a:lnTo>
                  <a:lnTo>
                    <a:pt x="1443201" y="129985"/>
                  </a:lnTo>
                  <a:lnTo>
                    <a:pt x="1448647" y="124902"/>
                  </a:lnTo>
                  <a:lnTo>
                    <a:pt x="1454094" y="119252"/>
                  </a:lnTo>
                  <a:lnTo>
                    <a:pt x="1459540" y="113048"/>
                  </a:lnTo>
                  <a:lnTo>
                    <a:pt x="1464986" y="106292"/>
                  </a:lnTo>
                  <a:lnTo>
                    <a:pt x="1470432" y="99004"/>
                  </a:lnTo>
                  <a:lnTo>
                    <a:pt x="1475878" y="91220"/>
                  </a:lnTo>
                  <a:lnTo>
                    <a:pt x="1481324" y="82998"/>
                  </a:lnTo>
                  <a:lnTo>
                    <a:pt x="1486770" y="74415"/>
                  </a:lnTo>
                  <a:lnTo>
                    <a:pt x="1492216" y="65571"/>
                  </a:lnTo>
                  <a:lnTo>
                    <a:pt x="1497662" y="56588"/>
                  </a:lnTo>
                  <a:lnTo>
                    <a:pt x="1503108" y="47635"/>
                  </a:lnTo>
                  <a:lnTo>
                    <a:pt x="1508554" y="38909"/>
                  </a:lnTo>
                  <a:lnTo>
                    <a:pt x="1514000" y="30595"/>
                  </a:lnTo>
                  <a:lnTo>
                    <a:pt x="1519446" y="22891"/>
                  </a:lnTo>
                  <a:lnTo>
                    <a:pt x="1524892" y="15998"/>
                  </a:lnTo>
                  <a:lnTo>
                    <a:pt x="1530338" y="10112"/>
                  </a:lnTo>
                  <a:lnTo>
                    <a:pt x="1535784" y="5416"/>
                  </a:lnTo>
                  <a:lnTo>
                    <a:pt x="1541230" y="2077"/>
                  </a:lnTo>
                  <a:lnTo>
                    <a:pt x="1546676" y="232"/>
                  </a:lnTo>
                  <a:lnTo>
                    <a:pt x="1552122" y="0"/>
                  </a:lnTo>
                  <a:lnTo>
                    <a:pt x="1557568" y="1619"/>
                  </a:lnTo>
                  <a:lnTo>
                    <a:pt x="1563014" y="4891"/>
                  </a:lnTo>
                  <a:lnTo>
                    <a:pt x="1568460" y="9756"/>
                  </a:lnTo>
                  <a:lnTo>
                    <a:pt x="1573907" y="16104"/>
                  </a:lnTo>
                  <a:lnTo>
                    <a:pt x="1579353" y="23784"/>
                  </a:lnTo>
                  <a:lnTo>
                    <a:pt x="1584799" y="32607"/>
                  </a:lnTo>
                  <a:lnTo>
                    <a:pt x="1590245" y="42356"/>
                  </a:lnTo>
                  <a:lnTo>
                    <a:pt x="1595691" y="52793"/>
                  </a:lnTo>
                  <a:lnTo>
                    <a:pt x="1601137" y="63671"/>
                  </a:lnTo>
                  <a:lnTo>
                    <a:pt x="1606583" y="74742"/>
                  </a:lnTo>
                  <a:lnTo>
                    <a:pt x="1612029" y="85729"/>
                  </a:lnTo>
                  <a:lnTo>
                    <a:pt x="1617475" y="96415"/>
                  </a:lnTo>
                  <a:lnTo>
                    <a:pt x="1622921" y="106633"/>
                  </a:lnTo>
                  <a:lnTo>
                    <a:pt x="1628367" y="116248"/>
                  </a:lnTo>
                  <a:lnTo>
                    <a:pt x="1633813" y="125162"/>
                  </a:lnTo>
                  <a:lnTo>
                    <a:pt x="1639259" y="133312"/>
                  </a:lnTo>
                  <a:lnTo>
                    <a:pt x="1644705" y="140665"/>
                  </a:lnTo>
                  <a:lnTo>
                    <a:pt x="1650151" y="147219"/>
                  </a:lnTo>
                  <a:lnTo>
                    <a:pt x="1655597" y="152994"/>
                  </a:lnTo>
                  <a:lnTo>
                    <a:pt x="1661043" y="157989"/>
                  </a:lnTo>
                  <a:lnTo>
                    <a:pt x="1666489" y="162263"/>
                  </a:lnTo>
                  <a:lnTo>
                    <a:pt x="1671935" y="165929"/>
                  </a:lnTo>
                  <a:lnTo>
                    <a:pt x="1677381" y="169052"/>
                  </a:lnTo>
                  <a:lnTo>
                    <a:pt x="1682827" y="171695"/>
                  </a:lnTo>
                  <a:lnTo>
                    <a:pt x="1688273" y="173917"/>
                  </a:lnTo>
                  <a:lnTo>
                    <a:pt x="1693720" y="175774"/>
                  </a:lnTo>
                  <a:lnTo>
                    <a:pt x="1699166" y="177316"/>
                  </a:lnTo>
                  <a:lnTo>
                    <a:pt x="1704612" y="178590"/>
                  </a:lnTo>
                  <a:lnTo>
                    <a:pt x="1710058" y="179635"/>
                  </a:lnTo>
                  <a:lnTo>
                    <a:pt x="1715504" y="180473"/>
                  </a:lnTo>
                  <a:lnTo>
                    <a:pt x="1720950" y="181146"/>
                  </a:lnTo>
                  <a:lnTo>
                    <a:pt x="1726396" y="181688"/>
                  </a:lnTo>
                  <a:lnTo>
                    <a:pt x="1731842" y="182120"/>
                  </a:lnTo>
                  <a:lnTo>
                    <a:pt x="1737288" y="182458"/>
                  </a:lnTo>
                  <a:lnTo>
                    <a:pt x="1742734" y="182718"/>
                  </a:lnTo>
                  <a:lnTo>
                    <a:pt x="1748180" y="182912"/>
                  </a:lnTo>
                  <a:lnTo>
                    <a:pt x="1753626" y="183051"/>
                  </a:lnTo>
                  <a:lnTo>
                    <a:pt x="1759072" y="183142"/>
                  </a:lnTo>
                  <a:lnTo>
                    <a:pt x="1764518" y="183192"/>
                  </a:lnTo>
                  <a:lnTo>
                    <a:pt x="1769964" y="183203"/>
                  </a:lnTo>
                  <a:lnTo>
                    <a:pt x="1775410" y="183183"/>
                  </a:lnTo>
                  <a:lnTo>
                    <a:pt x="1780856" y="183136"/>
                  </a:lnTo>
                  <a:lnTo>
                    <a:pt x="1786302" y="183066"/>
                  </a:lnTo>
                  <a:lnTo>
                    <a:pt x="1791748" y="182974"/>
                  </a:lnTo>
                  <a:lnTo>
                    <a:pt x="1797194" y="182865"/>
                  </a:lnTo>
                  <a:lnTo>
                    <a:pt x="1802640" y="182740"/>
                  </a:lnTo>
                  <a:lnTo>
                    <a:pt x="1808086" y="182602"/>
                  </a:lnTo>
                  <a:lnTo>
                    <a:pt x="1813532" y="182455"/>
                  </a:lnTo>
                  <a:lnTo>
                    <a:pt x="1818979" y="182301"/>
                  </a:lnTo>
                  <a:lnTo>
                    <a:pt x="1824425" y="182143"/>
                  </a:lnTo>
                  <a:lnTo>
                    <a:pt x="1829871" y="181985"/>
                  </a:lnTo>
                  <a:lnTo>
                    <a:pt x="1835317" y="181832"/>
                  </a:lnTo>
                  <a:lnTo>
                    <a:pt x="1840763" y="181685"/>
                  </a:lnTo>
                  <a:lnTo>
                    <a:pt x="1846209" y="181547"/>
                  </a:lnTo>
                  <a:lnTo>
                    <a:pt x="1851655" y="181423"/>
                  </a:lnTo>
                  <a:lnTo>
                    <a:pt x="1857101" y="181314"/>
                  </a:lnTo>
                  <a:lnTo>
                    <a:pt x="1862547" y="181221"/>
                  </a:lnTo>
                  <a:lnTo>
                    <a:pt x="1867993" y="181146"/>
                  </a:lnTo>
                  <a:lnTo>
                    <a:pt x="1873439" y="181089"/>
                  </a:lnTo>
                  <a:lnTo>
                    <a:pt x="1878885" y="181051"/>
                  </a:lnTo>
                  <a:lnTo>
                    <a:pt x="1884331" y="181025"/>
                  </a:lnTo>
                  <a:lnTo>
                    <a:pt x="1889777" y="181008"/>
                  </a:lnTo>
                  <a:lnTo>
                    <a:pt x="1895223" y="180997"/>
                  </a:lnTo>
                  <a:lnTo>
                    <a:pt x="1900669" y="180983"/>
                  </a:lnTo>
                  <a:lnTo>
                    <a:pt x="1906115" y="180963"/>
                  </a:lnTo>
                  <a:lnTo>
                    <a:pt x="1911561" y="180928"/>
                  </a:lnTo>
                  <a:lnTo>
                    <a:pt x="1917007" y="180873"/>
                  </a:lnTo>
                  <a:lnTo>
                    <a:pt x="1922453" y="180790"/>
                  </a:lnTo>
                  <a:lnTo>
                    <a:pt x="1927899" y="180672"/>
                  </a:lnTo>
                  <a:lnTo>
                    <a:pt x="1933345" y="180510"/>
                  </a:lnTo>
                  <a:lnTo>
                    <a:pt x="1938792" y="180301"/>
                  </a:lnTo>
                  <a:lnTo>
                    <a:pt x="1944238" y="180042"/>
                  </a:lnTo>
                  <a:lnTo>
                    <a:pt x="1949684" y="179728"/>
                  </a:lnTo>
                  <a:lnTo>
                    <a:pt x="1955130" y="179356"/>
                  </a:lnTo>
                  <a:lnTo>
                    <a:pt x="1960576" y="178925"/>
                  </a:lnTo>
                  <a:lnTo>
                    <a:pt x="1966022" y="178434"/>
                  </a:lnTo>
                  <a:lnTo>
                    <a:pt x="1971468" y="177884"/>
                  </a:lnTo>
                  <a:lnTo>
                    <a:pt x="1976914" y="177276"/>
                  </a:lnTo>
                  <a:lnTo>
                    <a:pt x="1982360" y="176610"/>
                  </a:lnTo>
                  <a:lnTo>
                    <a:pt x="1987806" y="175895"/>
                  </a:lnTo>
                  <a:lnTo>
                    <a:pt x="1993252" y="175138"/>
                  </a:lnTo>
                  <a:lnTo>
                    <a:pt x="1998698" y="174348"/>
                  </a:lnTo>
                  <a:lnTo>
                    <a:pt x="2004144" y="173532"/>
                  </a:lnTo>
                  <a:lnTo>
                    <a:pt x="2009590" y="172696"/>
                  </a:lnTo>
                  <a:lnTo>
                    <a:pt x="2015036" y="171847"/>
                  </a:lnTo>
                  <a:lnTo>
                    <a:pt x="2020482" y="170989"/>
                  </a:lnTo>
                  <a:lnTo>
                    <a:pt x="2025928" y="170126"/>
                  </a:lnTo>
                  <a:lnTo>
                    <a:pt x="2031374" y="169257"/>
                  </a:lnTo>
                  <a:lnTo>
                    <a:pt x="2036820" y="168383"/>
                  </a:lnTo>
                  <a:lnTo>
                    <a:pt x="2042266" y="167501"/>
                  </a:lnTo>
                  <a:lnTo>
                    <a:pt x="2047712" y="166608"/>
                  </a:lnTo>
                  <a:lnTo>
                    <a:pt x="2053158" y="165703"/>
                  </a:lnTo>
                  <a:lnTo>
                    <a:pt x="2058605" y="164784"/>
                  </a:lnTo>
                  <a:lnTo>
                    <a:pt x="2064051" y="163854"/>
                  </a:lnTo>
                  <a:lnTo>
                    <a:pt x="2069497" y="162915"/>
                  </a:lnTo>
                  <a:lnTo>
                    <a:pt x="2074943" y="161976"/>
                  </a:lnTo>
                  <a:lnTo>
                    <a:pt x="2080389" y="161046"/>
                  </a:lnTo>
                  <a:lnTo>
                    <a:pt x="2085835" y="160140"/>
                  </a:lnTo>
                  <a:lnTo>
                    <a:pt x="2091281" y="159282"/>
                  </a:lnTo>
                  <a:lnTo>
                    <a:pt x="2096727" y="158487"/>
                  </a:lnTo>
                  <a:lnTo>
                    <a:pt x="2102173" y="157774"/>
                  </a:lnTo>
                  <a:lnTo>
                    <a:pt x="2107619" y="157163"/>
                  </a:lnTo>
                  <a:lnTo>
                    <a:pt x="2113065" y="156672"/>
                  </a:lnTo>
                  <a:lnTo>
                    <a:pt x="2118511" y="156315"/>
                  </a:lnTo>
                  <a:lnTo>
                    <a:pt x="2123957" y="156107"/>
                  </a:lnTo>
                  <a:lnTo>
                    <a:pt x="2129403" y="156058"/>
                  </a:lnTo>
                  <a:lnTo>
                    <a:pt x="2134849" y="156177"/>
                  </a:lnTo>
                  <a:lnTo>
                    <a:pt x="2140295" y="156474"/>
                  </a:lnTo>
                  <a:lnTo>
                    <a:pt x="2145741" y="156963"/>
                  </a:lnTo>
                  <a:lnTo>
                    <a:pt x="2151187" y="157623"/>
                  </a:lnTo>
                  <a:lnTo>
                    <a:pt x="2156633" y="158448"/>
                  </a:lnTo>
                  <a:lnTo>
                    <a:pt x="2162079" y="159426"/>
                  </a:lnTo>
                  <a:lnTo>
                    <a:pt x="2167525" y="160544"/>
                  </a:lnTo>
                  <a:lnTo>
                    <a:pt x="2172971" y="161783"/>
                  </a:lnTo>
                  <a:lnTo>
                    <a:pt x="2178418" y="163124"/>
                  </a:lnTo>
                  <a:lnTo>
                    <a:pt x="2183864" y="164540"/>
                  </a:lnTo>
                  <a:lnTo>
                    <a:pt x="2189310" y="166008"/>
                  </a:lnTo>
                  <a:lnTo>
                    <a:pt x="2194756" y="167500"/>
                  </a:lnTo>
                  <a:lnTo>
                    <a:pt x="2200202" y="168983"/>
                  </a:lnTo>
                  <a:lnTo>
                    <a:pt x="2205648" y="170432"/>
                  </a:lnTo>
                  <a:lnTo>
                    <a:pt x="2211094" y="171825"/>
                  </a:lnTo>
                  <a:lnTo>
                    <a:pt x="2216540" y="173145"/>
                  </a:lnTo>
                  <a:lnTo>
                    <a:pt x="2221986" y="174378"/>
                  </a:lnTo>
                  <a:lnTo>
                    <a:pt x="2227432" y="175515"/>
                  </a:lnTo>
                  <a:lnTo>
                    <a:pt x="2232878" y="176550"/>
                  </a:lnTo>
                  <a:lnTo>
                    <a:pt x="2238324" y="177483"/>
                  </a:lnTo>
                  <a:lnTo>
                    <a:pt x="2243770" y="178315"/>
                  </a:lnTo>
                  <a:lnTo>
                    <a:pt x="2249216" y="179045"/>
                  </a:lnTo>
                  <a:lnTo>
                    <a:pt x="2254662" y="179683"/>
                  </a:lnTo>
                  <a:lnTo>
                    <a:pt x="2260108" y="180242"/>
                  </a:lnTo>
                  <a:lnTo>
                    <a:pt x="2265554" y="180730"/>
                  </a:lnTo>
                  <a:lnTo>
                    <a:pt x="2271000" y="181155"/>
                  </a:lnTo>
                  <a:lnTo>
                    <a:pt x="2276446" y="181524"/>
                  </a:lnTo>
                  <a:lnTo>
                    <a:pt x="2281892" y="181843"/>
                  </a:lnTo>
                  <a:lnTo>
                    <a:pt x="2287338" y="182119"/>
                  </a:lnTo>
                  <a:lnTo>
                    <a:pt x="2292784" y="182355"/>
                  </a:lnTo>
                  <a:lnTo>
                    <a:pt x="2298231" y="182557"/>
                  </a:lnTo>
                  <a:lnTo>
                    <a:pt x="2303677" y="182726"/>
                  </a:lnTo>
                  <a:lnTo>
                    <a:pt x="2309123" y="182869"/>
                  </a:lnTo>
                  <a:lnTo>
                    <a:pt x="2314569" y="182988"/>
                  </a:lnTo>
                  <a:lnTo>
                    <a:pt x="2320015" y="183089"/>
                  </a:lnTo>
                  <a:lnTo>
                    <a:pt x="2325461" y="183173"/>
                  </a:lnTo>
                  <a:lnTo>
                    <a:pt x="2330907" y="183245"/>
                  </a:lnTo>
                  <a:lnTo>
                    <a:pt x="2336353" y="183307"/>
                  </a:lnTo>
                  <a:lnTo>
                    <a:pt x="2341799" y="183362"/>
                  </a:lnTo>
                  <a:lnTo>
                    <a:pt x="2347245" y="183412"/>
                  </a:lnTo>
                  <a:lnTo>
                    <a:pt x="2352691" y="183459"/>
                  </a:lnTo>
                  <a:lnTo>
                    <a:pt x="2358137" y="183506"/>
                  </a:lnTo>
                  <a:lnTo>
                    <a:pt x="2363583" y="183552"/>
                  </a:lnTo>
                  <a:lnTo>
                    <a:pt x="2369029" y="183598"/>
                  </a:lnTo>
                  <a:lnTo>
                    <a:pt x="2374475" y="183645"/>
                  </a:lnTo>
                  <a:lnTo>
                    <a:pt x="2379921" y="183691"/>
                  </a:lnTo>
                  <a:lnTo>
                    <a:pt x="2385367" y="183737"/>
                  </a:lnTo>
                  <a:lnTo>
                    <a:pt x="2390813" y="183781"/>
                  </a:lnTo>
                  <a:lnTo>
                    <a:pt x="2396259" y="183823"/>
                  </a:lnTo>
                  <a:lnTo>
                    <a:pt x="2401705" y="183862"/>
                  </a:lnTo>
                  <a:lnTo>
                    <a:pt x="2407151" y="183897"/>
                  </a:lnTo>
                  <a:lnTo>
                    <a:pt x="2412597" y="183928"/>
                  </a:lnTo>
                  <a:lnTo>
                    <a:pt x="2418043" y="183954"/>
                  </a:lnTo>
                  <a:lnTo>
                    <a:pt x="2423490" y="183977"/>
                  </a:lnTo>
                  <a:lnTo>
                    <a:pt x="2428936" y="183996"/>
                  </a:lnTo>
                  <a:lnTo>
                    <a:pt x="2434382" y="184011"/>
                  </a:lnTo>
                  <a:lnTo>
                    <a:pt x="2439828" y="184023"/>
                  </a:lnTo>
                  <a:lnTo>
                    <a:pt x="2445274" y="184033"/>
                  </a:lnTo>
                  <a:lnTo>
                    <a:pt x="2450720" y="184040"/>
                  </a:lnTo>
                  <a:lnTo>
                    <a:pt x="2456166" y="184045"/>
                  </a:lnTo>
                  <a:lnTo>
                    <a:pt x="2461612" y="184049"/>
                  </a:lnTo>
                  <a:lnTo>
                    <a:pt x="2467058" y="184051"/>
                  </a:lnTo>
                  <a:lnTo>
                    <a:pt x="2472504" y="184053"/>
                  </a:lnTo>
                  <a:lnTo>
                    <a:pt x="2477950" y="184055"/>
                  </a:lnTo>
                  <a:lnTo>
                    <a:pt x="2483396" y="184055"/>
                  </a:lnTo>
                  <a:lnTo>
                    <a:pt x="2488842" y="184056"/>
                  </a:lnTo>
                  <a:lnTo>
                    <a:pt x="2494288" y="184056"/>
                  </a:lnTo>
                  <a:lnTo>
                    <a:pt x="2499734" y="184057"/>
                  </a:lnTo>
                  <a:lnTo>
                    <a:pt x="2505180" y="184057"/>
                  </a:lnTo>
                  <a:lnTo>
                    <a:pt x="2510626" y="184057"/>
                  </a:lnTo>
                  <a:lnTo>
                    <a:pt x="2516072" y="184057"/>
                  </a:lnTo>
                  <a:lnTo>
                    <a:pt x="2521518" y="184057"/>
                  </a:lnTo>
                  <a:lnTo>
                    <a:pt x="2526964" y="184057"/>
                  </a:lnTo>
                  <a:lnTo>
                    <a:pt x="2532410" y="184057"/>
                  </a:lnTo>
                  <a:lnTo>
                    <a:pt x="2537856" y="184057"/>
                  </a:lnTo>
                  <a:lnTo>
                    <a:pt x="2543303" y="184057"/>
                  </a:lnTo>
                  <a:lnTo>
                    <a:pt x="2548749" y="184057"/>
                  </a:lnTo>
                  <a:lnTo>
                    <a:pt x="2554195" y="184057"/>
                  </a:lnTo>
                  <a:lnTo>
                    <a:pt x="2559641" y="184057"/>
                  </a:lnTo>
                  <a:lnTo>
                    <a:pt x="2565087" y="184057"/>
                  </a:lnTo>
                  <a:lnTo>
                    <a:pt x="2570533" y="184057"/>
                  </a:lnTo>
                  <a:lnTo>
                    <a:pt x="2575979" y="184057"/>
                  </a:lnTo>
                  <a:lnTo>
                    <a:pt x="2581425" y="184057"/>
                  </a:lnTo>
                  <a:lnTo>
                    <a:pt x="2586871" y="184057"/>
                  </a:lnTo>
                  <a:lnTo>
                    <a:pt x="2592317" y="184057"/>
                  </a:lnTo>
                  <a:lnTo>
                    <a:pt x="2597763" y="184057"/>
                  </a:lnTo>
                  <a:lnTo>
                    <a:pt x="2603209" y="184057"/>
                  </a:lnTo>
                  <a:lnTo>
                    <a:pt x="2608655" y="184057"/>
                  </a:lnTo>
                  <a:lnTo>
                    <a:pt x="2614101" y="184057"/>
                  </a:lnTo>
                  <a:lnTo>
                    <a:pt x="2619547" y="184057"/>
                  </a:lnTo>
                  <a:lnTo>
                    <a:pt x="2624993" y="184057"/>
                  </a:lnTo>
                  <a:lnTo>
                    <a:pt x="2630439" y="184057"/>
                  </a:lnTo>
                  <a:lnTo>
                    <a:pt x="2635885" y="184057"/>
                  </a:lnTo>
                  <a:lnTo>
                    <a:pt x="2641331" y="184057"/>
                  </a:lnTo>
                  <a:lnTo>
                    <a:pt x="2646777" y="184057"/>
                  </a:lnTo>
                  <a:lnTo>
                    <a:pt x="2652223" y="184057"/>
                  </a:lnTo>
                  <a:lnTo>
                    <a:pt x="2657669" y="184057"/>
                  </a:lnTo>
                  <a:lnTo>
                    <a:pt x="2663116" y="184057"/>
                  </a:lnTo>
                  <a:lnTo>
                    <a:pt x="2668562" y="184057"/>
                  </a:lnTo>
                  <a:lnTo>
                    <a:pt x="2674008" y="184057"/>
                  </a:lnTo>
                  <a:lnTo>
                    <a:pt x="2679454" y="184057"/>
                  </a:lnTo>
                  <a:lnTo>
                    <a:pt x="2684900" y="184057"/>
                  </a:lnTo>
                  <a:lnTo>
                    <a:pt x="2690346" y="184057"/>
                  </a:lnTo>
                  <a:lnTo>
                    <a:pt x="2695792" y="184057"/>
                  </a:lnTo>
                  <a:lnTo>
                    <a:pt x="2701238" y="184057"/>
                  </a:lnTo>
                  <a:lnTo>
                    <a:pt x="2706684" y="184057"/>
                  </a:lnTo>
                  <a:lnTo>
                    <a:pt x="2712130" y="184057"/>
                  </a:lnTo>
                  <a:lnTo>
                    <a:pt x="2717576" y="184057"/>
                  </a:lnTo>
                  <a:lnTo>
                    <a:pt x="2723022" y="184057"/>
                  </a:lnTo>
                  <a:lnTo>
                    <a:pt x="2728468" y="184057"/>
                  </a:lnTo>
                  <a:lnTo>
                    <a:pt x="2733914" y="184057"/>
                  </a:lnTo>
                  <a:lnTo>
                    <a:pt x="2739360" y="184057"/>
                  </a:lnTo>
                  <a:lnTo>
                    <a:pt x="2744806" y="184057"/>
                  </a:lnTo>
                  <a:lnTo>
                    <a:pt x="2750252" y="184057"/>
                  </a:lnTo>
                  <a:lnTo>
                    <a:pt x="2755698" y="184057"/>
                  </a:lnTo>
                  <a:lnTo>
                    <a:pt x="2761144" y="184057"/>
                  </a:lnTo>
                  <a:lnTo>
                    <a:pt x="2766590" y="184057"/>
                  </a:lnTo>
                  <a:lnTo>
                    <a:pt x="2772036" y="184057"/>
                  </a:lnTo>
                  <a:lnTo>
                    <a:pt x="2777482" y="184057"/>
                  </a:lnTo>
                  <a:lnTo>
                    <a:pt x="2782929" y="184057"/>
                  </a:lnTo>
                  <a:lnTo>
                    <a:pt x="2777482" y="184057"/>
                  </a:lnTo>
                  <a:lnTo>
                    <a:pt x="2772036" y="184057"/>
                  </a:lnTo>
                  <a:lnTo>
                    <a:pt x="2766590" y="184057"/>
                  </a:lnTo>
                  <a:lnTo>
                    <a:pt x="2761144" y="184057"/>
                  </a:lnTo>
                  <a:lnTo>
                    <a:pt x="2755698" y="184057"/>
                  </a:lnTo>
                  <a:lnTo>
                    <a:pt x="2750252" y="184057"/>
                  </a:lnTo>
                  <a:lnTo>
                    <a:pt x="2744806" y="184057"/>
                  </a:lnTo>
                  <a:lnTo>
                    <a:pt x="2739360" y="184057"/>
                  </a:lnTo>
                  <a:lnTo>
                    <a:pt x="2733914" y="184057"/>
                  </a:lnTo>
                  <a:lnTo>
                    <a:pt x="2728468" y="184057"/>
                  </a:lnTo>
                  <a:lnTo>
                    <a:pt x="2723022" y="184057"/>
                  </a:lnTo>
                  <a:lnTo>
                    <a:pt x="2717576" y="184057"/>
                  </a:lnTo>
                  <a:lnTo>
                    <a:pt x="2712130" y="184057"/>
                  </a:lnTo>
                  <a:lnTo>
                    <a:pt x="2706684" y="184057"/>
                  </a:lnTo>
                  <a:lnTo>
                    <a:pt x="2701238" y="184057"/>
                  </a:lnTo>
                  <a:lnTo>
                    <a:pt x="2695792" y="184057"/>
                  </a:lnTo>
                  <a:lnTo>
                    <a:pt x="2690346" y="184057"/>
                  </a:lnTo>
                  <a:lnTo>
                    <a:pt x="2684900" y="184057"/>
                  </a:lnTo>
                  <a:lnTo>
                    <a:pt x="2679454" y="184057"/>
                  </a:lnTo>
                  <a:lnTo>
                    <a:pt x="2674008" y="184057"/>
                  </a:lnTo>
                  <a:lnTo>
                    <a:pt x="2668562" y="184057"/>
                  </a:lnTo>
                  <a:lnTo>
                    <a:pt x="2663116" y="184057"/>
                  </a:lnTo>
                  <a:lnTo>
                    <a:pt x="2657669" y="184057"/>
                  </a:lnTo>
                  <a:lnTo>
                    <a:pt x="2652223" y="184057"/>
                  </a:lnTo>
                  <a:lnTo>
                    <a:pt x="2646777" y="184057"/>
                  </a:lnTo>
                  <a:lnTo>
                    <a:pt x="2641331" y="184057"/>
                  </a:lnTo>
                  <a:lnTo>
                    <a:pt x="2635885" y="184057"/>
                  </a:lnTo>
                  <a:lnTo>
                    <a:pt x="2630439" y="184057"/>
                  </a:lnTo>
                  <a:lnTo>
                    <a:pt x="2624993" y="184057"/>
                  </a:lnTo>
                  <a:lnTo>
                    <a:pt x="2619547" y="184057"/>
                  </a:lnTo>
                  <a:lnTo>
                    <a:pt x="2614101" y="184057"/>
                  </a:lnTo>
                  <a:lnTo>
                    <a:pt x="2608655" y="184057"/>
                  </a:lnTo>
                  <a:lnTo>
                    <a:pt x="2603209" y="184057"/>
                  </a:lnTo>
                  <a:lnTo>
                    <a:pt x="2597763" y="184057"/>
                  </a:lnTo>
                  <a:lnTo>
                    <a:pt x="2592317" y="184057"/>
                  </a:lnTo>
                  <a:lnTo>
                    <a:pt x="2586871" y="184057"/>
                  </a:lnTo>
                  <a:lnTo>
                    <a:pt x="2581425" y="184057"/>
                  </a:lnTo>
                  <a:lnTo>
                    <a:pt x="2575979" y="184057"/>
                  </a:lnTo>
                  <a:lnTo>
                    <a:pt x="2570533" y="184057"/>
                  </a:lnTo>
                  <a:lnTo>
                    <a:pt x="2565087" y="184057"/>
                  </a:lnTo>
                  <a:lnTo>
                    <a:pt x="2559641" y="184057"/>
                  </a:lnTo>
                  <a:lnTo>
                    <a:pt x="2554195" y="184057"/>
                  </a:lnTo>
                  <a:lnTo>
                    <a:pt x="2548749" y="184057"/>
                  </a:lnTo>
                  <a:lnTo>
                    <a:pt x="2543303" y="184057"/>
                  </a:lnTo>
                  <a:lnTo>
                    <a:pt x="2537856" y="184057"/>
                  </a:lnTo>
                  <a:lnTo>
                    <a:pt x="2532410" y="184057"/>
                  </a:lnTo>
                  <a:lnTo>
                    <a:pt x="2526964" y="184057"/>
                  </a:lnTo>
                  <a:lnTo>
                    <a:pt x="2521518" y="184057"/>
                  </a:lnTo>
                  <a:lnTo>
                    <a:pt x="2516072" y="184057"/>
                  </a:lnTo>
                  <a:lnTo>
                    <a:pt x="2510626" y="184057"/>
                  </a:lnTo>
                  <a:lnTo>
                    <a:pt x="2505180" y="184057"/>
                  </a:lnTo>
                  <a:lnTo>
                    <a:pt x="2499734" y="184057"/>
                  </a:lnTo>
                  <a:lnTo>
                    <a:pt x="2494288" y="184057"/>
                  </a:lnTo>
                  <a:lnTo>
                    <a:pt x="2488842" y="184057"/>
                  </a:lnTo>
                  <a:lnTo>
                    <a:pt x="2483396" y="184057"/>
                  </a:lnTo>
                  <a:lnTo>
                    <a:pt x="2477950" y="184057"/>
                  </a:lnTo>
                  <a:lnTo>
                    <a:pt x="2472504" y="184057"/>
                  </a:lnTo>
                  <a:lnTo>
                    <a:pt x="2467058" y="184057"/>
                  </a:lnTo>
                  <a:lnTo>
                    <a:pt x="2461612" y="184057"/>
                  </a:lnTo>
                  <a:lnTo>
                    <a:pt x="2456166" y="184057"/>
                  </a:lnTo>
                  <a:lnTo>
                    <a:pt x="2450720" y="184057"/>
                  </a:lnTo>
                  <a:lnTo>
                    <a:pt x="2445274" y="184057"/>
                  </a:lnTo>
                  <a:lnTo>
                    <a:pt x="2439828" y="184057"/>
                  </a:lnTo>
                  <a:lnTo>
                    <a:pt x="2434382" y="184057"/>
                  </a:lnTo>
                  <a:lnTo>
                    <a:pt x="2428936" y="184057"/>
                  </a:lnTo>
                  <a:lnTo>
                    <a:pt x="2423490" y="184057"/>
                  </a:lnTo>
                  <a:lnTo>
                    <a:pt x="2418043" y="184057"/>
                  </a:lnTo>
                  <a:lnTo>
                    <a:pt x="2412597" y="184057"/>
                  </a:lnTo>
                  <a:lnTo>
                    <a:pt x="2407151" y="184057"/>
                  </a:lnTo>
                  <a:lnTo>
                    <a:pt x="2401705" y="184057"/>
                  </a:lnTo>
                  <a:lnTo>
                    <a:pt x="2396259" y="184057"/>
                  </a:lnTo>
                  <a:lnTo>
                    <a:pt x="2390813" y="184057"/>
                  </a:lnTo>
                  <a:lnTo>
                    <a:pt x="2385367" y="184057"/>
                  </a:lnTo>
                  <a:lnTo>
                    <a:pt x="2379921" y="184057"/>
                  </a:lnTo>
                  <a:lnTo>
                    <a:pt x="2374475" y="184057"/>
                  </a:lnTo>
                  <a:lnTo>
                    <a:pt x="2369029" y="184057"/>
                  </a:lnTo>
                  <a:lnTo>
                    <a:pt x="2363583" y="184057"/>
                  </a:lnTo>
                  <a:lnTo>
                    <a:pt x="2358137" y="184057"/>
                  </a:lnTo>
                  <a:lnTo>
                    <a:pt x="2352691" y="184057"/>
                  </a:lnTo>
                  <a:lnTo>
                    <a:pt x="2347245" y="184057"/>
                  </a:lnTo>
                  <a:lnTo>
                    <a:pt x="2341799" y="184057"/>
                  </a:lnTo>
                  <a:lnTo>
                    <a:pt x="2336353" y="184057"/>
                  </a:lnTo>
                  <a:lnTo>
                    <a:pt x="2330907" y="184057"/>
                  </a:lnTo>
                  <a:lnTo>
                    <a:pt x="2325461" y="184057"/>
                  </a:lnTo>
                  <a:lnTo>
                    <a:pt x="2320015" y="184057"/>
                  </a:lnTo>
                  <a:lnTo>
                    <a:pt x="2314569" y="184057"/>
                  </a:lnTo>
                  <a:lnTo>
                    <a:pt x="2309123" y="184057"/>
                  </a:lnTo>
                  <a:lnTo>
                    <a:pt x="2303677" y="184057"/>
                  </a:lnTo>
                  <a:lnTo>
                    <a:pt x="2298231" y="184057"/>
                  </a:lnTo>
                  <a:lnTo>
                    <a:pt x="2292784" y="184057"/>
                  </a:lnTo>
                  <a:lnTo>
                    <a:pt x="2287338" y="184057"/>
                  </a:lnTo>
                  <a:lnTo>
                    <a:pt x="2281892" y="184057"/>
                  </a:lnTo>
                  <a:lnTo>
                    <a:pt x="2276446" y="184057"/>
                  </a:lnTo>
                  <a:lnTo>
                    <a:pt x="2271000" y="184057"/>
                  </a:lnTo>
                  <a:lnTo>
                    <a:pt x="2265554" y="184057"/>
                  </a:lnTo>
                  <a:lnTo>
                    <a:pt x="2260108" y="184057"/>
                  </a:lnTo>
                  <a:lnTo>
                    <a:pt x="2254662" y="184057"/>
                  </a:lnTo>
                  <a:lnTo>
                    <a:pt x="2249216" y="184057"/>
                  </a:lnTo>
                  <a:lnTo>
                    <a:pt x="2243770" y="184057"/>
                  </a:lnTo>
                  <a:lnTo>
                    <a:pt x="2238324" y="184057"/>
                  </a:lnTo>
                  <a:lnTo>
                    <a:pt x="2232878" y="184057"/>
                  </a:lnTo>
                  <a:lnTo>
                    <a:pt x="2227432" y="184057"/>
                  </a:lnTo>
                  <a:lnTo>
                    <a:pt x="2221986" y="184057"/>
                  </a:lnTo>
                  <a:lnTo>
                    <a:pt x="2216540" y="184057"/>
                  </a:lnTo>
                  <a:lnTo>
                    <a:pt x="2211094" y="184057"/>
                  </a:lnTo>
                  <a:lnTo>
                    <a:pt x="2205648" y="184057"/>
                  </a:lnTo>
                  <a:lnTo>
                    <a:pt x="2200202" y="184057"/>
                  </a:lnTo>
                  <a:lnTo>
                    <a:pt x="2194756" y="184057"/>
                  </a:lnTo>
                  <a:lnTo>
                    <a:pt x="2189310" y="184057"/>
                  </a:lnTo>
                  <a:lnTo>
                    <a:pt x="2183864" y="184057"/>
                  </a:lnTo>
                  <a:lnTo>
                    <a:pt x="2178418" y="184057"/>
                  </a:lnTo>
                  <a:lnTo>
                    <a:pt x="2172971" y="184057"/>
                  </a:lnTo>
                  <a:lnTo>
                    <a:pt x="2167525" y="184057"/>
                  </a:lnTo>
                  <a:lnTo>
                    <a:pt x="2162079" y="184057"/>
                  </a:lnTo>
                  <a:lnTo>
                    <a:pt x="2156633" y="184057"/>
                  </a:lnTo>
                  <a:lnTo>
                    <a:pt x="2151187" y="184057"/>
                  </a:lnTo>
                  <a:lnTo>
                    <a:pt x="2145741" y="184057"/>
                  </a:lnTo>
                  <a:lnTo>
                    <a:pt x="2140295" y="184057"/>
                  </a:lnTo>
                  <a:lnTo>
                    <a:pt x="2134849" y="184057"/>
                  </a:lnTo>
                  <a:lnTo>
                    <a:pt x="2129403" y="184057"/>
                  </a:lnTo>
                  <a:lnTo>
                    <a:pt x="2123957" y="184057"/>
                  </a:lnTo>
                  <a:lnTo>
                    <a:pt x="2118511" y="184057"/>
                  </a:lnTo>
                  <a:lnTo>
                    <a:pt x="2113065" y="184057"/>
                  </a:lnTo>
                  <a:lnTo>
                    <a:pt x="2107619" y="184057"/>
                  </a:lnTo>
                  <a:lnTo>
                    <a:pt x="2102173" y="184057"/>
                  </a:lnTo>
                  <a:lnTo>
                    <a:pt x="2096727" y="184057"/>
                  </a:lnTo>
                  <a:lnTo>
                    <a:pt x="2091281" y="184057"/>
                  </a:lnTo>
                  <a:lnTo>
                    <a:pt x="2085835" y="184057"/>
                  </a:lnTo>
                  <a:lnTo>
                    <a:pt x="2080389" y="184057"/>
                  </a:lnTo>
                  <a:lnTo>
                    <a:pt x="2074943" y="184057"/>
                  </a:lnTo>
                  <a:lnTo>
                    <a:pt x="2069497" y="184057"/>
                  </a:lnTo>
                  <a:lnTo>
                    <a:pt x="2064051" y="184057"/>
                  </a:lnTo>
                  <a:lnTo>
                    <a:pt x="2058605" y="184057"/>
                  </a:lnTo>
                  <a:lnTo>
                    <a:pt x="2053158" y="184057"/>
                  </a:lnTo>
                  <a:lnTo>
                    <a:pt x="2047712" y="184057"/>
                  </a:lnTo>
                  <a:lnTo>
                    <a:pt x="2042266" y="184057"/>
                  </a:lnTo>
                  <a:lnTo>
                    <a:pt x="2036820" y="184057"/>
                  </a:lnTo>
                  <a:lnTo>
                    <a:pt x="2031374" y="184057"/>
                  </a:lnTo>
                  <a:lnTo>
                    <a:pt x="2025928" y="184057"/>
                  </a:lnTo>
                  <a:lnTo>
                    <a:pt x="2020482" y="184057"/>
                  </a:lnTo>
                  <a:lnTo>
                    <a:pt x="2015036" y="184057"/>
                  </a:lnTo>
                  <a:lnTo>
                    <a:pt x="2009590" y="184057"/>
                  </a:lnTo>
                  <a:lnTo>
                    <a:pt x="2004144" y="184057"/>
                  </a:lnTo>
                  <a:lnTo>
                    <a:pt x="1998698" y="184057"/>
                  </a:lnTo>
                  <a:lnTo>
                    <a:pt x="1993252" y="184057"/>
                  </a:lnTo>
                  <a:lnTo>
                    <a:pt x="1987806" y="184057"/>
                  </a:lnTo>
                  <a:lnTo>
                    <a:pt x="1982360" y="184057"/>
                  </a:lnTo>
                  <a:lnTo>
                    <a:pt x="1976914" y="184057"/>
                  </a:lnTo>
                  <a:lnTo>
                    <a:pt x="1971468" y="184057"/>
                  </a:lnTo>
                  <a:lnTo>
                    <a:pt x="1966022" y="184057"/>
                  </a:lnTo>
                  <a:lnTo>
                    <a:pt x="1960576" y="184057"/>
                  </a:lnTo>
                  <a:lnTo>
                    <a:pt x="1955130" y="184057"/>
                  </a:lnTo>
                  <a:lnTo>
                    <a:pt x="1949684" y="184057"/>
                  </a:lnTo>
                  <a:lnTo>
                    <a:pt x="1944238" y="184057"/>
                  </a:lnTo>
                  <a:lnTo>
                    <a:pt x="1938792" y="184057"/>
                  </a:lnTo>
                  <a:lnTo>
                    <a:pt x="1933345" y="184057"/>
                  </a:lnTo>
                  <a:lnTo>
                    <a:pt x="1927899" y="184057"/>
                  </a:lnTo>
                  <a:lnTo>
                    <a:pt x="1922453" y="184057"/>
                  </a:lnTo>
                  <a:lnTo>
                    <a:pt x="1917007" y="184057"/>
                  </a:lnTo>
                  <a:lnTo>
                    <a:pt x="1911561" y="184057"/>
                  </a:lnTo>
                  <a:lnTo>
                    <a:pt x="1906115" y="184057"/>
                  </a:lnTo>
                  <a:lnTo>
                    <a:pt x="1900669" y="184057"/>
                  </a:lnTo>
                  <a:lnTo>
                    <a:pt x="1895223" y="184057"/>
                  </a:lnTo>
                  <a:lnTo>
                    <a:pt x="1889777" y="184057"/>
                  </a:lnTo>
                  <a:lnTo>
                    <a:pt x="1884331" y="184057"/>
                  </a:lnTo>
                  <a:lnTo>
                    <a:pt x="1878885" y="184057"/>
                  </a:lnTo>
                  <a:lnTo>
                    <a:pt x="1873439" y="184057"/>
                  </a:lnTo>
                  <a:lnTo>
                    <a:pt x="1867993" y="184057"/>
                  </a:lnTo>
                  <a:lnTo>
                    <a:pt x="1862547" y="184057"/>
                  </a:lnTo>
                  <a:lnTo>
                    <a:pt x="1857101" y="184057"/>
                  </a:lnTo>
                  <a:lnTo>
                    <a:pt x="1851655" y="184057"/>
                  </a:lnTo>
                  <a:lnTo>
                    <a:pt x="1846209" y="184057"/>
                  </a:lnTo>
                  <a:lnTo>
                    <a:pt x="1840763" y="184057"/>
                  </a:lnTo>
                  <a:lnTo>
                    <a:pt x="1835317" y="184057"/>
                  </a:lnTo>
                  <a:lnTo>
                    <a:pt x="1829871" y="184057"/>
                  </a:lnTo>
                  <a:lnTo>
                    <a:pt x="1824425" y="184057"/>
                  </a:lnTo>
                  <a:lnTo>
                    <a:pt x="1818979" y="184057"/>
                  </a:lnTo>
                  <a:lnTo>
                    <a:pt x="1813532" y="184057"/>
                  </a:lnTo>
                  <a:lnTo>
                    <a:pt x="1808086" y="184057"/>
                  </a:lnTo>
                  <a:lnTo>
                    <a:pt x="1802640" y="184057"/>
                  </a:lnTo>
                  <a:lnTo>
                    <a:pt x="1797194" y="184057"/>
                  </a:lnTo>
                  <a:lnTo>
                    <a:pt x="1791748" y="184057"/>
                  </a:lnTo>
                  <a:lnTo>
                    <a:pt x="1786302" y="184057"/>
                  </a:lnTo>
                  <a:lnTo>
                    <a:pt x="1780856" y="184057"/>
                  </a:lnTo>
                  <a:lnTo>
                    <a:pt x="1775410" y="184057"/>
                  </a:lnTo>
                  <a:lnTo>
                    <a:pt x="1769964" y="184057"/>
                  </a:lnTo>
                  <a:lnTo>
                    <a:pt x="1764518" y="184057"/>
                  </a:lnTo>
                  <a:lnTo>
                    <a:pt x="1759072" y="184057"/>
                  </a:lnTo>
                  <a:lnTo>
                    <a:pt x="1753626" y="184057"/>
                  </a:lnTo>
                  <a:lnTo>
                    <a:pt x="1748180" y="184057"/>
                  </a:lnTo>
                  <a:lnTo>
                    <a:pt x="1742734" y="184057"/>
                  </a:lnTo>
                  <a:lnTo>
                    <a:pt x="1737288" y="184057"/>
                  </a:lnTo>
                  <a:lnTo>
                    <a:pt x="1731842" y="184057"/>
                  </a:lnTo>
                  <a:lnTo>
                    <a:pt x="1726396" y="184057"/>
                  </a:lnTo>
                  <a:lnTo>
                    <a:pt x="1720950" y="184057"/>
                  </a:lnTo>
                  <a:lnTo>
                    <a:pt x="1715504" y="184057"/>
                  </a:lnTo>
                  <a:lnTo>
                    <a:pt x="1710058" y="184057"/>
                  </a:lnTo>
                  <a:lnTo>
                    <a:pt x="1704612" y="184057"/>
                  </a:lnTo>
                  <a:lnTo>
                    <a:pt x="1699166" y="184057"/>
                  </a:lnTo>
                  <a:lnTo>
                    <a:pt x="1693720" y="184057"/>
                  </a:lnTo>
                  <a:lnTo>
                    <a:pt x="1688273" y="184057"/>
                  </a:lnTo>
                  <a:lnTo>
                    <a:pt x="1682827" y="184057"/>
                  </a:lnTo>
                  <a:lnTo>
                    <a:pt x="1677381" y="184057"/>
                  </a:lnTo>
                  <a:lnTo>
                    <a:pt x="1671935" y="184057"/>
                  </a:lnTo>
                  <a:lnTo>
                    <a:pt x="1666489" y="184057"/>
                  </a:lnTo>
                  <a:lnTo>
                    <a:pt x="1661043" y="184057"/>
                  </a:lnTo>
                  <a:lnTo>
                    <a:pt x="1655597" y="184057"/>
                  </a:lnTo>
                  <a:lnTo>
                    <a:pt x="1650151" y="184057"/>
                  </a:lnTo>
                  <a:lnTo>
                    <a:pt x="1644705" y="184057"/>
                  </a:lnTo>
                  <a:lnTo>
                    <a:pt x="1639259" y="184057"/>
                  </a:lnTo>
                  <a:lnTo>
                    <a:pt x="1633813" y="184057"/>
                  </a:lnTo>
                  <a:lnTo>
                    <a:pt x="1628367" y="184057"/>
                  </a:lnTo>
                  <a:lnTo>
                    <a:pt x="1622921" y="184057"/>
                  </a:lnTo>
                  <a:lnTo>
                    <a:pt x="1617475" y="184057"/>
                  </a:lnTo>
                  <a:lnTo>
                    <a:pt x="1612029" y="184057"/>
                  </a:lnTo>
                  <a:lnTo>
                    <a:pt x="1606583" y="184057"/>
                  </a:lnTo>
                  <a:lnTo>
                    <a:pt x="1601137" y="184057"/>
                  </a:lnTo>
                  <a:lnTo>
                    <a:pt x="1595691" y="184057"/>
                  </a:lnTo>
                  <a:lnTo>
                    <a:pt x="1590245" y="184057"/>
                  </a:lnTo>
                  <a:lnTo>
                    <a:pt x="1584799" y="184057"/>
                  </a:lnTo>
                  <a:lnTo>
                    <a:pt x="1579353" y="184057"/>
                  </a:lnTo>
                  <a:lnTo>
                    <a:pt x="1573907" y="184057"/>
                  </a:lnTo>
                  <a:lnTo>
                    <a:pt x="1568460" y="184057"/>
                  </a:lnTo>
                  <a:lnTo>
                    <a:pt x="1563014" y="184057"/>
                  </a:lnTo>
                  <a:lnTo>
                    <a:pt x="1557568" y="184057"/>
                  </a:lnTo>
                  <a:lnTo>
                    <a:pt x="1552122" y="184057"/>
                  </a:lnTo>
                  <a:lnTo>
                    <a:pt x="1546676" y="184057"/>
                  </a:lnTo>
                  <a:lnTo>
                    <a:pt x="1541230" y="184057"/>
                  </a:lnTo>
                  <a:lnTo>
                    <a:pt x="1535784" y="184057"/>
                  </a:lnTo>
                  <a:lnTo>
                    <a:pt x="1530338" y="184057"/>
                  </a:lnTo>
                  <a:lnTo>
                    <a:pt x="1524892" y="184057"/>
                  </a:lnTo>
                  <a:lnTo>
                    <a:pt x="1519446" y="184057"/>
                  </a:lnTo>
                  <a:lnTo>
                    <a:pt x="1514000" y="184057"/>
                  </a:lnTo>
                  <a:lnTo>
                    <a:pt x="1508554" y="184057"/>
                  </a:lnTo>
                  <a:lnTo>
                    <a:pt x="1503108" y="184057"/>
                  </a:lnTo>
                  <a:lnTo>
                    <a:pt x="1497662" y="184057"/>
                  </a:lnTo>
                  <a:lnTo>
                    <a:pt x="1492216" y="184057"/>
                  </a:lnTo>
                  <a:lnTo>
                    <a:pt x="1486770" y="184057"/>
                  </a:lnTo>
                  <a:lnTo>
                    <a:pt x="1481324" y="184057"/>
                  </a:lnTo>
                  <a:lnTo>
                    <a:pt x="1475878" y="184057"/>
                  </a:lnTo>
                  <a:lnTo>
                    <a:pt x="1470432" y="184057"/>
                  </a:lnTo>
                  <a:lnTo>
                    <a:pt x="1464986" y="184057"/>
                  </a:lnTo>
                  <a:lnTo>
                    <a:pt x="1459540" y="184057"/>
                  </a:lnTo>
                  <a:lnTo>
                    <a:pt x="1454094" y="184057"/>
                  </a:lnTo>
                  <a:lnTo>
                    <a:pt x="1448647" y="184057"/>
                  </a:lnTo>
                  <a:lnTo>
                    <a:pt x="1443201" y="184057"/>
                  </a:lnTo>
                  <a:lnTo>
                    <a:pt x="1437755" y="184057"/>
                  </a:lnTo>
                  <a:lnTo>
                    <a:pt x="1432309" y="184057"/>
                  </a:lnTo>
                  <a:lnTo>
                    <a:pt x="1426863" y="184057"/>
                  </a:lnTo>
                  <a:lnTo>
                    <a:pt x="1421417" y="184057"/>
                  </a:lnTo>
                  <a:lnTo>
                    <a:pt x="1415971" y="184057"/>
                  </a:lnTo>
                  <a:lnTo>
                    <a:pt x="1410525" y="184057"/>
                  </a:lnTo>
                  <a:lnTo>
                    <a:pt x="1405079" y="184057"/>
                  </a:lnTo>
                  <a:lnTo>
                    <a:pt x="1399633" y="184057"/>
                  </a:lnTo>
                  <a:lnTo>
                    <a:pt x="1394187" y="184057"/>
                  </a:lnTo>
                  <a:lnTo>
                    <a:pt x="1388741" y="184057"/>
                  </a:lnTo>
                  <a:lnTo>
                    <a:pt x="1383295" y="184057"/>
                  </a:lnTo>
                  <a:lnTo>
                    <a:pt x="1377849" y="184057"/>
                  </a:lnTo>
                  <a:lnTo>
                    <a:pt x="1372403" y="184057"/>
                  </a:lnTo>
                  <a:lnTo>
                    <a:pt x="1366957" y="184057"/>
                  </a:lnTo>
                  <a:lnTo>
                    <a:pt x="1361511" y="184057"/>
                  </a:lnTo>
                  <a:lnTo>
                    <a:pt x="1356065" y="184057"/>
                  </a:lnTo>
                  <a:lnTo>
                    <a:pt x="1350619" y="184057"/>
                  </a:lnTo>
                  <a:lnTo>
                    <a:pt x="1345173" y="184057"/>
                  </a:lnTo>
                  <a:lnTo>
                    <a:pt x="1339727" y="184057"/>
                  </a:lnTo>
                  <a:lnTo>
                    <a:pt x="1334281" y="184057"/>
                  </a:lnTo>
                  <a:lnTo>
                    <a:pt x="1328834" y="184057"/>
                  </a:lnTo>
                  <a:lnTo>
                    <a:pt x="1323388" y="184057"/>
                  </a:lnTo>
                  <a:lnTo>
                    <a:pt x="1317942" y="184057"/>
                  </a:lnTo>
                  <a:lnTo>
                    <a:pt x="1312496" y="184057"/>
                  </a:lnTo>
                  <a:lnTo>
                    <a:pt x="1307050" y="184057"/>
                  </a:lnTo>
                  <a:lnTo>
                    <a:pt x="1301604" y="184057"/>
                  </a:lnTo>
                  <a:lnTo>
                    <a:pt x="1296158" y="184057"/>
                  </a:lnTo>
                  <a:lnTo>
                    <a:pt x="1290712" y="184057"/>
                  </a:lnTo>
                  <a:lnTo>
                    <a:pt x="1285266" y="184057"/>
                  </a:lnTo>
                  <a:lnTo>
                    <a:pt x="1279820" y="184057"/>
                  </a:lnTo>
                  <a:lnTo>
                    <a:pt x="1274374" y="184057"/>
                  </a:lnTo>
                  <a:lnTo>
                    <a:pt x="1268928" y="184057"/>
                  </a:lnTo>
                  <a:lnTo>
                    <a:pt x="1263482" y="184057"/>
                  </a:lnTo>
                  <a:lnTo>
                    <a:pt x="1258036" y="184057"/>
                  </a:lnTo>
                  <a:lnTo>
                    <a:pt x="1252590" y="184057"/>
                  </a:lnTo>
                  <a:lnTo>
                    <a:pt x="1247144" y="184057"/>
                  </a:lnTo>
                  <a:lnTo>
                    <a:pt x="1241698" y="184057"/>
                  </a:lnTo>
                  <a:lnTo>
                    <a:pt x="1236252" y="184057"/>
                  </a:lnTo>
                  <a:lnTo>
                    <a:pt x="1230806" y="184057"/>
                  </a:lnTo>
                  <a:lnTo>
                    <a:pt x="1225360" y="184057"/>
                  </a:lnTo>
                  <a:lnTo>
                    <a:pt x="1219914" y="184057"/>
                  </a:lnTo>
                  <a:lnTo>
                    <a:pt x="1214468" y="184057"/>
                  </a:lnTo>
                  <a:lnTo>
                    <a:pt x="1209021" y="184057"/>
                  </a:lnTo>
                  <a:lnTo>
                    <a:pt x="1203575" y="184057"/>
                  </a:lnTo>
                  <a:lnTo>
                    <a:pt x="1198129" y="184057"/>
                  </a:lnTo>
                  <a:lnTo>
                    <a:pt x="1192683" y="184057"/>
                  </a:lnTo>
                  <a:lnTo>
                    <a:pt x="1187237" y="184057"/>
                  </a:lnTo>
                  <a:lnTo>
                    <a:pt x="1181791" y="184057"/>
                  </a:lnTo>
                  <a:lnTo>
                    <a:pt x="1176345" y="184057"/>
                  </a:lnTo>
                  <a:lnTo>
                    <a:pt x="1170899" y="184057"/>
                  </a:lnTo>
                  <a:lnTo>
                    <a:pt x="1165453" y="184057"/>
                  </a:lnTo>
                  <a:lnTo>
                    <a:pt x="1160007" y="184057"/>
                  </a:lnTo>
                  <a:lnTo>
                    <a:pt x="1154561" y="184057"/>
                  </a:lnTo>
                  <a:lnTo>
                    <a:pt x="1149115" y="184057"/>
                  </a:lnTo>
                  <a:lnTo>
                    <a:pt x="1143669" y="184057"/>
                  </a:lnTo>
                  <a:lnTo>
                    <a:pt x="1138223" y="184057"/>
                  </a:lnTo>
                  <a:lnTo>
                    <a:pt x="1132777" y="184057"/>
                  </a:lnTo>
                  <a:lnTo>
                    <a:pt x="1127331" y="184057"/>
                  </a:lnTo>
                  <a:lnTo>
                    <a:pt x="1121885" y="184057"/>
                  </a:lnTo>
                  <a:lnTo>
                    <a:pt x="1116439" y="184057"/>
                  </a:lnTo>
                  <a:lnTo>
                    <a:pt x="1110993" y="184057"/>
                  </a:lnTo>
                  <a:lnTo>
                    <a:pt x="1105547" y="184057"/>
                  </a:lnTo>
                  <a:lnTo>
                    <a:pt x="1100101" y="184057"/>
                  </a:lnTo>
                  <a:lnTo>
                    <a:pt x="1094655" y="184057"/>
                  </a:lnTo>
                  <a:lnTo>
                    <a:pt x="1089209" y="184057"/>
                  </a:lnTo>
                  <a:lnTo>
                    <a:pt x="1083762" y="184057"/>
                  </a:lnTo>
                  <a:lnTo>
                    <a:pt x="1078316" y="184057"/>
                  </a:lnTo>
                  <a:lnTo>
                    <a:pt x="1072870" y="184057"/>
                  </a:lnTo>
                  <a:lnTo>
                    <a:pt x="1067424" y="184057"/>
                  </a:lnTo>
                  <a:lnTo>
                    <a:pt x="1061978" y="184057"/>
                  </a:lnTo>
                  <a:lnTo>
                    <a:pt x="1056532" y="184057"/>
                  </a:lnTo>
                  <a:lnTo>
                    <a:pt x="1051086" y="184057"/>
                  </a:lnTo>
                  <a:lnTo>
                    <a:pt x="1045640" y="184057"/>
                  </a:lnTo>
                  <a:lnTo>
                    <a:pt x="1040194" y="184057"/>
                  </a:lnTo>
                  <a:lnTo>
                    <a:pt x="1034748" y="184057"/>
                  </a:lnTo>
                  <a:lnTo>
                    <a:pt x="1029302" y="184057"/>
                  </a:lnTo>
                  <a:lnTo>
                    <a:pt x="1023856" y="184057"/>
                  </a:lnTo>
                  <a:lnTo>
                    <a:pt x="1018410" y="184057"/>
                  </a:lnTo>
                  <a:lnTo>
                    <a:pt x="1012964" y="184057"/>
                  </a:lnTo>
                  <a:lnTo>
                    <a:pt x="1007518" y="184057"/>
                  </a:lnTo>
                  <a:lnTo>
                    <a:pt x="1002072" y="184057"/>
                  </a:lnTo>
                  <a:lnTo>
                    <a:pt x="996626" y="184057"/>
                  </a:lnTo>
                  <a:lnTo>
                    <a:pt x="991180" y="184057"/>
                  </a:lnTo>
                  <a:lnTo>
                    <a:pt x="985734" y="184057"/>
                  </a:lnTo>
                  <a:lnTo>
                    <a:pt x="980288" y="184057"/>
                  </a:lnTo>
                  <a:lnTo>
                    <a:pt x="974842" y="184057"/>
                  </a:lnTo>
                  <a:lnTo>
                    <a:pt x="969396" y="184057"/>
                  </a:lnTo>
                  <a:lnTo>
                    <a:pt x="963949" y="184057"/>
                  </a:lnTo>
                  <a:lnTo>
                    <a:pt x="958503" y="184057"/>
                  </a:lnTo>
                  <a:lnTo>
                    <a:pt x="953057" y="184057"/>
                  </a:lnTo>
                  <a:lnTo>
                    <a:pt x="947611" y="184057"/>
                  </a:lnTo>
                  <a:lnTo>
                    <a:pt x="942165" y="184057"/>
                  </a:lnTo>
                  <a:lnTo>
                    <a:pt x="936719" y="184057"/>
                  </a:lnTo>
                  <a:lnTo>
                    <a:pt x="931273" y="184057"/>
                  </a:lnTo>
                  <a:lnTo>
                    <a:pt x="925827" y="184057"/>
                  </a:lnTo>
                  <a:lnTo>
                    <a:pt x="920381" y="184057"/>
                  </a:lnTo>
                  <a:lnTo>
                    <a:pt x="914935" y="184057"/>
                  </a:lnTo>
                  <a:lnTo>
                    <a:pt x="909489" y="184057"/>
                  </a:lnTo>
                  <a:lnTo>
                    <a:pt x="904043" y="184057"/>
                  </a:lnTo>
                  <a:lnTo>
                    <a:pt x="898597" y="184057"/>
                  </a:lnTo>
                  <a:lnTo>
                    <a:pt x="893151" y="184057"/>
                  </a:lnTo>
                  <a:lnTo>
                    <a:pt x="887705" y="184057"/>
                  </a:lnTo>
                  <a:lnTo>
                    <a:pt x="882259" y="184057"/>
                  </a:lnTo>
                  <a:lnTo>
                    <a:pt x="876813" y="184057"/>
                  </a:lnTo>
                  <a:lnTo>
                    <a:pt x="871367" y="184057"/>
                  </a:lnTo>
                  <a:lnTo>
                    <a:pt x="865921" y="184057"/>
                  </a:lnTo>
                  <a:lnTo>
                    <a:pt x="860475" y="184057"/>
                  </a:lnTo>
                  <a:lnTo>
                    <a:pt x="855029" y="184057"/>
                  </a:lnTo>
                  <a:lnTo>
                    <a:pt x="849583" y="184057"/>
                  </a:lnTo>
                  <a:lnTo>
                    <a:pt x="844136" y="184057"/>
                  </a:lnTo>
                  <a:lnTo>
                    <a:pt x="838690" y="184057"/>
                  </a:lnTo>
                  <a:lnTo>
                    <a:pt x="833244" y="184057"/>
                  </a:lnTo>
                  <a:lnTo>
                    <a:pt x="827798" y="184057"/>
                  </a:lnTo>
                  <a:lnTo>
                    <a:pt x="822352" y="184057"/>
                  </a:lnTo>
                  <a:lnTo>
                    <a:pt x="816906" y="184057"/>
                  </a:lnTo>
                  <a:lnTo>
                    <a:pt x="811460" y="184057"/>
                  </a:lnTo>
                  <a:lnTo>
                    <a:pt x="806014" y="184057"/>
                  </a:lnTo>
                  <a:lnTo>
                    <a:pt x="800568" y="184057"/>
                  </a:lnTo>
                  <a:lnTo>
                    <a:pt x="795122" y="184057"/>
                  </a:lnTo>
                  <a:lnTo>
                    <a:pt x="789676" y="184057"/>
                  </a:lnTo>
                  <a:lnTo>
                    <a:pt x="784230" y="184057"/>
                  </a:lnTo>
                  <a:lnTo>
                    <a:pt x="778784" y="184057"/>
                  </a:lnTo>
                  <a:lnTo>
                    <a:pt x="773338" y="184057"/>
                  </a:lnTo>
                  <a:lnTo>
                    <a:pt x="767892" y="184057"/>
                  </a:lnTo>
                  <a:lnTo>
                    <a:pt x="762446" y="184057"/>
                  </a:lnTo>
                  <a:lnTo>
                    <a:pt x="757000" y="184057"/>
                  </a:lnTo>
                  <a:lnTo>
                    <a:pt x="751554" y="184057"/>
                  </a:lnTo>
                  <a:lnTo>
                    <a:pt x="746108" y="184057"/>
                  </a:lnTo>
                  <a:lnTo>
                    <a:pt x="740662" y="184057"/>
                  </a:lnTo>
                  <a:lnTo>
                    <a:pt x="735216" y="184057"/>
                  </a:lnTo>
                  <a:lnTo>
                    <a:pt x="729770" y="184057"/>
                  </a:lnTo>
                  <a:lnTo>
                    <a:pt x="724323" y="184057"/>
                  </a:lnTo>
                  <a:lnTo>
                    <a:pt x="718877" y="184057"/>
                  </a:lnTo>
                  <a:lnTo>
                    <a:pt x="713431" y="184057"/>
                  </a:lnTo>
                  <a:lnTo>
                    <a:pt x="707985" y="184057"/>
                  </a:lnTo>
                  <a:lnTo>
                    <a:pt x="702539" y="184057"/>
                  </a:lnTo>
                  <a:lnTo>
                    <a:pt x="697093" y="184057"/>
                  </a:lnTo>
                  <a:lnTo>
                    <a:pt x="691647" y="184057"/>
                  </a:lnTo>
                  <a:lnTo>
                    <a:pt x="686201" y="184057"/>
                  </a:lnTo>
                  <a:lnTo>
                    <a:pt x="680755" y="184057"/>
                  </a:lnTo>
                  <a:lnTo>
                    <a:pt x="675309" y="184057"/>
                  </a:lnTo>
                  <a:lnTo>
                    <a:pt x="669863" y="184057"/>
                  </a:lnTo>
                  <a:lnTo>
                    <a:pt x="664417" y="184057"/>
                  </a:lnTo>
                  <a:lnTo>
                    <a:pt x="658971" y="184057"/>
                  </a:lnTo>
                  <a:lnTo>
                    <a:pt x="653525" y="184057"/>
                  </a:lnTo>
                  <a:lnTo>
                    <a:pt x="648079" y="184057"/>
                  </a:lnTo>
                  <a:lnTo>
                    <a:pt x="642633" y="184057"/>
                  </a:lnTo>
                  <a:lnTo>
                    <a:pt x="637187" y="184057"/>
                  </a:lnTo>
                  <a:lnTo>
                    <a:pt x="631741" y="184057"/>
                  </a:lnTo>
                  <a:lnTo>
                    <a:pt x="626295" y="184057"/>
                  </a:lnTo>
                  <a:lnTo>
                    <a:pt x="620849" y="184057"/>
                  </a:lnTo>
                  <a:lnTo>
                    <a:pt x="615403" y="184057"/>
                  </a:lnTo>
                  <a:lnTo>
                    <a:pt x="609957" y="184057"/>
                  </a:lnTo>
                  <a:lnTo>
                    <a:pt x="604510" y="184057"/>
                  </a:lnTo>
                  <a:lnTo>
                    <a:pt x="599064" y="184057"/>
                  </a:lnTo>
                  <a:lnTo>
                    <a:pt x="593618" y="184057"/>
                  </a:lnTo>
                  <a:lnTo>
                    <a:pt x="588172" y="184057"/>
                  </a:lnTo>
                  <a:lnTo>
                    <a:pt x="582726" y="184057"/>
                  </a:lnTo>
                  <a:lnTo>
                    <a:pt x="577280" y="184057"/>
                  </a:lnTo>
                  <a:lnTo>
                    <a:pt x="571834" y="184057"/>
                  </a:lnTo>
                  <a:lnTo>
                    <a:pt x="566388" y="184057"/>
                  </a:lnTo>
                  <a:lnTo>
                    <a:pt x="560942" y="184057"/>
                  </a:lnTo>
                  <a:lnTo>
                    <a:pt x="555496" y="184057"/>
                  </a:lnTo>
                  <a:lnTo>
                    <a:pt x="550050" y="184057"/>
                  </a:lnTo>
                  <a:lnTo>
                    <a:pt x="544604" y="184057"/>
                  </a:lnTo>
                  <a:lnTo>
                    <a:pt x="539158" y="184057"/>
                  </a:lnTo>
                  <a:lnTo>
                    <a:pt x="533712" y="184057"/>
                  </a:lnTo>
                  <a:lnTo>
                    <a:pt x="528266" y="184057"/>
                  </a:lnTo>
                  <a:lnTo>
                    <a:pt x="522820" y="184057"/>
                  </a:lnTo>
                  <a:lnTo>
                    <a:pt x="517374" y="184057"/>
                  </a:lnTo>
                  <a:lnTo>
                    <a:pt x="511928" y="184057"/>
                  </a:lnTo>
                  <a:lnTo>
                    <a:pt x="506482" y="184057"/>
                  </a:lnTo>
                  <a:lnTo>
                    <a:pt x="501036" y="184057"/>
                  </a:lnTo>
                  <a:lnTo>
                    <a:pt x="495590" y="184057"/>
                  </a:lnTo>
                  <a:lnTo>
                    <a:pt x="490144" y="184057"/>
                  </a:lnTo>
                  <a:lnTo>
                    <a:pt x="484698" y="184057"/>
                  </a:lnTo>
                  <a:lnTo>
                    <a:pt x="479251" y="184057"/>
                  </a:lnTo>
                  <a:lnTo>
                    <a:pt x="473805" y="184057"/>
                  </a:lnTo>
                  <a:lnTo>
                    <a:pt x="468359" y="184057"/>
                  </a:lnTo>
                  <a:lnTo>
                    <a:pt x="462913" y="184057"/>
                  </a:lnTo>
                  <a:lnTo>
                    <a:pt x="457467" y="184057"/>
                  </a:lnTo>
                  <a:lnTo>
                    <a:pt x="452021" y="184057"/>
                  </a:lnTo>
                  <a:lnTo>
                    <a:pt x="446575" y="184057"/>
                  </a:lnTo>
                  <a:lnTo>
                    <a:pt x="441129" y="184057"/>
                  </a:lnTo>
                  <a:lnTo>
                    <a:pt x="435683" y="184057"/>
                  </a:lnTo>
                  <a:lnTo>
                    <a:pt x="430237" y="184057"/>
                  </a:lnTo>
                  <a:lnTo>
                    <a:pt x="424791" y="184057"/>
                  </a:lnTo>
                  <a:lnTo>
                    <a:pt x="419345" y="184057"/>
                  </a:lnTo>
                  <a:lnTo>
                    <a:pt x="413899" y="184057"/>
                  </a:lnTo>
                  <a:lnTo>
                    <a:pt x="408453" y="184057"/>
                  </a:lnTo>
                  <a:lnTo>
                    <a:pt x="403007" y="184057"/>
                  </a:lnTo>
                  <a:lnTo>
                    <a:pt x="397561" y="184057"/>
                  </a:lnTo>
                  <a:lnTo>
                    <a:pt x="392115" y="184057"/>
                  </a:lnTo>
                  <a:lnTo>
                    <a:pt x="386669" y="184057"/>
                  </a:lnTo>
                  <a:lnTo>
                    <a:pt x="381223" y="184057"/>
                  </a:lnTo>
                  <a:lnTo>
                    <a:pt x="375777" y="184057"/>
                  </a:lnTo>
                  <a:lnTo>
                    <a:pt x="370331" y="184057"/>
                  </a:lnTo>
                  <a:lnTo>
                    <a:pt x="364885" y="184057"/>
                  </a:lnTo>
                  <a:lnTo>
                    <a:pt x="359438" y="184057"/>
                  </a:lnTo>
                  <a:lnTo>
                    <a:pt x="353992" y="184057"/>
                  </a:lnTo>
                  <a:lnTo>
                    <a:pt x="348546" y="184057"/>
                  </a:lnTo>
                  <a:lnTo>
                    <a:pt x="343100" y="184057"/>
                  </a:lnTo>
                  <a:lnTo>
                    <a:pt x="337654" y="184057"/>
                  </a:lnTo>
                  <a:lnTo>
                    <a:pt x="332208" y="184057"/>
                  </a:lnTo>
                  <a:lnTo>
                    <a:pt x="326762" y="184057"/>
                  </a:lnTo>
                  <a:lnTo>
                    <a:pt x="321316" y="184057"/>
                  </a:lnTo>
                  <a:lnTo>
                    <a:pt x="315870" y="184057"/>
                  </a:lnTo>
                  <a:lnTo>
                    <a:pt x="310424" y="184057"/>
                  </a:lnTo>
                  <a:lnTo>
                    <a:pt x="304978" y="184057"/>
                  </a:lnTo>
                  <a:lnTo>
                    <a:pt x="299532" y="184057"/>
                  </a:lnTo>
                  <a:lnTo>
                    <a:pt x="294086" y="184057"/>
                  </a:lnTo>
                  <a:lnTo>
                    <a:pt x="288640" y="184057"/>
                  </a:lnTo>
                  <a:lnTo>
                    <a:pt x="283194" y="184057"/>
                  </a:lnTo>
                  <a:lnTo>
                    <a:pt x="277748" y="184057"/>
                  </a:lnTo>
                  <a:lnTo>
                    <a:pt x="272302" y="184057"/>
                  </a:lnTo>
                  <a:lnTo>
                    <a:pt x="266856" y="184057"/>
                  </a:lnTo>
                  <a:lnTo>
                    <a:pt x="261410" y="184057"/>
                  </a:lnTo>
                  <a:lnTo>
                    <a:pt x="255964" y="184057"/>
                  </a:lnTo>
                  <a:lnTo>
                    <a:pt x="250518" y="184057"/>
                  </a:lnTo>
                  <a:lnTo>
                    <a:pt x="245072" y="184057"/>
                  </a:lnTo>
                  <a:lnTo>
                    <a:pt x="239625" y="184057"/>
                  </a:lnTo>
                  <a:lnTo>
                    <a:pt x="234179" y="184057"/>
                  </a:lnTo>
                  <a:lnTo>
                    <a:pt x="228733" y="184057"/>
                  </a:lnTo>
                  <a:lnTo>
                    <a:pt x="223287" y="184057"/>
                  </a:lnTo>
                  <a:lnTo>
                    <a:pt x="217841" y="184057"/>
                  </a:lnTo>
                  <a:lnTo>
                    <a:pt x="212395" y="184057"/>
                  </a:lnTo>
                  <a:lnTo>
                    <a:pt x="206949" y="184057"/>
                  </a:lnTo>
                  <a:lnTo>
                    <a:pt x="201503" y="184057"/>
                  </a:lnTo>
                  <a:lnTo>
                    <a:pt x="196057" y="184057"/>
                  </a:lnTo>
                  <a:lnTo>
                    <a:pt x="190611" y="184057"/>
                  </a:lnTo>
                  <a:lnTo>
                    <a:pt x="185165" y="184057"/>
                  </a:lnTo>
                  <a:lnTo>
                    <a:pt x="179719" y="184057"/>
                  </a:lnTo>
                  <a:lnTo>
                    <a:pt x="174273" y="184057"/>
                  </a:lnTo>
                  <a:lnTo>
                    <a:pt x="168827" y="184057"/>
                  </a:lnTo>
                  <a:lnTo>
                    <a:pt x="163381" y="184057"/>
                  </a:lnTo>
                  <a:lnTo>
                    <a:pt x="157935" y="184057"/>
                  </a:lnTo>
                  <a:lnTo>
                    <a:pt x="152489" y="184057"/>
                  </a:lnTo>
                  <a:lnTo>
                    <a:pt x="147043" y="184057"/>
                  </a:lnTo>
                  <a:lnTo>
                    <a:pt x="141597" y="184057"/>
                  </a:lnTo>
                  <a:lnTo>
                    <a:pt x="136151" y="184057"/>
                  </a:lnTo>
                  <a:lnTo>
                    <a:pt x="130705" y="184057"/>
                  </a:lnTo>
                  <a:lnTo>
                    <a:pt x="125259" y="184057"/>
                  </a:lnTo>
                  <a:lnTo>
                    <a:pt x="119812" y="184057"/>
                  </a:lnTo>
                  <a:lnTo>
                    <a:pt x="114366" y="184057"/>
                  </a:lnTo>
                  <a:lnTo>
                    <a:pt x="108920" y="184057"/>
                  </a:lnTo>
                  <a:lnTo>
                    <a:pt x="103474" y="184057"/>
                  </a:lnTo>
                  <a:lnTo>
                    <a:pt x="98028" y="184057"/>
                  </a:lnTo>
                  <a:lnTo>
                    <a:pt x="92582" y="184057"/>
                  </a:lnTo>
                  <a:lnTo>
                    <a:pt x="87136" y="184057"/>
                  </a:lnTo>
                  <a:lnTo>
                    <a:pt x="81690" y="184057"/>
                  </a:lnTo>
                  <a:lnTo>
                    <a:pt x="76244" y="184057"/>
                  </a:lnTo>
                  <a:lnTo>
                    <a:pt x="70798" y="184057"/>
                  </a:lnTo>
                  <a:lnTo>
                    <a:pt x="65352" y="184057"/>
                  </a:lnTo>
                  <a:lnTo>
                    <a:pt x="59906" y="184057"/>
                  </a:lnTo>
                  <a:lnTo>
                    <a:pt x="54460" y="184057"/>
                  </a:lnTo>
                  <a:lnTo>
                    <a:pt x="49014" y="184057"/>
                  </a:lnTo>
                  <a:lnTo>
                    <a:pt x="43568" y="184057"/>
                  </a:lnTo>
                  <a:lnTo>
                    <a:pt x="38122" y="184057"/>
                  </a:lnTo>
                  <a:lnTo>
                    <a:pt x="32676" y="184057"/>
                  </a:lnTo>
                  <a:lnTo>
                    <a:pt x="27230" y="184057"/>
                  </a:lnTo>
                  <a:lnTo>
                    <a:pt x="21784" y="184057"/>
                  </a:lnTo>
                  <a:lnTo>
                    <a:pt x="16338" y="184057"/>
                  </a:lnTo>
                  <a:lnTo>
                    <a:pt x="10892" y="184057"/>
                  </a:lnTo>
                  <a:lnTo>
                    <a:pt x="5446" y="18405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957616" y="1172727"/>
              <a:ext cx="2782929" cy="184057"/>
            </a:xfrm>
            <a:custGeom>
              <a:avLst/>
              <a:pathLst>
                <a:path w="2782929" h="184057">
                  <a:moveTo>
                    <a:pt x="0" y="184057"/>
                  </a:moveTo>
                  <a:lnTo>
                    <a:pt x="5446" y="184057"/>
                  </a:lnTo>
                  <a:lnTo>
                    <a:pt x="10892" y="184057"/>
                  </a:lnTo>
                  <a:lnTo>
                    <a:pt x="16338" y="184057"/>
                  </a:lnTo>
                  <a:lnTo>
                    <a:pt x="21784" y="184057"/>
                  </a:lnTo>
                  <a:lnTo>
                    <a:pt x="27230" y="184057"/>
                  </a:lnTo>
                  <a:lnTo>
                    <a:pt x="32676" y="184057"/>
                  </a:lnTo>
                  <a:lnTo>
                    <a:pt x="38122" y="184057"/>
                  </a:lnTo>
                  <a:lnTo>
                    <a:pt x="43568" y="184057"/>
                  </a:lnTo>
                  <a:lnTo>
                    <a:pt x="49014" y="184057"/>
                  </a:lnTo>
                  <a:lnTo>
                    <a:pt x="54460" y="184057"/>
                  </a:lnTo>
                  <a:lnTo>
                    <a:pt x="59906" y="184057"/>
                  </a:lnTo>
                  <a:lnTo>
                    <a:pt x="65352" y="184057"/>
                  </a:lnTo>
                  <a:lnTo>
                    <a:pt x="70798" y="184057"/>
                  </a:lnTo>
                  <a:lnTo>
                    <a:pt x="76244" y="184057"/>
                  </a:lnTo>
                  <a:lnTo>
                    <a:pt x="81690" y="184057"/>
                  </a:lnTo>
                  <a:lnTo>
                    <a:pt x="87136" y="184057"/>
                  </a:lnTo>
                  <a:lnTo>
                    <a:pt x="92582" y="184057"/>
                  </a:lnTo>
                  <a:lnTo>
                    <a:pt x="98028" y="184057"/>
                  </a:lnTo>
                  <a:lnTo>
                    <a:pt x="103474" y="184057"/>
                  </a:lnTo>
                  <a:lnTo>
                    <a:pt x="108920" y="184057"/>
                  </a:lnTo>
                  <a:lnTo>
                    <a:pt x="114366" y="184057"/>
                  </a:lnTo>
                  <a:lnTo>
                    <a:pt x="119812" y="184057"/>
                  </a:lnTo>
                  <a:lnTo>
                    <a:pt x="125259" y="184057"/>
                  </a:lnTo>
                  <a:lnTo>
                    <a:pt x="130705" y="184057"/>
                  </a:lnTo>
                  <a:lnTo>
                    <a:pt x="136151" y="184057"/>
                  </a:lnTo>
                  <a:lnTo>
                    <a:pt x="141597" y="184057"/>
                  </a:lnTo>
                  <a:lnTo>
                    <a:pt x="147043" y="184057"/>
                  </a:lnTo>
                  <a:lnTo>
                    <a:pt x="152489" y="184057"/>
                  </a:lnTo>
                  <a:lnTo>
                    <a:pt x="157935" y="184057"/>
                  </a:lnTo>
                  <a:lnTo>
                    <a:pt x="163381" y="184057"/>
                  </a:lnTo>
                  <a:lnTo>
                    <a:pt x="168827" y="184057"/>
                  </a:lnTo>
                  <a:lnTo>
                    <a:pt x="174273" y="184057"/>
                  </a:lnTo>
                  <a:lnTo>
                    <a:pt x="179719" y="184057"/>
                  </a:lnTo>
                  <a:lnTo>
                    <a:pt x="185165" y="184057"/>
                  </a:lnTo>
                  <a:lnTo>
                    <a:pt x="190611" y="184057"/>
                  </a:lnTo>
                  <a:lnTo>
                    <a:pt x="196057" y="184057"/>
                  </a:lnTo>
                  <a:lnTo>
                    <a:pt x="201503" y="184057"/>
                  </a:lnTo>
                  <a:lnTo>
                    <a:pt x="206949" y="184057"/>
                  </a:lnTo>
                  <a:lnTo>
                    <a:pt x="212395" y="184057"/>
                  </a:lnTo>
                  <a:lnTo>
                    <a:pt x="217841" y="184057"/>
                  </a:lnTo>
                  <a:lnTo>
                    <a:pt x="223287" y="184057"/>
                  </a:lnTo>
                  <a:lnTo>
                    <a:pt x="228733" y="184057"/>
                  </a:lnTo>
                  <a:lnTo>
                    <a:pt x="234179" y="184057"/>
                  </a:lnTo>
                  <a:lnTo>
                    <a:pt x="239625" y="184057"/>
                  </a:lnTo>
                  <a:lnTo>
                    <a:pt x="245072" y="184057"/>
                  </a:lnTo>
                  <a:lnTo>
                    <a:pt x="250518" y="184057"/>
                  </a:lnTo>
                  <a:lnTo>
                    <a:pt x="255964" y="184057"/>
                  </a:lnTo>
                  <a:lnTo>
                    <a:pt x="261410" y="184057"/>
                  </a:lnTo>
                  <a:lnTo>
                    <a:pt x="266856" y="184057"/>
                  </a:lnTo>
                  <a:lnTo>
                    <a:pt x="272302" y="184057"/>
                  </a:lnTo>
                  <a:lnTo>
                    <a:pt x="277748" y="184057"/>
                  </a:lnTo>
                  <a:lnTo>
                    <a:pt x="283194" y="184057"/>
                  </a:lnTo>
                  <a:lnTo>
                    <a:pt x="288640" y="184056"/>
                  </a:lnTo>
                  <a:lnTo>
                    <a:pt x="294086" y="184056"/>
                  </a:lnTo>
                  <a:lnTo>
                    <a:pt x="299532" y="184055"/>
                  </a:lnTo>
                  <a:lnTo>
                    <a:pt x="304978" y="184054"/>
                  </a:lnTo>
                  <a:lnTo>
                    <a:pt x="310424" y="184053"/>
                  </a:lnTo>
                  <a:lnTo>
                    <a:pt x="315870" y="184050"/>
                  </a:lnTo>
                  <a:lnTo>
                    <a:pt x="321316" y="184047"/>
                  </a:lnTo>
                  <a:lnTo>
                    <a:pt x="326762" y="184042"/>
                  </a:lnTo>
                  <a:lnTo>
                    <a:pt x="332208" y="184035"/>
                  </a:lnTo>
                  <a:lnTo>
                    <a:pt x="337654" y="184025"/>
                  </a:lnTo>
                  <a:lnTo>
                    <a:pt x="343100" y="184012"/>
                  </a:lnTo>
                  <a:lnTo>
                    <a:pt x="348546" y="183994"/>
                  </a:lnTo>
                  <a:lnTo>
                    <a:pt x="353992" y="183972"/>
                  </a:lnTo>
                  <a:lnTo>
                    <a:pt x="359438" y="183943"/>
                  </a:lnTo>
                  <a:lnTo>
                    <a:pt x="364885" y="183908"/>
                  </a:lnTo>
                  <a:lnTo>
                    <a:pt x="370331" y="183866"/>
                  </a:lnTo>
                  <a:lnTo>
                    <a:pt x="375777" y="183817"/>
                  </a:lnTo>
                  <a:lnTo>
                    <a:pt x="381223" y="183759"/>
                  </a:lnTo>
                  <a:lnTo>
                    <a:pt x="386669" y="183694"/>
                  </a:lnTo>
                  <a:lnTo>
                    <a:pt x="392115" y="183623"/>
                  </a:lnTo>
                  <a:lnTo>
                    <a:pt x="397561" y="183548"/>
                  </a:lnTo>
                  <a:lnTo>
                    <a:pt x="403007" y="183471"/>
                  </a:lnTo>
                  <a:lnTo>
                    <a:pt x="408453" y="183394"/>
                  </a:lnTo>
                  <a:lnTo>
                    <a:pt x="413899" y="183320"/>
                  </a:lnTo>
                  <a:lnTo>
                    <a:pt x="419345" y="183251"/>
                  </a:lnTo>
                  <a:lnTo>
                    <a:pt x="424791" y="183191"/>
                  </a:lnTo>
                  <a:lnTo>
                    <a:pt x="430237" y="183140"/>
                  </a:lnTo>
                  <a:lnTo>
                    <a:pt x="435683" y="183102"/>
                  </a:lnTo>
                  <a:lnTo>
                    <a:pt x="441129" y="183076"/>
                  </a:lnTo>
                  <a:lnTo>
                    <a:pt x="446575" y="183062"/>
                  </a:lnTo>
                  <a:lnTo>
                    <a:pt x="452021" y="183058"/>
                  </a:lnTo>
                  <a:lnTo>
                    <a:pt x="457467" y="183061"/>
                  </a:lnTo>
                  <a:lnTo>
                    <a:pt x="462913" y="183070"/>
                  </a:lnTo>
                  <a:lnTo>
                    <a:pt x="468359" y="183081"/>
                  </a:lnTo>
                  <a:lnTo>
                    <a:pt x="473805" y="183090"/>
                  </a:lnTo>
                  <a:lnTo>
                    <a:pt x="479251" y="183095"/>
                  </a:lnTo>
                  <a:lnTo>
                    <a:pt x="484698" y="183090"/>
                  </a:lnTo>
                  <a:lnTo>
                    <a:pt x="490144" y="183073"/>
                  </a:lnTo>
                  <a:lnTo>
                    <a:pt x="495590" y="183042"/>
                  </a:lnTo>
                  <a:lnTo>
                    <a:pt x="501036" y="182995"/>
                  </a:lnTo>
                  <a:lnTo>
                    <a:pt x="506482" y="182930"/>
                  </a:lnTo>
                  <a:lnTo>
                    <a:pt x="511928" y="182849"/>
                  </a:lnTo>
                  <a:lnTo>
                    <a:pt x="517374" y="182749"/>
                  </a:lnTo>
                  <a:lnTo>
                    <a:pt x="522820" y="182631"/>
                  </a:lnTo>
                  <a:lnTo>
                    <a:pt x="528266" y="182496"/>
                  </a:lnTo>
                  <a:lnTo>
                    <a:pt x="533712" y="182343"/>
                  </a:lnTo>
                  <a:lnTo>
                    <a:pt x="539158" y="182173"/>
                  </a:lnTo>
                  <a:lnTo>
                    <a:pt x="544604" y="181985"/>
                  </a:lnTo>
                  <a:lnTo>
                    <a:pt x="550050" y="181782"/>
                  </a:lnTo>
                  <a:lnTo>
                    <a:pt x="555496" y="181563"/>
                  </a:lnTo>
                  <a:lnTo>
                    <a:pt x="560942" y="181330"/>
                  </a:lnTo>
                  <a:lnTo>
                    <a:pt x="566388" y="181082"/>
                  </a:lnTo>
                  <a:lnTo>
                    <a:pt x="571834" y="180822"/>
                  </a:lnTo>
                  <a:lnTo>
                    <a:pt x="577280" y="180551"/>
                  </a:lnTo>
                  <a:lnTo>
                    <a:pt x="582726" y="180271"/>
                  </a:lnTo>
                  <a:lnTo>
                    <a:pt x="588172" y="179984"/>
                  </a:lnTo>
                  <a:lnTo>
                    <a:pt x="593618" y="179696"/>
                  </a:lnTo>
                  <a:lnTo>
                    <a:pt x="599064" y="179411"/>
                  </a:lnTo>
                  <a:lnTo>
                    <a:pt x="604510" y="179137"/>
                  </a:lnTo>
                  <a:lnTo>
                    <a:pt x="609957" y="178879"/>
                  </a:lnTo>
                  <a:lnTo>
                    <a:pt x="615403" y="178644"/>
                  </a:lnTo>
                  <a:lnTo>
                    <a:pt x="620849" y="178437"/>
                  </a:lnTo>
                  <a:lnTo>
                    <a:pt x="626295" y="178265"/>
                  </a:lnTo>
                  <a:lnTo>
                    <a:pt x="631741" y="178130"/>
                  </a:lnTo>
                  <a:lnTo>
                    <a:pt x="637187" y="178036"/>
                  </a:lnTo>
                  <a:lnTo>
                    <a:pt x="642633" y="177983"/>
                  </a:lnTo>
                  <a:lnTo>
                    <a:pt x="648079" y="177971"/>
                  </a:lnTo>
                  <a:lnTo>
                    <a:pt x="653525" y="177991"/>
                  </a:lnTo>
                  <a:lnTo>
                    <a:pt x="658971" y="178035"/>
                  </a:lnTo>
                  <a:lnTo>
                    <a:pt x="664417" y="178093"/>
                  </a:lnTo>
                  <a:lnTo>
                    <a:pt x="669863" y="178153"/>
                  </a:lnTo>
                  <a:lnTo>
                    <a:pt x="675309" y="178204"/>
                  </a:lnTo>
                  <a:lnTo>
                    <a:pt x="680755" y="178234"/>
                  </a:lnTo>
                  <a:lnTo>
                    <a:pt x="686201" y="178234"/>
                  </a:lnTo>
                  <a:lnTo>
                    <a:pt x="691647" y="178193"/>
                  </a:lnTo>
                  <a:lnTo>
                    <a:pt x="697093" y="178104"/>
                  </a:lnTo>
                  <a:lnTo>
                    <a:pt x="702539" y="177958"/>
                  </a:lnTo>
                  <a:lnTo>
                    <a:pt x="707985" y="177759"/>
                  </a:lnTo>
                  <a:lnTo>
                    <a:pt x="713431" y="177511"/>
                  </a:lnTo>
                  <a:lnTo>
                    <a:pt x="718877" y="177220"/>
                  </a:lnTo>
                  <a:lnTo>
                    <a:pt x="724323" y="176893"/>
                  </a:lnTo>
                  <a:lnTo>
                    <a:pt x="729770" y="176539"/>
                  </a:lnTo>
                  <a:lnTo>
                    <a:pt x="735216" y="176166"/>
                  </a:lnTo>
                  <a:lnTo>
                    <a:pt x="740662" y="175786"/>
                  </a:lnTo>
                  <a:lnTo>
                    <a:pt x="746108" y="175405"/>
                  </a:lnTo>
                  <a:lnTo>
                    <a:pt x="751554" y="175032"/>
                  </a:lnTo>
                  <a:lnTo>
                    <a:pt x="757000" y="174675"/>
                  </a:lnTo>
                  <a:lnTo>
                    <a:pt x="762446" y="174334"/>
                  </a:lnTo>
                  <a:lnTo>
                    <a:pt x="767892" y="174011"/>
                  </a:lnTo>
                  <a:lnTo>
                    <a:pt x="773338" y="173705"/>
                  </a:lnTo>
                  <a:lnTo>
                    <a:pt x="778784" y="173415"/>
                  </a:lnTo>
                  <a:lnTo>
                    <a:pt x="784230" y="173138"/>
                  </a:lnTo>
                  <a:lnTo>
                    <a:pt x="789676" y="172871"/>
                  </a:lnTo>
                  <a:lnTo>
                    <a:pt x="795122" y="172614"/>
                  </a:lnTo>
                  <a:lnTo>
                    <a:pt x="800568" y="172365"/>
                  </a:lnTo>
                  <a:lnTo>
                    <a:pt x="806014" y="172127"/>
                  </a:lnTo>
                  <a:lnTo>
                    <a:pt x="811460" y="171903"/>
                  </a:lnTo>
                  <a:lnTo>
                    <a:pt x="816906" y="171697"/>
                  </a:lnTo>
                  <a:lnTo>
                    <a:pt x="822352" y="171516"/>
                  </a:lnTo>
                  <a:lnTo>
                    <a:pt x="827798" y="171367"/>
                  </a:lnTo>
                  <a:lnTo>
                    <a:pt x="833244" y="171256"/>
                  </a:lnTo>
                  <a:lnTo>
                    <a:pt x="838690" y="171191"/>
                  </a:lnTo>
                  <a:lnTo>
                    <a:pt x="844136" y="171177"/>
                  </a:lnTo>
                  <a:lnTo>
                    <a:pt x="849583" y="171218"/>
                  </a:lnTo>
                  <a:lnTo>
                    <a:pt x="855029" y="171313"/>
                  </a:lnTo>
                  <a:lnTo>
                    <a:pt x="860475" y="171464"/>
                  </a:lnTo>
                  <a:lnTo>
                    <a:pt x="865921" y="171663"/>
                  </a:lnTo>
                  <a:lnTo>
                    <a:pt x="871367" y="171898"/>
                  </a:lnTo>
                  <a:lnTo>
                    <a:pt x="876813" y="172157"/>
                  </a:lnTo>
                  <a:lnTo>
                    <a:pt x="882259" y="172427"/>
                  </a:lnTo>
                  <a:lnTo>
                    <a:pt x="887705" y="172696"/>
                  </a:lnTo>
                  <a:lnTo>
                    <a:pt x="893151" y="172950"/>
                  </a:lnTo>
                  <a:lnTo>
                    <a:pt x="898597" y="173180"/>
                  </a:lnTo>
                  <a:lnTo>
                    <a:pt x="904043" y="173376"/>
                  </a:lnTo>
                  <a:lnTo>
                    <a:pt x="909489" y="173533"/>
                  </a:lnTo>
                  <a:lnTo>
                    <a:pt x="914935" y="173647"/>
                  </a:lnTo>
                  <a:lnTo>
                    <a:pt x="920381" y="173723"/>
                  </a:lnTo>
                  <a:lnTo>
                    <a:pt x="925827" y="173768"/>
                  </a:lnTo>
                  <a:lnTo>
                    <a:pt x="931273" y="173792"/>
                  </a:lnTo>
                  <a:lnTo>
                    <a:pt x="936719" y="173805"/>
                  </a:lnTo>
                  <a:lnTo>
                    <a:pt x="942165" y="173815"/>
                  </a:lnTo>
                  <a:lnTo>
                    <a:pt x="947611" y="173834"/>
                  </a:lnTo>
                  <a:lnTo>
                    <a:pt x="953057" y="173869"/>
                  </a:lnTo>
                  <a:lnTo>
                    <a:pt x="958503" y="173926"/>
                  </a:lnTo>
                  <a:lnTo>
                    <a:pt x="963949" y="174009"/>
                  </a:lnTo>
                  <a:lnTo>
                    <a:pt x="969396" y="174122"/>
                  </a:lnTo>
                  <a:lnTo>
                    <a:pt x="974842" y="174261"/>
                  </a:lnTo>
                  <a:lnTo>
                    <a:pt x="980288" y="174423"/>
                  </a:lnTo>
                  <a:lnTo>
                    <a:pt x="985734" y="174603"/>
                  </a:lnTo>
                  <a:lnTo>
                    <a:pt x="991180" y="174800"/>
                  </a:lnTo>
                  <a:lnTo>
                    <a:pt x="996626" y="175010"/>
                  </a:lnTo>
                  <a:lnTo>
                    <a:pt x="1002072" y="175231"/>
                  </a:lnTo>
                  <a:lnTo>
                    <a:pt x="1007518" y="175461"/>
                  </a:lnTo>
                  <a:lnTo>
                    <a:pt x="1012964" y="175700"/>
                  </a:lnTo>
                  <a:lnTo>
                    <a:pt x="1018410" y="175950"/>
                  </a:lnTo>
                  <a:lnTo>
                    <a:pt x="1023856" y="176212"/>
                  </a:lnTo>
                  <a:lnTo>
                    <a:pt x="1029302" y="176485"/>
                  </a:lnTo>
                  <a:lnTo>
                    <a:pt x="1034748" y="176769"/>
                  </a:lnTo>
                  <a:lnTo>
                    <a:pt x="1040194" y="177063"/>
                  </a:lnTo>
                  <a:lnTo>
                    <a:pt x="1045640" y="177364"/>
                  </a:lnTo>
                  <a:lnTo>
                    <a:pt x="1051086" y="177669"/>
                  </a:lnTo>
                  <a:lnTo>
                    <a:pt x="1056532" y="177973"/>
                  </a:lnTo>
                  <a:lnTo>
                    <a:pt x="1061978" y="178271"/>
                  </a:lnTo>
                  <a:lnTo>
                    <a:pt x="1067424" y="178557"/>
                  </a:lnTo>
                  <a:lnTo>
                    <a:pt x="1072870" y="178825"/>
                  </a:lnTo>
                  <a:lnTo>
                    <a:pt x="1078316" y="179067"/>
                  </a:lnTo>
                  <a:lnTo>
                    <a:pt x="1083762" y="179281"/>
                  </a:lnTo>
                  <a:lnTo>
                    <a:pt x="1089209" y="179463"/>
                  </a:lnTo>
                  <a:lnTo>
                    <a:pt x="1094655" y="179611"/>
                  </a:lnTo>
                  <a:lnTo>
                    <a:pt x="1100101" y="179726"/>
                  </a:lnTo>
                  <a:lnTo>
                    <a:pt x="1105547" y="179807"/>
                  </a:lnTo>
                  <a:lnTo>
                    <a:pt x="1110993" y="179856"/>
                  </a:lnTo>
                  <a:lnTo>
                    <a:pt x="1116439" y="179877"/>
                  </a:lnTo>
                  <a:lnTo>
                    <a:pt x="1121885" y="179872"/>
                  </a:lnTo>
                  <a:lnTo>
                    <a:pt x="1127331" y="179845"/>
                  </a:lnTo>
                  <a:lnTo>
                    <a:pt x="1132777" y="179801"/>
                  </a:lnTo>
                  <a:lnTo>
                    <a:pt x="1138223" y="179744"/>
                  </a:lnTo>
                  <a:lnTo>
                    <a:pt x="1143669" y="179676"/>
                  </a:lnTo>
                  <a:lnTo>
                    <a:pt x="1149115" y="179600"/>
                  </a:lnTo>
                  <a:lnTo>
                    <a:pt x="1154561" y="179514"/>
                  </a:lnTo>
                  <a:lnTo>
                    <a:pt x="1160007" y="179417"/>
                  </a:lnTo>
                  <a:lnTo>
                    <a:pt x="1165453" y="179308"/>
                  </a:lnTo>
                  <a:lnTo>
                    <a:pt x="1170899" y="179182"/>
                  </a:lnTo>
                  <a:lnTo>
                    <a:pt x="1176345" y="179035"/>
                  </a:lnTo>
                  <a:lnTo>
                    <a:pt x="1181791" y="178861"/>
                  </a:lnTo>
                  <a:lnTo>
                    <a:pt x="1187237" y="178657"/>
                  </a:lnTo>
                  <a:lnTo>
                    <a:pt x="1192683" y="178421"/>
                  </a:lnTo>
                  <a:lnTo>
                    <a:pt x="1198129" y="178151"/>
                  </a:lnTo>
                  <a:lnTo>
                    <a:pt x="1203575" y="177849"/>
                  </a:lnTo>
                  <a:lnTo>
                    <a:pt x="1209021" y="177515"/>
                  </a:lnTo>
                  <a:lnTo>
                    <a:pt x="1214468" y="177154"/>
                  </a:lnTo>
                  <a:lnTo>
                    <a:pt x="1219914" y="176768"/>
                  </a:lnTo>
                  <a:lnTo>
                    <a:pt x="1225360" y="176364"/>
                  </a:lnTo>
                  <a:lnTo>
                    <a:pt x="1230806" y="175945"/>
                  </a:lnTo>
                  <a:lnTo>
                    <a:pt x="1236252" y="175516"/>
                  </a:lnTo>
                  <a:lnTo>
                    <a:pt x="1241698" y="175083"/>
                  </a:lnTo>
                  <a:lnTo>
                    <a:pt x="1247144" y="174647"/>
                  </a:lnTo>
                  <a:lnTo>
                    <a:pt x="1252590" y="174209"/>
                  </a:lnTo>
                  <a:lnTo>
                    <a:pt x="1258036" y="173770"/>
                  </a:lnTo>
                  <a:lnTo>
                    <a:pt x="1263482" y="173328"/>
                  </a:lnTo>
                  <a:lnTo>
                    <a:pt x="1268928" y="172881"/>
                  </a:lnTo>
                  <a:lnTo>
                    <a:pt x="1274374" y="172427"/>
                  </a:lnTo>
                  <a:lnTo>
                    <a:pt x="1279820" y="171964"/>
                  </a:lnTo>
                  <a:lnTo>
                    <a:pt x="1285266" y="171489"/>
                  </a:lnTo>
                  <a:lnTo>
                    <a:pt x="1290712" y="170999"/>
                  </a:lnTo>
                  <a:lnTo>
                    <a:pt x="1296158" y="170494"/>
                  </a:lnTo>
                  <a:lnTo>
                    <a:pt x="1301604" y="169974"/>
                  </a:lnTo>
                  <a:lnTo>
                    <a:pt x="1307050" y="169437"/>
                  </a:lnTo>
                  <a:lnTo>
                    <a:pt x="1312496" y="168886"/>
                  </a:lnTo>
                  <a:lnTo>
                    <a:pt x="1317942" y="168318"/>
                  </a:lnTo>
                  <a:lnTo>
                    <a:pt x="1323388" y="167734"/>
                  </a:lnTo>
                  <a:lnTo>
                    <a:pt x="1328834" y="167133"/>
                  </a:lnTo>
                  <a:lnTo>
                    <a:pt x="1334281" y="166512"/>
                  </a:lnTo>
                  <a:lnTo>
                    <a:pt x="1339727" y="165868"/>
                  </a:lnTo>
                  <a:lnTo>
                    <a:pt x="1345173" y="165195"/>
                  </a:lnTo>
                  <a:lnTo>
                    <a:pt x="1350619" y="164487"/>
                  </a:lnTo>
                  <a:lnTo>
                    <a:pt x="1356065" y="163738"/>
                  </a:lnTo>
                  <a:lnTo>
                    <a:pt x="1361511" y="162937"/>
                  </a:lnTo>
                  <a:lnTo>
                    <a:pt x="1366957" y="162073"/>
                  </a:lnTo>
                  <a:lnTo>
                    <a:pt x="1372403" y="161131"/>
                  </a:lnTo>
                  <a:lnTo>
                    <a:pt x="1377849" y="160095"/>
                  </a:lnTo>
                  <a:lnTo>
                    <a:pt x="1383295" y="158946"/>
                  </a:lnTo>
                  <a:lnTo>
                    <a:pt x="1388741" y="157662"/>
                  </a:lnTo>
                  <a:lnTo>
                    <a:pt x="1394187" y="156207"/>
                  </a:lnTo>
                  <a:lnTo>
                    <a:pt x="1399633" y="154545"/>
                  </a:lnTo>
                  <a:lnTo>
                    <a:pt x="1405079" y="152656"/>
                  </a:lnTo>
                  <a:lnTo>
                    <a:pt x="1410525" y="150505"/>
                  </a:lnTo>
                  <a:lnTo>
                    <a:pt x="1415971" y="148055"/>
                  </a:lnTo>
                  <a:lnTo>
                    <a:pt x="1421417" y="145269"/>
                  </a:lnTo>
                  <a:lnTo>
                    <a:pt x="1426863" y="142107"/>
                  </a:lnTo>
                  <a:lnTo>
                    <a:pt x="1432309" y="138530"/>
                  </a:lnTo>
                  <a:lnTo>
                    <a:pt x="1437755" y="134501"/>
                  </a:lnTo>
                  <a:lnTo>
                    <a:pt x="1443201" y="129985"/>
                  </a:lnTo>
                  <a:lnTo>
                    <a:pt x="1448647" y="124902"/>
                  </a:lnTo>
                  <a:lnTo>
                    <a:pt x="1454094" y="119252"/>
                  </a:lnTo>
                  <a:lnTo>
                    <a:pt x="1459540" y="113048"/>
                  </a:lnTo>
                  <a:lnTo>
                    <a:pt x="1464986" y="106292"/>
                  </a:lnTo>
                  <a:lnTo>
                    <a:pt x="1470432" y="99004"/>
                  </a:lnTo>
                  <a:lnTo>
                    <a:pt x="1475878" y="91220"/>
                  </a:lnTo>
                  <a:lnTo>
                    <a:pt x="1481324" y="82998"/>
                  </a:lnTo>
                  <a:lnTo>
                    <a:pt x="1486770" y="74415"/>
                  </a:lnTo>
                  <a:lnTo>
                    <a:pt x="1492216" y="65571"/>
                  </a:lnTo>
                  <a:lnTo>
                    <a:pt x="1497662" y="56588"/>
                  </a:lnTo>
                  <a:lnTo>
                    <a:pt x="1503108" y="47635"/>
                  </a:lnTo>
                  <a:lnTo>
                    <a:pt x="1508554" y="38909"/>
                  </a:lnTo>
                  <a:lnTo>
                    <a:pt x="1514000" y="30595"/>
                  </a:lnTo>
                  <a:lnTo>
                    <a:pt x="1519446" y="22891"/>
                  </a:lnTo>
                  <a:lnTo>
                    <a:pt x="1524892" y="15998"/>
                  </a:lnTo>
                  <a:lnTo>
                    <a:pt x="1530338" y="10112"/>
                  </a:lnTo>
                  <a:lnTo>
                    <a:pt x="1535784" y="5416"/>
                  </a:lnTo>
                  <a:lnTo>
                    <a:pt x="1541230" y="2077"/>
                  </a:lnTo>
                  <a:lnTo>
                    <a:pt x="1546676" y="232"/>
                  </a:lnTo>
                  <a:lnTo>
                    <a:pt x="1552122" y="0"/>
                  </a:lnTo>
                  <a:lnTo>
                    <a:pt x="1557568" y="1619"/>
                  </a:lnTo>
                  <a:lnTo>
                    <a:pt x="1563014" y="4891"/>
                  </a:lnTo>
                  <a:lnTo>
                    <a:pt x="1568460" y="9756"/>
                  </a:lnTo>
                  <a:lnTo>
                    <a:pt x="1573907" y="16104"/>
                  </a:lnTo>
                  <a:lnTo>
                    <a:pt x="1579353" y="23784"/>
                  </a:lnTo>
                  <a:lnTo>
                    <a:pt x="1584799" y="32607"/>
                  </a:lnTo>
                  <a:lnTo>
                    <a:pt x="1590245" y="42356"/>
                  </a:lnTo>
                  <a:lnTo>
                    <a:pt x="1595691" y="52793"/>
                  </a:lnTo>
                  <a:lnTo>
                    <a:pt x="1601137" y="63671"/>
                  </a:lnTo>
                  <a:lnTo>
                    <a:pt x="1606583" y="74742"/>
                  </a:lnTo>
                  <a:lnTo>
                    <a:pt x="1612029" y="85729"/>
                  </a:lnTo>
                  <a:lnTo>
                    <a:pt x="1617475" y="96415"/>
                  </a:lnTo>
                  <a:lnTo>
                    <a:pt x="1622921" y="106633"/>
                  </a:lnTo>
                  <a:lnTo>
                    <a:pt x="1628367" y="116248"/>
                  </a:lnTo>
                  <a:lnTo>
                    <a:pt x="1633813" y="125162"/>
                  </a:lnTo>
                  <a:lnTo>
                    <a:pt x="1639259" y="133312"/>
                  </a:lnTo>
                  <a:lnTo>
                    <a:pt x="1644705" y="140665"/>
                  </a:lnTo>
                  <a:lnTo>
                    <a:pt x="1650151" y="147219"/>
                  </a:lnTo>
                  <a:lnTo>
                    <a:pt x="1655597" y="152994"/>
                  </a:lnTo>
                  <a:lnTo>
                    <a:pt x="1661043" y="157989"/>
                  </a:lnTo>
                  <a:lnTo>
                    <a:pt x="1666489" y="162263"/>
                  </a:lnTo>
                  <a:lnTo>
                    <a:pt x="1671935" y="165929"/>
                  </a:lnTo>
                  <a:lnTo>
                    <a:pt x="1677381" y="169052"/>
                  </a:lnTo>
                  <a:lnTo>
                    <a:pt x="1682827" y="171695"/>
                  </a:lnTo>
                  <a:lnTo>
                    <a:pt x="1688273" y="173917"/>
                  </a:lnTo>
                  <a:lnTo>
                    <a:pt x="1693720" y="175774"/>
                  </a:lnTo>
                  <a:lnTo>
                    <a:pt x="1699166" y="177316"/>
                  </a:lnTo>
                  <a:lnTo>
                    <a:pt x="1704612" y="178590"/>
                  </a:lnTo>
                  <a:lnTo>
                    <a:pt x="1710058" y="179635"/>
                  </a:lnTo>
                  <a:lnTo>
                    <a:pt x="1715504" y="180473"/>
                  </a:lnTo>
                  <a:lnTo>
                    <a:pt x="1720950" y="181146"/>
                  </a:lnTo>
                  <a:lnTo>
                    <a:pt x="1726396" y="181688"/>
                  </a:lnTo>
                  <a:lnTo>
                    <a:pt x="1731842" y="182120"/>
                  </a:lnTo>
                  <a:lnTo>
                    <a:pt x="1737288" y="182458"/>
                  </a:lnTo>
                  <a:lnTo>
                    <a:pt x="1742734" y="182718"/>
                  </a:lnTo>
                  <a:lnTo>
                    <a:pt x="1748180" y="182912"/>
                  </a:lnTo>
                  <a:lnTo>
                    <a:pt x="1753626" y="183051"/>
                  </a:lnTo>
                  <a:lnTo>
                    <a:pt x="1759072" y="183142"/>
                  </a:lnTo>
                  <a:lnTo>
                    <a:pt x="1764518" y="183192"/>
                  </a:lnTo>
                  <a:lnTo>
                    <a:pt x="1769964" y="183203"/>
                  </a:lnTo>
                  <a:lnTo>
                    <a:pt x="1775410" y="183183"/>
                  </a:lnTo>
                  <a:lnTo>
                    <a:pt x="1780856" y="183136"/>
                  </a:lnTo>
                  <a:lnTo>
                    <a:pt x="1786302" y="183066"/>
                  </a:lnTo>
                  <a:lnTo>
                    <a:pt x="1791748" y="182974"/>
                  </a:lnTo>
                  <a:lnTo>
                    <a:pt x="1797194" y="182865"/>
                  </a:lnTo>
                  <a:lnTo>
                    <a:pt x="1802640" y="182740"/>
                  </a:lnTo>
                  <a:lnTo>
                    <a:pt x="1808086" y="182602"/>
                  </a:lnTo>
                  <a:lnTo>
                    <a:pt x="1813532" y="182455"/>
                  </a:lnTo>
                  <a:lnTo>
                    <a:pt x="1818979" y="182301"/>
                  </a:lnTo>
                  <a:lnTo>
                    <a:pt x="1824425" y="182143"/>
                  </a:lnTo>
                  <a:lnTo>
                    <a:pt x="1829871" y="181985"/>
                  </a:lnTo>
                  <a:lnTo>
                    <a:pt x="1835317" y="181832"/>
                  </a:lnTo>
                  <a:lnTo>
                    <a:pt x="1840763" y="181685"/>
                  </a:lnTo>
                  <a:lnTo>
                    <a:pt x="1846209" y="181547"/>
                  </a:lnTo>
                  <a:lnTo>
                    <a:pt x="1851655" y="181423"/>
                  </a:lnTo>
                  <a:lnTo>
                    <a:pt x="1857101" y="181314"/>
                  </a:lnTo>
                  <a:lnTo>
                    <a:pt x="1862547" y="181221"/>
                  </a:lnTo>
                  <a:lnTo>
                    <a:pt x="1867993" y="181146"/>
                  </a:lnTo>
                  <a:lnTo>
                    <a:pt x="1873439" y="181089"/>
                  </a:lnTo>
                  <a:lnTo>
                    <a:pt x="1878885" y="181051"/>
                  </a:lnTo>
                  <a:lnTo>
                    <a:pt x="1884331" y="181025"/>
                  </a:lnTo>
                  <a:lnTo>
                    <a:pt x="1889777" y="181008"/>
                  </a:lnTo>
                  <a:lnTo>
                    <a:pt x="1895223" y="180997"/>
                  </a:lnTo>
                  <a:lnTo>
                    <a:pt x="1900669" y="180983"/>
                  </a:lnTo>
                  <a:lnTo>
                    <a:pt x="1906115" y="180963"/>
                  </a:lnTo>
                  <a:lnTo>
                    <a:pt x="1911561" y="180928"/>
                  </a:lnTo>
                  <a:lnTo>
                    <a:pt x="1917007" y="180873"/>
                  </a:lnTo>
                  <a:lnTo>
                    <a:pt x="1922453" y="180790"/>
                  </a:lnTo>
                  <a:lnTo>
                    <a:pt x="1927899" y="180672"/>
                  </a:lnTo>
                  <a:lnTo>
                    <a:pt x="1933345" y="180510"/>
                  </a:lnTo>
                  <a:lnTo>
                    <a:pt x="1938792" y="180301"/>
                  </a:lnTo>
                  <a:lnTo>
                    <a:pt x="1944238" y="180042"/>
                  </a:lnTo>
                  <a:lnTo>
                    <a:pt x="1949684" y="179728"/>
                  </a:lnTo>
                  <a:lnTo>
                    <a:pt x="1955130" y="179356"/>
                  </a:lnTo>
                  <a:lnTo>
                    <a:pt x="1960576" y="178925"/>
                  </a:lnTo>
                  <a:lnTo>
                    <a:pt x="1966022" y="178434"/>
                  </a:lnTo>
                  <a:lnTo>
                    <a:pt x="1971468" y="177884"/>
                  </a:lnTo>
                  <a:lnTo>
                    <a:pt x="1976914" y="177276"/>
                  </a:lnTo>
                  <a:lnTo>
                    <a:pt x="1982360" y="176610"/>
                  </a:lnTo>
                  <a:lnTo>
                    <a:pt x="1987806" y="175895"/>
                  </a:lnTo>
                  <a:lnTo>
                    <a:pt x="1993252" y="175138"/>
                  </a:lnTo>
                  <a:lnTo>
                    <a:pt x="1998698" y="174348"/>
                  </a:lnTo>
                  <a:lnTo>
                    <a:pt x="2004144" y="173532"/>
                  </a:lnTo>
                  <a:lnTo>
                    <a:pt x="2009590" y="172696"/>
                  </a:lnTo>
                  <a:lnTo>
                    <a:pt x="2015036" y="171847"/>
                  </a:lnTo>
                  <a:lnTo>
                    <a:pt x="2020482" y="170989"/>
                  </a:lnTo>
                  <a:lnTo>
                    <a:pt x="2025928" y="170126"/>
                  </a:lnTo>
                  <a:lnTo>
                    <a:pt x="2031374" y="169257"/>
                  </a:lnTo>
                  <a:lnTo>
                    <a:pt x="2036820" y="168383"/>
                  </a:lnTo>
                  <a:lnTo>
                    <a:pt x="2042266" y="167501"/>
                  </a:lnTo>
                  <a:lnTo>
                    <a:pt x="2047712" y="166608"/>
                  </a:lnTo>
                  <a:lnTo>
                    <a:pt x="2053158" y="165703"/>
                  </a:lnTo>
                  <a:lnTo>
                    <a:pt x="2058605" y="164784"/>
                  </a:lnTo>
                  <a:lnTo>
                    <a:pt x="2064051" y="163854"/>
                  </a:lnTo>
                  <a:lnTo>
                    <a:pt x="2069497" y="162915"/>
                  </a:lnTo>
                  <a:lnTo>
                    <a:pt x="2074943" y="161976"/>
                  </a:lnTo>
                  <a:lnTo>
                    <a:pt x="2080389" y="161046"/>
                  </a:lnTo>
                  <a:lnTo>
                    <a:pt x="2085835" y="160140"/>
                  </a:lnTo>
                  <a:lnTo>
                    <a:pt x="2091281" y="159282"/>
                  </a:lnTo>
                  <a:lnTo>
                    <a:pt x="2096727" y="158487"/>
                  </a:lnTo>
                  <a:lnTo>
                    <a:pt x="2102173" y="157774"/>
                  </a:lnTo>
                  <a:lnTo>
                    <a:pt x="2107619" y="157163"/>
                  </a:lnTo>
                  <a:lnTo>
                    <a:pt x="2113065" y="156672"/>
                  </a:lnTo>
                  <a:lnTo>
                    <a:pt x="2118511" y="156315"/>
                  </a:lnTo>
                  <a:lnTo>
                    <a:pt x="2123957" y="156107"/>
                  </a:lnTo>
                  <a:lnTo>
                    <a:pt x="2129403" y="156058"/>
                  </a:lnTo>
                  <a:lnTo>
                    <a:pt x="2134849" y="156177"/>
                  </a:lnTo>
                  <a:lnTo>
                    <a:pt x="2140295" y="156474"/>
                  </a:lnTo>
                  <a:lnTo>
                    <a:pt x="2145741" y="156963"/>
                  </a:lnTo>
                  <a:lnTo>
                    <a:pt x="2151187" y="157623"/>
                  </a:lnTo>
                  <a:lnTo>
                    <a:pt x="2156633" y="158448"/>
                  </a:lnTo>
                  <a:lnTo>
                    <a:pt x="2162079" y="159426"/>
                  </a:lnTo>
                  <a:lnTo>
                    <a:pt x="2167525" y="160544"/>
                  </a:lnTo>
                  <a:lnTo>
                    <a:pt x="2172971" y="161783"/>
                  </a:lnTo>
                  <a:lnTo>
                    <a:pt x="2178418" y="163124"/>
                  </a:lnTo>
                  <a:lnTo>
                    <a:pt x="2183864" y="164540"/>
                  </a:lnTo>
                  <a:lnTo>
                    <a:pt x="2189310" y="166008"/>
                  </a:lnTo>
                  <a:lnTo>
                    <a:pt x="2194756" y="167500"/>
                  </a:lnTo>
                  <a:lnTo>
                    <a:pt x="2200202" y="168983"/>
                  </a:lnTo>
                  <a:lnTo>
                    <a:pt x="2205648" y="170432"/>
                  </a:lnTo>
                  <a:lnTo>
                    <a:pt x="2211094" y="171825"/>
                  </a:lnTo>
                  <a:lnTo>
                    <a:pt x="2216540" y="173145"/>
                  </a:lnTo>
                  <a:lnTo>
                    <a:pt x="2221986" y="174378"/>
                  </a:lnTo>
                  <a:lnTo>
                    <a:pt x="2227432" y="175515"/>
                  </a:lnTo>
                  <a:lnTo>
                    <a:pt x="2232878" y="176550"/>
                  </a:lnTo>
                  <a:lnTo>
                    <a:pt x="2238324" y="177483"/>
                  </a:lnTo>
                  <a:lnTo>
                    <a:pt x="2243770" y="178315"/>
                  </a:lnTo>
                  <a:lnTo>
                    <a:pt x="2249216" y="179045"/>
                  </a:lnTo>
                  <a:lnTo>
                    <a:pt x="2254662" y="179683"/>
                  </a:lnTo>
                  <a:lnTo>
                    <a:pt x="2260108" y="180242"/>
                  </a:lnTo>
                  <a:lnTo>
                    <a:pt x="2265554" y="180730"/>
                  </a:lnTo>
                  <a:lnTo>
                    <a:pt x="2271000" y="181155"/>
                  </a:lnTo>
                  <a:lnTo>
                    <a:pt x="2276446" y="181524"/>
                  </a:lnTo>
                  <a:lnTo>
                    <a:pt x="2281892" y="181843"/>
                  </a:lnTo>
                  <a:lnTo>
                    <a:pt x="2287338" y="182119"/>
                  </a:lnTo>
                  <a:lnTo>
                    <a:pt x="2292784" y="182355"/>
                  </a:lnTo>
                  <a:lnTo>
                    <a:pt x="2298231" y="182557"/>
                  </a:lnTo>
                  <a:lnTo>
                    <a:pt x="2303677" y="182726"/>
                  </a:lnTo>
                  <a:lnTo>
                    <a:pt x="2309123" y="182869"/>
                  </a:lnTo>
                  <a:lnTo>
                    <a:pt x="2314569" y="182988"/>
                  </a:lnTo>
                  <a:lnTo>
                    <a:pt x="2320015" y="183089"/>
                  </a:lnTo>
                  <a:lnTo>
                    <a:pt x="2325461" y="183173"/>
                  </a:lnTo>
                  <a:lnTo>
                    <a:pt x="2330907" y="183245"/>
                  </a:lnTo>
                  <a:lnTo>
                    <a:pt x="2336353" y="183307"/>
                  </a:lnTo>
                  <a:lnTo>
                    <a:pt x="2341799" y="183362"/>
                  </a:lnTo>
                  <a:lnTo>
                    <a:pt x="2347245" y="183412"/>
                  </a:lnTo>
                  <a:lnTo>
                    <a:pt x="2352691" y="183459"/>
                  </a:lnTo>
                  <a:lnTo>
                    <a:pt x="2358137" y="183506"/>
                  </a:lnTo>
                  <a:lnTo>
                    <a:pt x="2363583" y="183552"/>
                  </a:lnTo>
                  <a:lnTo>
                    <a:pt x="2369029" y="183598"/>
                  </a:lnTo>
                  <a:lnTo>
                    <a:pt x="2374475" y="183645"/>
                  </a:lnTo>
                  <a:lnTo>
                    <a:pt x="2379921" y="183691"/>
                  </a:lnTo>
                  <a:lnTo>
                    <a:pt x="2385367" y="183737"/>
                  </a:lnTo>
                  <a:lnTo>
                    <a:pt x="2390813" y="183781"/>
                  </a:lnTo>
                  <a:lnTo>
                    <a:pt x="2396259" y="183823"/>
                  </a:lnTo>
                  <a:lnTo>
                    <a:pt x="2401705" y="183862"/>
                  </a:lnTo>
                  <a:lnTo>
                    <a:pt x="2407151" y="183897"/>
                  </a:lnTo>
                  <a:lnTo>
                    <a:pt x="2412597" y="183928"/>
                  </a:lnTo>
                  <a:lnTo>
                    <a:pt x="2418043" y="183954"/>
                  </a:lnTo>
                  <a:lnTo>
                    <a:pt x="2423490" y="183977"/>
                  </a:lnTo>
                  <a:lnTo>
                    <a:pt x="2428936" y="183996"/>
                  </a:lnTo>
                  <a:lnTo>
                    <a:pt x="2434382" y="184011"/>
                  </a:lnTo>
                  <a:lnTo>
                    <a:pt x="2439828" y="184023"/>
                  </a:lnTo>
                  <a:lnTo>
                    <a:pt x="2445274" y="184033"/>
                  </a:lnTo>
                  <a:lnTo>
                    <a:pt x="2450720" y="184040"/>
                  </a:lnTo>
                  <a:lnTo>
                    <a:pt x="2456166" y="184045"/>
                  </a:lnTo>
                  <a:lnTo>
                    <a:pt x="2461612" y="184049"/>
                  </a:lnTo>
                  <a:lnTo>
                    <a:pt x="2467058" y="184051"/>
                  </a:lnTo>
                  <a:lnTo>
                    <a:pt x="2472504" y="184053"/>
                  </a:lnTo>
                  <a:lnTo>
                    <a:pt x="2477950" y="184055"/>
                  </a:lnTo>
                  <a:lnTo>
                    <a:pt x="2483396" y="184055"/>
                  </a:lnTo>
                  <a:lnTo>
                    <a:pt x="2488842" y="184056"/>
                  </a:lnTo>
                  <a:lnTo>
                    <a:pt x="2494288" y="184056"/>
                  </a:lnTo>
                  <a:lnTo>
                    <a:pt x="2499734" y="184057"/>
                  </a:lnTo>
                  <a:lnTo>
                    <a:pt x="2505180" y="184057"/>
                  </a:lnTo>
                  <a:lnTo>
                    <a:pt x="2510626" y="184057"/>
                  </a:lnTo>
                  <a:lnTo>
                    <a:pt x="2516072" y="184057"/>
                  </a:lnTo>
                  <a:lnTo>
                    <a:pt x="2521518" y="184057"/>
                  </a:lnTo>
                  <a:lnTo>
                    <a:pt x="2526964" y="184057"/>
                  </a:lnTo>
                  <a:lnTo>
                    <a:pt x="2532410" y="184057"/>
                  </a:lnTo>
                  <a:lnTo>
                    <a:pt x="2537856" y="184057"/>
                  </a:lnTo>
                  <a:lnTo>
                    <a:pt x="2543303" y="184057"/>
                  </a:lnTo>
                  <a:lnTo>
                    <a:pt x="2548749" y="184057"/>
                  </a:lnTo>
                  <a:lnTo>
                    <a:pt x="2554195" y="184057"/>
                  </a:lnTo>
                  <a:lnTo>
                    <a:pt x="2559641" y="184057"/>
                  </a:lnTo>
                  <a:lnTo>
                    <a:pt x="2565087" y="184057"/>
                  </a:lnTo>
                  <a:lnTo>
                    <a:pt x="2570533" y="184057"/>
                  </a:lnTo>
                  <a:lnTo>
                    <a:pt x="2575979" y="184057"/>
                  </a:lnTo>
                  <a:lnTo>
                    <a:pt x="2581425" y="184057"/>
                  </a:lnTo>
                  <a:lnTo>
                    <a:pt x="2586871" y="184057"/>
                  </a:lnTo>
                  <a:lnTo>
                    <a:pt x="2592317" y="184057"/>
                  </a:lnTo>
                  <a:lnTo>
                    <a:pt x="2597763" y="184057"/>
                  </a:lnTo>
                  <a:lnTo>
                    <a:pt x="2603209" y="184057"/>
                  </a:lnTo>
                  <a:lnTo>
                    <a:pt x="2608655" y="184057"/>
                  </a:lnTo>
                  <a:lnTo>
                    <a:pt x="2614101" y="184057"/>
                  </a:lnTo>
                  <a:lnTo>
                    <a:pt x="2619547" y="184057"/>
                  </a:lnTo>
                  <a:lnTo>
                    <a:pt x="2624993" y="184057"/>
                  </a:lnTo>
                  <a:lnTo>
                    <a:pt x="2630439" y="184057"/>
                  </a:lnTo>
                  <a:lnTo>
                    <a:pt x="2635885" y="184057"/>
                  </a:lnTo>
                  <a:lnTo>
                    <a:pt x="2641331" y="184057"/>
                  </a:lnTo>
                  <a:lnTo>
                    <a:pt x="2646777" y="184057"/>
                  </a:lnTo>
                  <a:lnTo>
                    <a:pt x="2652223" y="184057"/>
                  </a:lnTo>
                  <a:lnTo>
                    <a:pt x="2657669" y="184057"/>
                  </a:lnTo>
                  <a:lnTo>
                    <a:pt x="2663116" y="184057"/>
                  </a:lnTo>
                  <a:lnTo>
                    <a:pt x="2668562" y="184057"/>
                  </a:lnTo>
                  <a:lnTo>
                    <a:pt x="2674008" y="184057"/>
                  </a:lnTo>
                  <a:lnTo>
                    <a:pt x="2679454" y="184057"/>
                  </a:lnTo>
                  <a:lnTo>
                    <a:pt x="2684900" y="184057"/>
                  </a:lnTo>
                  <a:lnTo>
                    <a:pt x="2690346" y="184057"/>
                  </a:lnTo>
                  <a:lnTo>
                    <a:pt x="2695792" y="184057"/>
                  </a:lnTo>
                  <a:lnTo>
                    <a:pt x="2701238" y="184057"/>
                  </a:lnTo>
                  <a:lnTo>
                    <a:pt x="2706684" y="184057"/>
                  </a:lnTo>
                  <a:lnTo>
                    <a:pt x="2712130" y="184057"/>
                  </a:lnTo>
                  <a:lnTo>
                    <a:pt x="2717576" y="184057"/>
                  </a:lnTo>
                  <a:lnTo>
                    <a:pt x="2723022" y="184057"/>
                  </a:lnTo>
                  <a:lnTo>
                    <a:pt x="2728468" y="184057"/>
                  </a:lnTo>
                  <a:lnTo>
                    <a:pt x="2733914" y="184057"/>
                  </a:lnTo>
                  <a:lnTo>
                    <a:pt x="2739360" y="184057"/>
                  </a:lnTo>
                  <a:lnTo>
                    <a:pt x="2744806" y="184057"/>
                  </a:lnTo>
                  <a:lnTo>
                    <a:pt x="2750252" y="184057"/>
                  </a:lnTo>
                  <a:lnTo>
                    <a:pt x="2755698" y="184057"/>
                  </a:lnTo>
                  <a:lnTo>
                    <a:pt x="2761144" y="184057"/>
                  </a:lnTo>
                  <a:lnTo>
                    <a:pt x="2766590" y="184057"/>
                  </a:lnTo>
                  <a:lnTo>
                    <a:pt x="2772036" y="184057"/>
                  </a:lnTo>
                  <a:lnTo>
                    <a:pt x="2777482" y="184057"/>
                  </a:lnTo>
                  <a:lnTo>
                    <a:pt x="2782929" y="184057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957616" y="1218711"/>
              <a:ext cx="2782929" cy="138073"/>
            </a:xfrm>
            <a:custGeom>
              <a:avLst/>
              <a:pathLst>
                <a:path w="2782929" h="138073">
                  <a:moveTo>
                    <a:pt x="0" y="138073"/>
                  </a:moveTo>
                  <a:lnTo>
                    <a:pt x="5446" y="138073"/>
                  </a:lnTo>
                  <a:lnTo>
                    <a:pt x="10892" y="138073"/>
                  </a:lnTo>
                  <a:lnTo>
                    <a:pt x="16338" y="138073"/>
                  </a:lnTo>
                  <a:lnTo>
                    <a:pt x="21784" y="138073"/>
                  </a:lnTo>
                  <a:lnTo>
                    <a:pt x="27230" y="138073"/>
                  </a:lnTo>
                  <a:lnTo>
                    <a:pt x="32676" y="138073"/>
                  </a:lnTo>
                  <a:lnTo>
                    <a:pt x="38122" y="138073"/>
                  </a:lnTo>
                  <a:lnTo>
                    <a:pt x="43568" y="138073"/>
                  </a:lnTo>
                  <a:lnTo>
                    <a:pt x="49014" y="138073"/>
                  </a:lnTo>
                  <a:lnTo>
                    <a:pt x="54460" y="138073"/>
                  </a:lnTo>
                  <a:lnTo>
                    <a:pt x="59906" y="138073"/>
                  </a:lnTo>
                  <a:lnTo>
                    <a:pt x="65352" y="138073"/>
                  </a:lnTo>
                  <a:lnTo>
                    <a:pt x="70798" y="138073"/>
                  </a:lnTo>
                  <a:lnTo>
                    <a:pt x="76244" y="138073"/>
                  </a:lnTo>
                  <a:lnTo>
                    <a:pt x="81690" y="138073"/>
                  </a:lnTo>
                  <a:lnTo>
                    <a:pt x="87136" y="138073"/>
                  </a:lnTo>
                  <a:lnTo>
                    <a:pt x="92582" y="138073"/>
                  </a:lnTo>
                  <a:lnTo>
                    <a:pt x="98028" y="138073"/>
                  </a:lnTo>
                  <a:lnTo>
                    <a:pt x="103474" y="138073"/>
                  </a:lnTo>
                  <a:lnTo>
                    <a:pt x="108920" y="138073"/>
                  </a:lnTo>
                  <a:lnTo>
                    <a:pt x="114366" y="138073"/>
                  </a:lnTo>
                  <a:lnTo>
                    <a:pt x="119812" y="138073"/>
                  </a:lnTo>
                  <a:lnTo>
                    <a:pt x="125259" y="138073"/>
                  </a:lnTo>
                  <a:lnTo>
                    <a:pt x="130705" y="138073"/>
                  </a:lnTo>
                  <a:lnTo>
                    <a:pt x="136151" y="138073"/>
                  </a:lnTo>
                  <a:lnTo>
                    <a:pt x="141597" y="138073"/>
                  </a:lnTo>
                  <a:lnTo>
                    <a:pt x="147043" y="138073"/>
                  </a:lnTo>
                  <a:lnTo>
                    <a:pt x="152489" y="138073"/>
                  </a:lnTo>
                  <a:lnTo>
                    <a:pt x="157935" y="138073"/>
                  </a:lnTo>
                  <a:lnTo>
                    <a:pt x="163381" y="138073"/>
                  </a:lnTo>
                  <a:lnTo>
                    <a:pt x="168827" y="138073"/>
                  </a:lnTo>
                  <a:lnTo>
                    <a:pt x="174273" y="138073"/>
                  </a:lnTo>
                  <a:lnTo>
                    <a:pt x="179719" y="138073"/>
                  </a:lnTo>
                  <a:lnTo>
                    <a:pt x="185165" y="138073"/>
                  </a:lnTo>
                  <a:lnTo>
                    <a:pt x="190611" y="138073"/>
                  </a:lnTo>
                  <a:lnTo>
                    <a:pt x="196057" y="138073"/>
                  </a:lnTo>
                  <a:lnTo>
                    <a:pt x="201503" y="138073"/>
                  </a:lnTo>
                  <a:lnTo>
                    <a:pt x="206949" y="138073"/>
                  </a:lnTo>
                  <a:lnTo>
                    <a:pt x="212395" y="138073"/>
                  </a:lnTo>
                  <a:lnTo>
                    <a:pt x="217841" y="138073"/>
                  </a:lnTo>
                  <a:lnTo>
                    <a:pt x="223287" y="138073"/>
                  </a:lnTo>
                  <a:lnTo>
                    <a:pt x="228733" y="138073"/>
                  </a:lnTo>
                  <a:lnTo>
                    <a:pt x="234179" y="138073"/>
                  </a:lnTo>
                  <a:lnTo>
                    <a:pt x="239625" y="138073"/>
                  </a:lnTo>
                  <a:lnTo>
                    <a:pt x="245072" y="138073"/>
                  </a:lnTo>
                  <a:lnTo>
                    <a:pt x="250518" y="138073"/>
                  </a:lnTo>
                  <a:lnTo>
                    <a:pt x="255964" y="138073"/>
                  </a:lnTo>
                  <a:lnTo>
                    <a:pt x="261410" y="138073"/>
                  </a:lnTo>
                  <a:lnTo>
                    <a:pt x="266856" y="138073"/>
                  </a:lnTo>
                  <a:lnTo>
                    <a:pt x="272302" y="138073"/>
                  </a:lnTo>
                  <a:lnTo>
                    <a:pt x="277748" y="138073"/>
                  </a:lnTo>
                  <a:lnTo>
                    <a:pt x="283194" y="138073"/>
                  </a:lnTo>
                  <a:lnTo>
                    <a:pt x="288640" y="138073"/>
                  </a:lnTo>
                  <a:lnTo>
                    <a:pt x="294086" y="138072"/>
                  </a:lnTo>
                  <a:lnTo>
                    <a:pt x="299532" y="138072"/>
                  </a:lnTo>
                  <a:lnTo>
                    <a:pt x="304978" y="138072"/>
                  </a:lnTo>
                  <a:lnTo>
                    <a:pt x="310424" y="138072"/>
                  </a:lnTo>
                  <a:lnTo>
                    <a:pt x="315870" y="138072"/>
                  </a:lnTo>
                  <a:lnTo>
                    <a:pt x="321316" y="138071"/>
                  </a:lnTo>
                  <a:lnTo>
                    <a:pt x="326762" y="138071"/>
                  </a:lnTo>
                  <a:lnTo>
                    <a:pt x="332208" y="138070"/>
                  </a:lnTo>
                  <a:lnTo>
                    <a:pt x="337654" y="138069"/>
                  </a:lnTo>
                  <a:lnTo>
                    <a:pt x="343100" y="138067"/>
                  </a:lnTo>
                  <a:lnTo>
                    <a:pt x="348546" y="138065"/>
                  </a:lnTo>
                  <a:lnTo>
                    <a:pt x="353992" y="138063"/>
                  </a:lnTo>
                  <a:lnTo>
                    <a:pt x="359438" y="138060"/>
                  </a:lnTo>
                  <a:lnTo>
                    <a:pt x="364885" y="138056"/>
                  </a:lnTo>
                  <a:lnTo>
                    <a:pt x="370331" y="138052"/>
                  </a:lnTo>
                  <a:lnTo>
                    <a:pt x="375777" y="138046"/>
                  </a:lnTo>
                  <a:lnTo>
                    <a:pt x="381223" y="138039"/>
                  </a:lnTo>
                  <a:lnTo>
                    <a:pt x="386669" y="138030"/>
                  </a:lnTo>
                  <a:lnTo>
                    <a:pt x="392115" y="138020"/>
                  </a:lnTo>
                  <a:lnTo>
                    <a:pt x="397561" y="138008"/>
                  </a:lnTo>
                  <a:lnTo>
                    <a:pt x="403007" y="137994"/>
                  </a:lnTo>
                  <a:lnTo>
                    <a:pt x="408453" y="137978"/>
                  </a:lnTo>
                  <a:lnTo>
                    <a:pt x="413899" y="137959"/>
                  </a:lnTo>
                  <a:lnTo>
                    <a:pt x="419345" y="137938"/>
                  </a:lnTo>
                  <a:lnTo>
                    <a:pt x="424791" y="137913"/>
                  </a:lnTo>
                  <a:lnTo>
                    <a:pt x="430237" y="137886"/>
                  </a:lnTo>
                  <a:lnTo>
                    <a:pt x="435683" y="137857"/>
                  </a:lnTo>
                  <a:lnTo>
                    <a:pt x="441129" y="137825"/>
                  </a:lnTo>
                  <a:lnTo>
                    <a:pt x="446575" y="137790"/>
                  </a:lnTo>
                  <a:lnTo>
                    <a:pt x="452021" y="137753"/>
                  </a:lnTo>
                  <a:lnTo>
                    <a:pt x="457467" y="137714"/>
                  </a:lnTo>
                  <a:lnTo>
                    <a:pt x="462913" y="137673"/>
                  </a:lnTo>
                  <a:lnTo>
                    <a:pt x="468359" y="137631"/>
                  </a:lnTo>
                  <a:lnTo>
                    <a:pt x="473805" y="137589"/>
                  </a:lnTo>
                  <a:lnTo>
                    <a:pt x="479251" y="137547"/>
                  </a:lnTo>
                  <a:lnTo>
                    <a:pt x="484698" y="137506"/>
                  </a:lnTo>
                  <a:lnTo>
                    <a:pt x="490144" y="137465"/>
                  </a:lnTo>
                  <a:lnTo>
                    <a:pt x="495590" y="137427"/>
                  </a:lnTo>
                  <a:lnTo>
                    <a:pt x="501036" y="137392"/>
                  </a:lnTo>
                  <a:lnTo>
                    <a:pt x="506482" y="137359"/>
                  </a:lnTo>
                  <a:lnTo>
                    <a:pt x="511928" y="137329"/>
                  </a:lnTo>
                  <a:lnTo>
                    <a:pt x="517374" y="137303"/>
                  </a:lnTo>
                  <a:lnTo>
                    <a:pt x="522820" y="137281"/>
                  </a:lnTo>
                  <a:lnTo>
                    <a:pt x="528266" y="137263"/>
                  </a:lnTo>
                  <a:lnTo>
                    <a:pt x="533712" y="137249"/>
                  </a:lnTo>
                  <a:lnTo>
                    <a:pt x="539158" y="137239"/>
                  </a:lnTo>
                  <a:lnTo>
                    <a:pt x="544604" y="137232"/>
                  </a:lnTo>
                  <a:lnTo>
                    <a:pt x="550050" y="137227"/>
                  </a:lnTo>
                  <a:lnTo>
                    <a:pt x="555496" y="137224"/>
                  </a:lnTo>
                  <a:lnTo>
                    <a:pt x="560942" y="137223"/>
                  </a:lnTo>
                  <a:lnTo>
                    <a:pt x="566388" y="137223"/>
                  </a:lnTo>
                  <a:lnTo>
                    <a:pt x="571834" y="137222"/>
                  </a:lnTo>
                  <a:lnTo>
                    <a:pt x="577280" y="137220"/>
                  </a:lnTo>
                  <a:lnTo>
                    <a:pt x="582726" y="137216"/>
                  </a:lnTo>
                  <a:lnTo>
                    <a:pt x="588172" y="137209"/>
                  </a:lnTo>
                  <a:lnTo>
                    <a:pt x="593618" y="137197"/>
                  </a:lnTo>
                  <a:lnTo>
                    <a:pt x="599064" y="137181"/>
                  </a:lnTo>
                  <a:lnTo>
                    <a:pt x="604510" y="137157"/>
                  </a:lnTo>
                  <a:lnTo>
                    <a:pt x="609957" y="137125"/>
                  </a:lnTo>
                  <a:lnTo>
                    <a:pt x="615403" y="137085"/>
                  </a:lnTo>
                  <a:lnTo>
                    <a:pt x="620849" y="137036"/>
                  </a:lnTo>
                  <a:lnTo>
                    <a:pt x="626295" y="136976"/>
                  </a:lnTo>
                  <a:lnTo>
                    <a:pt x="631741" y="136905"/>
                  </a:lnTo>
                  <a:lnTo>
                    <a:pt x="637187" y="136822"/>
                  </a:lnTo>
                  <a:lnTo>
                    <a:pt x="642633" y="136724"/>
                  </a:lnTo>
                  <a:lnTo>
                    <a:pt x="648079" y="136613"/>
                  </a:lnTo>
                  <a:lnTo>
                    <a:pt x="653525" y="136488"/>
                  </a:lnTo>
                  <a:lnTo>
                    <a:pt x="658971" y="136349"/>
                  </a:lnTo>
                  <a:lnTo>
                    <a:pt x="664417" y="136196"/>
                  </a:lnTo>
                  <a:lnTo>
                    <a:pt x="669863" y="136029"/>
                  </a:lnTo>
                  <a:lnTo>
                    <a:pt x="675309" y="135850"/>
                  </a:lnTo>
                  <a:lnTo>
                    <a:pt x="680755" y="135655"/>
                  </a:lnTo>
                  <a:lnTo>
                    <a:pt x="686201" y="135450"/>
                  </a:lnTo>
                  <a:lnTo>
                    <a:pt x="691647" y="135235"/>
                  </a:lnTo>
                  <a:lnTo>
                    <a:pt x="697093" y="135013"/>
                  </a:lnTo>
                  <a:lnTo>
                    <a:pt x="702539" y="134784"/>
                  </a:lnTo>
                  <a:lnTo>
                    <a:pt x="707985" y="134551"/>
                  </a:lnTo>
                  <a:lnTo>
                    <a:pt x="713431" y="134317"/>
                  </a:lnTo>
                  <a:lnTo>
                    <a:pt x="718877" y="134084"/>
                  </a:lnTo>
                  <a:lnTo>
                    <a:pt x="724323" y="133855"/>
                  </a:lnTo>
                  <a:lnTo>
                    <a:pt x="729770" y="133632"/>
                  </a:lnTo>
                  <a:lnTo>
                    <a:pt x="735216" y="133418"/>
                  </a:lnTo>
                  <a:lnTo>
                    <a:pt x="740662" y="133214"/>
                  </a:lnTo>
                  <a:lnTo>
                    <a:pt x="746108" y="133024"/>
                  </a:lnTo>
                  <a:lnTo>
                    <a:pt x="751554" y="132848"/>
                  </a:lnTo>
                  <a:lnTo>
                    <a:pt x="757000" y="132690"/>
                  </a:lnTo>
                  <a:lnTo>
                    <a:pt x="762446" y="132549"/>
                  </a:lnTo>
                  <a:lnTo>
                    <a:pt x="767892" y="132425"/>
                  </a:lnTo>
                  <a:lnTo>
                    <a:pt x="773338" y="132318"/>
                  </a:lnTo>
                  <a:lnTo>
                    <a:pt x="778784" y="132227"/>
                  </a:lnTo>
                  <a:lnTo>
                    <a:pt x="784230" y="132152"/>
                  </a:lnTo>
                  <a:lnTo>
                    <a:pt x="789676" y="132091"/>
                  </a:lnTo>
                  <a:lnTo>
                    <a:pt x="795122" y="132044"/>
                  </a:lnTo>
                  <a:lnTo>
                    <a:pt x="800568" y="132007"/>
                  </a:lnTo>
                  <a:lnTo>
                    <a:pt x="806014" y="131977"/>
                  </a:lnTo>
                  <a:lnTo>
                    <a:pt x="811460" y="131953"/>
                  </a:lnTo>
                  <a:lnTo>
                    <a:pt x="816906" y="131932"/>
                  </a:lnTo>
                  <a:lnTo>
                    <a:pt x="822352" y="131911"/>
                  </a:lnTo>
                  <a:lnTo>
                    <a:pt x="827798" y="131889"/>
                  </a:lnTo>
                  <a:lnTo>
                    <a:pt x="833244" y="131863"/>
                  </a:lnTo>
                  <a:lnTo>
                    <a:pt x="838690" y="131832"/>
                  </a:lnTo>
                  <a:lnTo>
                    <a:pt x="844136" y="131795"/>
                  </a:lnTo>
                  <a:lnTo>
                    <a:pt x="849583" y="131750"/>
                  </a:lnTo>
                  <a:lnTo>
                    <a:pt x="855029" y="131697"/>
                  </a:lnTo>
                  <a:lnTo>
                    <a:pt x="860475" y="131637"/>
                  </a:lnTo>
                  <a:lnTo>
                    <a:pt x="865921" y="131567"/>
                  </a:lnTo>
                  <a:lnTo>
                    <a:pt x="871367" y="131489"/>
                  </a:lnTo>
                  <a:lnTo>
                    <a:pt x="876813" y="131404"/>
                  </a:lnTo>
                  <a:lnTo>
                    <a:pt x="882259" y="131313"/>
                  </a:lnTo>
                  <a:lnTo>
                    <a:pt x="887705" y="131216"/>
                  </a:lnTo>
                  <a:lnTo>
                    <a:pt x="893151" y="131114"/>
                  </a:lnTo>
                  <a:lnTo>
                    <a:pt x="898597" y="131009"/>
                  </a:lnTo>
                  <a:lnTo>
                    <a:pt x="904043" y="130899"/>
                  </a:lnTo>
                  <a:lnTo>
                    <a:pt x="909489" y="130788"/>
                  </a:lnTo>
                  <a:lnTo>
                    <a:pt x="914935" y="130674"/>
                  </a:lnTo>
                  <a:lnTo>
                    <a:pt x="920381" y="130558"/>
                  </a:lnTo>
                  <a:lnTo>
                    <a:pt x="925827" y="130442"/>
                  </a:lnTo>
                  <a:lnTo>
                    <a:pt x="931273" y="130325"/>
                  </a:lnTo>
                  <a:lnTo>
                    <a:pt x="936719" y="130207"/>
                  </a:lnTo>
                  <a:lnTo>
                    <a:pt x="942165" y="130089"/>
                  </a:lnTo>
                  <a:lnTo>
                    <a:pt x="947611" y="129970"/>
                  </a:lnTo>
                  <a:lnTo>
                    <a:pt x="953057" y="129852"/>
                  </a:lnTo>
                  <a:lnTo>
                    <a:pt x="958503" y="129735"/>
                  </a:lnTo>
                  <a:lnTo>
                    <a:pt x="963949" y="129619"/>
                  </a:lnTo>
                  <a:lnTo>
                    <a:pt x="969396" y="129505"/>
                  </a:lnTo>
                  <a:lnTo>
                    <a:pt x="974842" y="129394"/>
                  </a:lnTo>
                  <a:lnTo>
                    <a:pt x="980288" y="129287"/>
                  </a:lnTo>
                  <a:lnTo>
                    <a:pt x="985734" y="129186"/>
                  </a:lnTo>
                  <a:lnTo>
                    <a:pt x="991180" y="129091"/>
                  </a:lnTo>
                  <a:lnTo>
                    <a:pt x="996626" y="129002"/>
                  </a:lnTo>
                  <a:lnTo>
                    <a:pt x="1002072" y="128922"/>
                  </a:lnTo>
                  <a:lnTo>
                    <a:pt x="1007518" y="128850"/>
                  </a:lnTo>
                  <a:lnTo>
                    <a:pt x="1012964" y="128787"/>
                  </a:lnTo>
                  <a:lnTo>
                    <a:pt x="1018410" y="128735"/>
                  </a:lnTo>
                  <a:lnTo>
                    <a:pt x="1023856" y="128692"/>
                  </a:lnTo>
                  <a:lnTo>
                    <a:pt x="1029302" y="128658"/>
                  </a:lnTo>
                  <a:lnTo>
                    <a:pt x="1034748" y="128632"/>
                  </a:lnTo>
                  <a:lnTo>
                    <a:pt x="1040194" y="128613"/>
                  </a:lnTo>
                  <a:lnTo>
                    <a:pt x="1045640" y="128599"/>
                  </a:lnTo>
                  <a:lnTo>
                    <a:pt x="1051086" y="128591"/>
                  </a:lnTo>
                  <a:lnTo>
                    <a:pt x="1056532" y="128586"/>
                  </a:lnTo>
                  <a:lnTo>
                    <a:pt x="1061978" y="128582"/>
                  </a:lnTo>
                  <a:lnTo>
                    <a:pt x="1067424" y="128578"/>
                  </a:lnTo>
                  <a:lnTo>
                    <a:pt x="1072870" y="128572"/>
                  </a:lnTo>
                  <a:lnTo>
                    <a:pt x="1078316" y="128565"/>
                  </a:lnTo>
                  <a:lnTo>
                    <a:pt x="1083762" y="128555"/>
                  </a:lnTo>
                  <a:lnTo>
                    <a:pt x="1089209" y="128542"/>
                  </a:lnTo>
                  <a:lnTo>
                    <a:pt x="1094655" y="128526"/>
                  </a:lnTo>
                  <a:lnTo>
                    <a:pt x="1100101" y="128508"/>
                  </a:lnTo>
                  <a:lnTo>
                    <a:pt x="1105547" y="128488"/>
                  </a:lnTo>
                  <a:lnTo>
                    <a:pt x="1110993" y="128469"/>
                  </a:lnTo>
                  <a:lnTo>
                    <a:pt x="1116439" y="128451"/>
                  </a:lnTo>
                  <a:lnTo>
                    <a:pt x="1121885" y="128437"/>
                  </a:lnTo>
                  <a:lnTo>
                    <a:pt x="1127331" y="128428"/>
                  </a:lnTo>
                  <a:lnTo>
                    <a:pt x="1132777" y="128428"/>
                  </a:lnTo>
                  <a:lnTo>
                    <a:pt x="1138223" y="128437"/>
                  </a:lnTo>
                  <a:lnTo>
                    <a:pt x="1143669" y="128458"/>
                  </a:lnTo>
                  <a:lnTo>
                    <a:pt x="1149115" y="128492"/>
                  </a:lnTo>
                  <a:lnTo>
                    <a:pt x="1154561" y="128539"/>
                  </a:lnTo>
                  <a:lnTo>
                    <a:pt x="1160007" y="128601"/>
                  </a:lnTo>
                  <a:lnTo>
                    <a:pt x="1165453" y="128679"/>
                  </a:lnTo>
                  <a:lnTo>
                    <a:pt x="1170899" y="128776"/>
                  </a:lnTo>
                  <a:lnTo>
                    <a:pt x="1176345" y="128889"/>
                  </a:lnTo>
                  <a:lnTo>
                    <a:pt x="1181791" y="129016"/>
                  </a:lnTo>
                  <a:lnTo>
                    <a:pt x="1187237" y="129159"/>
                  </a:lnTo>
                  <a:lnTo>
                    <a:pt x="1192683" y="129314"/>
                  </a:lnTo>
                  <a:lnTo>
                    <a:pt x="1198129" y="129482"/>
                  </a:lnTo>
                  <a:lnTo>
                    <a:pt x="1203575" y="129662"/>
                  </a:lnTo>
                  <a:lnTo>
                    <a:pt x="1209021" y="129852"/>
                  </a:lnTo>
                  <a:lnTo>
                    <a:pt x="1214468" y="130050"/>
                  </a:lnTo>
                  <a:lnTo>
                    <a:pt x="1219914" y="130254"/>
                  </a:lnTo>
                  <a:lnTo>
                    <a:pt x="1225360" y="130462"/>
                  </a:lnTo>
                  <a:lnTo>
                    <a:pt x="1230806" y="130673"/>
                  </a:lnTo>
                  <a:lnTo>
                    <a:pt x="1236252" y="130886"/>
                  </a:lnTo>
                  <a:lnTo>
                    <a:pt x="1241698" y="131098"/>
                  </a:lnTo>
                  <a:lnTo>
                    <a:pt x="1247144" y="131310"/>
                  </a:lnTo>
                  <a:lnTo>
                    <a:pt x="1252590" y="131518"/>
                  </a:lnTo>
                  <a:lnTo>
                    <a:pt x="1258036" y="131722"/>
                  </a:lnTo>
                  <a:lnTo>
                    <a:pt x="1263482" y="131922"/>
                  </a:lnTo>
                  <a:lnTo>
                    <a:pt x="1268928" y="132116"/>
                  </a:lnTo>
                  <a:lnTo>
                    <a:pt x="1274374" y="132303"/>
                  </a:lnTo>
                  <a:lnTo>
                    <a:pt x="1279820" y="132483"/>
                  </a:lnTo>
                  <a:lnTo>
                    <a:pt x="1285266" y="132653"/>
                  </a:lnTo>
                  <a:lnTo>
                    <a:pt x="1290712" y="132814"/>
                  </a:lnTo>
                  <a:lnTo>
                    <a:pt x="1296158" y="132966"/>
                  </a:lnTo>
                  <a:lnTo>
                    <a:pt x="1301604" y="133107"/>
                  </a:lnTo>
                  <a:lnTo>
                    <a:pt x="1307050" y="133238"/>
                  </a:lnTo>
                  <a:lnTo>
                    <a:pt x="1312496" y="133358"/>
                  </a:lnTo>
                  <a:lnTo>
                    <a:pt x="1317942" y="133466"/>
                  </a:lnTo>
                  <a:lnTo>
                    <a:pt x="1323388" y="133561"/>
                  </a:lnTo>
                  <a:lnTo>
                    <a:pt x="1328834" y="133644"/>
                  </a:lnTo>
                  <a:lnTo>
                    <a:pt x="1334281" y="133715"/>
                  </a:lnTo>
                  <a:lnTo>
                    <a:pt x="1339727" y="133775"/>
                  </a:lnTo>
                  <a:lnTo>
                    <a:pt x="1345173" y="133822"/>
                  </a:lnTo>
                  <a:lnTo>
                    <a:pt x="1350619" y="133856"/>
                  </a:lnTo>
                  <a:lnTo>
                    <a:pt x="1356065" y="133878"/>
                  </a:lnTo>
                  <a:lnTo>
                    <a:pt x="1361511" y="133887"/>
                  </a:lnTo>
                  <a:lnTo>
                    <a:pt x="1366957" y="133884"/>
                  </a:lnTo>
                  <a:lnTo>
                    <a:pt x="1372403" y="133869"/>
                  </a:lnTo>
                  <a:lnTo>
                    <a:pt x="1377849" y="133842"/>
                  </a:lnTo>
                  <a:lnTo>
                    <a:pt x="1383295" y="133805"/>
                  </a:lnTo>
                  <a:lnTo>
                    <a:pt x="1388741" y="133756"/>
                  </a:lnTo>
                  <a:lnTo>
                    <a:pt x="1394187" y="133695"/>
                  </a:lnTo>
                  <a:lnTo>
                    <a:pt x="1399633" y="133622"/>
                  </a:lnTo>
                  <a:lnTo>
                    <a:pt x="1405079" y="133538"/>
                  </a:lnTo>
                  <a:lnTo>
                    <a:pt x="1410525" y="133443"/>
                  </a:lnTo>
                  <a:lnTo>
                    <a:pt x="1415971" y="133337"/>
                  </a:lnTo>
                  <a:lnTo>
                    <a:pt x="1421417" y="133221"/>
                  </a:lnTo>
                  <a:lnTo>
                    <a:pt x="1426863" y="133094"/>
                  </a:lnTo>
                  <a:lnTo>
                    <a:pt x="1432309" y="132954"/>
                  </a:lnTo>
                  <a:lnTo>
                    <a:pt x="1437755" y="132804"/>
                  </a:lnTo>
                  <a:lnTo>
                    <a:pt x="1443201" y="132642"/>
                  </a:lnTo>
                  <a:lnTo>
                    <a:pt x="1448647" y="132470"/>
                  </a:lnTo>
                  <a:lnTo>
                    <a:pt x="1454094" y="132289"/>
                  </a:lnTo>
                  <a:lnTo>
                    <a:pt x="1459540" y="132098"/>
                  </a:lnTo>
                  <a:lnTo>
                    <a:pt x="1464986" y="131898"/>
                  </a:lnTo>
                  <a:lnTo>
                    <a:pt x="1470432" y="131688"/>
                  </a:lnTo>
                  <a:lnTo>
                    <a:pt x="1475878" y="131471"/>
                  </a:lnTo>
                  <a:lnTo>
                    <a:pt x="1481324" y="131247"/>
                  </a:lnTo>
                  <a:lnTo>
                    <a:pt x="1486770" y="131018"/>
                  </a:lnTo>
                  <a:lnTo>
                    <a:pt x="1492216" y="130784"/>
                  </a:lnTo>
                  <a:lnTo>
                    <a:pt x="1497662" y="130546"/>
                  </a:lnTo>
                  <a:lnTo>
                    <a:pt x="1503108" y="130305"/>
                  </a:lnTo>
                  <a:lnTo>
                    <a:pt x="1508554" y="130061"/>
                  </a:lnTo>
                  <a:lnTo>
                    <a:pt x="1514000" y="129814"/>
                  </a:lnTo>
                  <a:lnTo>
                    <a:pt x="1519446" y="129565"/>
                  </a:lnTo>
                  <a:lnTo>
                    <a:pt x="1524892" y="129314"/>
                  </a:lnTo>
                  <a:lnTo>
                    <a:pt x="1530338" y="129060"/>
                  </a:lnTo>
                  <a:lnTo>
                    <a:pt x="1535784" y="128802"/>
                  </a:lnTo>
                  <a:lnTo>
                    <a:pt x="1541230" y="128540"/>
                  </a:lnTo>
                  <a:lnTo>
                    <a:pt x="1546676" y="128271"/>
                  </a:lnTo>
                  <a:lnTo>
                    <a:pt x="1552122" y="127994"/>
                  </a:lnTo>
                  <a:lnTo>
                    <a:pt x="1557568" y="127708"/>
                  </a:lnTo>
                  <a:lnTo>
                    <a:pt x="1563014" y="127411"/>
                  </a:lnTo>
                  <a:lnTo>
                    <a:pt x="1568460" y="127101"/>
                  </a:lnTo>
                  <a:lnTo>
                    <a:pt x="1573907" y="126777"/>
                  </a:lnTo>
                  <a:lnTo>
                    <a:pt x="1579353" y="126438"/>
                  </a:lnTo>
                  <a:lnTo>
                    <a:pt x="1584799" y="126078"/>
                  </a:lnTo>
                  <a:lnTo>
                    <a:pt x="1590245" y="125699"/>
                  </a:lnTo>
                  <a:lnTo>
                    <a:pt x="1595691" y="125300"/>
                  </a:lnTo>
                  <a:lnTo>
                    <a:pt x="1601137" y="124880"/>
                  </a:lnTo>
                  <a:lnTo>
                    <a:pt x="1606583" y="124440"/>
                  </a:lnTo>
                  <a:lnTo>
                    <a:pt x="1612029" y="123978"/>
                  </a:lnTo>
                  <a:lnTo>
                    <a:pt x="1617475" y="123494"/>
                  </a:lnTo>
                  <a:lnTo>
                    <a:pt x="1622921" y="122982"/>
                  </a:lnTo>
                  <a:lnTo>
                    <a:pt x="1628367" y="122448"/>
                  </a:lnTo>
                  <a:lnTo>
                    <a:pt x="1633813" y="121890"/>
                  </a:lnTo>
                  <a:lnTo>
                    <a:pt x="1639259" y="121308"/>
                  </a:lnTo>
                  <a:lnTo>
                    <a:pt x="1644705" y="120699"/>
                  </a:lnTo>
                  <a:lnTo>
                    <a:pt x="1650151" y="120064"/>
                  </a:lnTo>
                  <a:lnTo>
                    <a:pt x="1655597" y="119400"/>
                  </a:lnTo>
                  <a:lnTo>
                    <a:pt x="1661043" y="118696"/>
                  </a:lnTo>
                  <a:lnTo>
                    <a:pt x="1666489" y="117956"/>
                  </a:lnTo>
                  <a:lnTo>
                    <a:pt x="1671935" y="117175"/>
                  </a:lnTo>
                  <a:lnTo>
                    <a:pt x="1677381" y="116348"/>
                  </a:lnTo>
                  <a:lnTo>
                    <a:pt x="1682827" y="115468"/>
                  </a:lnTo>
                  <a:lnTo>
                    <a:pt x="1688273" y="114530"/>
                  </a:lnTo>
                  <a:lnTo>
                    <a:pt x="1693720" y="113523"/>
                  </a:lnTo>
                  <a:lnTo>
                    <a:pt x="1699166" y="112424"/>
                  </a:lnTo>
                  <a:lnTo>
                    <a:pt x="1704612" y="111236"/>
                  </a:lnTo>
                  <a:lnTo>
                    <a:pt x="1710058" y="109949"/>
                  </a:lnTo>
                  <a:lnTo>
                    <a:pt x="1715504" y="108550"/>
                  </a:lnTo>
                  <a:lnTo>
                    <a:pt x="1720950" y="107029"/>
                  </a:lnTo>
                  <a:lnTo>
                    <a:pt x="1726396" y="105373"/>
                  </a:lnTo>
                  <a:lnTo>
                    <a:pt x="1731842" y="103564"/>
                  </a:lnTo>
                  <a:lnTo>
                    <a:pt x="1737288" y="101569"/>
                  </a:lnTo>
                  <a:lnTo>
                    <a:pt x="1742734" y="99398"/>
                  </a:lnTo>
                  <a:lnTo>
                    <a:pt x="1748180" y="97044"/>
                  </a:lnTo>
                  <a:lnTo>
                    <a:pt x="1753626" y="94496"/>
                  </a:lnTo>
                  <a:lnTo>
                    <a:pt x="1759072" y="91749"/>
                  </a:lnTo>
                  <a:lnTo>
                    <a:pt x="1764518" y="88797"/>
                  </a:lnTo>
                  <a:lnTo>
                    <a:pt x="1769964" y="85623"/>
                  </a:lnTo>
                  <a:lnTo>
                    <a:pt x="1775410" y="82212"/>
                  </a:lnTo>
                  <a:lnTo>
                    <a:pt x="1780856" y="78599"/>
                  </a:lnTo>
                  <a:lnTo>
                    <a:pt x="1786302" y="74792"/>
                  </a:lnTo>
                  <a:lnTo>
                    <a:pt x="1791748" y="70801"/>
                  </a:lnTo>
                  <a:lnTo>
                    <a:pt x="1797194" y="66642"/>
                  </a:lnTo>
                  <a:lnTo>
                    <a:pt x="1802640" y="62334"/>
                  </a:lnTo>
                  <a:lnTo>
                    <a:pt x="1808086" y="57890"/>
                  </a:lnTo>
                  <a:lnTo>
                    <a:pt x="1813532" y="53342"/>
                  </a:lnTo>
                  <a:lnTo>
                    <a:pt x="1818979" y="48738"/>
                  </a:lnTo>
                  <a:lnTo>
                    <a:pt x="1824425" y="44111"/>
                  </a:lnTo>
                  <a:lnTo>
                    <a:pt x="1829871" y="39498"/>
                  </a:lnTo>
                  <a:lnTo>
                    <a:pt x="1835317" y="34936"/>
                  </a:lnTo>
                  <a:lnTo>
                    <a:pt x="1840763" y="30465"/>
                  </a:lnTo>
                  <a:lnTo>
                    <a:pt x="1846209" y="26143"/>
                  </a:lnTo>
                  <a:lnTo>
                    <a:pt x="1851655" y="22031"/>
                  </a:lnTo>
                  <a:lnTo>
                    <a:pt x="1857101" y="18153"/>
                  </a:lnTo>
                  <a:lnTo>
                    <a:pt x="1862547" y="14549"/>
                  </a:lnTo>
                  <a:lnTo>
                    <a:pt x="1867993" y="11257"/>
                  </a:lnTo>
                  <a:lnTo>
                    <a:pt x="1873439" y="8311"/>
                  </a:lnTo>
                  <a:lnTo>
                    <a:pt x="1878885" y="5747"/>
                  </a:lnTo>
                  <a:lnTo>
                    <a:pt x="1884331" y="3642"/>
                  </a:lnTo>
                  <a:lnTo>
                    <a:pt x="1889777" y="2021"/>
                  </a:lnTo>
                  <a:lnTo>
                    <a:pt x="1895223" y="865"/>
                  </a:lnTo>
                  <a:lnTo>
                    <a:pt x="1900669" y="188"/>
                  </a:lnTo>
                  <a:lnTo>
                    <a:pt x="1906115" y="0"/>
                  </a:lnTo>
                  <a:lnTo>
                    <a:pt x="1911561" y="303"/>
                  </a:lnTo>
                  <a:lnTo>
                    <a:pt x="1917007" y="1099"/>
                  </a:lnTo>
                  <a:lnTo>
                    <a:pt x="1922453" y="2442"/>
                  </a:lnTo>
                  <a:lnTo>
                    <a:pt x="1927899" y="4291"/>
                  </a:lnTo>
                  <a:lnTo>
                    <a:pt x="1933345" y="6589"/>
                  </a:lnTo>
                  <a:lnTo>
                    <a:pt x="1938792" y="9315"/>
                  </a:lnTo>
                  <a:lnTo>
                    <a:pt x="1944238" y="12443"/>
                  </a:lnTo>
                  <a:lnTo>
                    <a:pt x="1949684" y="15942"/>
                  </a:lnTo>
                  <a:lnTo>
                    <a:pt x="1955130" y="19782"/>
                  </a:lnTo>
                  <a:lnTo>
                    <a:pt x="1960576" y="23962"/>
                  </a:lnTo>
                  <a:lnTo>
                    <a:pt x="1966022" y="28406"/>
                  </a:lnTo>
                  <a:lnTo>
                    <a:pt x="1971468" y="33058"/>
                  </a:lnTo>
                  <a:lnTo>
                    <a:pt x="1976914" y="37878"/>
                  </a:lnTo>
                  <a:lnTo>
                    <a:pt x="1982360" y="42824"/>
                  </a:lnTo>
                  <a:lnTo>
                    <a:pt x="1987806" y="47858"/>
                  </a:lnTo>
                  <a:lnTo>
                    <a:pt x="1993252" y="52941"/>
                  </a:lnTo>
                  <a:lnTo>
                    <a:pt x="1998698" y="58027"/>
                  </a:lnTo>
                  <a:lnTo>
                    <a:pt x="2004144" y="63071"/>
                  </a:lnTo>
                  <a:lnTo>
                    <a:pt x="2009590" y="68041"/>
                  </a:lnTo>
                  <a:lnTo>
                    <a:pt x="2015036" y="72907"/>
                  </a:lnTo>
                  <a:lnTo>
                    <a:pt x="2020482" y="77643"/>
                  </a:lnTo>
                  <a:lnTo>
                    <a:pt x="2025928" y="82225"/>
                  </a:lnTo>
                  <a:lnTo>
                    <a:pt x="2031374" y="86634"/>
                  </a:lnTo>
                  <a:lnTo>
                    <a:pt x="2036820" y="90813"/>
                  </a:lnTo>
                  <a:lnTo>
                    <a:pt x="2042266" y="94777"/>
                  </a:lnTo>
                  <a:lnTo>
                    <a:pt x="2047712" y="98523"/>
                  </a:lnTo>
                  <a:lnTo>
                    <a:pt x="2053158" y="102046"/>
                  </a:lnTo>
                  <a:lnTo>
                    <a:pt x="2058605" y="105343"/>
                  </a:lnTo>
                  <a:lnTo>
                    <a:pt x="2064051" y="108414"/>
                  </a:lnTo>
                  <a:lnTo>
                    <a:pt x="2069497" y="111261"/>
                  </a:lnTo>
                  <a:lnTo>
                    <a:pt x="2074943" y="113850"/>
                  </a:lnTo>
                  <a:lnTo>
                    <a:pt x="2080389" y="116229"/>
                  </a:lnTo>
                  <a:lnTo>
                    <a:pt x="2085835" y="118409"/>
                  </a:lnTo>
                  <a:lnTo>
                    <a:pt x="2091281" y="120402"/>
                  </a:lnTo>
                  <a:lnTo>
                    <a:pt x="2096727" y="122217"/>
                  </a:lnTo>
                  <a:lnTo>
                    <a:pt x="2102173" y="123866"/>
                  </a:lnTo>
                  <a:lnTo>
                    <a:pt x="2107619" y="125359"/>
                  </a:lnTo>
                  <a:lnTo>
                    <a:pt x="2113065" y="126685"/>
                  </a:lnTo>
                  <a:lnTo>
                    <a:pt x="2118511" y="127885"/>
                  </a:lnTo>
                  <a:lnTo>
                    <a:pt x="2123957" y="128970"/>
                  </a:lnTo>
                  <a:lnTo>
                    <a:pt x="2129403" y="129950"/>
                  </a:lnTo>
                  <a:lnTo>
                    <a:pt x="2134849" y="130835"/>
                  </a:lnTo>
                  <a:lnTo>
                    <a:pt x="2140295" y="131632"/>
                  </a:lnTo>
                  <a:lnTo>
                    <a:pt x="2145741" y="132348"/>
                  </a:lnTo>
                  <a:lnTo>
                    <a:pt x="2151187" y="132982"/>
                  </a:lnTo>
                  <a:lnTo>
                    <a:pt x="2156633" y="133554"/>
                  </a:lnTo>
                  <a:lnTo>
                    <a:pt x="2162079" y="134069"/>
                  </a:lnTo>
                  <a:lnTo>
                    <a:pt x="2167525" y="134531"/>
                  </a:lnTo>
                  <a:lnTo>
                    <a:pt x="2172971" y="134946"/>
                  </a:lnTo>
                  <a:lnTo>
                    <a:pt x="2178418" y="135317"/>
                  </a:lnTo>
                  <a:lnTo>
                    <a:pt x="2183864" y="135645"/>
                  </a:lnTo>
                  <a:lnTo>
                    <a:pt x="2189310" y="135931"/>
                  </a:lnTo>
                  <a:lnTo>
                    <a:pt x="2194756" y="136185"/>
                  </a:lnTo>
                  <a:lnTo>
                    <a:pt x="2200202" y="136407"/>
                  </a:lnTo>
                  <a:lnTo>
                    <a:pt x="2205648" y="136602"/>
                  </a:lnTo>
                  <a:lnTo>
                    <a:pt x="2211094" y="136771"/>
                  </a:lnTo>
                  <a:lnTo>
                    <a:pt x="2216540" y="136917"/>
                  </a:lnTo>
                  <a:lnTo>
                    <a:pt x="2221986" y="137040"/>
                  </a:lnTo>
                  <a:lnTo>
                    <a:pt x="2227432" y="137143"/>
                  </a:lnTo>
                  <a:lnTo>
                    <a:pt x="2232878" y="137229"/>
                  </a:lnTo>
                  <a:lnTo>
                    <a:pt x="2238324" y="137301"/>
                  </a:lnTo>
                  <a:lnTo>
                    <a:pt x="2243770" y="137361"/>
                  </a:lnTo>
                  <a:lnTo>
                    <a:pt x="2249216" y="137409"/>
                  </a:lnTo>
                  <a:lnTo>
                    <a:pt x="2254662" y="137448"/>
                  </a:lnTo>
                  <a:lnTo>
                    <a:pt x="2260108" y="137479"/>
                  </a:lnTo>
                  <a:lnTo>
                    <a:pt x="2265554" y="137501"/>
                  </a:lnTo>
                  <a:lnTo>
                    <a:pt x="2271000" y="137518"/>
                  </a:lnTo>
                  <a:lnTo>
                    <a:pt x="2276446" y="137530"/>
                  </a:lnTo>
                  <a:lnTo>
                    <a:pt x="2281892" y="137538"/>
                  </a:lnTo>
                  <a:lnTo>
                    <a:pt x="2287338" y="137541"/>
                  </a:lnTo>
                  <a:lnTo>
                    <a:pt x="2292784" y="137541"/>
                  </a:lnTo>
                  <a:lnTo>
                    <a:pt x="2298231" y="137537"/>
                  </a:lnTo>
                  <a:lnTo>
                    <a:pt x="2303677" y="137530"/>
                  </a:lnTo>
                  <a:lnTo>
                    <a:pt x="2309123" y="137520"/>
                  </a:lnTo>
                  <a:lnTo>
                    <a:pt x="2314569" y="137506"/>
                  </a:lnTo>
                  <a:lnTo>
                    <a:pt x="2320015" y="137490"/>
                  </a:lnTo>
                  <a:lnTo>
                    <a:pt x="2325461" y="137471"/>
                  </a:lnTo>
                  <a:lnTo>
                    <a:pt x="2330907" y="137449"/>
                  </a:lnTo>
                  <a:lnTo>
                    <a:pt x="2336353" y="137425"/>
                  </a:lnTo>
                  <a:lnTo>
                    <a:pt x="2341799" y="137398"/>
                  </a:lnTo>
                  <a:lnTo>
                    <a:pt x="2347245" y="137370"/>
                  </a:lnTo>
                  <a:lnTo>
                    <a:pt x="2352691" y="137341"/>
                  </a:lnTo>
                  <a:lnTo>
                    <a:pt x="2358137" y="137310"/>
                  </a:lnTo>
                  <a:lnTo>
                    <a:pt x="2363583" y="137280"/>
                  </a:lnTo>
                  <a:lnTo>
                    <a:pt x="2369029" y="137250"/>
                  </a:lnTo>
                  <a:lnTo>
                    <a:pt x="2374475" y="137221"/>
                  </a:lnTo>
                  <a:lnTo>
                    <a:pt x="2379921" y="137195"/>
                  </a:lnTo>
                  <a:lnTo>
                    <a:pt x="2385367" y="137170"/>
                  </a:lnTo>
                  <a:lnTo>
                    <a:pt x="2390813" y="137149"/>
                  </a:lnTo>
                  <a:lnTo>
                    <a:pt x="2396259" y="137132"/>
                  </a:lnTo>
                  <a:lnTo>
                    <a:pt x="2401705" y="137118"/>
                  </a:lnTo>
                  <a:lnTo>
                    <a:pt x="2407151" y="137109"/>
                  </a:lnTo>
                  <a:lnTo>
                    <a:pt x="2412597" y="137106"/>
                  </a:lnTo>
                  <a:lnTo>
                    <a:pt x="2418043" y="137107"/>
                  </a:lnTo>
                  <a:lnTo>
                    <a:pt x="2423490" y="137112"/>
                  </a:lnTo>
                  <a:lnTo>
                    <a:pt x="2428936" y="137122"/>
                  </a:lnTo>
                  <a:lnTo>
                    <a:pt x="2434382" y="137136"/>
                  </a:lnTo>
                  <a:lnTo>
                    <a:pt x="2439828" y="137153"/>
                  </a:lnTo>
                  <a:lnTo>
                    <a:pt x="2445274" y="137172"/>
                  </a:lnTo>
                  <a:lnTo>
                    <a:pt x="2450720" y="137193"/>
                  </a:lnTo>
                  <a:lnTo>
                    <a:pt x="2456166" y="137215"/>
                  </a:lnTo>
                  <a:lnTo>
                    <a:pt x="2461612" y="137235"/>
                  </a:lnTo>
                  <a:lnTo>
                    <a:pt x="2467058" y="137254"/>
                  </a:lnTo>
                  <a:lnTo>
                    <a:pt x="2472504" y="137270"/>
                  </a:lnTo>
                  <a:lnTo>
                    <a:pt x="2477950" y="137281"/>
                  </a:lnTo>
                  <a:lnTo>
                    <a:pt x="2483396" y="137288"/>
                  </a:lnTo>
                  <a:lnTo>
                    <a:pt x="2488842" y="137286"/>
                  </a:lnTo>
                  <a:lnTo>
                    <a:pt x="2494288" y="137277"/>
                  </a:lnTo>
                  <a:lnTo>
                    <a:pt x="2499734" y="137260"/>
                  </a:lnTo>
                  <a:lnTo>
                    <a:pt x="2505180" y="137235"/>
                  </a:lnTo>
                  <a:lnTo>
                    <a:pt x="2510626" y="137200"/>
                  </a:lnTo>
                  <a:lnTo>
                    <a:pt x="2516072" y="137155"/>
                  </a:lnTo>
                  <a:lnTo>
                    <a:pt x="2521518" y="137102"/>
                  </a:lnTo>
                  <a:lnTo>
                    <a:pt x="2526964" y="137038"/>
                  </a:lnTo>
                  <a:lnTo>
                    <a:pt x="2532410" y="136965"/>
                  </a:lnTo>
                  <a:lnTo>
                    <a:pt x="2537856" y="136884"/>
                  </a:lnTo>
                  <a:lnTo>
                    <a:pt x="2543303" y="136796"/>
                  </a:lnTo>
                  <a:lnTo>
                    <a:pt x="2548749" y="136702"/>
                  </a:lnTo>
                  <a:lnTo>
                    <a:pt x="2554195" y="136604"/>
                  </a:lnTo>
                  <a:lnTo>
                    <a:pt x="2559641" y="136501"/>
                  </a:lnTo>
                  <a:lnTo>
                    <a:pt x="2565087" y="136394"/>
                  </a:lnTo>
                  <a:lnTo>
                    <a:pt x="2570533" y="136287"/>
                  </a:lnTo>
                  <a:lnTo>
                    <a:pt x="2575979" y="136180"/>
                  </a:lnTo>
                  <a:lnTo>
                    <a:pt x="2581425" y="136073"/>
                  </a:lnTo>
                  <a:lnTo>
                    <a:pt x="2586871" y="135968"/>
                  </a:lnTo>
                  <a:lnTo>
                    <a:pt x="2592317" y="135866"/>
                  </a:lnTo>
                  <a:lnTo>
                    <a:pt x="2597763" y="135768"/>
                  </a:lnTo>
                  <a:lnTo>
                    <a:pt x="2603209" y="135674"/>
                  </a:lnTo>
                  <a:lnTo>
                    <a:pt x="2608655" y="135585"/>
                  </a:lnTo>
                  <a:lnTo>
                    <a:pt x="2614101" y="135500"/>
                  </a:lnTo>
                  <a:lnTo>
                    <a:pt x="2619547" y="135420"/>
                  </a:lnTo>
                  <a:lnTo>
                    <a:pt x="2624993" y="135345"/>
                  </a:lnTo>
                  <a:lnTo>
                    <a:pt x="2630439" y="135274"/>
                  </a:lnTo>
                  <a:lnTo>
                    <a:pt x="2635885" y="135208"/>
                  </a:lnTo>
                  <a:lnTo>
                    <a:pt x="2641331" y="135146"/>
                  </a:lnTo>
                  <a:lnTo>
                    <a:pt x="2646777" y="135088"/>
                  </a:lnTo>
                  <a:lnTo>
                    <a:pt x="2652223" y="135034"/>
                  </a:lnTo>
                  <a:lnTo>
                    <a:pt x="2657669" y="134983"/>
                  </a:lnTo>
                  <a:lnTo>
                    <a:pt x="2663116" y="134935"/>
                  </a:lnTo>
                  <a:lnTo>
                    <a:pt x="2668562" y="134890"/>
                  </a:lnTo>
                  <a:lnTo>
                    <a:pt x="2674008" y="134849"/>
                  </a:lnTo>
                  <a:lnTo>
                    <a:pt x="2679454" y="134812"/>
                  </a:lnTo>
                  <a:lnTo>
                    <a:pt x="2684900" y="134780"/>
                  </a:lnTo>
                  <a:lnTo>
                    <a:pt x="2690346" y="134752"/>
                  </a:lnTo>
                  <a:lnTo>
                    <a:pt x="2695792" y="134731"/>
                  </a:lnTo>
                  <a:lnTo>
                    <a:pt x="2701238" y="134716"/>
                  </a:lnTo>
                  <a:lnTo>
                    <a:pt x="2706684" y="134708"/>
                  </a:lnTo>
                  <a:lnTo>
                    <a:pt x="2712130" y="134709"/>
                  </a:lnTo>
                  <a:lnTo>
                    <a:pt x="2717576" y="134721"/>
                  </a:lnTo>
                  <a:lnTo>
                    <a:pt x="2723022" y="134742"/>
                  </a:lnTo>
                  <a:lnTo>
                    <a:pt x="2728468" y="134775"/>
                  </a:lnTo>
                  <a:lnTo>
                    <a:pt x="2733914" y="134819"/>
                  </a:lnTo>
                  <a:lnTo>
                    <a:pt x="2739360" y="134875"/>
                  </a:lnTo>
                  <a:lnTo>
                    <a:pt x="2744806" y="134943"/>
                  </a:lnTo>
                  <a:lnTo>
                    <a:pt x="2750252" y="135023"/>
                  </a:lnTo>
                  <a:lnTo>
                    <a:pt x="2755698" y="135117"/>
                  </a:lnTo>
                  <a:lnTo>
                    <a:pt x="2761144" y="135221"/>
                  </a:lnTo>
                  <a:lnTo>
                    <a:pt x="2766590" y="135335"/>
                  </a:lnTo>
                  <a:lnTo>
                    <a:pt x="2772036" y="135459"/>
                  </a:lnTo>
                  <a:lnTo>
                    <a:pt x="2777482" y="135590"/>
                  </a:lnTo>
                  <a:lnTo>
                    <a:pt x="2782929" y="135728"/>
                  </a:lnTo>
                  <a:lnTo>
                    <a:pt x="2782929" y="138073"/>
                  </a:lnTo>
                  <a:lnTo>
                    <a:pt x="2777482" y="138073"/>
                  </a:lnTo>
                  <a:lnTo>
                    <a:pt x="2772036" y="138073"/>
                  </a:lnTo>
                  <a:lnTo>
                    <a:pt x="2766590" y="138073"/>
                  </a:lnTo>
                  <a:lnTo>
                    <a:pt x="2761144" y="138073"/>
                  </a:lnTo>
                  <a:lnTo>
                    <a:pt x="2755698" y="138073"/>
                  </a:lnTo>
                  <a:lnTo>
                    <a:pt x="2750252" y="138073"/>
                  </a:lnTo>
                  <a:lnTo>
                    <a:pt x="2744806" y="138073"/>
                  </a:lnTo>
                  <a:lnTo>
                    <a:pt x="2739360" y="138073"/>
                  </a:lnTo>
                  <a:lnTo>
                    <a:pt x="2733914" y="138073"/>
                  </a:lnTo>
                  <a:lnTo>
                    <a:pt x="2728468" y="138073"/>
                  </a:lnTo>
                  <a:lnTo>
                    <a:pt x="2723022" y="138073"/>
                  </a:lnTo>
                  <a:lnTo>
                    <a:pt x="2717576" y="138073"/>
                  </a:lnTo>
                  <a:lnTo>
                    <a:pt x="2712130" y="138073"/>
                  </a:lnTo>
                  <a:lnTo>
                    <a:pt x="2706684" y="138073"/>
                  </a:lnTo>
                  <a:lnTo>
                    <a:pt x="2701238" y="138073"/>
                  </a:lnTo>
                  <a:lnTo>
                    <a:pt x="2695792" y="138073"/>
                  </a:lnTo>
                  <a:lnTo>
                    <a:pt x="2690346" y="138073"/>
                  </a:lnTo>
                  <a:lnTo>
                    <a:pt x="2684900" y="138073"/>
                  </a:lnTo>
                  <a:lnTo>
                    <a:pt x="2679454" y="138073"/>
                  </a:lnTo>
                  <a:lnTo>
                    <a:pt x="2674008" y="138073"/>
                  </a:lnTo>
                  <a:lnTo>
                    <a:pt x="2668562" y="138073"/>
                  </a:lnTo>
                  <a:lnTo>
                    <a:pt x="2663116" y="138073"/>
                  </a:lnTo>
                  <a:lnTo>
                    <a:pt x="2657669" y="138073"/>
                  </a:lnTo>
                  <a:lnTo>
                    <a:pt x="2652223" y="138073"/>
                  </a:lnTo>
                  <a:lnTo>
                    <a:pt x="2646777" y="138073"/>
                  </a:lnTo>
                  <a:lnTo>
                    <a:pt x="2641331" y="138073"/>
                  </a:lnTo>
                  <a:lnTo>
                    <a:pt x="2635885" y="138073"/>
                  </a:lnTo>
                  <a:lnTo>
                    <a:pt x="2630439" y="138073"/>
                  </a:lnTo>
                  <a:lnTo>
                    <a:pt x="2624993" y="138073"/>
                  </a:lnTo>
                  <a:lnTo>
                    <a:pt x="2619547" y="138073"/>
                  </a:lnTo>
                  <a:lnTo>
                    <a:pt x="2614101" y="138073"/>
                  </a:lnTo>
                  <a:lnTo>
                    <a:pt x="2608655" y="138073"/>
                  </a:lnTo>
                  <a:lnTo>
                    <a:pt x="2603209" y="138073"/>
                  </a:lnTo>
                  <a:lnTo>
                    <a:pt x="2597763" y="138073"/>
                  </a:lnTo>
                  <a:lnTo>
                    <a:pt x="2592317" y="138073"/>
                  </a:lnTo>
                  <a:lnTo>
                    <a:pt x="2586871" y="138073"/>
                  </a:lnTo>
                  <a:lnTo>
                    <a:pt x="2581425" y="138073"/>
                  </a:lnTo>
                  <a:lnTo>
                    <a:pt x="2575979" y="138073"/>
                  </a:lnTo>
                  <a:lnTo>
                    <a:pt x="2570533" y="138073"/>
                  </a:lnTo>
                  <a:lnTo>
                    <a:pt x="2565087" y="138073"/>
                  </a:lnTo>
                  <a:lnTo>
                    <a:pt x="2559641" y="138073"/>
                  </a:lnTo>
                  <a:lnTo>
                    <a:pt x="2554195" y="138073"/>
                  </a:lnTo>
                  <a:lnTo>
                    <a:pt x="2548749" y="138073"/>
                  </a:lnTo>
                  <a:lnTo>
                    <a:pt x="2543303" y="138073"/>
                  </a:lnTo>
                  <a:lnTo>
                    <a:pt x="2537856" y="138073"/>
                  </a:lnTo>
                  <a:lnTo>
                    <a:pt x="2532410" y="138073"/>
                  </a:lnTo>
                  <a:lnTo>
                    <a:pt x="2526964" y="138073"/>
                  </a:lnTo>
                  <a:lnTo>
                    <a:pt x="2521518" y="138073"/>
                  </a:lnTo>
                  <a:lnTo>
                    <a:pt x="2516072" y="138073"/>
                  </a:lnTo>
                  <a:lnTo>
                    <a:pt x="2510626" y="138073"/>
                  </a:lnTo>
                  <a:lnTo>
                    <a:pt x="2505180" y="138073"/>
                  </a:lnTo>
                  <a:lnTo>
                    <a:pt x="2499734" y="138073"/>
                  </a:lnTo>
                  <a:lnTo>
                    <a:pt x="2494288" y="138073"/>
                  </a:lnTo>
                  <a:lnTo>
                    <a:pt x="2488842" y="138073"/>
                  </a:lnTo>
                  <a:lnTo>
                    <a:pt x="2483396" y="138073"/>
                  </a:lnTo>
                  <a:lnTo>
                    <a:pt x="2477950" y="138073"/>
                  </a:lnTo>
                  <a:lnTo>
                    <a:pt x="2472504" y="138073"/>
                  </a:lnTo>
                  <a:lnTo>
                    <a:pt x="2467058" y="138073"/>
                  </a:lnTo>
                  <a:lnTo>
                    <a:pt x="2461612" y="138073"/>
                  </a:lnTo>
                  <a:lnTo>
                    <a:pt x="2456166" y="138073"/>
                  </a:lnTo>
                  <a:lnTo>
                    <a:pt x="2450720" y="138073"/>
                  </a:lnTo>
                  <a:lnTo>
                    <a:pt x="2445274" y="138073"/>
                  </a:lnTo>
                  <a:lnTo>
                    <a:pt x="2439828" y="138073"/>
                  </a:lnTo>
                  <a:lnTo>
                    <a:pt x="2434382" y="138073"/>
                  </a:lnTo>
                  <a:lnTo>
                    <a:pt x="2428936" y="138073"/>
                  </a:lnTo>
                  <a:lnTo>
                    <a:pt x="2423490" y="138073"/>
                  </a:lnTo>
                  <a:lnTo>
                    <a:pt x="2418043" y="138073"/>
                  </a:lnTo>
                  <a:lnTo>
                    <a:pt x="2412597" y="138073"/>
                  </a:lnTo>
                  <a:lnTo>
                    <a:pt x="2407151" y="138073"/>
                  </a:lnTo>
                  <a:lnTo>
                    <a:pt x="2401705" y="138073"/>
                  </a:lnTo>
                  <a:lnTo>
                    <a:pt x="2396259" y="138073"/>
                  </a:lnTo>
                  <a:lnTo>
                    <a:pt x="2390813" y="138073"/>
                  </a:lnTo>
                  <a:lnTo>
                    <a:pt x="2385367" y="138073"/>
                  </a:lnTo>
                  <a:lnTo>
                    <a:pt x="2379921" y="138073"/>
                  </a:lnTo>
                  <a:lnTo>
                    <a:pt x="2374475" y="138073"/>
                  </a:lnTo>
                  <a:lnTo>
                    <a:pt x="2369029" y="138073"/>
                  </a:lnTo>
                  <a:lnTo>
                    <a:pt x="2363583" y="138073"/>
                  </a:lnTo>
                  <a:lnTo>
                    <a:pt x="2358137" y="138073"/>
                  </a:lnTo>
                  <a:lnTo>
                    <a:pt x="2352691" y="138073"/>
                  </a:lnTo>
                  <a:lnTo>
                    <a:pt x="2347245" y="138073"/>
                  </a:lnTo>
                  <a:lnTo>
                    <a:pt x="2341799" y="138073"/>
                  </a:lnTo>
                  <a:lnTo>
                    <a:pt x="2336353" y="138073"/>
                  </a:lnTo>
                  <a:lnTo>
                    <a:pt x="2330907" y="138073"/>
                  </a:lnTo>
                  <a:lnTo>
                    <a:pt x="2325461" y="138073"/>
                  </a:lnTo>
                  <a:lnTo>
                    <a:pt x="2320015" y="138073"/>
                  </a:lnTo>
                  <a:lnTo>
                    <a:pt x="2314569" y="138073"/>
                  </a:lnTo>
                  <a:lnTo>
                    <a:pt x="2309123" y="138073"/>
                  </a:lnTo>
                  <a:lnTo>
                    <a:pt x="2303677" y="138073"/>
                  </a:lnTo>
                  <a:lnTo>
                    <a:pt x="2298231" y="138073"/>
                  </a:lnTo>
                  <a:lnTo>
                    <a:pt x="2292784" y="138073"/>
                  </a:lnTo>
                  <a:lnTo>
                    <a:pt x="2287338" y="138073"/>
                  </a:lnTo>
                  <a:lnTo>
                    <a:pt x="2281892" y="138073"/>
                  </a:lnTo>
                  <a:lnTo>
                    <a:pt x="2276446" y="138073"/>
                  </a:lnTo>
                  <a:lnTo>
                    <a:pt x="2271000" y="138073"/>
                  </a:lnTo>
                  <a:lnTo>
                    <a:pt x="2265554" y="138073"/>
                  </a:lnTo>
                  <a:lnTo>
                    <a:pt x="2260108" y="138073"/>
                  </a:lnTo>
                  <a:lnTo>
                    <a:pt x="2254662" y="138073"/>
                  </a:lnTo>
                  <a:lnTo>
                    <a:pt x="2249216" y="138073"/>
                  </a:lnTo>
                  <a:lnTo>
                    <a:pt x="2243770" y="138073"/>
                  </a:lnTo>
                  <a:lnTo>
                    <a:pt x="2238324" y="138073"/>
                  </a:lnTo>
                  <a:lnTo>
                    <a:pt x="2232878" y="138073"/>
                  </a:lnTo>
                  <a:lnTo>
                    <a:pt x="2227432" y="138073"/>
                  </a:lnTo>
                  <a:lnTo>
                    <a:pt x="2221986" y="138073"/>
                  </a:lnTo>
                  <a:lnTo>
                    <a:pt x="2216540" y="138073"/>
                  </a:lnTo>
                  <a:lnTo>
                    <a:pt x="2211094" y="138073"/>
                  </a:lnTo>
                  <a:lnTo>
                    <a:pt x="2205648" y="138073"/>
                  </a:lnTo>
                  <a:lnTo>
                    <a:pt x="2200202" y="138073"/>
                  </a:lnTo>
                  <a:lnTo>
                    <a:pt x="2194756" y="138073"/>
                  </a:lnTo>
                  <a:lnTo>
                    <a:pt x="2189310" y="138073"/>
                  </a:lnTo>
                  <a:lnTo>
                    <a:pt x="2183864" y="138073"/>
                  </a:lnTo>
                  <a:lnTo>
                    <a:pt x="2178418" y="138073"/>
                  </a:lnTo>
                  <a:lnTo>
                    <a:pt x="2172971" y="138073"/>
                  </a:lnTo>
                  <a:lnTo>
                    <a:pt x="2167525" y="138073"/>
                  </a:lnTo>
                  <a:lnTo>
                    <a:pt x="2162079" y="138073"/>
                  </a:lnTo>
                  <a:lnTo>
                    <a:pt x="2156633" y="138073"/>
                  </a:lnTo>
                  <a:lnTo>
                    <a:pt x="2151187" y="138073"/>
                  </a:lnTo>
                  <a:lnTo>
                    <a:pt x="2145741" y="138073"/>
                  </a:lnTo>
                  <a:lnTo>
                    <a:pt x="2140295" y="138073"/>
                  </a:lnTo>
                  <a:lnTo>
                    <a:pt x="2134849" y="138073"/>
                  </a:lnTo>
                  <a:lnTo>
                    <a:pt x="2129403" y="138073"/>
                  </a:lnTo>
                  <a:lnTo>
                    <a:pt x="2123957" y="138073"/>
                  </a:lnTo>
                  <a:lnTo>
                    <a:pt x="2118511" y="138073"/>
                  </a:lnTo>
                  <a:lnTo>
                    <a:pt x="2113065" y="138073"/>
                  </a:lnTo>
                  <a:lnTo>
                    <a:pt x="2107619" y="138073"/>
                  </a:lnTo>
                  <a:lnTo>
                    <a:pt x="2102173" y="138073"/>
                  </a:lnTo>
                  <a:lnTo>
                    <a:pt x="2096727" y="138073"/>
                  </a:lnTo>
                  <a:lnTo>
                    <a:pt x="2091281" y="138073"/>
                  </a:lnTo>
                  <a:lnTo>
                    <a:pt x="2085835" y="138073"/>
                  </a:lnTo>
                  <a:lnTo>
                    <a:pt x="2080389" y="138073"/>
                  </a:lnTo>
                  <a:lnTo>
                    <a:pt x="2074943" y="138073"/>
                  </a:lnTo>
                  <a:lnTo>
                    <a:pt x="2069497" y="138073"/>
                  </a:lnTo>
                  <a:lnTo>
                    <a:pt x="2064051" y="138073"/>
                  </a:lnTo>
                  <a:lnTo>
                    <a:pt x="2058605" y="138073"/>
                  </a:lnTo>
                  <a:lnTo>
                    <a:pt x="2053158" y="138073"/>
                  </a:lnTo>
                  <a:lnTo>
                    <a:pt x="2047712" y="138073"/>
                  </a:lnTo>
                  <a:lnTo>
                    <a:pt x="2042266" y="138073"/>
                  </a:lnTo>
                  <a:lnTo>
                    <a:pt x="2036820" y="138073"/>
                  </a:lnTo>
                  <a:lnTo>
                    <a:pt x="2031374" y="138073"/>
                  </a:lnTo>
                  <a:lnTo>
                    <a:pt x="2025928" y="138073"/>
                  </a:lnTo>
                  <a:lnTo>
                    <a:pt x="2020482" y="138073"/>
                  </a:lnTo>
                  <a:lnTo>
                    <a:pt x="2015036" y="138073"/>
                  </a:lnTo>
                  <a:lnTo>
                    <a:pt x="2009590" y="138073"/>
                  </a:lnTo>
                  <a:lnTo>
                    <a:pt x="2004144" y="138073"/>
                  </a:lnTo>
                  <a:lnTo>
                    <a:pt x="1998698" y="138073"/>
                  </a:lnTo>
                  <a:lnTo>
                    <a:pt x="1993252" y="138073"/>
                  </a:lnTo>
                  <a:lnTo>
                    <a:pt x="1987806" y="138073"/>
                  </a:lnTo>
                  <a:lnTo>
                    <a:pt x="1982360" y="138073"/>
                  </a:lnTo>
                  <a:lnTo>
                    <a:pt x="1976914" y="138073"/>
                  </a:lnTo>
                  <a:lnTo>
                    <a:pt x="1971468" y="138073"/>
                  </a:lnTo>
                  <a:lnTo>
                    <a:pt x="1966022" y="138073"/>
                  </a:lnTo>
                  <a:lnTo>
                    <a:pt x="1960576" y="138073"/>
                  </a:lnTo>
                  <a:lnTo>
                    <a:pt x="1955130" y="138073"/>
                  </a:lnTo>
                  <a:lnTo>
                    <a:pt x="1949684" y="138073"/>
                  </a:lnTo>
                  <a:lnTo>
                    <a:pt x="1944238" y="138073"/>
                  </a:lnTo>
                  <a:lnTo>
                    <a:pt x="1938792" y="138073"/>
                  </a:lnTo>
                  <a:lnTo>
                    <a:pt x="1933345" y="138073"/>
                  </a:lnTo>
                  <a:lnTo>
                    <a:pt x="1927899" y="138073"/>
                  </a:lnTo>
                  <a:lnTo>
                    <a:pt x="1922453" y="138073"/>
                  </a:lnTo>
                  <a:lnTo>
                    <a:pt x="1917007" y="138073"/>
                  </a:lnTo>
                  <a:lnTo>
                    <a:pt x="1911561" y="138073"/>
                  </a:lnTo>
                  <a:lnTo>
                    <a:pt x="1906115" y="138073"/>
                  </a:lnTo>
                  <a:lnTo>
                    <a:pt x="1900669" y="138073"/>
                  </a:lnTo>
                  <a:lnTo>
                    <a:pt x="1895223" y="138073"/>
                  </a:lnTo>
                  <a:lnTo>
                    <a:pt x="1889777" y="138073"/>
                  </a:lnTo>
                  <a:lnTo>
                    <a:pt x="1884331" y="138073"/>
                  </a:lnTo>
                  <a:lnTo>
                    <a:pt x="1878885" y="138073"/>
                  </a:lnTo>
                  <a:lnTo>
                    <a:pt x="1873439" y="138073"/>
                  </a:lnTo>
                  <a:lnTo>
                    <a:pt x="1867993" y="138073"/>
                  </a:lnTo>
                  <a:lnTo>
                    <a:pt x="1862547" y="138073"/>
                  </a:lnTo>
                  <a:lnTo>
                    <a:pt x="1857101" y="138073"/>
                  </a:lnTo>
                  <a:lnTo>
                    <a:pt x="1851655" y="138073"/>
                  </a:lnTo>
                  <a:lnTo>
                    <a:pt x="1846209" y="138073"/>
                  </a:lnTo>
                  <a:lnTo>
                    <a:pt x="1840763" y="138073"/>
                  </a:lnTo>
                  <a:lnTo>
                    <a:pt x="1835317" y="138073"/>
                  </a:lnTo>
                  <a:lnTo>
                    <a:pt x="1829871" y="138073"/>
                  </a:lnTo>
                  <a:lnTo>
                    <a:pt x="1824425" y="138073"/>
                  </a:lnTo>
                  <a:lnTo>
                    <a:pt x="1818979" y="138073"/>
                  </a:lnTo>
                  <a:lnTo>
                    <a:pt x="1813532" y="138073"/>
                  </a:lnTo>
                  <a:lnTo>
                    <a:pt x="1808086" y="138073"/>
                  </a:lnTo>
                  <a:lnTo>
                    <a:pt x="1802640" y="138073"/>
                  </a:lnTo>
                  <a:lnTo>
                    <a:pt x="1797194" y="138073"/>
                  </a:lnTo>
                  <a:lnTo>
                    <a:pt x="1791748" y="138073"/>
                  </a:lnTo>
                  <a:lnTo>
                    <a:pt x="1786302" y="138073"/>
                  </a:lnTo>
                  <a:lnTo>
                    <a:pt x="1780856" y="138073"/>
                  </a:lnTo>
                  <a:lnTo>
                    <a:pt x="1775410" y="138073"/>
                  </a:lnTo>
                  <a:lnTo>
                    <a:pt x="1769964" y="138073"/>
                  </a:lnTo>
                  <a:lnTo>
                    <a:pt x="1764518" y="138073"/>
                  </a:lnTo>
                  <a:lnTo>
                    <a:pt x="1759072" y="138073"/>
                  </a:lnTo>
                  <a:lnTo>
                    <a:pt x="1753626" y="138073"/>
                  </a:lnTo>
                  <a:lnTo>
                    <a:pt x="1748180" y="138073"/>
                  </a:lnTo>
                  <a:lnTo>
                    <a:pt x="1742734" y="138073"/>
                  </a:lnTo>
                  <a:lnTo>
                    <a:pt x="1737288" y="138073"/>
                  </a:lnTo>
                  <a:lnTo>
                    <a:pt x="1731842" y="138073"/>
                  </a:lnTo>
                  <a:lnTo>
                    <a:pt x="1726396" y="138073"/>
                  </a:lnTo>
                  <a:lnTo>
                    <a:pt x="1720950" y="138073"/>
                  </a:lnTo>
                  <a:lnTo>
                    <a:pt x="1715504" y="138073"/>
                  </a:lnTo>
                  <a:lnTo>
                    <a:pt x="1710058" y="138073"/>
                  </a:lnTo>
                  <a:lnTo>
                    <a:pt x="1704612" y="138073"/>
                  </a:lnTo>
                  <a:lnTo>
                    <a:pt x="1699166" y="138073"/>
                  </a:lnTo>
                  <a:lnTo>
                    <a:pt x="1693720" y="138073"/>
                  </a:lnTo>
                  <a:lnTo>
                    <a:pt x="1688273" y="138073"/>
                  </a:lnTo>
                  <a:lnTo>
                    <a:pt x="1682827" y="138073"/>
                  </a:lnTo>
                  <a:lnTo>
                    <a:pt x="1677381" y="138073"/>
                  </a:lnTo>
                  <a:lnTo>
                    <a:pt x="1671935" y="138073"/>
                  </a:lnTo>
                  <a:lnTo>
                    <a:pt x="1666489" y="138073"/>
                  </a:lnTo>
                  <a:lnTo>
                    <a:pt x="1661043" y="138073"/>
                  </a:lnTo>
                  <a:lnTo>
                    <a:pt x="1655597" y="138073"/>
                  </a:lnTo>
                  <a:lnTo>
                    <a:pt x="1650151" y="138073"/>
                  </a:lnTo>
                  <a:lnTo>
                    <a:pt x="1644705" y="138073"/>
                  </a:lnTo>
                  <a:lnTo>
                    <a:pt x="1639259" y="138073"/>
                  </a:lnTo>
                  <a:lnTo>
                    <a:pt x="1633813" y="138073"/>
                  </a:lnTo>
                  <a:lnTo>
                    <a:pt x="1628367" y="138073"/>
                  </a:lnTo>
                  <a:lnTo>
                    <a:pt x="1622921" y="138073"/>
                  </a:lnTo>
                  <a:lnTo>
                    <a:pt x="1617475" y="138073"/>
                  </a:lnTo>
                  <a:lnTo>
                    <a:pt x="1612029" y="138073"/>
                  </a:lnTo>
                  <a:lnTo>
                    <a:pt x="1606583" y="138073"/>
                  </a:lnTo>
                  <a:lnTo>
                    <a:pt x="1601137" y="138073"/>
                  </a:lnTo>
                  <a:lnTo>
                    <a:pt x="1595691" y="138073"/>
                  </a:lnTo>
                  <a:lnTo>
                    <a:pt x="1590245" y="138073"/>
                  </a:lnTo>
                  <a:lnTo>
                    <a:pt x="1584799" y="138073"/>
                  </a:lnTo>
                  <a:lnTo>
                    <a:pt x="1579353" y="138073"/>
                  </a:lnTo>
                  <a:lnTo>
                    <a:pt x="1573907" y="138073"/>
                  </a:lnTo>
                  <a:lnTo>
                    <a:pt x="1568460" y="138073"/>
                  </a:lnTo>
                  <a:lnTo>
                    <a:pt x="1563014" y="138073"/>
                  </a:lnTo>
                  <a:lnTo>
                    <a:pt x="1557568" y="138073"/>
                  </a:lnTo>
                  <a:lnTo>
                    <a:pt x="1552122" y="138073"/>
                  </a:lnTo>
                  <a:lnTo>
                    <a:pt x="1546676" y="138073"/>
                  </a:lnTo>
                  <a:lnTo>
                    <a:pt x="1541230" y="138073"/>
                  </a:lnTo>
                  <a:lnTo>
                    <a:pt x="1535784" y="138073"/>
                  </a:lnTo>
                  <a:lnTo>
                    <a:pt x="1530338" y="138073"/>
                  </a:lnTo>
                  <a:lnTo>
                    <a:pt x="1524892" y="138073"/>
                  </a:lnTo>
                  <a:lnTo>
                    <a:pt x="1519446" y="138073"/>
                  </a:lnTo>
                  <a:lnTo>
                    <a:pt x="1514000" y="138073"/>
                  </a:lnTo>
                  <a:lnTo>
                    <a:pt x="1508554" y="138073"/>
                  </a:lnTo>
                  <a:lnTo>
                    <a:pt x="1503108" y="138073"/>
                  </a:lnTo>
                  <a:lnTo>
                    <a:pt x="1497662" y="138073"/>
                  </a:lnTo>
                  <a:lnTo>
                    <a:pt x="1492216" y="138073"/>
                  </a:lnTo>
                  <a:lnTo>
                    <a:pt x="1486770" y="138073"/>
                  </a:lnTo>
                  <a:lnTo>
                    <a:pt x="1481324" y="138073"/>
                  </a:lnTo>
                  <a:lnTo>
                    <a:pt x="1475878" y="138073"/>
                  </a:lnTo>
                  <a:lnTo>
                    <a:pt x="1470432" y="138073"/>
                  </a:lnTo>
                  <a:lnTo>
                    <a:pt x="1464986" y="138073"/>
                  </a:lnTo>
                  <a:lnTo>
                    <a:pt x="1459540" y="138073"/>
                  </a:lnTo>
                  <a:lnTo>
                    <a:pt x="1454094" y="138073"/>
                  </a:lnTo>
                  <a:lnTo>
                    <a:pt x="1448647" y="138073"/>
                  </a:lnTo>
                  <a:lnTo>
                    <a:pt x="1443201" y="138073"/>
                  </a:lnTo>
                  <a:lnTo>
                    <a:pt x="1437755" y="138073"/>
                  </a:lnTo>
                  <a:lnTo>
                    <a:pt x="1432309" y="138073"/>
                  </a:lnTo>
                  <a:lnTo>
                    <a:pt x="1426863" y="138073"/>
                  </a:lnTo>
                  <a:lnTo>
                    <a:pt x="1421417" y="138073"/>
                  </a:lnTo>
                  <a:lnTo>
                    <a:pt x="1415971" y="138073"/>
                  </a:lnTo>
                  <a:lnTo>
                    <a:pt x="1410525" y="138073"/>
                  </a:lnTo>
                  <a:lnTo>
                    <a:pt x="1405079" y="138073"/>
                  </a:lnTo>
                  <a:lnTo>
                    <a:pt x="1399633" y="138073"/>
                  </a:lnTo>
                  <a:lnTo>
                    <a:pt x="1394187" y="138073"/>
                  </a:lnTo>
                  <a:lnTo>
                    <a:pt x="1388741" y="138073"/>
                  </a:lnTo>
                  <a:lnTo>
                    <a:pt x="1383295" y="138073"/>
                  </a:lnTo>
                  <a:lnTo>
                    <a:pt x="1377849" y="138073"/>
                  </a:lnTo>
                  <a:lnTo>
                    <a:pt x="1372403" y="138073"/>
                  </a:lnTo>
                  <a:lnTo>
                    <a:pt x="1366957" y="138073"/>
                  </a:lnTo>
                  <a:lnTo>
                    <a:pt x="1361511" y="138073"/>
                  </a:lnTo>
                  <a:lnTo>
                    <a:pt x="1356065" y="138073"/>
                  </a:lnTo>
                  <a:lnTo>
                    <a:pt x="1350619" y="138073"/>
                  </a:lnTo>
                  <a:lnTo>
                    <a:pt x="1345173" y="138073"/>
                  </a:lnTo>
                  <a:lnTo>
                    <a:pt x="1339727" y="138073"/>
                  </a:lnTo>
                  <a:lnTo>
                    <a:pt x="1334281" y="138073"/>
                  </a:lnTo>
                  <a:lnTo>
                    <a:pt x="1328834" y="138073"/>
                  </a:lnTo>
                  <a:lnTo>
                    <a:pt x="1323388" y="138073"/>
                  </a:lnTo>
                  <a:lnTo>
                    <a:pt x="1317942" y="138073"/>
                  </a:lnTo>
                  <a:lnTo>
                    <a:pt x="1312496" y="138073"/>
                  </a:lnTo>
                  <a:lnTo>
                    <a:pt x="1307050" y="138073"/>
                  </a:lnTo>
                  <a:lnTo>
                    <a:pt x="1301604" y="138073"/>
                  </a:lnTo>
                  <a:lnTo>
                    <a:pt x="1296158" y="138073"/>
                  </a:lnTo>
                  <a:lnTo>
                    <a:pt x="1290712" y="138073"/>
                  </a:lnTo>
                  <a:lnTo>
                    <a:pt x="1285266" y="138073"/>
                  </a:lnTo>
                  <a:lnTo>
                    <a:pt x="1279820" y="138073"/>
                  </a:lnTo>
                  <a:lnTo>
                    <a:pt x="1274374" y="138073"/>
                  </a:lnTo>
                  <a:lnTo>
                    <a:pt x="1268928" y="138073"/>
                  </a:lnTo>
                  <a:lnTo>
                    <a:pt x="1263482" y="138073"/>
                  </a:lnTo>
                  <a:lnTo>
                    <a:pt x="1258036" y="138073"/>
                  </a:lnTo>
                  <a:lnTo>
                    <a:pt x="1252590" y="138073"/>
                  </a:lnTo>
                  <a:lnTo>
                    <a:pt x="1247144" y="138073"/>
                  </a:lnTo>
                  <a:lnTo>
                    <a:pt x="1241698" y="138073"/>
                  </a:lnTo>
                  <a:lnTo>
                    <a:pt x="1236252" y="138073"/>
                  </a:lnTo>
                  <a:lnTo>
                    <a:pt x="1230806" y="138073"/>
                  </a:lnTo>
                  <a:lnTo>
                    <a:pt x="1225360" y="138073"/>
                  </a:lnTo>
                  <a:lnTo>
                    <a:pt x="1219914" y="138073"/>
                  </a:lnTo>
                  <a:lnTo>
                    <a:pt x="1214468" y="138073"/>
                  </a:lnTo>
                  <a:lnTo>
                    <a:pt x="1209021" y="138073"/>
                  </a:lnTo>
                  <a:lnTo>
                    <a:pt x="1203575" y="138073"/>
                  </a:lnTo>
                  <a:lnTo>
                    <a:pt x="1198129" y="138073"/>
                  </a:lnTo>
                  <a:lnTo>
                    <a:pt x="1192683" y="138073"/>
                  </a:lnTo>
                  <a:lnTo>
                    <a:pt x="1187237" y="138073"/>
                  </a:lnTo>
                  <a:lnTo>
                    <a:pt x="1181791" y="138073"/>
                  </a:lnTo>
                  <a:lnTo>
                    <a:pt x="1176345" y="138073"/>
                  </a:lnTo>
                  <a:lnTo>
                    <a:pt x="1170899" y="138073"/>
                  </a:lnTo>
                  <a:lnTo>
                    <a:pt x="1165453" y="138073"/>
                  </a:lnTo>
                  <a:lnTo>
                    <a:pt x="1160007" y="138073"/>
                  </a:lnTo>
                  <a:lnTo>
                    <a:pt x="1154561" y="138073"/>
                  </a:lnTo>
                  <a:lnTo>
                    <a:pt x="1149115" y="138073"/>
                  </a:lnTo>
                  <a:lnTo>
                    <a:pt x="1143669" y="138073"/>
                  </a:lnTo>
                  <a:lnTo>
                    <a:pt x="1138223" y="138073"/>
                  </a:lnTo>
                  <a:lnTo>
                    <a:pt x="1132777" y="138073"/>
                  </a:lnTo>
                  <a:lnTo>
                    <a:pt x="1127331" y="138073"/>
                  </a:lnTo>
                  <a:lnTo>
                    <a:pt x="1121885" y="138073"/>
                  </a:lnTo>
                  <a:lnTo>
                    <a:pt x="1116439" y="138073"/>
                  </a:lnTo>
                  <a:lnTo>
                    <a:pt x="1110993" y="138073"/>
                  </a:lnTo>
                  <a:lnTo>
                    <a:pt x="1105547" y="138073"/>
                  </a:lnTo>
                  <a:lnTo>
                    <a:pt x="1100101" y="138073"/>
                  </a:lnTo>
                  <a:lnTo>
                    <a:pt x="1094655" y="138073"/>
                  </a:lnTo>
                  <a:lnTo>
                    <a:pt x="1089209" y="138073"/>
                  </a:lnTo>
                  <a:lnTo>
                    <a:pt x="1083762" y="138073"/>
                  </a:lnTo>
                  <a:lnTo>
                    <a:pt x="1078316" y="138073"/>
                  </a:lnTo>
                  <a:lnTo>
                    <a:pt x="1072870" y="138073"/>
                  </a:lnTo>
                  <a:lnTo>
                    <a:pt x="1067424" y="138073"/>
                  </a:lnTo>
                  <a:lnTo>
                    <a:pt x="1061978" y="138073"/>
                  </a:lnTo>
                  <a:lnTo>
                    <a:pt x="1056532" y="138073"/>
                  </a:lnTo>
                  <a:lnTo>
                    <a:pt x="1051086" y="138073"/>
                  </a:lnTo>
                  <a:lnTo>
                    <a:pt x="1045640" y="138073"/>
                  </a:lnTo>
                  <a:lnTo>
                    <a:pt x="1040194" y="138073"/>
                  </a:lnTo>
                  <a:lnTo>
                    <a:pt x="1034748" y="138073"/>
                  </a:lnTo>
                  <a:lnTo>
                    <a:pt x="1029302" y="138073"/>
                  </a:lnTo>
                  <a:lnTo>
                    <a:pt x="1023856" y="138073"/>
                  </a:lnTo>
                  <a:lnTo>
                    <a:pt x="1018410" y="138073"/>
                  </a:lnTo>
                  <a:lnTo>
                    <a:pt x="1012964" y="138073"/>
                  </a:lnTo>
                  <a:lnTo>
                    <a:pt x="1007518" y="138073"/>
                  </a:lnTo>
                  <a:lnTo>
                    <a:pt x="1002072" y="138073"/>
                  </a:lnTo>
                  <a:lnTo>
                    <a:pt x="996626" y="138073"/>
                  </a:lnTo>
                  <a:lnTo>
                    <a:pt x="991180" y="138073"/>
                  </a:lnTo>
                  <a:lnTo>
                    <a:pt x="985734" y="138073"/>
                  </a:lnTo>
                  <a:lnTo>
                    <a:pt x="980288" y="138073"/>
                  </a:lnTo>
                  <a:lnTo>
                    <a:pt x="974842" y="138073"/>
                  </a:lnTo>
                  <a:lnTo>
                    <a:pt x="969396" y="138073"/>
                  </a:lnTo>
                  <a:lnTo>
                    <a:pt x="963949" y="138073"/>
                  </a:lnTo>
                  <a:lnTo>
                    <a:pt x="958503" y="138073"/>
                  </a:lnTo>
                  <a:lnTo>
                    <a:pt x="953057" y="138073"/>
                  </a:lnTo>
                  <a:lnTo>
                    <a:pt x="947611" y="138073"/>
                  </a:lnTo>
                  <a:lnTo>
                    <a:pt x="942165" y="138073"/>
                  </a:lnTo>
                  <a:lnTo>
                    <a:pt x="936719" y="138073"/>
                  </a:lnTo>
                  <a:lnTo>
                    <a:pt x="931273" y="138073"/>
                  </a:lnTo>
                  <a:lnTo>
                    <a:pt x="925827" y="138073"/>
                  </a:lnTo>
                  <a:lnTo>
                    <a:pt x="920381" y="138073"/>
                  </a:lnTo>
                  <a:lnTo>
                    <a:pt x="914935" y="138073"/>
                  </a:lnTo>
                  <a:lnTo>
                    <a:pt x="909489" y="138073"/>
                  </a:lnTo>
                  <a:lnTo>
                    <a:pt x="904043" y="138073"/>
                  </a:lnTo>
                  <a:lnTo>
                    <a:pt x="898597" y="138073"/>
                  </a:lnTo>
                  <a:lnTo>
                    <a:pt x="893151" y="138073"/>
                  </a:lnTo>
                  <a:lnTo>
                    <a:pt x="887705" y="138073"/>
                  </a:lnTo>
                  <a:lnTo>
                    <a:pt x="882259" y="138073"/>
                  </a:lnTo>
                  <a:lnTo>
                    <a:pt x="876813" y="138073"/>
                  </a:lnTo>
                  <a:lnTo>
                    <a:pt x="871367" y="138073"/>
                  </a:lnTo>
                  <a:lnTo>
                    <a:pt x="865921" y="138073"/>
                  </a:lnTo>
                  <a:lnTo>
                    <a:pt x="860475" y="138073"/>
                  </a:lnTo>
                  <a:lnTo>
                    <a:pt x="855029" y="138073"/>
                  </a:lnTo>
                  <a:lnTo>
                    <a:pt x="849583" y="138073"/>
                  </a:lnTo>
                  <a:lnTo>
                    <a:pt x="844136" y="138073"/>
                  </a:lnTo>
                  <a:lnTo>
                    <a:pt x="838690" y="138073"/>
                  </a:lnTo>
                  <a:lnTo>
                    <a:pt x="833244" y="138073"/>
                  </a:lnTo>
                  <a:lnTo>
                    <a:pt x="827798" y="138073"/>
                  </a:lnTo>
                  <a:lnTo>
                    <a:pt x="822352" y="138073"/>
                  </a:lnTo>
                  <a:lnTo>
                    <a:pt x="816906" y="138073"/>
                  </a:lnTo>
                  <a:lnTo>
                    <a:pt x="811460" y="138073"/>
                  </a:lnTo>
                  <a:lnTo>
                    <a:pt x="806014" y="138073"/>
                  </a:lnTo>
                  <a:lnTo>
                    <a:pt x="800568" y="138073"/>
                  </a:lnTo>
                  <a:lnTo>
                    <a:pt x="795122" y="138073"/>
                  </a:lnTo>
                  <a:lnTo>
                    <a:pt x="789676" y="138073"/>
                  </a:lnTo>
                  <a:lnTo>
                    <a:pt x="784230" y="138073"/>
                  </a:lnTo>
                  <a:lnTo>
                    <a:pt x="778784" y="138073"/>
                  </a:lnTo>
                  <a:lnTo>
                    <a:pt x="773338" y="138073"/>
                  </a:lnTo>
                  <a:lnTo>
                    <a:pt x="767892" y="138073"/>
                  </a:lnTo>
                  <a:lnTo>
                    <a:pt x="762446" y="138073"/>
                  </a:lnTo>
                  <a:lnTo>
                    <a:pt x="757000" y="138073"/>
                  </a:lnTo>
                  <a:lnTo>
                    <a:pt x="751554" y="138073"/>
                  </a:lnTo>
                  <a:lnTo>
                    <a:pt x="746108" y="138073"/>
                  </a:lnTo>
                  <a:lnTo>
                    <a:pt x="740662" y="138073"/>
                  </a:lnTo>
                  <a:lnTo>
                    <a:pt x="735216" y="138073"/>
                  </a:lnTo>
                  <a:lnTo>
                    <a:pt x="729770" y="138073"/>
                  </a:lnTo>
                  <a:lnTo>
                    <a:pt x="724323" y="138073"/>
                  </a:lnTo>
                  <a:lnTo>
                    <a:pt x="718877" y="138073"/>
                  </a:lnTo>
                  <a:lnTo>
                    <a:pt x="713431" y="138073"/>
                  </a:lnTo>
                  <a:lnTo>
                    <a:pt x="707985" y="138073"/>
                  </a:lnTo>
                  <a:lnTo>
                    <a:pt x="702539" y="138073"/>
                  </a:lnTo>
                  <a:lnTo>
                    <a:pt x="697093" y="138073"/>
                  </a:lnTo>
                  <a:lnTo>
                    <a:pt x="691647" y="138073"/>
                  </a:lnTo>
                  <a:lnTo>
                    <a:pt x="686201" y="138073"/>
                  </a:lnTo>
                  <a:lnTo>
                    <a:pt x="680755" y="138073"/>
                  </a:lnTo>
                  <a:lnTo>
                    <a:pt x="675309" y="138073"/>
                  </a:lnTo>
                  <a:lnTo>
                    <a:pt x="669863" y="138073"/>
                  </a:lnTo>
                  <a:lnTo>
                    <a:pt x="664417" y="138073"/>
                  </a:lnTo>
                  <a:lnTo>
                    <a:pt x="658971" y="138073"/>
                  </a:lnTo>
                  <a:lnTo>
                    <a:pt x="653525" y="138073"/>
                  </a:lnTo>
                  <a:lnTo>
                    <a:pt x="648079" y="138073"/>
                  </a:lnTo>
                  <a:lnTo>
                    <a:pt x="642633" y="138073"/>
                  </a:lnTo>
                  <a:lnTo>
                    <a:pt x="637187" y="138073"/>
                  </a:lnTo>
                  <a:lnTo>
                    <a:pt x="631741" y="138073"/>
                  </a:lnTo>
                  <a:lnTo>
                    <a:pt x="626295" y="138073"/>
                  </a:lnTo>
                  <a:lnTo>
                    <a:pt x="620849" y="138073"/>
                  </a:lnTo>
                  <a:lnTo>
                    <a:pt x="615403" y="138073"/>
                  </a:lnTo>
                  <a:lnTo>
                    <a:pt x="609957" y="138073"/>
                  </a:lnTo>
                  <a:lnTo>
                    <a:pt x="604510" y="138073"/>
                  </a:lnTo>
                  <a:lnTo>
                    <a:pt x="599064" y="138073"/>
                  </a:lnTo>
                  <a:lnTo>
                    <a:pt x="593618" y="138073"/>
                  </a:lnTo>
                  <a:lnTo>
                    <a:pt x="588172" y="138073"/>
                  </a:lnTo>
                  <a:lnTo>
                    <a:pt x="582726" y="138073"/>
                  </a:lnTo>
                  <a:lnTo>
                    <a:pt x="577280" y="138073"/>
                  </a:lnTo>
                  <a:lnTo>
                    <a:pt x="571834" y="138073"/>
                  </a:lnTo>
                  <a:lnTo>
                    <a:pt x="566388" y="138073"/>
                  </a:lnTo>
                  <a:lnTo>
                    <a:pt x="560942" y="138073"/>
                  </a:lnTo>
                  <a:lnTo>
                    <a:pt x="555496" y="138073"/>
                  </a:lnTo>
                  <a:lnTo>
                    <a:pt x="550050" y="138073"/>
                  </a:lnTo>
                  <a:lnTo>
                    <a:pt x="544604" y="138073"/>
                  </a:lnTo>
                  <a:lnTo>
                    <a:pt x="539158" y="138073"/>
                  </a:lnTo>
                  <a:lnTo>
                    <a:pt x="533712" y="138073"/>
                  </a:lnTo>
                  <a:lnTo>
                    <a:pt x="528266" y="138073"/>
                  </a:lnTo>
                  <a:lnTo>
                    <a:pt x="522820" y="138073"/>
                  </a:lnTo>
                  <a:lnTo>
                    <a:pt x="517374" y="138073"/>
                  </a:lnTo>
                  <a:lnTo>
                    <a:pt x="511928" y="138073"/>
                  </a:lnTo>
                  <a:lnTo>
                    <a:pt x="506482" y="138073"/>
                  </a:lnTo>
                  <a:lnTo>
                    <a:pt x="501036" y="138073"/>
                  </a:lnTo>
                  <a:lnTo>
                    <a:pt x="495590" y="138073"/>
                  </a:lnTo>
                  <a:lnTo>
                    <a:pt x="490144" y="138073"/>
                  </a:lnTo>
                  <a:lnTo>
                    <a:pt x="484698" y="138073"/>
                  </a:lnTo>
                  <a:lnTo>
                    <a:pt x="479251" y="138073"/>
                  </a:lnTo>
                  <a:lnTo>
                    <a:pt x="473805" y="138073"/>
                  </a:lnTo>
                  <a:lnTo>
                    <a:pt x="468359" y="138073"/>
                  </a:lnTo>
                  <a:lnTo>
                    <a:pt x="462913" y="138073"/>
                  </a:lnTo>
                  <a:lnTo>
                    <a:pt x="457467" y="138073"/>
                  </a:lnTo>
                  <a:lnTo>
                    <a:pt x="452021" y="138073"/>
                  </a:lnTo>
                  <a:lnTo>
                    <a:pt x="446575" y="138073"/>
                  </a:lnTo>
                  <a:lnTo>
                    <a:pt x="441129" y="138073"/>
                  </a:lnTo>
                  <a:lnTo>
                    <a:pt x="435683" y="138073"/>
                  </a:lnTo>
                  <a:lnTo>
                    <a:pt x="430237" y="138073"/>
                  </a:lnTo>
                  <a:lnTo>
                    <a:pt x="424791" y="138073"/>
                  </a:lnTo>
                  <a:lnTo>
                    <a:pt x="419345" y="138073"/>
                  </a:lnTo>
                  <a:lnTo>
                    <a:pt x="413899" y="138073"/>
                  </a:lnTo>
                  <a:lnTo>
                    <a:pt x="408453" y="138073"/>
                  </a:lnTo>
                  <a:lnTo>
                    <a:pt x="403007" y="138073"/>
                  </a:lnTo>
                  <a:lnTo>
                    <a:pt x="397561" y="138073"/>
                  </a:lnTo>
                  <a:lnTo>
                    <a:pt x="392115" y="138073"/>
                  </a:lnTo>
                  <a:lnTo>
                    <a:pt x="386669" y="138073"/>
                  </a:lnTo>
                  <a:lnTo>
                    <a:pt x="381223" y="138073"/>
                  </a:lnTo>
                  <a:lnTo>
                    <a:pt x="375777" y="138073"/>
                  </a:lnTo>
                  <a:lnTo>
                    <a:pt x="370331" y="138073"/>
                  </a:lnTo>
                  <a:lnTo>
                    <a:pt x="364885" y="138073"/>
                  </a:lnTo>
                  <a:lnTo>
                    <a:pt x="359438" y="138073"/>
                  </a:lnTo>
                  <a:lnTo>
                    <a:pt x="353992" y="138073"/>
                  </a:lnTo>
                  <a:lnTo>
                    <a:pt x="348546" y="138073"/>
                  </a:lnTo>
                  <a:lnTo>
                    <a:pt x="343100" y="138073"/>
                  </a:lnTo>
                  <a:lnTo>
                    <a:pt x="337654" y="138073"/>
                  </a:lnTo>
                  <a:lnTo>
                    <a:pt x="332208" y="138073"/>
                  </a:lnTo>
                  <a:lnTo>
                    <a:pt x="326762" y="138073"/>
                  </a:lnTo>
                  <a:lnTo>
                    <a:pt x="321316" y="138073"/>
                  </a:lnTo>
                  <a:lnTo>
                    <a:pt x="315870" y="138073"/>
                  </a:lnTo>
                  <a:lnTo>
                    <a:pt x="310424" y="138073"/>
                  </a:lnTo>
                  <a:lnTo>
                    <a:pt x="304978" y="138073"/>
                  </a:lnTo>
                  <a:lnTo>
                    <a:pt x="299532" y="138073"/>
                  </a:lnTo>
                  <a:lnTo>
                    <a:pt x="294086" y="138073"/>
                  </a:lnTo>
                  <a:lnTo>
                    <a:pt x="288640" y="138073"/>
                  </a:lnTo>
                  <a:lnTo>
                    <a:pt x="283194" y="138073"/>
                  </a:lnTo>
                  <a:lnTo>
                    <a:pt x="277748" y="138073"/>
                  </a:lnTo>
                  <a:lnTo>
                    <a:pt x="272302" y="138073"/>
                  </a:lnTo>
                  <a:lnTo>
                    <a:pt x="266856" y="138073"/>
                  </a:lnTo>
                  <a:lnTo>
                    <a:pt x="261410" y="138073"/>
                  </a:lnTo>
                  <a:lnTo>
                    <a:pt x="255964" y="138073"/>
                  </a:lnTo>
                  <a:lnTo>
                    <a:pt x="250518" y="138073"/>
                  </a:lnTo>
                  <a:lnTo>
                    <a:pt x="245072" y="138073"/>
                  </a:lnTo>
                  <a:lnTo>
                    <a:pt x="239625" y="138073"/>
                  </a:lnTo>
                  <a:lnTo>
                    <a:pt x="234179" y="138073"/>
                  </a:lnTo>
                  <a:lnTo>
                    <a:pt x="228733" y="138073"/>
                  </a:lnTo>
                  <a:lnTo>
                    <a:pt x="223287" y="138073"/>
                  </a:lnTo>
                  <a:lnTo>
                    <a:pt x="217841" y="138073"/>
                  </a:lnTo>
                  <a:lnTo>
                    <a:pt x="212395" y="138073"/>
                  </a:lnTo>
                  <a:lnTo>
                    <a:pt x="206949" y="138073"/>
                  </a:lnTo>
                  <a:lnTo>
                    <a:pt x="201503" y="138073"/>
                  </a:lnTo>
                  <a:lnTo>
                    <a:pt x="196057" y="138073"/>
                  </a:lnTo>
                  <a:lnTo>
                    <a:pt x="190611" y="138073"/>
                  </a:lnTo>
                  <a:lnTo>
                    <a:pt x="185165" y="138073"/>
                  </a:lnTo>
                  <a:lnTo>
                    <a:pt x="179719" y="138073"/>
                  </a:lnTo>
                  <a:lnTo>
                    <a:pt x="174273" y="138073"/>
                  </a:lnTo>
                  <a:lnTo>
                    <a:pt x="168827" y="138073"/>
                  </a:lnTo>
                  <a:lnTo>
                    <a:pt x="163381" y="138073"/>
                  </a:lnTo>
                  <a:lnTo>
                    <a:pt x="157935" y="138073"/>
                  </a:lnTo>
                  <a:lnTo>
                    <a:pt x="152489" y="138073"/>
                  </a:lnTo>
                  <a:lnTo>
                    <a:pt x="147043" y="138073"/>
                  </a:lnTo>
                  <a:lnTo>
                    <a:pt x="141597" y="138073"/>
                  </a:lnTo>
                  <a:lnTo>
                    <a:pt x="136151" y="138073"/>
                  </a:lnTo>
                  <a:lnTo>
                    <a:pt x="130705" y="138073"/>
                  </a:lnTo>
                  <a:lnTo>
                    <a:pt x="125259" y="138073"/>
                  </a:lnTo>
                  <a:lnTo>
                    <a:pt x="119812" y="138073"/>
                  </a:lnTo>
                  <a:lnTo>
                    <a:pt x="114366" y="138073"/>
                  </a:lnTo>
                  <a:lnTo>
                    <a:pt x="108920" y="138073"/>
                  </a:lnTo>
                  <a:lnTo>
                    <a:pt x="103474" y="138073"/>
                  </a:lnTo>
                  <a:lnTo>
                    <a:pt x="98028" y="138073"/>
                  </a:lnTo>
                  <a:lnTo>
                    <a:pt x="92582" y="138073"/>
                  </a:lnTo>
                  <a:lnTo>
                    <a:pt x="87136" y="138073"/>
                  </a:lnTo>
                  <a:lnTo>
                    <a:pt x="81690" y="138073"/>
                  </a:lnTo>
                  <a:lnTo>
                    <a:pt x="76244" y="138073"/>
                  </a:lnTo>
                  <a:lnTo>
                    <a:pt x="70798" y="138073"/>
                  </a:lnTo>
                  <a:lnTo>
                    <a:pt x="65352" y="138073"/>
                  </a:lnTo>
                  <a:lnTo>
                    <a:pt x="59906" y="138073"/>
                  </a:lnTo>
                  <a:lnTo>
                    <a:pt x="54460" y="138073"/>
                  </a:lnTo>
                  <a:lnTo>
                    <a:pt x="49014" y="138073"/>
                  </a:lnTo>
                  <a:lnTo>
                    <a:pt x="43568" y="138073"/>
                  </a:lnTo>
                  <a:lnTo>
                    <a:pt x="38122" y="138073"/>
                  </a:lnTo>
                  <a:lnTo>
                    <a:pt x="32676" y="138073"/>
                  </a:lnTo>
                  <a:lnTo>
                    <a:pt x="27230" y="138073"/>
                  </a:lnTo>
                  <a:lnTo>
                    <a:pt x="21784" y="138073"/>
                  </a:lnTo>
                  <a:lnTo>
                    <a:pt x="16338" y="138073"/>
                  </a:lnTo>
                  <a:lnTo>
                    <a:pt x="10892" y="138073"/>
                  </a:lnTo>
                  <a:lnTo>
                    <a:pt x="5446" y="13807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957616" y="1218711"/>
              <a:ext cx="2782929" cy="138073"/>
            </a:xfrm>
            <a:custGeom>
              <a:avLst/>
              <a:pathLst>
                <a:path w="2782929" h="138073">
                  <a:moveTo>
                    <a:pt x="0" y="138073"/>
                  </a:moveTo>
                  <a:lnTo>
                    <a:pt x="5446" y="138073"/>
                  </a:lnTo>
                  <a:lnTo>
                    <a:pt x="10892" y="138073"/>
                  </a:lnTo>
                  <a:lnTo>
                    <a:pt x="16338" y="138073"/>
                  </a:lnTo>
                  <a:lnTo>
                    <a:pt x="21784" y="138073"/>
                  </a:lnTo>
                  <a:lnTo>
                    <a:pt x="27230" y="138073"/>
                  </a:lnTo>
                  <a:lnTo>
                    <a:pt x="32676" y="138073"/>
                  </a:lnTo>
                  <a:lnTo>
                    <a:pt x="38122" y="138073"/>
                  </a:lnTo>
                  <a:lnTo>
                    <a:pt x="43568" y="138073"/>
                  </a:lnTo>
                  <a:lnTo>
                    <a:pt x="49014" y="138073"/>
                  </a:lnTo>
                  <a:lnTo>
                    <a:pt x="54460" y="138073"/>
                  </a:lnTo>
                  <a:lnTo>
                    <a:pt x="59906" y="138073"/>
                  </a:lnTo>
                  <a:lnTo>
                    <a:pt x="65352" y="138073"/>
                  </a:lnTo>
                  <a:lnTo>
                    <a:pt x="70798" y="138073"/>
                  </a:lnTo>
                  <a:lnTo>
                    <a:pt x="76244" y="138073"/>
                  </a:lnTo>
                  <a:lnTo>
                    <a:pt x="81690" y="138073"/>
                  </a:lnTo>
                  <a:lnTo>
                    <a:pt x="87136" y="138073"/>
                  </a:lnTo>
                  <a:lnTo>
                    <a:pt x="92582" y="138073"/>
                  </a:lnTo>
                  <a:lnTo>
                    <a:pt x="98028" y="138073"/>
                  </a:lnTo>
                  <a:lnTo>
                    <a:pt x="103474" y="138073"/>
                  </a:lnTo>
                  <a:lnTo>
                    <a:pt x="108920" y="138073"/>
                  </a:lnTo>
                  <a:lnTo>
                    <a:pt x="114366" y="138073"/>
                  </a:lnTo>
                  <a:lnTo>
                    <a:pt x="119812" y="138073"/>
                  </a:lnTo>
                  <a:lnTo>
                    <a:pt x="125259" y="138073"/>
                  </a:lnTo>
                  <a:lnTo>
                    <a:pt x="130705" y="138073"/>
                  </a:lnTo>
                  <a:lnTo>
                    <a:pt x="136151" y="138073"/>
                  </a:lnTo>
                  <a:lnTo>
                    <a:pt x="141597" y="138073"/>
                  </a:lnTo>
                  <a:lnTo>
                    <a:pt x="147043" y="138073"/>
                  </a:lnTo>
                  <a:lnTo>
                    <a:pt x="152489" y="138073"/>
                  </a:lnTo>
                  <a:lnTo>
                    <a:pt x="157935" y="138073"/>
                  </a:lnTo>
                  <a:lnTo>
                    <a:pt x="163381" y="138073"/>
                  </a:lnTo>
                  <a:lnTo>
                    <a:pt x="168827" y="138073"/>
                  </a:lnTo>
                  <a:lnTo>
                    <a:pt x="174273" y="138073"/>
                  </a:lnTo>
                  <a:lnTo>
                    <a:pt x="179719" y="138073"/>
                  </a:lnTo>
                  <a:lnTo>
                    <a:pt x="185165" y="138073"/>
                  </a:lnTo>
                  <a:lnTo>
                    <a:pt x="190611" y="138073"/>
                  </a:lnTo>
                  <a:lnTo>
                    <a:pt x="196057" y="138073"/>
                  </a:lnTo>
                  <a:lnTo>
                    <a:pt x="201503" y="138073"/>
                  </a:lnTo>
                  <a:lnTo>
                    <a:pt x="206949" y="138073"/>
                  </a:lnTo>
                  <a:lnTo>
                    <a:pt x="212395" y="138073"/>
                  </a:lnTo>
                  <a:lnTo>
                    <a:pt x="217841" y="138073"/>
                  </a:lnTo>
                  <a:lnTo>
                    <a:pt x="223287" y="138073"/>
                  </a:lnTo>
                  <a:lnTo>
                    <a:pt x="228733" y="138073"/>
                  </a:lnTo>
                  <a:lnTo>
                    <a:pt x="234179" y="138073"/>
                  </a:lnTo>
                  <a:lnTo>
                    <a:pt x="239625" y="138073"/>
                  </a:lnTo>
                  <a:lnTo>
                    <a:pt x="245072" y="138073"/>
                  </a:lnTo>
                  <a:lnTo>
                    <a:pt x="250518" y="138073"/>
                  </a:lnTo>
                  <a:lnTo>
                    <a:pt x="255964" y="138073"/>
                  </a:lnTo>
                  <a:lnTo>
                    <a:pt x="261410" y="138073"/>
                  </a:lnTo>
                  <a:lnTo>
                    <a:pt x="266856" y="138073"/>
                  </a:lnTo>
                  <a:lnTo>
                    <a:pt x="272302" y="138073"/>
                  </a:lnTo>
                  <a:lnTo>
                    <a:pt x="277748" y="138073"/>
                  </a:lnTo>
                  <a:lnTo>
                    <a:pt x="283194" y="138073"/>
                  </a:lnTo>
                  <a:lnTo>
                    <a:pt x="288640" y="138073"/>
                  </a:lnTo>
                  <a:lnTo>
                    <a:pt x="294086" y="138072"/>
                  </a:lnTo>
                  <a:lnTo>
                    <a:pt x="299532" y="138072"/>
                  </a:lnTo>
                  <a:lnTo>
                    <a:pt x="304978" y="138072"/>
                  </a:lnTo>
                  <a:lnTo>
                    <a:pt x="310424" y="138072"/>
                  </a:lnTo>
                  <a:lnTo>
                    <a:pt x="315870" y="138072"/>
                  </a:lnTo>
                  <a:lnTo>
                    <a:pt x="321316" y="138071"/>
                  </a:lnTo>
                  <a:lnTo>
                    <a:pt x="326762" y="138071"/>
                  </a:lnTo>
                  <a:lnTo>
                    <a:pt x="332208" y="138070"/>
                  </a:lnTo>
                  <a:lnTo>
                    <a:pt x="337654" y="138069"/>
                  </a:lnTo>
                  <a:lnTo>
                    <a:pt x="343100" y="138067"/>
                  </a:lnTo>
                  <a:lnTo>
                    <a:pt x="348546" y="138065"/>
                  </a:lnTo>
                  <a:lnTo>
                    <a:pt x="353992" y="138063"/>
                  </a:lnTo>
                  <a:lnTo>
                    <a:pt x="359438" y="138060"/>
                  </a:lnTo>
                  <a:lnTo>
                    <a:pt x="364885" y="138056"/>
                  </a:lnTo>
                  <a:lnTo>
                    <a:pt x="370331" y="138052"/>
                  </a:lnTo>
                  <a:lnTo>
                    <a:pt x="375777" y="138046"/>
                  </a:lnTo>
                  <a:lnTo>
                    <a:pt x="381223" y="138039"/>
                  </a:lnTo>
                  <a:lnTo>
                    <a:pt x="386669" y="138030"/>
                  </a:lnTo>
                  <a:lnTo>
                    <a:pt x="392115" y="138020"/>
                  </a:lnTo>
                  <a:lnTo>
                    <a:pt x="397561" y="138008"/>
                  </a:lnTo>
                  <a:lnTo>
                    <a:pt x="403007" y="137994"/>
                  </a:lnTo>
                  <a:lnTo>
                    <a:pt x="408453" y="137978"/>
                  </a:lnTo>
                  <a:lnTo>
                    <a:pt x="413899" y="137959"/>
                  </a:lnTo>
                  <a:lnTo>
                    <a:pt x="419345" y="137938"/>
                  </a:lnTo>
                  <a:lnTo>
                    <a:pt x="424791" y="137913"/>
                  </a:lnTo>
                  <a:lnTo>
                    <a:pt x="430237" y="137886"/>
                  </a:lnTo>
                  <a:lnTo>
                    <a:pt x="435683" y="137857"/>
                  </a:lnTo>
                  <a:lnTo>
                    <a:pt x="441129" y="137825"/>
                  </a:lnTo>
                  <a:lnTo>
                    <a:pt x="446575" y="137790"/>
                  </a:lnTo>
                  <a:lnTo>
                    <a:pt x="452021" y="137753"/>
                  </a:lnTo>
                  <a:lnTo>
                    <a:pt x="457467" y="137714"/>
                  </a:lnTo>
                  <a:lnTo>
                    <a:pt x="462913" y="137673"/>
                  </a:lnTo>
                  <a:lnTo>
                    <a:pt x="468359" y="137631"/>
                  </a:lnTo>
                  <a:lnTo>
                    <a:pt x="473805" y="137589"/>
                  </a:lnTo>
                  <a:lnTo>
                    <a:pt x="479251" y="137547"/>
                  </a:lnTo>
                  <a:lnTo>
                    <a:pt x="484698" y="137506"/>
                  </a:lnTo>
                  <a:lnTo>
                    <a:pt x="490144" y="137465"/>
                  </a:lnTo>
                  <a:lnTo>
                    <a:pt x="495590" y="137427"/>
                  </a:lnTo>
                  <a:lnTo>
                    <a:pt x="501036" y="137392"/>
                  </a:lnTo>
                  <a:lnTo>
                    <a:pt x="506482" y="137359"/>
                  </a:lnTo>
                  <a:lnTo>
                    <a:pt x="511928" y="137329"/>
                  </a:lnTo>
                  <a:lnTo>
                    <a:pt x="517374" y="137303"/>
                  </a:lnTo>
                  <a:lnTo>
                    <a:pt x="522820" y="137281"/>
                  </a:lnTo>
                  <a:lnTo>
                    <a:pt x="528266" y="137263"/>
                  </a:lnTo>
                  <a:lnTo>
                    <a:pt x="533712" y="137249"/>
                  </a:lnTo>
                  <a:lnTo>
                    <a:pt x="539158" y="137239"/>
                  </a:lnTo>
                  <a:lnTo>
                    <a:pt x="544604" y="137232"/>
                  </a:lnTo>
                  <a:lnTo>
                    <a:pt x="550050" y="137227"/>
                  </a:lnTo>
                  <a:lnTo>
                    <a:pt x="555496" y="137224"/>
                  </a:lnTo>
                  <a:lnTo>
                    <a:pt x="560942" y="137223"/>
                  </a:lnTo>
                  <a:lnTo>
                    <a:pt x="566388" y="137223"/>
                  </a:lnTo>
                  <a:lnTo>
                    <a:pt x="571834" y="137222"/>
                  </a:lnTo>
                  <a:lnTo>
                    <a:pt x="577280" y="137220"/>
                  </a:lnTo>
                  <a:lnTo>
                    <a:pt x="582726" y="137216"/>
                  </a:lnTo>
                  <a:lnTo>
                    <a:pt x="588172" y="137209"/>
                  </a:lnTo>
                  <a:lnTo>
                    <a:pt x="593618" y="137197"/>
                  </a:lnTo>
                  <a:lnTo>
                    <a:pt x="599064" y="137181"/>
                  </a:lnTo>
                  <a:lnTo>
                    <a:pt x="604510" y="137157"/>
                  </a:lnTo>
                  <a:lnTo>
                    <a:pt x="609957" y="137125"/>
                  </a:lnTo>
                  <a:lnTo>
                    <a:pt x="615403" y="137085"/>
                  </a:lnTo>
                  <a:lnTo>
                    <a:pt x="620849" y="137036"/>
                  </a:lnTo>
                  <a:lnTo>
                    <a:pt x="626295" y="136976"/>
                  </a:lnTo>
                  <a:lnTo>
                    <a:pt x="631741" y="136905"/>
                  </a:lnTo>
                  <a:lnTo>
                    <a:pt x="637187" y="136822"/>
                  </a:lnTo>
                  <a:lnTo>
                    <a:pt x="642633" y="136724"/>
                  </a:lnTo>
                  <a:lnTo>
                    <a:pt x="648079" y="136613"/>
                  </a:lnTo>
                  <a:lnTo>
                    <a:pt x="653525" y="136488"/>
                  </a:lnTo>
                  <a:lnTo>
                    <a:pt x="658971" y="136349"/>
                  </a:lnTo>
                  <a:lnTo>
                    <a:pt x="664417" y="136196"/>
                  </a:lnTo>
                  <a:lnTo>
                    <a:pt x="669863" y="136029"/>
                  </a:lnTo>
                  <a:lnTo>
                    <a:pt x="675309" y="135850"/>
                  </a:lnTo>
                  <a:lnTo>
                    <a:pt x="680755" y="135655"/>
                  </a:lnTo>
                  <a:lnTo>
                    <a:pt x="686201" y="135450"/>
                  </a:lnTo>
                  <a:lnTo>
                    <a:pt x="691647" y="135235"/>
                  </a:lnTo>
                  <a:lnTo>
                    <a:pt x="697093" y="135013"/>
                  </a:lnTo>
                  <a:lnTo>
                    <a:pt x="702539" y="134784"/>
                  </a:lnTo>
                  <a:lnTo>
                    <a:pt x="707985" y="134551"/>
                  </a:lnTo>
                  <a:lnTo>
                    <a:pt x="713431" y="134317"/>
                  </a:lnTo>
                  <a:lnTo>
                    <a:pt x="718877" y="134084"/>
                  </a:lnTo>
                  <a:lnTo>
                    <a:pt x="724323" y="133855"/>
                  </a:lnTo>
                  <a:lnTo>
                    <a:pt x="729770" y="133632"/>
                  </a:lnTo>
                  <a:lnTo>
                    <a:pt x="735216" y="133418"/>
                  </a:lnTo>
                  <a:lnTo>
                    <a:pt x="740662" y="133214"/>
                  </a:lnTo>
                  <a:lnTo>
                    <a:pt x="746108" y="133024"/>
                  </a:lnTo>
                  <a:lnTo>
                    <a:pt x="751554" y="132848"/>
                  </a:lnTo>
                  <a:lnTo>
                    <a:pt x="757000" y="132690"/>
                  </a:lnTo>
                  <a:lnTo>
                    <a:pt x="762446" y="132549"/>
                  </a:lnTo>
                  <a:lnTo>
                    <a:pt x="767892" y="132425"/>
                  </a:lnTo>
                  <a:lnTo>
                    <a:pt x="773338" y="132318"/>
                  </a:lnTo>
                  <a:lnTo>
                    <a:pt x="778784" y="132227"/>
                  </a:lnTo>
                  <a:lnTo>
                    <a:pt x="784230" y="132152"/>
                  </a:lnTo>
                  <a:lnTo>
                    <a:pt x="789676" y="132091"/>
                  </a:lnTo>
                  <a:lnTo>
                    <a:pt x="795122" y="132044"/>
                  </a:lnTo>
                  <a:lnTo>
                    <a:pt x="800568" y="132007"/>
                  </a:lnTo>
                  <a:lnTo>
                    <a:pt x="806014" y="131977"/>
                  </a:lnTo>
                  <a:lnTo>
                    <a:pt x="811460" y="131953"/>
                  </a:lnTo>
                  <a:lnTo>
                    <a:pt x="816906" y="131932"/>
                  </a:lnTo>
                  <a:lnTo>
                    <a:pt x="822352" y="131911"/>
                  </a:lnTo>
                  <a:lnTo>
                    <a:pt x="827798" y="131889"/>
                  </a:lnTo>
                  <a:lnTo>
                    <a:pt x="833244" y="131863"/>
                  </a:lnTo>
                  <a:lnTo>
                    <a:pt x="838690" y="131832"/>
                  </a:lnTo>
                  <a:lnTo>
                    <a:pt x="844136" y="131795"/>
                  </a:lnTo>
                  <a:lnTo>
                    <a:pt x="849583" y="131750"/>
                  </a:lnTo>
                  <a:lnTo>
                    <a:pt x="855029" y="131697"/>
                  </a:lnTo>
                  <a:lnTo>
                    <a:pt x="860475" y="131637"/>
                  </a:lnTo>
                  <a:lnTo>
                    <a:pt x="865921" y="131567"/>
                  </a:lnTo>
                  <a:lnTo>
                    <a:pt x="871367" y="131489"/>
                  </a:lnTo>
                  <a:lnTo>
                    <a:pt x="876813" y="131404"/>
                  </a:lnTo>
                  <a:lnTo>
                    <a:pt x="882259" y="131313"/>
                  </a:lnTo>
                  <a:lnTo>
                    <a:pt x="887705" y="131216"/>
                  </a:lnTo>
                  <a:lnTo>
                    <a:pt x="893151" y="131114"/>
                  </a:lnTo>
                  <a:lnTo>
                    <a:pt x="898597" y="131009"/>
                  </a:lnTo>
                  <a:lnTo>
                    <a:pt x="904043" y="130899"/>
                  </a:lnTo>
                  <a:lnTo>
                    <a:pt x="909489" y="130788"/>
                  </a:lnTo>
                  <a:lnTo>
                    <a:pt x="914935" y="130674"/>
                  </a:lnTo>
                  <a:lnTo>
                    <a:pt x="920381" y="130558"/>
                  </a:lnTo>
                  <a:lnTo>
                    <a:pt x="925827" y="130442"/>
                  </a:lnTo>
                  <a:lnTo>
                    <a:pt x="931273" y="130325"/>
                  </a:lnTo>
                  <a:lnTo>
                    <a:pt x="936719" y="130207"/>
                  </a:lnTo>
                  <a:lnTo>
                    <a:pt x="942165" y="130089"/>
                  </a:lnTo>
                  <a:lnTo>
                    <a:pt x="947611" y="129970"/>
                  </a:lnTo>
                  <a:lnTo>
                    <a:pt x="953057" y="129852"/>
                  </a:lnTo>
                  <a:lnTo>
                    <a:pt x="958503" y="129735"/>
                  </a:lnTo>
                  <a:lnTo>
                    <a:pt x="963949" y="129619"/>
                  </a:lnTo>
                  <a:lnTo>
                    <a:pt x="969396" y="129505"/>
                  </a:lnTo>
                  <a:lnTo>
                    <a:pt x="974842" y="129394"/>
                  </a:lnTo>
                  <a:lnTo>
                    <a:pt x="980288" y="129287"/>
                  </a:lnTo>
                  <a:lnTo>
                    <a:pt x="985734" y="129186"/>
                  </a:lnTo>
                  <a:lnTo>
                    <a:pt x="991180" y="129091"/>
                  </a:lnTo>
                  <a:lnTo>
                    <a:pt x="996626" y="129002"/>
                  </a:lnTo>
                  <a:lnTo>
                    <a:pt x="1002072" y="128922"/>
                  </a:lnTo>
                  <a:lnTo>
                    <a:pt x="1007518" y="128850"/>
                  </a:lnTo>
                  <a:lnTo>
                    <a:pt x="1012964" y="128787"/>
                  </a:lnTo>
                  <a:lnTo>
                    <a:pt x="1018410" y="128735"/>
                  </a:lnTo>
                  <a:lnTo>
                    <a:pt x="1023856" y="128692"/>
                  </a:lnTo>
                  <a:lnTo>
                    <a:pt x="1029302" y="128658"/>
                  </a:lnTo>
                  <a:lnTo>
                    <a:pt x="1034748" y="128632"/>
                  </a:lnTo>
                  <a:lnTo>
                    <a:pt x="1040194" y="128613"/>
                  </a:lnTo>
                  <a:lnTo>
                    <a:pt x="1045640" y="128599"/>
                  </a:lnTo>
                  <a:lnTo>
                    <a:pt x="1051086" y="128591"/>
                  </a:lnTo>
                  <a:lnTo>
                    <a:pt x="1056532" y="128586"/>
                  </a:lnTo>
                  <a:lnTo>
                    <a:pt x="1061978" y="128582"/>
                  </a:lnTo>
                  <a:lnTo>
                    <a:pt x="1067424" y="128578"/>
                  </a:lnTo>
                  <a:lnTo>
                    <a:pt x="1072870" y="128572"/>
                  </a:lnTo>
                  <a:lnTo>
                    <a:pt x="1078316" y="128565"/>
                  </a:lnTo>
                  <a:lnTo>
                    <a:pt x="1083762" y="128555"/>
                  </a:lnTo>
                  <a:lnTo>
                    <a:pt x="1089209" y="128542"/>
                  </a:lnTo>
                  <a:lnTo>
                    <a:pt x="1094655" y="128526"/>
                  </a:lnTo>
                  <a:lnTo>
                    <a:pt x="1100101" y="128508"/>
                  </a:lnTo>
                  <a:lnTo>
                    <a:pt x="1105547" y="128488"/>
                  </a:lnTo>
                  <a:lnTo>
                    <a:pt x="1110993" y="128469"/>
                  </a:lnTo>
                  <a:lnTo>
                    <a:pt x="1116439" y="128451"/>
                  </a:lnTo>
                  <a:lnTo>
                    <a:pt x="1121885" y="128437"/>
                  </a:lnTo>
                  <a:lnTo>
                    <a:pt x="1127331" y="128428"/>
                  </a:lnTo>
                  <a:lnTo>
                    <a:pt x="1132777" y="128428"/>
                  </a:lnTo>
                  <a:lnTo>
                    <a:pt x="1138223" y="128437"/>
                  </a:lnTo>
                  <a:lnTo>
                    <a:pt x="1143669" y="128458"/>
                  </a:lnTo>
                  <a:lnTo>
                    <a:pt x="1149115" y="128492"/>
                  </a:lnTo>
                  <a:lnTo>
                    <a:pt x="1154561" y="128539"/>
                  </a:lnTo>
                  <a:lnTo>
                    <a:pt x="1160007" y="128601"/>
                  </a:lnTo>
                  <a:lnTo>
                    <a:pt x="1165453" y="128679"/>
                  </a:lnTo>
                  <a:lnTo>
                    <a:pt x="1170899" y="128776"/>
                  </a:lnTo>
                  <a:lnTo>
                    <a:pt x="1176345" y="128889"/>
                  </a:lnTo>
                  <a:lnTo>
                    <a:pt x="1181791" y="129016"/>
                  </a:lnTo>
                  <a:lnTo>
                    <a:pt x="1187237" y="129159"/>
                  </a:lnTo>
                  <a:lnTo>
                    <a:pt x="1192683" y="129314"/>
                  </a:lnTo>
                  <a:lnTo>
                    <a:pt x="1198129" y="129482"/>
                  </a:lnTo>
                  <a:lnTo>
                    <a:pt x="1203575" y="129662"/>
                  </a:lnTo>
                  <a:lnTo>
                    <a:pt x="1209021" y="129852"/>
                  </a:lnTo>
                  <a:lnTo>
                    <a:pt x="1214468" y="130050"/>
                  </a:lnTo>
                  <a:lnTo>
                    <a:pt x="1219914" y="130254"/>
                  </a:lnTo>
                  <a:lnTo>
                    <a:pt x="1225360" y="130462"/>
                  </a:lnTo>
                  <a:lnTo>
                    <a:pt x="1230806" y="130673"/>
                  </a:lnTo>
                  <a:lnTo>
                    <a:pt x="1236252" y="130886"/>
                  </a:lnTo>
                  <a:lnTo>
                    <a:pt x="1241698" y="131098"/>
                  </a:lnTo>
                  <a:lnTo>
                    <a:pt x="1247144" y="131310"/>
                  </a:lnTo>
                  <a:lnTo>
                    <a:pt x="1252590" y="131518"/>
                  </a:lnTo>
                  <a:lnTo>
                    <a:pt x="1258036" y="131722"/>
                  </a:lnTo>
                  <a:lnTo>
                    <a:pt x="1263482" y="131922"/>
                  </a:lnTo>
                  <a:lnTo>
                    <a:pt x="1268928" y="132116"/>
                  </a:lnTo>
                  <a:lnTo>
                    <a:pt x="1274374" y="132303"/>
                  </a:lnTo>
                  <a:lnTo>
                    <a:pt x="1279820" y="132483"/>
                  </a:lnTo>
                  <a:lnTo>
                    <a:pt x="1285266" y="132653"/>
                  </a:lnTo>
                  <a:lnTo>
                    <a:pt x="1290712" y="132814"/>
                  </a:lnTo>
                  <a:lnTo>
                    <a:pt x="1296158" y="132966"/>
                  </a:lnTo>
                  <a:lnTo>
                    <a:pt x="1301604" y="133107"/>
                  </a:lnTo>
                  <a:lnTo>
                    <a:pt x="1307050" y="133238"/>
                  </a:lnTo>
                  <a:lnTo>
                    <a:pt x="1312496" y="133358"/>
                  </a:lnTo>
                  <a:lnTo>
                    <a:pt x="1317942" y="133466"/>
                  </a:lnTo>
                  <a:lnTo>
                    <a:pt x="1323388" y="133561"/>
                  </a:lnTo>
                  <a:lnTo>
                    <a:pt x="1328834" y="133644"/>
                  </a:lnTo>
                  <a:lnTo>
                    <a:pt x="1334281" y="133715"/>
                  </a:lnTo>
                  <a:lnTo>
                    <a:pt x="1339727" y="133775"/>
                  </a:lnTo>
                  <a:lnTo>
                    <a:pt x="1345173" y="133822"/>
                  </a:lnTo>
                  <a:lnTo>
                    <a:pt x="1350619" y="133856"/>
                  </a:lnTo>
                  <a:lnTo>
                    <a:pt x="1356065" y="133878"/>
                  </a:lnTo>
                  <a:lnTo>
                    <a:pt x="1361511" y="133887"/>
                  </a:lnTo>
                  <a:lnTo>
                    <a:pt x="1366957" y="133884"/>
                  </a:lnTo>
                  <a:lnTo>
                    <a:pt x="1372403" y="133869"/>
                  </a:lnTo>
                  <a:lnTo>
                    <a:pt x="1377849" y="133842"/>
                  </a:lnTo>
                  <a:lnTo>
                    <a:pt x="1383295" y="133805"/>
                  </a:lnTo>
                  <a:lnTo>
                    <a:pt x="1388741" y="133756"/>
                  </a:lnTo>
                  <a:lnTo>
                    <a:pt x="1394187" y="133695"/>
                  </a:lnTo>
                  <a:lnTo>
                    <a:pt x="1399633" y="133622"/>
                  </a:lnTo>
                  <a:lnTo>
                    <a:pt x="1405079" y="133538"/>
                  </a:lnTo>
                  <a:lnTo>
                    <a:pt x="1410525" y="133443"/>
                  </a:lnTo>
                  <a:lnTo>
                    <a:pt x="1415971" y="133337"/>
                  </a:lnTo>
                  <a:lnTo>
                    <a:pt x="1421417" y="133221"/>
                  </a:lnTo>
                  <a:lnTo>
                    <a:pt x="1426863" y="133094"/>
                  </a:lnTo>
                  <a:lnTo>
                    <a:pt x="1432309" y="132954"/>
                  </a:lnTo>
                  <a:lnTo>
                    <a:pt x="1437755" y="132804"/>
                  </a:lnTo>
                  <a:lnTo>
                    <a:pt x="1443201" y="132642"/>
                  </a:lnTo>
                  <a:lnTo>
                    <a:pt x="1448647" y="132470"/>
                  </a:lnTo>
                  <a:lnTo>
                    <a:pt x="1454094" y="132289"/>
                  </a:lnTo>
                  <a:lnTo>
                    <a:pt x="1459540" y="132098"/>
                  </a:lnTo>
                  <a:lnTo>
                    <a:pt x="1464986" y="131898"/>
                  </a:lnTo>
                  <a:lnTo>
                    <a:pt x="1470432" y="131688"/>
                  </a:lnTo>
                  <a:lnTo>
                    <a:pt x="1475878" y="131471"/>
                  </a:lnTo>
                  <a:lnTo>
                    <a:pt x="1481324" y="131247"/>
                  </a:lnTo>
                  <a:lnTo>
                    <a:pt x="1486770" y="131018"/>
                  </a:lnTo>
                  <a:lnTo>
                    <a:pt x="1492216" y="130784"/>
                  </a:lnTo>
                  <a:lnTo>
                    <a:pt x="1497662" y="130546"/>
                  </a:lnTo>
                  <a:lnTo>
                    <a:pt x="1503108" y="130305"/>
                  </a:lnTo>
                  <a:lnTo>
                    <a:pt x="1508554" y="130061"/>
                  </a:lnTo>
                  <a:lnTo>
                    <a:pt x="1514000" y="129814"/>
                  </a:lnTo>
                  <a:lnTo>
                    <a:pt x="1519446" y="129565"/>
                  </a:lnTo>
                  <a:lnTo>
                    <a:pt x="1524892" y="129314"/>
                  </a:lnTo>
                  <a:lnTo>
                    <a:pt x="1530338" y="129060"/>
                  </a:lnTo>
                  <a:lnTo>
                    <a:pt x="1535784" y="128802"/>
                  </a:lnTo>
                  <a:lnTo>
                    <a:pt x="1541230" y="128540"/>
                  </a:lnTo>
                  <a:lnTo>
                    <a:pt x="1546676" y="128271"/>
                  </a:lnTo>
                  <a:lnTo>
                    <a:pt x="1552122" y="127994"/>
                  </a:lnTo>
                  <a:lnTo>
                    <a:pt x="1557568" y="127708"/>
                  </a:lnTo>
                  <a:lnTo>
                    <a:pt x="1563014" y="127411"/>
                  </a:lnTo>
                  <a:lnTo>
                    <a:pt x="1568460" y="127101"/>
                  </a:lnTo>
                  <a:lnTo>
                    <a:pt x="1573907" y="126777"/>
                  </a:lnTo>
                  <a:lnTo>
                    <a:pt x="1579353" y="126438"/>
                  </a:lnTo>
                  <a:lnTo>
                    <a:pt x="1584799" y="126078"/>
                  </a:lnTo>
                  <a:lnTo>
                    <a:pt x="1590245" y="125699"/>
                  </a:lnTo>
                  <a:lnTo>
                    <a:pt x="1595691" y="125300"/>
                  </a:lnTo>
                  <a:lnTo>
                    <a:pt x="1601137" y="124880"/>
                  </a:lnTo>
                  <a:lnTo>
                    <a:pt x="1606583" y="124440"/>
                  </a:lnTo>
                  <a:lnTo>
                    <a:pt x="1612029" y="123978"/>
                  </a:lnTo>
                  <a:lnTo>
                    <a:pt x="1617475" y="123494"/>
                  </a:lnTo>
                  <a:lnTo>
                    <a:pt x="1622921" y="122982"/>
                  </a:lnTo>
                  <a:lnTo>
                    <a:pt x="1628367" y="122448"/>
                  </a:lnTo>
                  <a:lnTo>
                    <a:pt x="1633813" y="121890"/>
                  </a:lnTo>
                  <a:lnTo>
                    <a:pt x="1639259" y="121308"/>
                  </a:lnTo>
                  <a:lnTo>
                    <a:pt x="1644705" y="120699"/>
                  </a:lnTo>
                  <a:lnTo>
                    <a:pt x="1650151" y="120064"/>
                  </a:lnTo>
                  <a:lnTo>
                    <a:pt x="1655597" y="119400"/>
                  </a:lnTo>
                  <a:lnTo>
                    <a:pt x="1661043" y="118696"/>
                  </a:lnTo>
                  <a:lnTo>
                    <a:pt x="1666489" y="117956"/>
                  </a:lnTo>
                  <a:lnTo>
                    <a:pt x="1671935" y="117175"/>
                  </a:lnTo>
                  <a:lnTo>
                    <a:pt x="1677381" y="116348"/>
                  </a:lnTo>
                  <a:lnTo>
                    <a:pt x="1682827" y="115468"/>
                  </a:lnTo>
                  <a:lnTo>
                    <a:pt x="1688273" y="114530"/>
                  </a:lnTo>
                  <a:lnTo>
                    <a:pt x="1693720" y="113523"/>
                  </a:lnTo>
                  <a:lnTo>
                    <a:pt x="1699166" y="112424"/>
                  </a:lnTo>
                  <a:lnTo>
                    <a:pt x="1704612" y="111236"/>
                  </a:lnTo>
                  <a:lnTo>
                    <a:pt x="1710058" y="109949"/>
                  </a:lnTo>
                  <a:lnTo>
                    <a:pt x="1715504" y="108550"/>
                  </a:lnTo>
                  <a:lnTo>
                    <a:pt x="1720950" y="107029"/>
                  </a:lnTo>
                  <a:lnTo>
                    <a:pt x="1726396" y="105373"/>
                  </a:lnTo>
                  <a:lnTo>
                    <a:pt x="1731842" y="103564"/>
                  </a:lnTo>
                  <a:lnTo>
                    <a:pt x="1737288" y="101569"/>
                  </a:lnTo>
                  <a:lnTo>
                    <a:pt x="1742734" y="99398"/>
                  </a:lnTo>
                  <a:lnTo>
                    <a:pt x="1748180" y="97044"/>
                  </a:lnTo>
                  <a:lnTo>
                    <a:pt x="1753626" y="94496"/>
                  </a:lnTo>
                  <a:lnTo>
                    <a:pt x="1759072" y="91749"/>
                  </a:lnTo>
                  <a:lnTo>
                    <a:pt x="1764518" y="88797"/>
                  </a:lnTo>
                  <a:lnTo>
                    <a:pt x="1769964" y="85623"/>
                  </a:lnTo>
                  <a:lnTo>
                    <a:pt x="1775410" y="82212"/>
                  </a:lnTo>
                  <a:lnTo>
                    <a:pt x="1780856" y="78599"/>
                  </a:lnTo>
                  <a:lnTo>
                    <a:pt x="1786302" y="74792"/>
                  </a:lnTo>
                  <a:lnTo>
                    <a:pt x="1791748" y="70801"/>
                  </a:lnTo>
                  <a:lnTo>
                    <a:pt x="1797194" y="66642"/>
                  </a:lnTo>
                  <a:lnTo>
                    <a:pt x="1802640" y="62334"/>
                  </a:lnTo>
                  <a:lnTo>
                    <a:pt x="1808086" y="57890"/>
                  </a:lnTo>
                  <a:lnTo>
                    <a:pt x="1813532" y="53342"/>
                  </a:lnTo>
                  <a:lnTo>
                    <a:pt x="1818979" y="48738"/>
                  </a:lnTo>
                  <a:lnTo>
                    <a:pt x="1824425" y="44111"/>
                  </a:lnTo>
                  <a:lnTo>
                    <a:pt x="1829871" y="39498"/>
                  </a:lnTo>
                  <a:lnTo>
                    <a:pt x="1835317" y="34936"/>
                  </a:lnTo>
                  <a:lnTo>
                    <a:pt x="1840763" y="30465"/>
                  </a:lnTo>
                  <a:lnTo>
                    <a:pt x="1846209" y="26143"/>
                  </a:lnTo>
                  <a:lnTo>
                    <a:pt x="1851655" y="22031"/>
                  </a:lnTo>
                  <a:lnTo>
                    <a:pt x="1857101" y="18153"/>
                  </a:lnTo>
                  <a:lnTo>
                    <a:pt x="1862547" y="14549"/>
                  </a:lnTo>
                  <a:lnTo>
                    <a:pt x="1867993" y="11257"/>
                  </a:lnTo>
                  <a:lnTo>
                    <a:pt x="1873439" y="8311"/>
                  </a:lnTo>
                  <a:lnTo>
                    <a:pt x="1878885" y="5747"/>
                  </a:lnTo>
                  <a:lnTo>
                    <a:pt x="1884331" y="3642"/>
                  </a:lnTo>
                  <a:lnTo>
                    <a:pt x="1889777" y="2021"/>
                  </a:lnTo>
                  <a:lnTo>
                    <a:pt x="1895223" y="865"/>
                  </a:lnTo>
                  <a:lnTo>
                    <a:pt x="1900669" y="188"/>
                  </a:lnTo>
                  <a:lnTo>
                    <a:pt x="1906115" y="0"/>
                  </a:lnTo>
                  <a:lnTo>
                    <a:pt x="1911561" y="303"/>
                  </a:lnTo>
                  <a:lnTo>
                    <a:pt x="1917007" y="1099"/>
                  </a:lnTo>
                  <a:lnTo>
                    <a:pt x="1922453" y="2442"/>
                  </a:lnTo>
                  <a:lnTo>
                    <a:pt x="1927899" y="4291"/>
                  </a:lnTo>
                  <a:lnTo>
                    <a:pt x="1933345" y="6589"/>
                  </a:lnTo>
                  <a:lnTo>
                    <a:pt x="1938792" y="9315"/>
                  </a:lnTo>
                  <a:lnTo>
                    <a:pt x="1944238" y="12443"/>
                  </a:lnTo>
                  <a:lnTo>
                    <a:pt x="1949684" y="15942"/>
                  </a:lnTo>
                  <a:lnTo>
                    <a:pt x="1955130" y="19782"/>
                  </a:lnTo>
                  <a:lnTo>
                    <a:pt x="1960576" y="23962"/>
                  </a:lnTo>
                  <a:lnTo>
                    <a:pt x="1966022" y="28406"/>
                  </a:lnTo>
                  <a:lnTo>
                    <a:pt x="1971468" y="33058"/>
                  </a:lnTo>
                  <a:lnTo>
                    <a:pt x="1976914" y="37878"/>
                  </a:lnTo>
                  <a:lnTo>
                    <a:pt x="1982360" y="42824"/>
                  </a:lnTo>
                  <a:lnTo>
                    <a:pt x="1987806" y="47858"/>
                  </a:lnTo>
                  <a:lnTo>
                    <a:pt x="1993252" y="52941"/>
                  </a:lnTo>
                  <a:lnTo>
                    <a:pt x="1998698" y="58027"/>
                  </a:lnTo>
                  <a:lnTo>
                    <a:pt x="2004144" y="63071"/>
                  </a:lnTo>
                  <a:lnTo>
                    <a:pt x="2009590" y="68041"/>
                  </a:lnTo>
                  <a:lnTo>
                    <a:pt x="2015036" y="72907"/>
                  </a:lnTo>
                  <a:lnTo>
                    <a:pt x="2020482" y="77643"/>
                  </a:lnTo>
                  <a:lnTo>
                    <a:pt x="2025928" y="82225"/>
                  </a:lnTo>
                  <a:lnTo>
                    <a:pt x="2031374" y="86634"/>
                  </a:lnTo>
                  <a:lnTo>
                    <a:pt x="2036820" y="90813"/>
                  </a:lnTo>
                  <a:lnTo>
                    <a:pt x="2042266" y="94777"/>
                  </a:lnTo>
                  <a:lnTo>
                    <a:pt x="2047712" y="98523"/>
                  </a:lnTo>
                  <a:lnTo>
                    <a:pt x="2053158" y="102046"/>
                  </a:lnTo>
                  <a:lnTo>
                    <a:pt x="2058605" y="105343"/>
                  </a:lnTo>
                  <a:lnTo>
                    <a:pt x="2064051" y="108414"/>
                  </a:lnTo>
                  <a:lnTo>
                    <a:pt x="2069497" y="111261"/>
                  </a:lnTo>
                  <a:lnTo>
                    <a:pt x="2074943" y="113850"/>
                  </a:lnTo>
                  <a:lnTo>
                    <a:pt x="2080389" y="116229"/>
                  </a:lnTo>
                  <a:lnTo>
                    <a:pt x="2085835" y="118409"/>
                  </a:lnTo>
                  <a:lnTo>
                    <a:pt x="2091281" y="120402"/>
                  </a:lnTo>
                  <a:lnTo>
                    <a:pt x="2096727" y="122217"/>
                  </a:lnTo>
                  <a:lnTo>
                    <a:pt x="2102173" y="123866"/>
                  </a:lnTo>
                  <a:lnTo>
                    <a:pt x="2107619" y="125359"/>
                  </a:lnTo>
                  <a:lnTo>
                    <a:pt x="2113065" y="126685"/>
                  </a:lnTo>
                  <a:lnTo>
                    <a:pt x="2118511" y="127885"/>
                  </a:lnTo>
                  <a:lnTo>
                    <a:pt x="2123957" y="128970"/>
                  </a:lnTo>
                  <a:lnTo>
                    <a:pt x="2129403" y="129950"/>
                  </a:lnTo>
                  <a:lnTo>
                    <a:pt x="2134849" y="130835"/>
                  </a:lnTo>
                  <a:lnTo>
                    <a:pt x="2140295" y="131632"/>
                  </a:lnTo>
                  <a:lnTo>
                    <a:pt x="2145741" y="132348"/>
                  </a:lnTo>
                  <a:lnTo>
                    <a:pt x="2151187" y="132982"/>
                  </a:lnTo>
                  <a:lnTo>
                    <a:pt x="2156633" y="133554"/>
                  </a:lnTo>
                  <a:lnTo>
                    <a:pt x="2162079" y="134069"/>
                  </a:lnTo>
                  <a:lnTo>
                    <a:pt x="2167525" y="134531"/>
                  </a:lnTo>
                  <a:lnTo>
                    <a:pt x="2172971" y="134946"/>
                  </a:lnTo>
                  <a:lnTo>
                    <a:pt x="2178418" y="135317"/>
                  </a:lnTo>
                  <a:lnTo>
                    <a:pt x="2183864" y="135645"/>
                  </a:lnTo>
                  <a:lnTo>
                    <a:pt x="2189310" y="135931"/>
                  </a:lnTo>
                  <a:lnTo>
                    <a:pt x="2194756" y="136185"/>
                  </a:lnTo>
                  <a:lnTo>
                    <a:pt x="2200202" y="136407"/>
                  </a:lnTo>
                  <a:lnTo>
                    <a:pt x="2205648" y="136602"/>
                  </a:lnTo>
                  <a:lnTo>
                    <a:pt x="2211094" y="136771"/>
                  </a:lnTo>
                  <a:lnTo>
                    <a:pt x="2216540" y="136917"/>
                  </a:lnTo>
                  <a:lnTo>
                    <a:pt x="2221986" y="137040"/>
                  </a:lnTo>
                  <a:lnTo>
                    <a:pt x="2227432" y="137143"/>
                  </a:lnTo>
                  <a:lnTo>
                    <a:pt x="2232878" y="137229"/>
                  </a:lnTo>
                  <a:lnTo>
                    <a:pt x="2238324" y="137301"/>
                  </a:lnTo>
                  <a:lnTo>
                    <a:pt x="2243770" y="137361"/>
                  </a:lnTo>
                  <a:lnTo>
                    <a:pt x="2249216" y="137409"/>
                  </a:lnTo>
                  <a:lnTo>
                    <a:pt x="2254662" y="137448"/>
                  </a:lnTo>
                  <a:lnTo>
                    <a:pt x="2260108" y="137479"/>
                  </a:lnTo>
                  <a:lnTo>
                    <a:pt x="2265554" y="137501"/>
                  </a:lnTo>
                  <a:lnTo>
                    <a:pt x="2271000" y="137518"/>
                  </a:lnTo>
                  <a:lnTo>
                    <a:pt x="2276446" y="137530"/>
                  </a:lnTo>
                  <a:lnTo>
                    <a:pt x="2281892" y="137538"/>
                  </a:lnTo>
                  <a:lnTo>
                    <a:pt x="2287338" y="137541"/>
                  </a:lnTo>
                  <a:lnTo>
                    <a:pt x="2292784" y="137541"/>
                  </a:lnTo>
                  <a:lnTo>
                    <a:pt x="2298231" y="137537"/>
                  </a:lnTo>
                  <a:lnTo>
                    <a:pt x="2303677" y="137530"/>
                  </a:lnTo>
                  <a:lnTo>
                    <a:pt x="2309123" y="137520"/>
                  </a:lnTo>
                  <a:lnTo>
                    <a:pt x="2314569" y="137506"/>
                  </a:lnTo>
                  <a:lnTo>
                    <a:pt x="2320015" y="137490"/>
                  </a:lnTo>
                  <a:lnTo>
                    <a:pt x="2325461" y="137471"/>
                  </a:lnTo>
                  <a:lnTo>
                    <a:pt x="2330907" y="137449"/>
                  </a:lnTo>
                  <a:lnTo>
                    <a:pt x="2336353" y="137425"/>
                  </a:lnTo>
                  <a:lnTo>
                    <a:pt x="2341799" y="137398"/>
                  </a:lnTo>
                  <a:lnTo>
                    <a:pt x="2347245" y="137370"/>
                  </a:lnTo>
                  <a:lnTo>
                    <a:pt x="2352691" y="137341"/>
                  </a:lnTo>
                  <a:lnTo>
                    <a:pt x="2358137" y="137310"/>
                  </a:lnTo>
                  <a:lnTo>
                    <a:pt x="2363583" y="137280"/>
                  </a:lnTo>
                  <a:lnTo>
                    <a:pt x="2369029" y="137250"/>
                  </a:lnTo>
                  <a:lnTo>
                    <a:pt x="2374475" y="137221"/>
                  </a:lnTo>
                  <a:lnTo>
                    <a:pt x="2379921" y="137195"/>
                  </a:lnTo>
                  <a:lnTo>
                    <a:pt x="2385367" y="137170"/>
                  </a:lnTo>
                  <a:lnTo>
                    <a:pt x="2390813" y="137149"/>
                  </a:lnTo>
                  <a:lnTo>
                    <a:pt x="2396259" y="137132"/>
                  </a:lnTo>
                  <a:lnTo>
                    <a:pt x="2401705" y="137118"/>
                  </a:lnTo>
                  <a:lnTo>
                    <a:pt x="2407151" y="137109"/>
                  </a:lnTo>
                  <a:lnTo>
                    <a:pt x="2412597" y="137106"/>
                  </a:lnTo>
                  <a:lnTo>
                    <a:pt x="2418043" y="137107"/>
                  </a:lnTo>
                  <a:lnTo>
                    <a:pt x="2423490" y="137112"/>
                  </a:lnTo>
                  <a:lnTo>
                    <a:pt x="2428936" y="137122"/>
                  </a:lnTo>
                  <a:lnTo>
                    <a:pt x="2434382" y="137136"/>
                  </a:lnTo>
                  <a:lnTo>
                    <a:pt x="2439828" y="137153"/>
                  </a:lnTo>
                  <a:lnTo>
                    <a:pt x="2445274" y="137172"/>
                  </a:lnTo>
                  <a:lnTo>
                    <a:pt x="2450720" y="137193"/>
                  </a:lnTo>
                  <a:lnTo>
                    <a:pt x="2456166" y="137215"/>
                  </a:lnTo>
                  <a:lnTo>
                    <a:pt x="2461612" y="137235"/>
                  </a:lnTo>
                  <a:lnTo>
                    <a:pt x="2467058" y="137254"/>
                  </a:lnTo>
                  <a:lnTo>
                    <a:pt x="2472504" y="137270"/>
                  </a:lnTo>
                  <a:lnTo>
                    <a:pt x="2477950" y="137281"/>
                  </a:lnTo>
                  <a:lnTo>
                    <a:pt x="2483396" y="137288"/>
                  </a:lnTo>
                  <a:lnTo>
                    <a:pt x="2488842" y="137286"/>
                  </a:lnTo>
                  <a:lnTo>
                    <a:pt x="2494288" y="137277"/>
                  </a:lnTo>
                  <a:lnTo>
                    <a:pt x="2499734" y="137260"/>
                  </a:lnTo>
                  <a:lnTo>
                    <a:pt x="2505180" y="137235"/>
                  </a:lnTo>
                  <a:lnTo>
                    <a:pt x="2510626" y="137200"/>
                  </a:lnTo>
                  <a:lnTo>
                    <a:pt x="2516072" y="137155"/>
                  </a:lnTo>
                  <a:lnTo>
                    <a:pt x="2521518" y="137102"/>
                  </a:lnTo>
                  <a:lnTo>
                    <a:pt x="2526964" y="137038"/>
                  </a:lnTo>
                  <a:lnTo>
                    <a:pt x="2532410" y="136965"/>
                  </a:lnTo>
                  <a:lnTo>
                    <a:pt x="2537856" y="136884"/>
                  </a:lnTo>
                  <a:lnTo>
                    <a:pt x="2543303" y="136796"/>
                  </a:lnTo>
                  <a:lnTo>
                    <a:pt x="2548749" y="136702"/>
                  </a:lnTo>
                  <a:lnTo>
                    <a:pt x="2554195" y="136604"/>
                  </a:lnTo>
                  <a:lnTo>
                    <a:pt x="2559641" y="136501"/>
                  </a:lnTo>
                  <a:lnTo>
                    <a:pt x="2565087" y="136394"/>
                  </a:lnTo>
                  <a:lnTo>
                    <a:pt x="2570533" y="136287"/>
                  </a:lnTo>
                  <a:lnTo>
                    <a:pt x="2575979" y="136180"/>
                  </a:lnTo>
                  <a:lnTo>
                    <a:pt x="2581425" y="136073"/>
                  </a:lnTo>
                  <a:lnTo>
                    <a:pt x="2586871" y="135968"/>
                  </a:lnTo>
                  <a:lnTo>
                    <a:pt x="2592317" y="135866"/>
                  </a:lnTo>
                  <a:lnTo>
                    <a:pt x="2597763" y="135768"/>
                  </a:lnTo>
                  <a:lnTo>
                    <a:pt x="2603209" y="135674"/>
                  </a:lnTo>
                  <a:lnTo>
                    <a:pt x="2608655" y="135585"/>
                  </a:lnTo>
                  <a:lnTo>
                    <a:pt x="2614101" y="135500"/>
                  </a:lnTo>
                  <a:lnTo>
                    <a:pt x="2619547" y="135420"/>
                  </a:lnTo>
                  <a:lnTo>
                    <a:pt x="2624993" y="135345"/>
                  </a:lnTo>
                  <a:lnTo>
                    <a:pt x="2630439" y="135274"/>
                  </a:lnTo>
                  <a:lnTo>
                    <a:pt x="2635885" y="135208"/>
                  </a:lnTo>
                  <a:lnTo>
                    <a:pt x="2641331" y="135146"/>
                  </a:lnTo>
                  <a:lnTo>
                    <a:pt x="2646777" y="135088"/>
                  </a:lnTo>
                  <a:lnTo>
                    <a:pt x="2652223" y="135034"/>
                  </a:lnTo>
                  <a:lnTo>
                    <a:pt x="2657669" y="134983"/>
                  </a:lnTo>
                  <a:lnTo>
                    <a:pt x="2663116" y="134935"/>
                  </a:lnTo>
                  <a:lnTo>
                    <a:pt x="2668562" y="134890"/>
                  </a:lnTo>
                  <a:lnTo>
                    <a:pt x="2674008" y="134849"/>
                  </a:lnTo>
                  <a:lnTo>
                    <a:pt x="2679454" y="134812"/>
                  </a:lnTo>
                  <a:lnTo>
                    <a:pt x="2684900" y="134780"/>
                  </a:lnTo>
                  <a:lnTo>
                    <a:pt x="2690346" y="134752"/>
                  </a:lnTo>
                  <a:lnTo>
                    <a:pt x="2695792" y="134731"/>
                  </a:lnTo>
                  <a:lnTo>
                    <a:pt x="2701238" y="134716"/>
                  </a:lnTo>
                  <a:lnTo>
                    <a:pt x="2706684" y="134708"/>
                  </a:lnTo>
                  <a:lnTo>
                    <a:pt x="2712130" y="134709"/>
                  </a:lnTo>
                  <a:lnTo>
                    <a:pt x="2717576" y="134721"/>
                  </a:lnTo>
                  <a:lnTo>
                    <a:pt x="2723022" y="134742"/>
                  </a:lnTo>
                  <a:lnTo>
                    <a:pt x="2728468" y="134775"/>
                  </a:lnTo>
                  <a:lnTo>
                    <a:pt x="2733914" y="134819"/>
                  </a:lnTo>
                  <a:lnTo>
                    <a:pt x="2739360" y="134875"/>
                  </a:lnTo>
                  <a:lnTo>
                    <a:pt x="2744806" y="134943"/>
                  </a:lnTo>
                  <a:lnTo>
                    <a:pt x="2750252" y="135023"/>
                  </a:lnTo>
                  <a:lnTo>
                    <a:pt x="2755698" y="135117"/>
                  </a:lnTo>
                  <a:lnTo>
                    <a:pt x="2761144" y="135221"/>
                  </a:lnTo>
                  <a:lnTo>
                    <a:pt x="2766590" y="135335"/>
                  </a:lnTo>
                  <a:lnTo>
                    <a:pt x="2772036" y="135459"/>
                  </a:lnTo>
                  <a:lnTo>
                    <a:pt x="2777482" y="135590"/>
                  </a:lnTo>
                  <a:lnTo>
                    <a:pt x="2782929" y="135728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818470" y="1379569"/>
              <a:ext cx="3061221" cy="0"/>
            </a:xfrm>
            <a:custGeom>
              <a:avLst/>
              <a:pathLst>
                <a:path w="3061221" h="0">
                  <a:moveTo>
                    <a:pt x="0" y="0"/>
                  </a:moveTo>
                  <a:lnTo>
                    <a:pt x="30612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957616" y="1379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52739" y="1379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47862" y="1379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342984" y="1379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3926539" y="144050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721661" y="144187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516784" y="1442199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311906" y="144050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306414" y="1591294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6" name="rc26"/>
            <p:cNvSpPr/>
            <p:nvPr/>
          </p:nvSpPr>
          <p:spPr>
            <a:xfrm>
              <a:off x="3748881" y="1789458"/>
              <a:ext cx="3200400" cy="1208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818470" y="2086736"/>
              <a:ext cx="3061221" cy="501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957616" y="2208600"/>
              <a:ext cx="2782929" cy="356617"/>
            </a:xfrm>
            <a:custGeom>
              <a:avLst/>
              <a:pathLst>
                <a:path w="2782929" h="356617">
                  <a:moveTo>
                    <a:pt x="0" y="356617"/>
                  </a:moveTo>
                  <a:lnTo>
                    <a:pt x="5446" y="356617"/>
                  </a:lnTo>
                  <a:lnTo>
                    <a:pt x="10892" y="356617"/>
                  </a:lnTo>
                  <a:lnTo>
                    <a:pt x="16338" y="356617"/>
                  </a:lnTo>
                  <a:lnTo>
                    <a:pt x="21784" y="356617"/>
                  </a:lnTo>
                  <a:lnTo>
                    <a:pt x="27230" y="356617"/>
                  </a:lnTo>
                  <a:lnTo>
                    <a:pt x="32676" y="356617"/>
                  </a:lnTo>
                  <a:lnTo>
                    <a:pt x="38122" y="356617"/>
                  </a:lnTo>
                  <a:lnTo>
                    <a:pt x="43568" y="356617"/>
                  </a:lnTo>
                  <a:lnTo>
                    <a:pt x="49014" y="356617"/>
                  </a:lnTo>
                  <a:lnTo>
                    <a:pt x="54460" y="356617"/>
                  </a:lnTo>
                  <a:lnTo>
                    <a:pt x="59906" y="356617"/>
                  </a:lnTo>
                  <a:lnTo>
                    <a:pt x="65352" y="356617"/>
                  </a:lnTo>
                  <a:lnTo>
                    <a:pt x="70798" y="356617"/>
                  </a:lnTo>
                  <a:lnTo>
                    <a:pt x="76244" y="356617"/>
                  </a:lnTo>
                  <a:lnTo>
                    <a:pt x="81690" y="356617"/>
                  </a:lnTo>
                  <a:lnTo>
                    <a:pt x="87136" y="356617"/>
                  </a:lnTo>
                  <a:lnTo>
                    <a:pt x="92582" y="356617"/>
                  </a:lnTo>
                  <a:lnTo>
                    <a:pt x="98028" y="356617"/>
                  </a:lnTo>
                  <a:lnTo>
                    <a:pt x="103474" y="356617"/>
                  </a:lnTo>
                  <a:lnTo>
                    <a:pt x="108920" y="356617"/>
                  </a:lnTo>
                  <a:lnTo>
                    <a:pt x="114366" y="356617"/>
                  </a:lnTo>
                  <a:lnTo>
                    <a:pt x="119812" y="356616"/>
                  </a:lnTo>
                  <a:lnTo>
                    <a:pt x="125259" y="356616"/>
                  </a:lnTo>
                  <a:lnTo>
                    <a:pt x="130705" y="356616"/>
                  </a:lnTo>
                  <a:lnTo>
                    <a:pt x="136151" y="356616"/>
                  </a:lnTo>
                  <a:lnTo>
                    <a:pt x="141597" y="356616"/>
                  </a:lnTo>
                  <a:lnTo>
                    <a:pt x="147043" y="356615"/>
                  </a:lnTo>
                  <a:lnTo>
                    <a:pt x="152489" y="356614"/>
                  </a:lnTo>
                  <a:lnTo>
                    <a:pt x="157935" y="356613"/>
                  </a:lnTo>
                  <a:lnTo>
                    <a:pt x="163381" y="356612"/>
                  </a:lnTo>
                  <a:lnTo>
                    <a:pt x="168827" y="356609"/>
                  </a:lnTo>
                  <a:lnTo>
                    <a:pt x="174273" y="356606"/>
                  </a:lnTo>
                  <a:lnTo>
                    <a:pt x="179719" y="356601"/>
                  </a:lnTo>
                  <a:lnTo>
                    <a:pt x="185165" y="356595"/>
                  </a:lnTo>
                  <a:lnTo>
                    <a:pt x="190611" y="356586"/>
                  </a:lnTo>
                  <a:lnTo>
                    <a:pt x="196057" y="356573"/>
                  </a:lnTo>
                  <a:lnTo>
                    <a:pt x="201503" y="356557"/>
                  </a:lnTo>
                  <a:lnTo>
                    <a:pt x="206949" y="356535"/>
                  </a:lnTo>
                  <a:lnTo>
                    <a:pt x="212395" y="356505"/>
                  </a:lnTo>
                  <a:lnTo>
                    <a:pt x="217841" y="356466"/>
                  </a:lnTo>
                  <a:lnTo>
                    <a:pt x="223287" y="356414"/>
                  </a:lnTo>
                  <a:lnTo>
                    <a:pt x="228733" y="356348"/>
                  </a:lnTo>
                  <a:lnTo>
                    <a:pt x="234179" y="356264"/>
                  </a:lnTo>
                  <a:lnTo>
                    <a:pt x="239625" y="356158"/>
                  </a:lnTo>
                  <a:lnTo>
                    <a:pt x="245072" y="356027"/>
                  </a:lnTo>
                  <a:lnTo>
                    <a:pt x="250518" y="355860"/>
                  </a:lnTo>
                  <a:lnTo>
                    <a:pt x="255964" y="355651"/>
                  </a:lnTo>
                  <a:lnTo>
                    <a:pt x="261410" y="355397"/>
                  </a:lnTo>
                  <a:lnTo>
                    <a:pt x="266856" y="355091"/>
                  </a:lnTo>
                  <a:lnTo>
                    <a:pt x="272302" y="354725"/>
                  </a:lnTo>
                  <a:lnTo>
                    <a:pt x="277748" y="354292"/>
                  </a:lnTo>
                  <a:lnTo>
                    <a:pt x="283194" y="353784"/>
                  </a:lnTo>
                  <a:lnTo>
                    <a:pt x="288640" y="353187"/>
                  </a:lnTo>
                  <a:lnTo>
                    <a:pt x="294086" y="352486"/>
                  </a:lnTo>
                  <a:lnTo>
                    <a:pt x="299532" y="351685"/>
                  </a:lnTo>
                  <a:lnTo>
                    <a:pt x="304978" y="350777"/>
                  </a:lnTo>
                  <a:lnTo>
                    <a:pt x="310424" y="349758"/>
                  </a:lnTo>
                  <a:lnTo>
                    <a:pt x="315870" y="348623"/>
                  </a:lnTo>
                  <a:lnTo>
                    <a:pt x="321316" y="347370"/>
                  </a:lnTo>
                  <a:lnTo>
                    <a:pt x="326762" y="345996"/>
                  </a:lnTo>
                  <a:lnTo>
                    <a:pt x="332208" y="344485"/>
                  </a:lnTo>
                  <a:lnTo>
                    <a:pt x="337654" y="342862"/>
                  </a:lnTo>
                  <a:lnTo>
                    <a:pt x="343100" y="341134"/>
                  </a:lnTo>
                  <a:lnTo>
                    <a:pt x="348546" y="339309"/>
                  </a:lnTo>
                  <a:lnTo>
                    <a:pt x="353992" y="337398"/>
                  </a:lnTo>
                  <a:lnTo>
                    <a:pt x="359438" y="335414"/>
                  </a:lnTo>
                  <a:lnTo>
                    <a:pt x="364885" y="333370"/>
                  </a:lnTo>
                  <a:lnTo>
                    <a:pt x="370331" y="331280"/>
                  </a:lnTo>
                  <a:lnTo>
                    <a:pt x="375777" y="329172"/>
                  </a:lnTo>
                  <a:lnTo>
                    <a:pt x="381223" y="327064"/>
                  </a:lnTo>
                  <a:lnTo>
                    <a:pt x="386669" y="324974"/>
                  </a:lnTo>
                  <a:lnTo>
                    <a:pt x="392115" y="322921"/>
                  </a:lnTo>
                  <a:lnTo>
                    <a:pt x="397561" y="320921"/>
                  </a:lnTo>
                  <a:lnTo>
                    <a:pt x="403007" y="318991"/>
                  </a:lnTo>
                  <a:lnTo>
                    <a:pt x="408453" y="317156"/>
                  </a:lnTo>
                  <a:lnTo>
                    <a:pt x="413899" y="315429"/>
                  </a:lnTo>
                  <a:lnTo>
                    <a:pt x="419345" y="313811"/>
                  </a:lnTo>
                  <a:lnTo>
                    <a:pt x="424791" y="312307"/>
                  </a:lnTo>
                  <a:lnTo>
                    <a:pt x="430237" y="310919"/>
                  </a:lnTo>
                  <a:lnTo>
                    <a:pt x="435683" y="309648"/>
                  </a:lnTo>
                  <a:lnTo>
                    <a:pt x="441129" y="308490"/>
                  </a:lnTo>
                  <a:lnTo>
                    <a:pt x="446575" y="307444"/>
                  </a:lnTo>
                  <a:lnTo>
                    <a:pt x="452021" y="306503"/>
                  </a:lnTo>
                  <a:lnTo>
                    <a:pt x="457467" y="305637"/>
                  </a:lnTo>
                  <a:lnTo>
                    <a:pt x="462913" y="304831"/>
                  </a:lnTo>
                  <a:lnTo>
                    <a:pt x="468359" y="304065"/>
                  </a:lnTo>
                  <a:lnTo>
                    <a:pt x="473805" y="303319"/>
                  </a:lnTo>
                  <a:lnTo>
                    <a:pt x="479251" y="302571"/>
                  </a:lnTo>
                  <a:lnTo>
                    <a:pt x="484698" y="301795"/>
                  </a:lnTo>
                  <a:lnTo>
                    <a:pt x="490144" y="300952"/>
                  </a:lnTo>
                  <a:lnTo>
                    <a:pt x="495590" y="300021"/>
                  </a:lnTo>
                  <a:lnTo>
                    <a:pt x="501036" y="298979"/>
                  </a:lnTo>
                  <a:lnTo>
                    <a:pt x="506482" y="297801"/>
                  </a:lnTo>
                  <a:lnTo>
                    <a:pt x="511928" y="296465"/>
                  </a:lnTo>
                  <a:lnTo>
                    <a:pt x="517374" y="294951"/>
                  </a:lnTo>
                  <a:lnTo>
                    <a:pt x="522820" y="293240"/>
                  </a:lnTo>
                  <a:lnTo>
                    <a:pt x="528266" y="291277"/>
                  </a:lnTo>
                  <a:lnTo>
                    <a:pt x="533712" y="289080"/>
                  </a:lnTo>
                  <a:lnTo>
                    <a:pt x="539158" y="286647"/>
                  </a:lnTo>
                  <a:lnTo>
                    <a:pt x="544604" y="283977"/>
                  </a:lnTo>
                  <a:lnTo>
                    <a:pt x="550050" y="281071"/>
                  </a:lnTo>
                  <a:lnTo>
                    <a:pt x="555496" y="277938"/>
                  </a:lnTo>
                  <a:lnTo>
                    <a:pt x="560942" y="274588"/>
                  </a:lnTo>
                  <a:lnTo>
                    <a:pt x="566388" y="271016"/>
                  </a:lnTo>
                  <a:lnTo>
                    <a:pt x="571834" y="267261"/>
                  </a:lnTo>
                  <a:lnTo>
                    <a:pt x="577280" y="263362"/>
                  </a:lnTo>
                  <a:lnTo>
                    <a:pt x="582726" y="259349"/>
                  </a:lnTo>
                  <a:lnTo>
                    <a:pt x="588172" y="255251"/>
                  </a:lnTo>
                  <a:lnTo>
                    <a:pt x="593618" y="251098"/>
                  </a:lnTo>
                  <a:lnTo>
                    <a:pt x="599064" y="246920"/>
                  </a:lnTo>
                  <a:lnTo>
                    <a:pt x="604510" y="242749"/>
                  </a:lnTo>
                  <a:lnTo>
                    <a:pt x="609957" y="238615"/>
                  </a:lnTo>
                  <a:lnTo>
                    <a:pt x="615403" y="234535"/>
                  </a:lnTo>
                  <a:lnTo>
                    <a:pt x="620849" y="230518"/>
                  </a:lnTo>
                  <a:lnTo>
                    <a:pt x="626295" y="226566"/>
                  </a:lnTo>
                  <a:lnTo>
                    <a:pt x="631741" y="222673"/>
                  </a:lnTo>
                  <a:lnTo>
                    <a:pt x="637187" y="218825"/>
                  </a:lnTo>
                  <a:lnTo>
                    <a:pt x="642633" y="214998"/>
                  </a:lnTo>
                  <a:lnTo>
                    <a:pt x="648079" y="211144"/>
                  </a:lnTo>
                  <a:lnTo>
                    <a:pt x="653525" y="207212"/>
                  </a:lnTo>
                  <a:lnTo>
                    <a:pt x="658971" y="203148"/>
                  </a:lnTo>
                  <a:lnTo>
                    <a:pt x="664417" y="198890"/>
                  </a:lnTo>
                  <a:lnTo>
                    <a:pt x="669863" y="194375"/>
                  </a:lnTo>
                  <a:lnTo>
                    <a:pt x="675309" y="189536"/>
                  </a:lnTo>
                  <a:lnTo>
                    <a:pt x="680755" y="184306"/>
                  </a:lnTo>
                  <a:lnTo>
                    <a:pt x="686201" y="178527"/>
                  </a:lnTo>
                  <a:lnTo>
                    <a:pt x="691647" y="172198"/>
                  </a:lnTo>
                  <a:lnTo>
                    <a:pt x="697093" y="165283"/>
                  </a:lnTo>
                  <a:lnTo>
                    <a:pt x="702539" y="157749"/>
                  </a:lnTo>
                  <a:lnTo>
                    <a:pt x="707985" y="149578"/>
                  </a:lnTo>
                  <a:lnTo>
                    <a:pt x="713431" y="140768"/>
                  </a:lnTo>
                  <a:lnTo>
                    <a:pt x="718877" y="131334"/>
                  </a:lnTo>
                  <a:lnTo>
                    <a:pt x="724323" y="121253"/>
                  </a:lnTo>
                  <a:lnTo>
                    <a:pt x="729770" y="110647"/>
                  </a:lnTo>
                  <a:lnTo>
                    <a:pt x="735216" y="99654"/>
                  </a:lnTo>
                  <a:lnTo>
                    <a:pt x="740662" y="88395"/>
                  </a:lnTo>
                  <a:lnTo>
                    <a:pt x="746108" y="77012"/>
                  </a:lnTo>
                  <a:lnTo>
                    <a:pt x="751554" y="65664"/>
                  </a:lnTo>
                  <a:lnTo>
                    <a:pt x="757000" y="54528"/>
                  </a:lnTo>
                  <a:lnTo>
                    <a:pt x="762446" y="43846"/>
                  </a:lnTo>
                  <a:lnTo>
                    <a:pt x="767892" y="33910"/>
                  </a:lnTo>
                  <a:lnTo>
                    <a:pt x="773338" y="24880"/>
                  </a:lnTo>
                  <a:lnTo>
                    <a:pt x="778784" y="16958"/>
                  </a:lnTo>
                  <a:lnTo>
                    <a:pt x="784230" y="10334"/>
                  </a:lnTo>
                  <a:lnTo>
                    <a:pt x="789676" y="5187"/>
                  </a:lnTo>
                  <a:lnTo>
                    <a:pt x="795122" y="1678"/>
                  </a:lnTo>
                  <a:lnTo>
                    <a:pt x="800568" y="0"/>
                  </a:lnTo>
                  <a:lnTo>
                    <a:pt x="806014" y="527"/>
                  </a:lnTo>
                  <a:lnTo>
                    <a:pt x="811460" y="3024"/>
                  </a:lnTo>
                  <a:lnTo>
                    <a:pt x="816906" y="7504"/>
                  </a:lnTo>
                  <a:lnTo>
                    <a:pt x="822352" y="13942"/>
                  </a:lnTo>
                  <a:lnTo>
                    <a:pt x="827798" y="22283"/>
                  </a:lnTo>
                  <a:lnTo>
                    <a:pt x="833244" y="32431"/>
                  </a:lnTo>
                  <a:lnTo>
                    <a:pt x="838690" y="44263"/>
                  </a:lnTo>
                  <a:lnTo>
                    <a:pt x="844136" y="57838"/>
                  </a:lnTo>
                  <a:lnTo>
                    <a:pt x="849583" y="72679"/>
                  </a:lnTo>
                  <a:lnTo>
                    <a:pt x="855029" y="88544"/>
                  </a:lnTo>
                  <a:lnTo>
                    <a:pt x="860475" y="105206"/>
                  </a:lnTo>
                  <a:lnTo>
                    <a:pt x="865921" y="122433"/>
                  </a:lnTo>
                  <a:lnTo>
                    <a:pt x="871367" y="139992"/>
                  </a:lnTo>
                  <a:lnTo>
                    <a:pt x="876813" y="157653"/>
                  </a:lnTo>
                  <a:lnTo>
                    <a:pt x="882259" y="175149"/>
                  </a:lnTo>
                  <a:lnTo>
                    <a:pt x="887705" y="192231"/>
                  </a:lnTo>
                  <a:lnTo>
                    <a:pt x="893151" y="208741"/>
                  </a:lnTo>
                  <a:lnTo>
                    <a:pt x="898597" y="224535"/>
                  </a:lnTo>
                  <a:lnTo>
                    <a:pt x="904043" y="239491"/>
                  </a:lnTo>
                  <a:lnTo>
                    <a:pt x="909489" y="253515"/>
                  </a:lnTo>
                  <a:lnTo>
                    <a:pt x="914935" y="266536"/>
                  </a:lnTo>
                  <a:lnTo>
                    <a:pt x="920381" y="278419"/>
                  </a:lnTo>
                  <a:lnTo>
                    <a:pt x="925827" y="289114"/>
                  </a:lnTo>
                  <a:lnTo>
                    <a:pt x="931273" y="298750"/>
                  </a:lnTo>
                  <a:lnTo>
                    <a:pt x="936719" y="307356"/>
                  </a:lnTo>
                  <a:lnTo>
                    <a:pt x="942165" y="314974"/>
                  </a:lnTo>
                  <a:lnTo>
                    <a:pt x="947611" y="321659"/>
                  </a:lnTo>
                  <a:lnTo>
                    <a:pt x="953057" y="327471"/>
                  </a:lnTo>
                  <a:lnTo>
                    <a:pt x="958503" y="332454"/>
                  </a:lnTo>
                  <a:lnTo>
                    <a:pt x="963949" y="336613"/>
                  </a:lnTo>
                  <a:lnTo>
                    <a:pt x="969396" y="340146"/>
                  </a:lnTo>
                  <a:lnTo>
                    <a:pt x="974842" y="343125"/>
                  </a:lnTo>
                  <a:lnTo>
                    <a:pt x="980288" y="345616"/>
                  </a:lnTo>
                  <a:lnTo>
                    <a:pt x="985734" y="347682"/>
                  </a:lnTo>
                  <a:lnTo>
                    <a:pt x="991180" y="349385"/>
                  </a:lnTo>
                  <a:lnTo>
                    <a:pt x="996626" y="350776"/>
                  </a:lnTo>
                  <a:lnTo>
                    <a:pt x="1002072" y="351870"/>
                  </a:lnTo>
                  <a:lnTo>
                    <a:pt x="1007518" y="352760"/>
                  </a:lnTo>
                  <a:lnTo>
                    <a:pt x="1012964" y="353482"/>
                  </a:lnTo>
                  <a:lnTo>
                    <a:pt x="1018410" y="354066"/>
                  </a:lnTo>
                  <a:lnTo>
                    <a:pt x="1023856" y="354537"/>
                  </a:lnTo>
                  <a:lnTo>
                    <a:pt x="1029302" y="354917"/>
                  </a:lnTo>
                  <a:lnTo>
                    <a:pt x="1034748" y="355223"/>
                  </a:lnTo>
                  <a:lnTo>
                    <a:pt x="1040194" y="355464"/>
                  </a:lnTo>
                  <a:lnTo>
                    <a:pt x="1045640" y="355660"/>
                  </a:lnTo>
                  <a:lnTo>
                    <a:pt x="1051086" y="355821"/>
                  </a:lnTo>
                  <a:lnTo>
                    <a:pt x="1056532" y="355954"/>
                  </a:lnTo>
                  <a:lnTo>
                    <a:pt x="1061978" y="356065"/>
                  </a:lnTo>
                  <a:lnTo>
                    <a:pt x="1067424" y="356158"/>
                  </a:lnTo>
                  <a:lnTo>
                    <a:pt x="1072870" y="356235"/>
                  </a:lnTo>
                  <a:lnTo>
                    <a:pt x="1078316" y="356300"/>
                  </a:lnTo>
                  <a:lnTo>
                    <a:pt x="1083762" y="356353"/>
                  </a:lnTo>
                  <a:lnTo>
                    <a:pt x="1089209" y="356399"/>
                  </a:lnTo>
                  <a:lnTo>
                    <a:pt x="1094655" y="356438"/>
                  </a:lnTo>
                  <a:lnTo>
                    <a:pt x="1100101" y="356470"/>
                  </a:lnTo>
                  <a:lnTo>
                    <a:pt x="1105547" y="356498"/>
                  </a:lnTo>
                  <a:lnTo>
                    <a:pt x="1110993" y="356521"/>
                  </a:lnTo>
                  <a:lnTo>
                    <a:pt x="1116439" y="356540"/>
                  </a:lnTo>
                  <a:lnTo>
                    <a:pt x="1121885" y="356556"/>
                  </a:lnTo>
                  <a:lnTo>
                    <a:pt x="1127331" y="356568"/>
                  </a:lnTo>
                  <a:lnTo>
                    <a:pt x="1132777" y="356579"/>
                  </a:lnTo>
                  <a:lnTo>
                    <a:pt x="1138223" y="356587"/>
                  </a:lnTo>
                  <a:lnTo>
                    <a:pt x="1143669" y="356594"/>
                  </a:lnTo>
                  <a:lnTo>
                    <a:pt x="1149115" y="356599"/>
                  </a:lnTo>
                  <a:lnTo>
                    <a:pt x="1154561" y="356604"/>
                  </a:lnTo>
                  <a:lnTo>
                    <a:pt x="1160007" y="356607"/>
                  </a:lnTo>
                  <a:lnTo>
                    <a:pt x="1165453" y="356609"/>
                  </a:lnTo>
                  <a:lnTo>
                    <a:pt x="1170899" y="356611"/>
                  </a:lnTo>
                  <a:lnTo>
                    <a:pt x="1176345" y="356613"/>
                  </a:lnTo>
                  <a:lnTo>
                    <a:pt x="1181791" y="356614"/>
                  </a:lnTo>
                  <a:lnTo>
                    <a:pt x="1187237" y="356615"/>
                  </a:lnTo>
                  <a:lnTo>
                    <a:pt x="1192683" y="356615"/>
                  </a:lnTo>
                  <a:lnTo>
                    <a:pt x="1198129" y="356616"/>
                  </a:lnTo>
                  <a:lnTo>
                    <a:pt x="1203575" y="356616"/>
                  </a:lnTo>
                  <a:lnTo>
                    <a:pt x="1209021" y="356616"/>
                  </a:lnTo>
                  <a:lnTo>
                    <a:pt x="1214468" y="356616"/>
                  </a:lnTo>
                  <a:lnTo>
                    <a:pt x="1219914" y="356616"/>
                  </a:lnTo>
                  <a:lnTo>
                    <a:pt x="1225360" y="356616"/>
                  </a:lnTo>
                  <a:lnTo>
                    <a:pt x="1230806" y="356617"/>
                  </a:lnTo>
                  <a:lnTo>
                    <a:pt x="1236252" y="356617"/>
                  </a:lnTo>
                  <a:lnTo>
                    <a:pt x="1241698" y="356617"/>
                  </a:lnTo>
                  <a:lnTo>
                    <a:pt x="1247144" y="356617"/>
                  </a:lnTo>
                  <a:lnTo>
                    <a:pt x="1252590" y="356617"/>
                  </a:lnTo>
                  <a:lnTo>
                    <a:pt x="1258036" y="356617"/>
                  </a:lnTo>
                  <a:lnTo>
                    <a:pt x="1263482" y="356617"/>
                  </a:lnTo>
                  <a:lnTo>
                    <a:pt x="1268928" y="356617"/>
                  </a:lnTo>
                  <a:lnTo>
                    <a:pt x="1274374" y="356617"/>
                  </a:lnTo>
                  <a:lnTo>
                    <a:pt x="1279820" y="356617"/>
                  </a:lnTo>
                  <a:lnTo>
                    <a:pt x="1285266" y="356617"/>
                  </a:lnTo>
                  <a:lnTo>
                    <a:pt x="1290712" y="356617"/>
                  </a:lnTo>
                  <a:lnTo>
                    <a:pt x="1296158" y="356617"/>
                  </a:lnTo>
                  <a:lnTo>
                    <a:pt x="1301604" y="356617"/>
                  </a:lnTo>
                  <a:lnTo>
                    <a:pt x="1307050" y="356617"/>
                  </a:lnTo>
                  <a:lnTo>
                    <a:pt x="1312496" y="356617"/>
                  </a:lnTo>
                  <a:lnTo>
                    <a:pt x="1317942" y="356617"/>
                  </a:lnTo>
                  <a:lnTo>
                    <a:pt x="1323388" y="356617"/>
                  </a:lnTo>
                  <a:lnTo>
                    <a:pt x="1328834" y="356617"/>
                  </a:lnTo>
                  <a:lnTo>
                    <a:pt x="1334281" y="356617"/>
                  </a:lnTo>
                  <a:lnTo>
                    <a:pt x="1339727" y="356617"/>
                  </a:lnTo>
                  <a:lnTo>
                    <a:pt x="1345173" y="356617"/>
                  </a:lnTo>
                  <a:lnTo>
                    <a:pt x="1350619" y="356617"/>
                  </a:lnTo>
                  <a:lnTo>
                    <a:pt x="1356065" y="356617"/>
                  </a:lnTo>
                  <a:lnTo>
                    <a:pt x="1361511" y="356617"/>
                  </a:lnTo>
                  <a:lnTo>
                    <a:pt x="1366957" y="356617"/>
                  </a:lnTo>
                  <a:lnTo>
                    <a:pt x="1372403" y="356617"/>
                  </a:lnTo>
                  <a:lnTo>
                    <a:pt x="1377849" y="356617"/>
                  </a:lnTo>
                  <a:lnTo>
                    <a:pt x="1383295" y="356617"/>
                  </a:lnTo>
                  <a:lnTo>
                    <a:pt x="1388741" y="356617"/>
                  </a:lnTo>
                  <a:lnTo>
                    <a:pt x="1394187" y="356617"/>
                  </a:lnTo>
                  <a:lnTo>
                    <a:pt x="1399633" y="356617"/>
                  </a:lnTo>
                  <a:lnTo>
                    <a:pt x="1405079" y="356617"/>
                  </a:lnTo>
                  <a:lnTo>
                    <a:pt x="1410525" y="356617"/>
                  </a:lnTo>
                  <a:lnTo>
                    <a:pt x="1415971" y="356617"/>
                  </a:lnTo>
                  <a:lnTo>
                    <a:pt x="1421417" y="356617"/>
                  </a:lnTo>
                  <a:lnTo>
                    <a:pt x="1426863" y="356617"/>
                  </a:lnTo>
                  <a:lnTo>
                    <a:pt x="1432309" y="356617"/>
                  </a:lnTo>
                  <a:lnTo>
                    <a:pt x="1437755" y="356617"/>
                  </a:lnTo>
                  <a:lnTo>
                    <a:pt x="1443201" y="356617"/>
                  </a:lnTo>
                  <a:lnTo>
                    <a:pt x="1448647" y="356617"/>
                  </a:lnTo>
                  <a:lnTo>
                    <a:pt x="1454094" y="356617"/>
                  </a:lnTo>
                  <a:lnTo>
                    <a:pt x="1459540" y="356617"/>
                  </a:lnTo>
                  <a:lnTo>
                    <a:pt x="1464986" y="356617"/>
                  </a:lnTo>
                  <a:lnTo>
                    <a:pt x="1470432" y="356617"/>
                  </a:lnTo>
                  <a:lnTo>
                    <a:pt x="1475878" y="356617"/>
                  </a:lnTo>
                  <a:lnTo>
                    <a:pt x="1481324" y="356617"/>
                  </a:lnTo>
                  <a:lnTo>
                    <a:pt x="1486770" y="356617"/>
                  </a:lnTo>
                  <a:lnTo>
                    <a:pt x="1492216" y="356617"/>
                  </a:lnTo>
                  <a:lnTo>
                    <a:pt x="1497662" y="356617"/>
                  </a:lnTo>
                  <a:lnTo>
                    <a:pt x="1503108" y="356617"/>
                  </a:lnTo>
                  <a:lnTo>
                    <a:pt x="1508554" y="356617"/>
                  </a:lnTo>
                  <a:lnTo>
                    <a:pt x="1514000" y="356617"/>
                  </a:lnTo>
                  <a:lnTo>
                    <a:pt x="1519446" y="356617"/>
                  </a:lnTo>
                  <a:lnTo>
                    <a:pt x="1524892" y="356617"/>
                  </a:lnTo>
                  <a:lnTo>
                    <a:pt x="1530338" y="356617"/>
                  </a:lnTo>
                  <a:lnTo>
                    <a:pt x="1535784" y="356617"/>
                  </a:lnTo>
                  <a:lnTo>
                    <a:pt x="1541230" y="356617"/>
                  </a:lnTo>
                  <a:lnTo>
                    <a:pt x="1546676" y="356617"/>
                  </a:lnTo>
                  <a:lnTo>
                    <a:pt x="1552122" y="356617"/>
                  </a:lnTo>
                  <a:lnTo>
                    <a:pt x="1557568" y="356617"/>
                  </a:lnTo>
                  <a:lnTo>
                    <a:pt x="1563014" y="356617"/>
                  </a:lnTo>
                  <a:lnTo>
                    <a:pt x="1568460" y="356617"/>
                  </a:lnTo>
                  <a:lnTo>
                    <a:pt x="1573907" y="356617"/>
                  </a:lnTo>
                  <a:lnTo>
                    <a:pt x="1579353" y="356617"/>
                  </a:lnTo>
                  <a:lnTo>
                    <a:pt x="1584799" y="356617"/>
                  </a:lnTo>
                  <a:lnTo>
                    <a:pt x="1590245" y="356617"/>
                  </a:lnTo>
                  <a:lnTo>
                    <a:pt x="1595691" y="356617"/>
                  </a:lnTo>
                  <a:lnTo>
                    <a:pt x="1601137" y="356617"/>
                  </a:lnTo>
                  <a:lnTo>
                    <a:pt x="1606583" y="356617"/>
                  </a:lnTo>
                  <a:lnTo>
                    <a:pt x="1612029" y="356617"/>
                  </a:lnTo>
                  <a:lnTo>
                    <a:pt x="1617475" y="356617"/>
                  </a:lnTo>
                  <a:lnTo>
                    <a:pt x="1622921" y="356617"/>
                  </a:lnTo>
                  <a:lnTo>
                    <a:pt x="1628367" y="356617"/>
                  </a:lnTo>
                  <a:lnTo>
                    <a:pt x="1633813" y="356617"/>
                  </a:lnTo>
                  <a:lnTo>
                    <a:pt x="1639259" y="356617"/>
                  </a:lnTo>
                  <a:lnTo>
                    <a:pt x="1644705" y="356616"/>
                  </a:lnTo>
                  <a:lnTo>
                    <a:pt x="1650151" y="356616"/>
                  </a:lnTo>
                  <a:lnTo>
                    <a:pt x="1655597" y="356616"/>
                  </a:lnTo>
                  <a:lnTo>
                    <a:pt x="1661043" y="356616"/>
                  </a:lnTo>
                  <a:lnTo>
                    <a:pt x="1666489" y="356616"/>
                  </a:lnTo>
                  <a:lnTo>
                    <a:pt x="1671935" y="356616"/>
                  </a:lnTo>
                  <a:lnTo>
                    <a:pt x="1677381" y="356615"/>
                  </a:lnTo>
                  <a:lnTo>
                    <a:pt x="1682827" y="356615"/>
                  </a:lnTo>
                  <a:lnTo>
                    <a:pt x="1688273" y="356614"/>
                  </a:lnTo>
                  <a:lnTo>
                    <a:pt x="1693720" y="356613"/>
                  </a:lnTo>
                  <a:lnTo>
                    <a:pt x="1699166" y="356611"/>
                  </a:lnTo>
                  <a:lnTo>
                    <a:pt x="1704612" y="356610"/>
                  </a:lnTo>
                  <a:lnTo>
                    <a:pt x="1710058" y="356607"/>
                  </a:lnTo>
                  <a:lnTo>
                    <a:pt x="1715504" y="356604"/>
                  </a:lnTo>
                  <a:lnTo>
                    <a:pt x="1720950" y="356600"/>
                  </a:lnTo>
                  <a:lnTo>
                    <a:pt x="1726396" y="356595"/>
                  </a:lnTo>
                  <a:lnTo>
                    <a:pt x="1731842" y="356589"/>
                  </a:lnTo>
                  <a:lnTo>
                    <a:pt x="1737288" y="356581"/>
                  </a:lnTo>
                  <a:lnTo>
                    <a:pt x="1742734" y="356572"/>
                  </a:lnTo>
                  <a:lnTo>
                    <a:pt x="1748180" y="356561"/>
                  </a:lnTo>
                  <a:lnTo>
                    <a:pt x="1753626" y="356547"/>
                  </a:lnTo>
                  <a:lnTo>
                    <a:pt x="1759072" y="356531"/>
                  </a:lnTo>
                  <a:lnTo>
                    <a:pt x="1764518" y="356512"/>
                  </a:lnTo>
                  <a:lnTo>
                    <a:pt x="1769964" y="356490"/>
                  </a:lnTo>
                  <a:lnTo>
                    <a:pt x="1775410" y="356465"/>
                  </a:lnTo>
                  <a:lnTo>
                    <a:pt x="1780856" y="356438"/>
                  </a:lnTo>
                  <a:lnTo>
                    <a:pt x="1786302" y="356407"/>
                  </a:lnTo>
                  <a:lnTo>
                    <a:pt x="1791748" y="356373"/>
                  </a:lnTo>
                  <a:lnTo>
                    <a:pt x="1797194" y="356336"/>
                  </a:lnTo>
                  <a:lnTo>
                    <a:pt x="1802640" y="356296"/>
                  </a:lnTo>
                  <a:lnTo>
                    <a:pt x="1808086" y="356255"/>
                  </a:lnTo>
                  <a:lnTo>
                    <a:pt x="1813532" y="356212"/>
                  </a:lnTo>
                  <a:lnTo>
                    <a:pt x="1818979" y="356169"/>
                  </a:lnTo>
                  <a:lnTo>
                    <a:pt x="1824425" y="356125"/>
                  </a:lnTo>
                  <a:lnTo>
                    <a:pt x="1829871" y="356082"/>
                  </a:lnTo>
                  <a:lnTo>
                    <a:pt x="1835317" y="356042"/>
                  </a:lnTo>
                  <a:lnTo>
                    <a:pt x="1840763" y="356003"/>
                  </a:lnTo>
                  <a:lnTo>
                    <a:pt x="1846209" y="355969"/>
                  </a:lnTo>
                  <a:lnTo>
                    <a:pt x="1851655" y="355939"/>
                  </a:lnTo>
                  <a:lnTo>
                    <a:pt x="1857101" y="355914"/>
                  </a:lnTo>
                  <a:lnTo>
                    <a:pt x="1862547" y="355895"/>
                  </a:lnTo>
                  <a:lnTo>
                    <a:pt x="1867993" y="355883"/>
                  </a:lnTo>
                  <a:lnTo>
                    <a:pt x="1873439" y="355878"/>
                  </a:lnTo>
                  <a:lnTo>
                    <a:pt x="1878885" y="355880"/>
                  </a:lnTo>
                  <a:lnTo>
                    <a:pt x="1884331" y="355889"/>
                  </a:lnTo>
                  <a:lnTo>
                    <a:pt x="1889777" y="355904"/>
                  </a:lnTo>
                  <a:lnTo>
                    <a:pt x="1895223" y="355926"/>
                  </a:lnTo>
                  <a:lnTo>
                    <a:pt x="1900669" y="355953"/>
                  </a:lnTo>
                  <a:lnTo>
                    <a:pt x="1906115" y="355985"/>
                  </a:lnTo>
                  <a:lnTo>
                    <a:pt x="1911561" y="356022"/>
                  </a:lnTo>
                  <a:lnTo>
                    <a:pt x="1917007" y="356062"/>
                  </a:lnTo>
                  <a:lnTo>
                    <a:pt x="1922453" y="356104"/>
                  </a:lnTo>
                  <a:lnTo>
                    <a:pt x="1927899" y="356147"/>
                  </a:lnTo>
                  <a:lnTo>
                    <a:pt x="1933345" y="356191"/>
                  </a:lnTo>
                  <a:lnTo>
                    <a:pt x="1938792" y="356234"/>
                  </a:lnTo>
                  <a:lnTo>
                    <a:pt x="1944238" y="356277"/>
                  </a:lnTo>
                  <a:lnTo>
                    <a:pt x="1949684" y="356317"/>
                  </a:lnTo>
                  <a:lnTo>
                    <a:pt x="1955130" y="356355"/>
                  </a:lnTo>
                  <a:lnTo>
                    <a:pt x="1960576" y="356390"/>
                  </a:lnTo>
                  <a:lnTo>
                    <a:pt x="1966022" y="356423"/>
                  </a:lnTo>
                  <a:lnTo>
                    <a:pt x="1971468" y="356452"/>
                  </a:lnTo>
                  <a:lnTo>
                    <a:pt x="1976914" y="356479"/>
                  </a:lnTo>
                  <a:lnTo>
                    <a:pt x="1982360" y="356502"/>
                  </a:lnTo>
                  <a:lnTo>
                    <a:pt x="1987806" y="356522"/>
                  </a:lnTo>
                  <a:lnTo>
                    <a:pt x="1993252" y="356539"/>
                  </a:lnTo>
                  <a:lnTo>
                    <a:pt x="1998698" y="356554"/>
                  </a:lnTo>
                  <a:lnTo>
                    <a:pt x="2004144" y="356566"/>
                  </a:lnTo>
                  <a:lnTo>
                    <a:pt x="2009590" y="356577"/>
                  </a:lnTo>
                  <a:lnTo>
                    <a:pt x="2015036" y="356585"/>
                  </a:lnTo>
                  <a:lnTo>
                    <a:pt x="2020482" y="356592"/>
                  </a:lnTo>
                  <a:lnTo>
                    <a:pt x="2025928" y="356598"/>
                  </a:lnTo>
                  <a:lnTo>
                    <a:pt x="2031374" y="356602"/>
                  </a:lnTo>
                  <a:lnTo>
                    <a:pt x="2036820" y="356606"/>
                  </a:lnTo>
                  <a:lnTo>
                    <a:pt x="2042266" y="356608"/>
                  </a:lnTo>
                  <a:lnTo>
                    <a:pt x="2047712" y="356610"/>
                  </a:lnTo>
                  <a:lnTo>
                    <a:pt x="2053158" y="356612"/>
                  </a:lnTo>
                  <a:lnTo>
                    <a:pt x="2058605" y="356613"/>
                  </a:lnTo>
                  <a:lnTo>
                    <a:pt x="2064051" y="356614"/>
                  </a:lnTo>
                  <a:lnTo>
                    <a:pt x="2069497" y="356614"/>
                  </a:lnTo>
                  <a:lnTo>
                    <a:pt x="2074943" y="356614"/>
                  </a:lnTo>
                  <a:lnTo>
                    <a:pt x="2080389" y="356614"/>
                  </a:lnTo>
                  <a:lnTo>
                    <a:pt x="2085835" y="356613"/>
                  </a:lnTo>
                  <a:lnTo>
                    <a:pt x="2091281" y="356612"/>
                  </a:lnTo>
                  <a:lnTo>
                    <a:pt x="2096727" y="356611"/>
                  </a:lnTo>
                  <a:lnTo>
                    <a:pt x="2102173" y="356609"/>
                  </a:lnTo>
                  <a:lnTo>
                    <a:pt x="2107619" y="356606"/>
                  </a:lnTo>
                  <a:lnTo>
                    <a:pt x="2113065" y="356602"/>
                  </a:lnTo>
                  <a:lnTo>
                    <a:pt x="2118511" y="356597"/>
                  </a:lnTo>
                  <a:lnTo>
                    <a:pt x="2123957" y="356591"/>
                  </a:lnTo>
                  <a:lnTo>
                    <a:pt x="2129403" y="356584"/>
                  </a:lnTo>
                  <a:lnTo>
                    <a:pt x="2134849" y="356574"/>
                  </a:lnTo>
                  <a:lnTo>
                    <a:pt x="2140295" y="356562"/>
                  </a:lnTo>
                  <a:lnTo>
                    <a:pt x="2145741" y="356547"/>
                  </a:lnTo>
                  <a:lnTo>
                    <a:pt x="2151187" y="356529"/>
                  </a:lnTo>
                  <a:lnTo>
                    <a:pt x="2156633" y="356508"/>
                  </a:lnTo>
                  <a:lnTo>
                    <a:pt x="2162079" y="356482"/>
                  </a:lnTo>
                  <a:lnTo>
                    <a:pt x="2167525" y="356452"/>
                  </a:lnTo>
                  <a:lnTo>
                    <a:pt x="2172971" y="356417"/>
                  </a:lnTo>
                  <a:lnTo>
                    <a:pt x="2178418" y="356377"/>
                  </a:lnTo>
                  <a:lnTo>
                    <a:pt x="2183864" y="356331"/>
                  </a:lnTo>
                  <a:lnTo>
                    <a:pt x="2189310" y="356278"/>
                  </a:lnTo>
                  <a:lnTo>
                    <a:pt x="2194756" y="356221"/>
                  </a:lnTo>
                  <a:lnTo>
                    <a:pt x="2200202" y="356158"/>
                  </a:lnTo>
                  <a:lnTo>
                    <a:pt x="2205648" y="356089"/>
                  </a:lnTo>
                  <a:lnTo>
                    <a:pt x="2211094" y="356016"/>
                  </a:lnTo>
                  <a:lnTo>
                    <a:pt x="2216540" y="355939"/>
                  </a:lnTo>
                  <a:lnTo>
                    <a:pt x="2221986" y="355859"/>
                  </a:lnTo>
                  <a:lnTo>
                    <a:pt x="2227432" y="355777"/>
                  </a:lnTo>
                  <a:lnTo>
                    <a:pt x="2232878" y="355694"/>
                  </a:lnTo>
                  <a:lnTo>
                    <a:pt x="2238324" y="355613"/>
                  </a:lnTo>
                  <a:lnTo>
                    <a:pt x="2243770" y="355534"/>
                  </a:lnTo>
                  <a:lnTo>
                    <a:pt x="2249216" y="355459"/>
                  </a:lnTo>
                  <a:lnTo>
                    <a:pt x="2254662" y="355390"/>
                  </a:lnTo>
                  <a:lnTo>
                    <a:pt x="2260108" y="355328"/>
                  </a:lnTo>
                  <a:lnTo>
                    <a:pt x="2265554" y="355276"/>
                  </a:lnTo>
                  <a:lnTo>
                    <a:pt x="2271000" y="355235"/>
                  </a:lnTo>
                  <a:lnTo>
                    <a:pt x="2276446" y="355205"/>
                  </a:lnTo>
                  <a:lnTo>
                    <a:pt x="2281892" y="355187"/>
                  </a:lnTo>
                  <a:lnTo>
                    <a:pt x="2287338" y="355181"/>
                  </a:lnTo>
                  <a:lnTo>
                    <a:pt x="2292784" y="355188"/>
                  </a:lnTo>
                  <a:lnTo>
                    <a:pt x="2298231" y="355207"/>
                  </a:lnTo>
                  <a:lnTo>
                    <a:pt x="2303677" y="355240"/>
                  </a:lnTo>
                  <a:lnTo>
                    <a:pt x="2309123" y="355285"/>
                  </a:lnTo>
                  <a:lnTo>
                    <a:pt x="2314569" y="355339"/>
                  </a:lnTo>
                  <a:lnTo>
                    <a:pt x="2320015" y="355401"/>
                  </a:lnTo>
                  <a:lnTo>
                    <a:pt x="2325461" y="355471"/>
                  </a:lnTo>
                  <a:lnTo>
                    <a:pt x="2330907" y="355546"/>
                  </a:lnTo>
                  <a:lnTo>
                    <a:pt x="2336353" y="355625"/>
                  </a:lnTo>
                  <a:lnTo>
                    <a:pt x="2341799" y="355707"/>
                  </a:lnTo>
                  <a:lnTo>
                    <a:pt x="2347245" y="355790"/>
                  </a:lnTo>
                  <a:lnTo>
                    <a:pt x="2352691" y="355872"/>
                  </a:lnTo>
                  <a:lnTo>
                    <a:pt x="2358137" y="355951"/>
                  </a:lnTo>
                  <a:lnTo>
                    <a:pt x="2363583" y="356028"/>
                  </a:lnTo>
                  <a:lnTo>
                    <a:pt x="2369029" y="356100"/>
                  </a:lnTo>
                  <a:lnTo>
                    <a:pt x="2374475" y="356168"/>
                  </a:lnTo>
                  <a:lnTo>
                    <a:pt x="2379921" y="356231"/>
                  </a:lnTo>
                  <a:lnTo>
                    <a:pt x="2385367" y="356287"/>
                  </a:lnTo>
                  <a:lnTo>
                    <a:pt x="2390813" y="356338"/>
                  </a:lnTo>
                  <a:lnTo>
                    <a:pt x="2396259" y="356383"/>
                  </a:lnTo>
                  <a:lnTo>
                    <a:pt x="2401705" y="356422"/>
                  </a:lnTo>
                  <a:lnTo>
                    <a:pt x="2407151" y="356457"/>
                  </a:lnTo>
                  <a:lnTo>
                    <a:pt x="2412597" y="356487"/>
                  </a:lnTo>
                  <a:lnTo>
                    <a:pt x="2418043" y="356512"/>
                  </a:lnTo>
                  <a:lnTo>
                    <a:pt x="2423490" y="356532"/>
                  </a:lnTo>
                  <a:lnTo>
                    <a:pt x="2428936" y="356550"/>
                  </a:lnTo>
                  <a:lnTo>
                    <a:pt x="2434382" y="356564"/>
                  </a:lnTo>
                  <a:lnTo>
                    <a:pt x="2439828" y="356575"/>
                  </a:lnTo>
                  <a:lnTo>
                    <a:pt x="2445274" y="356585"/>
                  </a:lnTo>
                  <a:lnTo>
                    <a:pt x="2450720" y="356592"/>
                  </a:lnTo>
                  <a:lnTo>
                    <a:pt x="2456166" y="356598"/>
                  </a:lnTo>
                  <a:lnTo>
                    <a:pt x="2461612" y="356603"/>
                  </a:lnTo>
                  <a:lnTo>
                    <a:pt x="2467058" y="356606"/>
                  </a:lnTo>
                  <a:lnTo>
                    <a:pt x="2472504" y="356609"/>
                  </a:lnTo>
                  <a:lnTo>
                    <a:pt x="2477950" y="356611"/>
                  </a:lnTo>
                  <a:lnTo>
                    <a:pt x="2483396" y="356612"/>
                  </a:lnTo>
                  <a:lnTo>
                    <a:pt x="2488842" y="356613"/>
                  </a:lnTo>
                  <a:lnTo>
                    <a:pt x="2494288" y="356614"/>
                  </a:lnTo>
                  <a:lnTo>
                    <a:pt x="2499734" y="356615"/>
                  </a:lnTo>
                  <a:lnTo>
                    <a:pt x="2505180" y="356615"/>
                  </a:lnTo>
                  <a:lnTo>
                    <a:pt x="2510626" y="356615"/>
                  </a:lnTo>
                  <a:lnTo>
                    <a:pt x="2516072" y="356615"/>
                  </a:lnTo>
                  <a:lnTo>
                    <a:pt x="2521518" y="356614"/>
                  </a:lnTo>
                  <a:lnTo>
                    <a:pt x="2526964" y="356613"/>
                  </a:lnTo>
                  <a:lnTo>
                    <a:pt x="2532410" y="356612"/>
                  </a:lnTo>
                  <a:lnTo>
                    <a:pt x="2537856" y="356611"/>
                  </a:lnTo>
                  <a:lnTo>
                    <a:pt x="2543303" y="356609"/>
                  </a:lnTo>
                  <a:lnTo>
                    <a:pt x="2548749" y="356606"/>
                  </a:lnTo>
                  <a:lnTo>
                    <a:pt x="2554195" y="356603"/>
                  </a:lnTo>
                  <a:lnTo>
                    <a:pt x="2559641" y="356599"/>
                  </a:lnTo>
                  <a:lnTo>
                    <a:pt x="2565087" y="356594"/>
                  </a:lnTo>
                  <a:lnTo>
                    <a:pt x="2570533" y="356587"/>
                  </a:lnTo>
                  <a:lnTo>
                    <a:pt x="2575979" y="356579"/>
                  </a:lnTo>
                  <a:lnTo>
                    <a:pt x="2581425" y="356569"/>
                  </a:lnTo>
                  <a:lnTo>
                    <a:pt x="2586871" y="356557"/>
                  </a:lnTo>
                  <a:lnTo>
                    <a:pt x="2592317" y="356543"/>
                  </a:lnTo>
                  <a:lnTo>
                    <a:pt x="2597763" y="356526"/>
                  </a:lnTo>
                  <a:lnTo>
                    <a:pt x="2603209" y="356506"/>
                  </a:lnTo>
                  <a:lnTo>
                    <a:pt x="2608655" y="356484"/>
                  </a:lnTo>
                  <a:lnTo>
                    <a:pt x="2614101" y="356459"/>
                  </a:lnTo>
                  <a:lnTo>
                    <a:pt x="2619547" y="356430"/>
                  </a:lnTo>
                  <a:lnTo>
                    <a:pt x="2624993" y="356398"/>
                  </a:lnTo>
                  <a:lnTo>
                    <a:pt x="2630439" y="356364"/>
                  </a:lnTo>
                  <a:lnTo>
                    <a:pt x="2635885" y="356326"/>
                  </a:lnTo>
                  <a:lnTo>
                    <a:pt x="2641331" y="356287"/>
                  </a:lnTo>
                  <a:lnTo>
                    <a:pt x="2646777" y="356245"/>
                  </a:lnTo>
                  <a:lnTo>
                    <a:pt x="2652223" y="356202"/>
                  </a:lnTo>
                  <a:lnTo>
                    <a:pt x="2657669" y="356158"/>
                  </a:lnTo>
                  <a:lnTo>
                    <a:pt x="2663116" y="356115"/>
                  </a:lnTo>
                  <a:lnTo>
                    <a:pt x="2668562" y="356073"/>
                  </a:lnTo>
                  <a:lnTo>
                    <a:pt x="2674008" y="356033"/>
                  </a:lnTo>
                  <a:lnTo>
                    <a:pt x="2679454" y="355996"/>
                  </a:lnTo>
                  <a:lnTo>
                    <a:pt x="2684900" y="355962"/>
                  </a:lnTo>
                  <a:lnTo>
                    <a:pt x="2690346" y="355933"/>
                  </a:lnTo>
                  <a:lnTo>
                    <a:pt x="2695792" y="355910"/>
                  </a:lnTo>
                  <a:lnTo>
                    <a:pt x="2701238" y="355893"/>
                  </a:lnTo>
                  <a:lnTo>
                    <a:pt x="2706684" y="355883"/>
                  </a:lnTo>
                  <a:lnTo>
                    <a:pt x="2712130" y="355879"/>
                  </a:lnTo>
                  <a:lnTo>
                    <a:pt x="2717576" y="355883"/>
                  </a:lnTo>
                  <a:lnTo>
                    <a:pt x="2723022" y="355893"/>
                  </a:lnTo>
                  <a:lnTo>
                    <a:pt x="2728468" y="355909"/>
                  </a:lnTo>
                  <a:lnTo>
                    <a:pt x="2733914" y="355932"/>
                  </a:lnTo>
                  <a:lnTo>
                    <a:pt x="2739360" y="355961"/>
                  </a:lnTo>
                  <a:lnTo>
                    <a:pt x="2744806" y="355995"/>
                  </a:lnTo>
                  <a:lnTo>
                    <a:pt x="2750252" y="356032"/>
                  </a:lnTo>
                  <a:lnTo>
                    <a:pt x="2755698" y="356072"/>
                  </a:lnTo>
                  <a:lnTo>
                    <a:pt x="2761144" y="356114"/>
                  </a:lnTo>
                  <a:lnTo>
                    <a:pt x="2766590" y="356158"/>
                  </a:lnTo>
                  <a:lnTo>
                    <a:pt x="2772036" y="356201"/>
                  </a:lnTo>
                  <a:lnTo>
                    <a:pt x="2777482" y="356244"/>
                  </a:lnTo>
                  <a:lnTo>
                    <a:pt x="2782929" y="356286"/>
                  </a:lnTo>
                  <a:lnTo>
                    <a:pt x="2782929" y="356617"/>
                  </a:lnTo>
                  <a:lnTo>
                    <a:pt x="2777482" y="356617"/>
                  </a:lnTo>
                  <a:lnTo>
                    <a:pt x="2772036" y="356617"/>
                  </a:lnTo>
                  <a:lnTo>
                    <a:pt x="2766590" y="356617"/>
                  </a:lnTo>
                  <a:lnTo>
                    <a:pt x="2761144" y="356617"/>
                  </a:lnTo>
                  <a:lnTo>
                    <a:pt x="2755698" y="356617"/>
                  </a:lnTo>
                  <a:lnTo>
                    <a:pt x="2750252" y="356617"/>
                  </a:lnTo>
                  <a:lnTo>
                    <a:pt x="2744806" y="356617"/>
                  </a:lnTo>
                  <a:lnTo>
                    <a:pt x="2739360" y="356617"/>
                  </a:lnTo>
                  <a:lnTo>
                    <a:pt x="2733914" y="356617"/>
                  </a:lnTo>
                  <a:lnTo>
                    <a:pt x="2728468" y="356617"/>
                  </a:lnTo>
                  <a:lnTo>
                    <a:pt x="2723022" y="356617"/>
                  </a:lnTo>
                  <a:lnTo>
                    <a:pt x="2717576" y="356617"/>
                  </a:lnTo>
                  <a:lnTo>
                    <a:pt x="2712130" y="356617"/>
                  </a:lnTo>
                  <a:lnTo>
                    <a:pt x="2706684" y="356617"/>
                  </a:lnTo>
                  <a:lnTo>
                    <a:pt x="2701238" y="356617"/>
                  </a:lnTo>
                  <a:lnTo>
                    <a:pt x="2695792" y="356617"/>
                  </a:lnTo>
                  <a:lnTo>
                    <a:pt x="2690346" y="356617"/>
                  </a:lnTo>
                  <a:lnTo>
                    <a:pt x="2684900" y="356617"/>
                  </a:lnTo>
                  <a:lnTo>
                    <a:pt x="2679454" y="356617"/>
                  </a:lnTo>
                  <a:lnTo>
                    <a:pt x="2674008" y="356617"/>
                  </a:lnTo>
                  <a:lnTo>
                    <a:pt x="2668562" y="356617"/>
                  </a:lnTo>
                  <a:lnTo>
                    <a:pt x="2663116" y="356617"/>
                  </a:lnTo>
                  <a:lnTo>
                    <a:pt x="2657669" y="356617"/>
                  </a:lnTo>
                  <a:lnTo>
                    <a:pt x="2652223" y="356617"/>
                  </a:lnTo>
                  <a:lnTo>
                    <a:pt x="2646777" y="356617"/>
                  </a:lnTo>
                  <a:lnTo>
                    <a:pt x="2641331" y="356617"/>
                  </a:lnTo>
                  <a:lnTo>
                    <a:pt x="2635885" y="356617"/>
                  </a:lnTo>
                  <a:lnTo>
                    <a:pt x="2630439" y="356617"/>
                  </a:lnTo>
                  <a:lnTo>
                    <a:pt x="2624993" y="356617"/>
                  </a:lnTo>
                  <a:lnTo>
                    <a:pt x="2619547" y="356617"/>
                  </a:lnTo>
                  <a:lnTo>
                    <a:pt x="2614101" y="356617"/>
                  </a:lnTo>
                  <a:lnTo>
                    <a:pt x="2608655" y="356617"/>
                  </a:lnTo>
                  <a:lnTo>
                    <a:pt x="2603209" y="356617"/>
                  </a:lnTo>
                  <a:lnTo>
                    <a:pt x="2597763" y="356617"/>
                  </a:lnTo>
                  <a:lnTo>
                    <a:pt x="2592317" y="356617"/>
                  </a:lnTo>
                  <a:lnTo>
                    <a:pt x="2586871" y="356617"/>
                  </a:lnTo>
                  <a:lnTo>
                    <a:pt x="2581425" y="356617"/>
                  </a:lnTo>
                  <a:lnTo>
                    <a:pt x="2575979" y="356617"/>
                  </a:lnTo>
                  <a:lnTo>
                    <a:pt x="2570533" y="356617"/>
                  </a:lnTo>
                  <a:lnTo>
                    <a:pt x="2565087" y="356617"/>
                  </a:lnTo>
                  <a:lnTo>
                    <a:pt x="2559641" y="356617"/>
                  </a:lnTo>
                  <a:lnTo>
                    <a:pt x="2554195" y="356617"/>
                  </a:lnTo>
                  <a:lnTo>
                    <a:pt x="2548749" y="356617"/>
                  </a:lnTo>
                  <a:lnTo>
                    <a:pt x="2543303" y="356617"/>
                  </a:lnTo>
                  <a:lnTo>
                    <a:pt x="2537856" y="356617"/>
                  </a:lnTo>
                  <a:lnTo>
                    <a:pt x="2532410" y="356617"/>
                  </a:lnTo>
                  <a:lnTo>
                    <a:pt x="2526964" y="356617"/>
                  </a:lnTo>
                  <a:lnTo>
                    <a:pt x="2521518" y="356617"/>
                  </a:lnTo>
                  <a:lnTo>
                    <a:pt x="2516072" y="356617"/>
                  </a:lnTo>
                  <a:lnTo>
                    <a:pt x="2510626" y="356617"/>
                  </a:lnTo>
                  <a:lnTo>
                    <a:pt x="2505180" y="356617"/>
                  </a:lnTo>
                  <a:lnTo>
                    <a:pt x="2499734" y="356617"/>
                  </a:lnTo>
                  <a:lnTo>
                    <a:pt x="2494288" y="356617"/>
                  </a:lnTo>
                  <a:lnTo>
                    <a:pt x="2488842" y="356617"/>
                  </a:lnTo>
                  <a:lnTo>
                    <a:pt x="2483396" y="356617"/>
                  </a:lnTo>
                  <a:lnTo>
                    <a:pt x="2477950" y="356617"/>
                  </a:lnTo>
                  <a:lnTo>
                    <a:pt x="2472504" y="356617"/>
                  </a:lnTo>
                  <a:lnTo>
                    <a:pt x="2467058" y="356617"/>
                  </a:lnTo>
                  <a:lnTo>
                    <a:pt x="2461612" y="356617"/>
                  </a:lnTo>
                  <a:lnTo>
                    <a:pt x="2456166" y="356617"/>
                  </a:lnTo>
                  <a:lnTo>
                    <a:pt x="2450720" y="356617"/>
                  </a:lnTo>
                  <a:lnTo>
                    <a:pt x="2445274" y="356617"/>
                  </a:lnTo>
                  <a:lnTo>
                    <a:pt x="2439828" y="356617"/>
                  </a:lnTo>
                  <a:lnTo>
                    <a:pt x="2434382" y="356617"/>
                  </a:lnTo>
                  <a:lnTo>
                    <a:pt x="2428936" y="356617"/>
                  </a:lnTo>
                  <a:lnTo>
                    <a:pt x="2423490" y="356617"/>
                  </a:lnTo>
                  <a:lnTo>
                    <a:pt x="2418043" y="356617"/>
                  </a:lnTo>
                  <a:lnTo>
                    <a:pt x="2412597" y="356617"/>
                  </a:lnTo>
                  <a:lnTo>
                    <a:pt x="2407151" y="356617"/>
                  </a:lnTo>
                  <a:lnTo>
                    <a:pt x="2401705" y="356617"/>
                  </a:lnTo>
                  <a:lnTo>
                    <a:pt x="2396259" y="356617"/>
                  </a:lnTo>
                  <a:lnTo>
                    <a:pt x="2390813" y="356617"/>
                  </a:lnTo>
                  <a:lnTo>
                    <a:pt x="2385367" y="356617"/>
                  </a:lnTo>
                  <a:lnTo>
                    <a:pt x="2379921" y="356617"/>
                  </a:lnTo>
                  <a:lnTo>
                    <a:pt x="2374475" y="356617"/>
                  </a:lnTo>
                  <a:lnTo>
                    <a:pt x="2369029" y="356617"/>
                  </a:lnTo>
                  <a:lnTo>
                    <a:pt x="2363583" y="356617"/>
                  </a:lnTo>
                  <a:lnTo>
                    <a:pt x="2358137" y="356617"/>
                  </a:lnTo>
                  <a:lnTo>
                    <a:pt x="2352691" y="356617"/>
                  </a:lnTo>
                  <a:lnTo>
                    <a:pt x="2347245" y="356617"/>
                  </a:lnTo>
                  <a:lnTo>
                    <a:pt x="2341799" y="356617"/>
                  </a:lnTo>
                  <a:lnTo>
                    <a:pt x="2336353" y="356617"/>
                  </a:lnTo>
                  <a:lnTo>
                    <a:pt x="2330907" y="356617"/>
                  </a:lnTo>
                  <a:lnTo>
                    <a:pt x="2325461" y="356617"/>
                  </a:lnTo>
                  <a:lnTo>
                    <a:pt x="2320015" y="356617"/>
                  </a:lnTo>
                  <a:lnTo>
                    <a:pt x="2314569" y="356617"/>
                  </a:lnTo>
                  <a:lnTo>
                    <a:pt x="2309123" y="356617"/>
                  </a:lnTo>
                  <a:lnTo>
                    <a:pt x="2303677" y="356617"/>
                  </a:lnTo>
                  <a:lnTo>
                    <a:pt x="2298231" y="356617"/>
                  </a:lnTo>
                  <a:lnTo>
                    <a:pt x="2292784" y="356617"/>
                  </a:lnTo>
                  <a:lnTo>
                    <a:pt x="2287338" y="356617"/>
                  </a:lnTo>
                  <a:lnTo>
                    <a:pt x="2281892" y="356617"/>
                  </a:lnTo>
                  <a:lnTo>
                    <a:pt x="2276446" y="356617"/>
                  </a:lnTo>
                  <a:lnTo>
                    <a:pt x="2271000" y="356617"/>
                  </a:lnTo>
                  <a:lnTo>
                    <a:pt x="2265554" y="356617"/>
                  </a:lnTo>
                  <a:lnTo>
                    <a:pt x="2260108" y="356617"/>
                  </a:lnTo>
                  <a:lnTo>
                    <a:pt x="2254662" y="356617"/>
                  </a:lnTo>
                  <a:lnTo>
                    <a:pt x="2249216" y="356617"/>
                  </a:lnTo>
                  <a:lnTo>
                    <a:pt x="2243770" y="356617"/>
                  </a:lnTo>
                  <a:lnTo>
                    <a:pt x="2238324" y="356617"/>
                  </a:lnTo>
                  <a:lnTo>
                    <a:pt x="2232878" y="356617"/>
                  </a:lnTo>
                  <a:lnTo>
                    <a:pt x="2227432" y="356617"/>
                  </a:lnTo>
                  <a:lnTo>
                    <a:pt x="2221986" y="356617"/>
                  </a:lnTo>
                  <a:lnTo>
                    <a:pt x="2216540" y="356617"/>
                  </a:lnTo>
                  <a:lnTo>
                    <a:pt x="2211094" y="356617"/>
                  </a:lnTo>
                  <a:lnTo>
                    <a:pt x="2205648" y="356617"/>
                  </a:lnTo>
                  <a:lnTo>
                    <a:pt x="2200202" y="356617"/>
                  </a:lnTo>
                  <a:lnTo>
                    <a:pt x="2194756" y="356617"/>
                  </a:lnTo>
                  <a:lnTo>
                    <a:pt x="2189310" y="356617"/>
                  </a:lnTo>
                  <a:lnTo>
                    <a:pt x="2183864" y="356617"/>
                  </a:lnTo>
                  <a:lnTo>
                    <a:pt x="2178418" y="356617"/>
                  </a:lnTo>
                  <a:lnTo>
                    <a:pt x="2172971" y="356617"/>
                  </a:lnTo>
                  <a:lnTo>
                    <a:pt x="2167525" y="356617"/>
                  </a:lnTo>
                  <a:lnTo>
                    <a:pt x="2162079" y="356617"/>
                  </a:lnTo>
                  <a:lnTo>
                    <a:pt x="2156633" y="356617"/>
                  </a:lnTo>
                  <a:lnTo>
                    <a:pt x="2151187" y="356617"/>
                  </a:lnTo>
                  <a:lnTo>
                    <a:pt x="2145741" y="356617"/>
                  </a:lnTo>
                  <a:lnTo>
                    <a:pt x="2140295" y="356617"/>
                  </a:lnTo>
                  <a:lnTo>
                    <a:pt x="2134849" y="356617"/>
                  </a:lnTo>
                  <a:lnTo>
                    <a:pt x="2129403" y="356617"/>
                  </a:lnTo>
                  <a:lnTo>
                    <a:pt x="2123957" y="356617"/>
                  </a:lnTo>
                  <a:lnTo>
                    <a:pt x="2118511" y="356617"/>
                  </a:lnTo>
                  <a:lnTo>
                    <a:pt x="2113065" y="356617"/>
                  </a:lnTo>
                  <a:lnTo>
                    <a:pt x="2107619" y="356617"/>
                  </a:lnTo>
                  <a:lnTo>
                    <a:pt x="2102173" y="356617"/>
                  </a:lnTo>
                  <a:lnTo>
                    <a:pt x="2096727" y="356617"/>
                  </a:lnTo>
                  <a:lnTo>
                    <a:pt x="2091281" y="356617"/>
                  </a:lnTo>
                  <a:lnTo>
                    <a:pt x="2085835" y="356617"/>
                  </a:lnTo>
                  <a:lnTo>
                    <a:pt x="2080389" y="356617"/>
                  </a:lnTo>
                  <a:lnTo>
                    <a:pt x="2074943" y="356617"/>
                  </a:lnTo>
                  <a:lnTo>
                    <a:pt x="2069497" y="356617"/>
                  </a:lnTo>
                  <a:lnTo>
                    <a:pt x="2064051" y="356617"/>
                  </a:lnTo>
                  <a:lnTo>
                    <a:pt x="2058605" y="356617"/>
                  </a:lnTo>
                  <a:lnTo>
                    <a:pt x="2053158" y="356617"/>
                  </a:lnTo>
                  <a:lnTo>
                    <a:pt x="2047712" y="356617"/>
                  </a:lnTo>
                  <a:lnTo>
                    <a:pt x="2042266" y="356617"/>
                  </a:lnTo>
                  <a:lnTo>
                    <a:pt x="2036820" y="356617"/>
                  </a:lnTo>
                  <a:lnTo>
                    <a:pt x="2031374" y="356617"/>
                  </a:lnTo>
                  <a:lnTo>
                    <a:pt x="2025928" y="356617"/>
                  </a:lnTo>
                  <a:lnTo>
                    <a:pt x="2020482" y="356617"/>
                  </a:lnTo>
                  <a:lnTo>
                    <a:pt x="2015036" y="356617"/>
                  </a:lnTo>
                  <a:lnTo>
                    <a:pt x="2009590" y="356617"/>
                  </a:lnTo>
                  <a:lnTo>
                    <a:pt x="2004144" y="356617"/>
                  </a:lnTo>
                  <a:lnTo>
                    <a:pt x="1998698" y="356617"/>
                  </a:lnTo>
                  <a:lnTo>
                    <a:pt x="1993252" y="356617"/>
                  </a:lnTo>
                  <a:lnTo>
                    <a:pt x="1987806" y="356617"/>
                  </a:lnTo>
                  <a:lnTo>
                    <a:pt x="1982360" y="356617"/>
                  </a:lnTo>
                  <a:lnTo>
                    <a:pt x="1976914" y="356617"/>
                  </a:lnTo>
                  <a:lnTo>
                    <a:pt x="1971468" y="356617"/>
                  </a:lnTo>
                  <a:lnTo>
                    <a:pt x="1966022" y="356617"/>
                  </a:lnTo>
                  <a:lnTo>
                    <a:pt x="1960576" y="356617"/>
                  </a:lnTo>
                  <a:lnTo>
                    <a:pt x="1955130" y="356617"/>
                  </a:lnTo>
                  <a:lnTo>
                    <a:pt x="1949684" y="356617"/>
                  </a:lnTo>
                  <a:lnTo>
                    <a:pt x="1944238" y="356617"/>
                  </a:lnTo>
                  <a:lnTo>
                    <a:pt x="1938792" y="356617"/>
                  </a:lnTo>
                  <a:lnTo>
                    <a:pt x="1933345" y="356617"/>
                  </a:lnTo>
                  <a:lnTo>
                    <a:pt x="1927899" y="356617"/>
                  </a:lnTo>
                  <a:lnTo>
                    <a:pt x="1922453" y="356617"/>
                  </a:lnTo>
                  <a:lnTo>
                    <a:pt x="1917007" y="356617"/>
                  </a:lnTo>
                  <a:lnTo>
                    <a:pt x="1911561" y="356617"/>
                  </a:lnTo>
                  <a:lnTo>
                    <a:pt x="1906115" y="356617"/>
                  </a:lnTo>
                  <a:lnTo>
                    <a:pt x="1900669" y="356617"/>
                  </a:lnTo>
                  <a:lnTo>
                    <a:pt x="1895223" y="356617"/>
                  </a:lnTo>
                  <a:lnTo>
                    <a:pt x="1889777" y="356617"/>
                  </a:lnTo>
                  <a:lnTo>
                    <a:pt x="1884331" y="356617"/>
                  </a:lnTo>
                  <a:lnTo>
                    <a:pt x="1878885" y="356617"/>
                  </a:lnTo>
                  <a:lnTo>
                    <a:pt x="1873439" y="356617"/>
                  </a:lnTo>
                  <a:lnTo>
                    <a:pt x="1867993" y="356617"/>
                  </a:lnTo>
                  <a:lnTo>
                    <a:pt x="1862547" y="356617"/>
                  </a:lnTo>
                  <a:lnTo>
                    <a:pt x="1857101" y="356617"/>
                  </a:lnTo>
                  <a:lnTo>
                    <a:pt x="1851655" y="356617"/>
                  </a:lnTo>
                  <a:lnTo>
                    <a:pt x="1846209" y="356617"/>
                  </a:lnTo>
                  <a:lnTo>
                    <a:pt x="1840763" y="356617"/>
                  </a:lnTo>
                  <a:lnTo>
                    <a:pt x="1835317" y="356617"/>
                  </a:lnTo>
                  <a:lnTo>
                    <a:pt x="1829871" y="356617"/>
                  </a:lnTo>
                  <a:lnTo>
                    <a:pt x="1824425" y="356617"/>
                  </a:lnTo>
                  <a:lnTo>
                    <a:pt x="1818979" y="356617"/>
                  </a:lnTo>
                  <a:lnTo>
                    <a:pt x="1813532" y="356617"/>
                  </a:lnTo>
                  <a:lnTo>
                    <a:pt x="1808086" y="356617"/>
                  </a:lnTo>
                  <a:lnTo>
                    <a:pt x="1802640" y="356617"/>
                  </a:lnTo>
                  <a:lnTo>
                    <a:pt x="1797194" y="356617"/>
                  </a:lnTo>
                  <a:lnTo>
                    <a:pt x="1791748" y="356617"/>
                  </a:lnTo>
                  <a:lnTo>
                    <a:pt x="1786302" y="356617"/>
                  </a:lnTo>
                  <a:lnTo>
                    <a:pt x="1780856" y="356617"/>
                  </a:lnTo>
                  <a:lnTo>
                    <a:pt x="1775410" y="356617"/>
                  </a:lnTo>
                  <a:lnTo>
                    <a:pt x="1769964" y="356617"/>
                  </a:lnTo>
                  <a:lnTo>
                    <a:pt x="1764518" y="356617"/>
                  </a:lnTo>
                  <a:lnTo>
                    <a:pt x="1759072" y="356617"/>
                  </a:lnTo>
                  <a:lnTo>
                    <a:pt x="1753626" y="356617"/>
                  </a:lnTo>
                  <a:lnTo>
                    <a:pt x="1748180" y="356617"/>
                  </a:lnTo>
                  <a:lnTo>
                    <a:pt x="1742734" y="356617"/>
                  </a:lnTo>
                  <a:lnTo>
                    <a:pt x="1737288" y="356617"/>
                  </a:lnTo>
                  <a:lnTo>
                    <a:pt x="1731842" y="356617"/>
                  </a:lnTo>
                  <a:lnTo>
                    <a:pt x="1726396" y="356617"/>
                  </a:lnTo>
                  <a:lnTo>
                    <a:pt x="1720950" y="356617"/>
                  </a:lnTo>
                  <a:lnTo>
                    <a:pt x="1715504" y="356617"/>
                  </a:lnTo>
                  <a:lnTo>
                    <a:pt x="1710058" y="356617"/>
                  </a:lnTo>
                  <a:lnTo>
                    <a:pt x="1704612" y="356617"/>
                  </a:lnTo>
                  <a:lnTo>
                    <a:pt x="1699166" y="356617"/>
                  </a:lnTo>
                  <a:lnTo>
                    <a:pt x="1693720" y="356617"/>
                  </a:lnTo>
                  <a:lnTo>
                    <a:pt x="1688273" y="356617"/>
                  </a:lnTo>
                  <a:lnTo>
                    <a:pt x="1682827" y="356617"/>
                  </a:lnTo>
                  <a:lnTo>
                    <a:pt x="1677381" y="356617"/>
                  </a:lnTo>
                  <a:lnTo>
                    <a:pt x="1671935" y="356617"/>
                  </a:lnTo>
                  <a:lnTo>
                    <a:pt x="1666489" y="356617"/>
                  </a:lnTo>
                  <a:lnTo>
                    <a:pt x="1661043" y="356617"/>
                  </a:lnTo>
                  <a:lnTo>
                    <a:pt x="1655597" y="356617"/>
                  </a:lnTo>
                  <a:lnTo>
                    <a:pt x="1650151" y="356617"/>
                  </a:lnTo>
                  <a:lnTo>
                    <a:pt x="1644705" y="356617"/>
                  </a:lnTo>
                  <a:lnTo>
                    <a:pt x="1639259" y="356617"/>
                  </a:lnTo>
                  <a:lnTo>
                    <a:pt x="1633813" y="356617"/>
                  </a:lnTo>
                  <a:lnTo>
                    <a:pt x="1628367" y="356617"/>
                  </a:lnTo>
                  <a:lnTo>
                    <a:pt x="1622921" y="356617"/>
                  </a:lnTo>
                  <a:lnTo>
                    <a:pt x="1617475" y="356617"/>
                  </a:lnTo>
                  <a:lnTo>
                    <a:pt x="1612029" y="356617"/>
                  </a:lnTo>
                  <a:lnTo>
                    <a:pt x="1606583" y="356617"/>
                  </a:lnTo>
                  <a:lnTo>
                    <a:pt x="1601137" y="356617"/>
                  </a:lnTo>
                  <a:lnTo>
                    <a:pt x="1595691" y="356617"/>
                  </a:lnTo>
                  <a:lnTo>
                    <a:pt x="1590245" y="356617"/>
                  </a:lnTo>
                  <a:lnTo>
                    <a:pt x="1584799" y="356617"/>
                  </a:lnTo>
                  <a:lnTo>
                    <a:pt x="1579353" y="356617"/>
                  </a:lnTo>
                  <a:lnTo>
                    <a:pt x="1573907" y="356617"/>
                  </a:lnTo>
                  <a:lnTo>
                    <a:pt x="1568460" y="356617"/>
                  </a:lnTo>
                  <a:lnTo>
                    <a:pt x="1563014" y="356617"/>
                  </a:lnTo>
                  <a:lnTo>
                    <a:pt x="1557568" y="356617"/>
                  </a:lnTo>
                  <a:lnTo>
                    <a:pt x="1552122" y="356617"/>
                  </a:lnTo>
                  <a:lnTo>
                    <a:pt x="1546676" y="356617"/>
                  </a:lnTo>
                  <a:lnTo>
                    <a:pt x="1541230" y="356617"/>
                  </a:lnTo>
                  <a:lnTo>
                    <a:pt x="1535784" y="356617"/>
                  </a:lnTo>
                  <a:lnTo>
                    <a:pt x="1530338" y="356617"/>
                  </a:lnTo>
                  <a:lnTo>
                    <a:pt x="1524892" y="356617"/>
                  </a:lnTo>
                  <a:lnTo>
                    <a:pt x="1519446" y="356617"/>
                  </a:lnTo>
                  <a:lnTo>
                    <a:pt x="1514000" y="356617"/>
                  </a:lnTo>
                  <a:lnTo>
                    <a:pt x="1508554" y="356617"/>
                  </a:lnTo>
                  <a:lnTo>
                    <a:pt x="1503108" y="356617"/>
                  </a:lnTo>
                  <a:lnTo>
                    <a:pt x="1497662" y="356617"/>
                  </a:lnTo>
                  <a:lnTo>
                    <a:pt x="1492216" y="356617"/>
                  </a:lnTo>
                  <a:lnTo>
                    <a:pt x="1486770" y="356617"/>
                  </a:lnTo>
                  <a:lnTo>
                    <a:pt x="1481324" y="356617"/>
                  </a:lnTo>
                  <a:lnTo>
                    <a:pt x="1475878" y="356617"/>
                  </a:lnTo>
                  <a:lnTo>
                    <a:pt x="1470432" y="356617"/>
                  </a:lnTo>
                  <a:lnTo>
                    <a:pt x="1464986" y="356617"/>
                  </a:lnTo>
                  <a:lnTo>
                    <a:pt x="1459540" y="356617"/>
                  </a:lnTo>
                  <a:lnTo>
                    <a:pt x="1454094" y="356617"/>
                  </a:lnTo>
                  <a:lnTo>
                    <a:pt x="1448647" y="356617"/>
                  </a:lnTo>
                  <a:lnTo>
                    <a:pt x="1443201" y="356617"/>
                  </a:lnTo>
                  <a:lnTo>
                    <a:pt x="1437755" y="356617"/>
                  </a:lnTo>
                  <a:lnTo>
                    <a:pt x="1432309" y="356617"/>
                  </a:lnTo>
                  <a:lnTo>
                    <a:pt x="1426863" y="356617"/>
                  </a:lnTo>
                  <a:lnTo>
                    <a:pt x="1421417" y="356617"/>
                  </a:lnTo>
                  <a:lnTo>
                    <a:pt x="1415971" y="356617"/>
                  </a:lnTo>
                  <a:lnTo>
                    <a:pt x="1410525" y="356617"/>
                  </a:lnTo>
                  <a:lnTo>
                    <a:pt x="1405079" y="356617"/>
                  </a:lnTo>
                  <a:lnTo>
                    <a:pt x="1399633" y="356617"/>
                  </a:lnTo>
                  <a:lnTo>
                    <a:pt x="1394187" y="356617"/>
                  </a:lnTo>
                  <a:lnTo>
                    <a:pt x="1388741" y="356617"/>
                  </a:lnTo>
                  <a:lnTo>
                    <a:pt x="1383295" y="356617"/>
                  </a:lnTo>
                  <a:lnTo>
                    <a:pt x="1377849" y="356617"/>
                  </a:lnTo>
                  <a:lnTo>
                    <a:pt x="1372403" y="356617"/>
                  </a:lnTo>
                  <a:lnTo>
                    <a:pt x="1366957" y="356617"/>
                  </a:lnTo>
                  <a:lnTo>
                    <a:pt x="1361511" y="356617"/>
                  </a:lnTo>
                  <a:lnTo>
                    <a:pt x="1356065" y="356617"/>
                  </a:lnTo>
                  <a:lnTo>
                    <a:pt x="1350619" y="356617"/>
                  </a:lnTo>
                  <a:lnTo>
                    <a:pt x="1345173" y="356617"/>
                  </a:lnTo>
                  <a:lnTo>
                    <a:pt x="1339727" y="356617"/>
                  </a:lnTo>
                  <a:lnTo>
                    <a:pt x="1334281" y="356617"/>
                  </a:lnTo>
                  <a:lnTo>
                    <a:pt x="1328834" y="356617"/>
                  </a:lnTo>
                  <a:lnTo>
                    <a:pt x="1323388" y="356617"/>
                  </a:lnTo>
                  <a:lnTo>
                    <a:pt x="1317942" y="356617"/>
                  </a:lnTo>
                  <a:lnTo>
                    <a:pt x="1312496" y="356617"/>
                  </a:lnTo>
                  <a:lnTo>
                    <a:pt x="1307050" y="356617"/>
                  </a:lnTo>
                  <a:lnTo>
                    <a:pt x="1301604" y="356617"/>
                  </a:lnTo>
                  <a:lnTo>
                    <a:pt x="1296158" y="356617"/>
                  </a:lnTo>
                  <a:lnTo>
                    <a:pt x="1290712" y="356617"/>
                  </a:lnTo>
                  <a:lnTo>
                    <a:pt x="1285266" y="356617"/>
                  </a:lnTo>
                  <a:lnTo>
                    <a:pt x="1279820" y="356617"/>
                  </a:lnTo>
                  <a:lnTo>
                    <a:pt x="1274374" y="356617"/>
                  </a:lnTo>
                  <a:lnTo>
                    <a:pt x="1268928" y="356617"/>
                  </a:lnTo>
                  <a:lnTo>
                    <a:pt x="1263482" y="356617"/>
                  </a:lnTo>
                  <a:lnTo>
                    <a:pt x="1258036" y="356617"/>
                  </a:lnTo>
                  <a:lnTo>
                    <a:pt x="1252590" y="356617"/>
                  </a:lnTo>
                  <a:lnTo>
                    <a:pt x="1247144" y="356617"/>
                  </a:lnTo>
                  <a:lnTo>
                    <a:pt x="1241698" y="356617"/>
                  </a:lnTo>
                  <a:lnTo>
                    <a:pt x="1236252" y="356617"/>
                  </a:lnTo>
                  <a:lnTo>
                    <a:pt x="1230806" y="356617"/>
                  </a:lnTo>
                  <a:lnTo>
                    <a:pt x="1225360" y="356617"/>
                  </a:lnTo>
                  <a:lnTo>
                    <a:pt x="1219914" y="356617"/>
                  </a:lnTo>
                  <a:lnTo>
                    <a:pt x="1214468" y="356617"/>
                  </a:lnTo>
                  <a:lnTo>
                    <a:pt x="1209021" y="356617"/>
                  </a:lnTo>
                  <a:lnTo>
                    <a:pt x="1203575" y="356617"/>
                  </a:lnTo>
                  <a:lnTo>
                    <a:pt x="1198129" y="356617"/>
                  </a:lnTo>
                  <a:lnTo>
                    <a:pt x="1192683" y="356617"/>
                  </a:lnTo>
                  <a:lnTo>
                    <a:pt x="1187237" y="356617"/>
                  </a:lnTo>
                  <a:lnTo>
                    <a:pt x="1181791" y="356617"/>
                  </a:lnTo>
                  <a:lnTo>
                    <a:pt x="1176345" y="356617"/>
                  </a:lnTo>
                  <a:lnTo>
                    <a:pt x="1170899" y="356617"/>
                  </a:lnTo>
                  <a:lnTo>
                    <a:pt x="1165453" y="356617"/>
                  </a:lnTo>
                  <a:lnTo>
                    <a:pt x="1160007" y="356617"/>
                  </a:lnTo>
                  <a:lnTo>
                    <a:pt x="1154561" y="356617"/>
                  </a:lnTo>
                  <a:lnTo>
                    <a:pt x="1149115" y="356617"/>
                  </a:lnTo>
                  <a:lnTo>
                    <a:pt x="1143669" y="356617"/>
                  </a:lnTo>
                  <a:lnTo>
                    <a:pt x="1138223" y="356617"/>
                  </a:lnTo>
                  <a:lnTo>
                    <a:pt x="1132777" y="356617"/>
                  </a:lnTo>
                  <a:lnTo>
                    <a:pt x="1127331" y="356617"/>
                  </a:lnTo>
                  <a:lnTo>
                    <a:pt x="1121885" y="356617"/>
                  </a:lnTo>
                  <a:lnTo>
                    <a:pt x="1116439" y="356617"/>
                  </a:lnTo>
                  <a:lnTo>
                    <a:pt x="1110993" y="356617"/>
                  </a:lnTo>
                  <a:lnTo>
                    <a:pt x="1105547" y="356617"/>
                  </a:lnTo>
                  <a:lnTo>
                    <a:pt x="1100101" y="356617"/>
                  </a:lnTo>
                  <a:lnTo>
                    <a:pt x="1094655" y="356617"/>
                  </a:lnTo>
                  <a:lnTo>
                    <a:pt x="1089209" y="356617"/>
                  </a:lnTo>
                  <a:lnTo>
                    <a:pt x="1083762" y="356617"/>
                  </a:lnTo>
                  <a:lnTo>
                    <a:pt x="1078316" y="356617"/>
                  </a:lnTo>
                  <a:lnTo>
                    <a:pt x="1072870" y="356617"/>
                  </a:lnTo>
                  <a:lnTo>
                    <a:pt x="1067424" y="356617"/>
                  </a:lnTo>
                  <a:lnTo>
                    <a:pt x="1061978" y="356617"/>
                  </a:lnTo>
                  <a:lnTo>
                    <a:pt x="1056532" y="356617"/>
                  </a:lnTo>
                  <a:lnTo>
                    <a:pt x="1051086" y="356617"/>
                  </a:lnTo>
                  <a:lnTo>
                    <a:pt x="1045640" y="356617"/>
                  </a:lnTo>
                  <a:lnTo>
                    <a:pt x="1040194" y="356617"/>
                  </a:lnTo>
                  <a:lnTo>
                    <a:pt x="1034748" y="356617"/>
                  </a:lnTo>
                  <a:lnTo>
                    <a:pt x="1029302" y="356617"/>
                  </a:lnTo>
                  <a:lnTo>
                    <a:pt x="1023856" y="356617"/>
                  </a:lnTo>
                  <a:lnTo>
                    <a:pt x="1018410" y="356617"/>
                  </a:lnTo>
                  <a:lnTo>
                    <a:pt x="1012964" y="356617"/>
                  </a:lnTo>
                  <a:lnTo>
                    <a:pt x="1007518" y="356617"/>
                  </a:lnTo>
                  <a:lnTo>
                    <a:pt x="1002072" y="356617"/>
                  </a:lnTo>
                  <a:lnTo>
                    <a:pt x="996626" y="356617"/>
                  </a:lnTo>
                  <a:lnTo>
                    <a:pt x="991180" y="356617"/>
                  </a:lnTo>
                  <a:lnTo>
                    <a:pt x="985734" y="356617"/>
                  </a:lnTo>
                  <a:lnTo>
                    <a:pt x="980288" y="356617"/>
                  </a:lnTo>
                  <a:lnTo>
                    <a:pt x="974842" y="356617"/>
                  </a:lnTo>
                  <a:lnTo>
                    <a:pt x="969396" y="356617"/>
                  </a:lnTo>
                  <a:lnTo>
                    <a:pt x="963949" y="356617"/>
                  </a:lnTo>
                  <a:lnTo>
                    <a:pt x="958503" y="356617"/>
                  </a:lnTo>
                  <a:lnTo>
                    <a:pt x="953057" y="356617"/>
                  </a:lnTo>
                  <a:lnTo>
                    <a:pt x="947611" y="356617"/>
                  </a:lnTo>
                  <a:lnTo>
                    <a:pt x="942165" y="356617"/>
                  </a:lnTo>
                  <a:lnTo>
                    <a:pt x="936719" y="356617"/>
                  </a:lnTo>
                  <a:lnTo>
                    <a:pt x="931273" y="356617"/>
                  </a:lnTo>
                  <a:lnTo>
                    <a:pt x="925827" y="356617"/>
                  </a:lnTo>
                  <a:lnTo>
                    <a:pt x="920381" y="356617"/>
                  </a:lnTo>
                  <a:lnTo>
                    <a:pt x="914935" y="356617"/>
                  </a:lnTo>
                  <a:lnTo>
                    <a:pt x="909489" y="356617"/>
                  </a:lnTo>
                  <a:lnTo>
                    <a:pt x="904043" y="356617"/>
                  </a:lnTo>
                  <a:lnTo>
                    <a:pt x="898597" y="356617"/>
                  </a:lnTo>
                  <a:lnTo>
                    <a:pt x="893151" y="356617"/>
                  </a:lnTo>
                  <a:lnTo>
                    <a:pt x="887705" y="356617"/>
                  </a:lnTo>
                  <a:lnTo>
                    <a:pt x="882259" y="356617"/>
                  </a:lnTo>
                  <a:lnTo>
                    <a:pt x="876813" y="356617"/>
                  </a:lnTo>
                  <a:lnTo>
                    <a:pt x="871367" y="356617"/>
                  </a:lnTo>
                  <a:lnTo>
                    <a:pt x="865921" y="356617"/>
                  </a:lnTo>
                  <a:lnTo>
                    <a:pt x="860475" y="356617"/>
                  </a:lnTo>
                  <a:lnTo>
                    <a:pt x="855029" y="356617"/>
                  </a:lnTo>
                  <a:lnTo>
                    <a:pt x="849583" y="356617"/>
                  </a:lnTo>
                  <a:lnTo>
                    <a:pt x="844136" y="356617"/>
                  </a:lnTo>
                  <a:lnTo>
                    <a:pt x="838690" y="356617"/>
                  </a:lnTo>
                  <a:lnTo>
                    <a:pt x="833244" y="356617"/>
                  </a:lnTo>
                  <a:lnTo>
                    <a:pt x="827798" y="356617"/>
                  </a:lnTo>
                  <a:lnTo>
                    <a:pt x="822352" y="356617"/>
                  </a:lnTo>
                  <a:lnTo>
                    <a:pt x="816906" y="356617"/>
                  </a:lnTo>
                  <a:lnTo>
                    <a:pt x="811460" y="356617"/>
                  </a:lnTo>
                  <a:lnTo>
                    <a:pt x="806014" y="356617"/>
                  </a:lnTo>
                  <a:lnTo>
                    <a:pt x="800568" y="356617"/>
                  </a:lnTo>
                  <a:lnTo>
                    <a:pt x="795122" y="356617"/>
                  </a:lnTo>
                  <a:lnTo>
                    <a:pt x="789676" y="356617"/>
                  </a:lnTo>
                  <a:lnTo>
                    <a:pt x="784230" y="356617"/>
                  </a:lnTo>
                  <a:lnTo>
                    <a:pt x="778784" y="356617"/>
                  </a:lnTo>
                  <a:lnTo>
                    <a:pt x="773338" y="356617"/>
                  </a:lnTo>
                  <a:lnTo>
                    <a:pt x="767892" y="356617"/>
                  </a:lnTo>
                  <a:lnTo>
                    <a:pt x="762446" y="356617"/>
                  </a:lnTo>
                  <a:lnTo>
                    <a:pt x="757000" y="356617"/>
                  </a:lnTo>
                  <a:lnTo>
                    <a:pt x="751554" y="356617"/>
                  </a:lnTo>
                  <a:lnTo>
                    <a:pt x="746108" y="356617"/>
                  </a:lnTo>
                  <a:lnTo>
                    <a:pt x="740662" y="356617"/>
                  </a:lnTo>
                  <a:lnTo>
                    <a:pt x="735216" y="356617"/>
                  </a:lnTo>
                  <a:lnTo>
                    <a:pt x="729770" y="356617"/>
                  </a:lnTo>
                  <a:lnTo>
                    <a:pt x="724323" y="356617"/>
                  </a:lnTo>
                  <a:lnTo>
                    <a:pt x="718877" y="356617"/>
                  </a:lnTo>
                  <a:lnTo>
                    <a:pt x="713431" y="356617"/>
                  </a:lnTo>
                  <a:lnTo>
                    <a:pt x="707985" y="356617"/>
                  </a:lnTo>
                  <a:lnTo>
                    <a:pt x="702539" y="356617"/>
                  </a:lnTo>
                  <a:lnTo>
                    <a:pt x="697093" y="356617"/>
                  </a:lnTo>
                  <a:lnTo>
                    <a:pt x="691647" y="356617"/>
                  </a:lnTo>
                  <a:lnTo>
                    <a:pt x="686201" y="356617"/>
                  </a:lnTo>
                  <a:lnTo>
                    <a:pt x="680755" y="356617"/>
                  </a:lnTo>
                  <a:lnTo>
                    <a:pt x="675309" y="356617"/>
                  </a:lnTo>
                  <a:lnTo>
                    <a:pt x="669863" y="356617"/>
                  </a:lnTo>
                  <a:lnTo>
                    <a:pt x="664417" y="356617"/>
                  </a:lnTo>
                  <a:lnTo>
                    <a:pt x="658971" y="356617"/>
                  </a:lnTo>
                  <a:lnTo>
                    <a:pt x="653525" y="356617"/>
                  </a:lnTo>
                  <a:lnTo>
                    <a:pt x="648079" y="356617"/>
                  </a:lnTo>
                  <a:lnTo>
                    <a:pt x="642633" y="356617"/>
                  </a:lnTo>
                  <a:lnTo>
                    <a:pt x="637187" y="356617"/>
                  </a:lnTo>
                  <a:lnTo>
                    <a:pt x="631741" y="356617"/>
                  </a:lnTo>
                  <a:lnTo>
                    <a:pt x="626295" y="356617"/>
                  </a:lnTo>
                  <a:lnTo>
                    <a:pt x="620849" y="356617"/>
                  </a:lnTo>
                  <a:lnTo>
                    <a:pt x="615403" y="356617"/>
                  </a:lnTo>
                  <a:lnTo>
                    <a:pt x="609957" y="356617"/>
                  </a:lnTo>
                  <a:lnTo>
                    <a:pt x="604510" y="356617"/>
                  </a:lnTo>
                  <a:lnTo>
                    <a:pt x="599064" y="356617"/>
                  </a:lnTo>
                  <a:lnTo>
                    <a:pt x="593618" y="356617"/>
                  </a:lnTo>
                  <a:lnTo>
                    <a:pt x="588172" y="356617"/>
                  </a:lnTo>
                  <a:lnTo>
                    <a:pt x="582726" y="356617"/>
                  </a:lnTo>
                  <a:lnTo>
                    <a:pt x="577280" y="356617"/>
                  </a:lnTo>
                  <a:lnTo>
                    <a:pt x="571834" y="356617"/>
                  </a:lnTo>
                  <a:lnTo>
                    <a:pt x="566388" y="356617"/>
                  </a:lnTo>
                  <a:lnTo>
                    <a:pt x="560942" y="356617"/>
                  </a:lnTo>
                  <a:lnTo>
                    <a:pt x="555496" y="356617"/>
                  </a:lnTo>
                  <a:lnTo>
                    <a:pt x="550050" y="356617"/>
                  </a:lnTo>
                  <a:lnTo>
                    <a:pt x="544604" y="356617"/>
                  </a:lnTo>
                  <a:lnTo>
                    <a:pt x="539158" y="356617"/>
                  </a:lnTo>
                  <a:lnTo>
                    <a:pt x="533712" y="356617"/>
                  </a:lnTo>
                  <a:lnTo>
                    <a:pt x="528266" y="356617"/>
                  </a:lnTo>
                  <a:lnTo>
                    <a:pt x="522820" y="356617"/>
                  </a:lnTo>
                  <a:lnTo>
                    <a:pt x="517374" y="356617"/>
                  </a:lnTo>
                  <a:lnTo>
                    <a:pt x="511928" y="356617"/>
                  </a:lnTo>
                  <a:lnTo>
                    <a:pt x="506482" y="356617"/>
                  </a:lnTo>
                  <a:lnTo>
                    <a:pt x="501036" y="356617"/>
                  </a:lnTo>
                  <a:lnTo>
                    <a:pt x="495590" y="356617"/>
                  </a:lnTo>
                  <a:lnTo>
                    <a:pt x="490144" y="356617"/>
                  </a:lnTo>
                  <a:lnTo>
                    <a:pt x="484698" y="356617"/>
                  </a:lnTo>
                  <a:lnTo>
                    <a:pt x="479251" y="356617"/>
                  </a:lnTo>
                  <a:lnTo>
                    <a:pt x="473805" y="356617"/>
                  </a:lnTo>
                  <a:lnTo>
                    <a:pt x="468359" y="356617"/>
                  </a:lnTo>
                  <a:lnTo>
                    <a:pt x="462913" y="356617"/>
                  </a:lnTo>
                  <a:lnTo>
                    <a:pt x="457467" y="356617"/>
                  </a:lnTo>
                  <a:lnTo>
                    <a:pt x="452021" y="356617"/>
                  </a:lnTo>
                  <a:lnTo>
                    <a:pt x="446575" y="356617"/>
                  </a:lnTo>
                  <a:lnTo>
                    <a:pt x="441129" y="356617"/>
                  </a:lnTo>
                  <a:lnTo>
                    <a:pt x="435683" y="356617"/>
                  </a:lnTo>
                  <a:lnTo>
                    <a:pt x="430237" y="356617"/>
                  </a:lnTo>
                  <a:lnTo>
                    <a:pt x="424791" y="356617"/>
                  </a:lnTo>
                  <a:lnTo>
                    <a:pt x="419345" y="356617"/>
                  </a:lnTo>
                  <a:lnTo>
                    <a:pt x="413899" y="356617"/>
                  </a:lnTo>
                  <a:lnTo>
                    <a:pt x="408453" y="356617"/>
                  </a:lnTo>
                  <a:lnTo>
                    <a:pt x="403007" y="356617"/>
                  </a:lnTo>
                  <a:lnTo>
                    <a:pt x="397561" y="356617"/>
                  </a:lnTo>
                  <a:lnTo>
                    <a:pt x="392115" y="356617"/>
                  </a:lnTo>
                  <a:lnTo>
                    <a:pt x="386669" y="356617"/>
                  </a:lnTo>
                  <a:lnTo>
                    <a:pt x="381223" y="356617"/>
                  </a:lnTo>
                  <a:lnTo>
                    <a:pt x="375777" y="356617"/>
                  </a:lnTo>
                  <a:lnTo>
                    <a:pt x="370331" y="356617"/>
                  </a:lnTo>
                  <a:lnTo>
                    <a:pt x="364885" y="356617"/>
                  </a:lnTo>
                  <a:lnTo>
                    <a:pt x="359438" y="356617"/>
                  </a:lnTo>
                  <a:lnTo>
                    <a:pt x="353992" y="356617"/>
                  </a:lnTo>
                  <a:lnTo>
                    <a:pt x="348546" y="356617"/>
                  </a:lnTo>
                  <a:lnTo>
                    <a:pt x="343100" y="356617"/>
                  </a:lnTo>
                  <a:lnTo>
                    <a:pt x="337654" y="356617"/>
                  </a:lnTo>
                  <a:lnTo>
                    <a:pt x="332208" y="356617"/>
                  </a:lnTo>
                  <a:lnTo>
                    <a:pt x="326762" y="356617"/>
                  </a:lnTo>
                  <a:lnTo>
                    <a:pt x="321316" y="356617"/>
                  </a:lnTo>
                  <a:lnTo>
                    <a:pt x="315870" y="356617"/>
                  </a:lnTo>
                  <a:lnTo>
                    <a:pt x="310424" y="356617"/>
                  </a:lnTo>
                  <a:lnTo>
                    <a:pt x="304978" y="356617"/>
                  </a:lnTo>
                  <a:lnTo>
                    <a:pt x="299532" y="356617"/>
                  </a:lnTo>
                  <a:lnTo>
                    <a:pt x="294086" y="356617"/>
                  </a:lnTo>
                  <a:lnTo>
                    <a:pt x="288640" y="356617"/>
                  </a:lnTo>
                  <a:lnTo>
                    <a:pt x="283194" y="356617"/>
                  </a:lnTo>
                  <a:lnTo>
                    <a:pt x="277748" y="356617"/>
                  </a:lnTo>
                  <a:lnTo>
                    <a:pt x="272302" y="356617"/>
                  </a:lnTo>
                  <a:lnTo>
                    <a:pt x="266856" y="356617"/>
                  </a:lnTo>
                  <a:lnTo>
                    <a:pt x="261410" y="356617"/>
                  </a:lnTo>
                  <a:lnTo>
                    <a:pt x="255964" y="356617"/>
                  </a:lnTo>
                  <a:lnTo>
                    <a:pt x="250518" y="356617"/>
                  </a:lnTo>
                  <a:lnTo>
                    <a:pt x="245072" y="356617"/>
                  </a:lnTo>
                  <a:lnTo>
                    <a:pt x="239625" y="356617"/>
                  </a:lnTo>
                  <a:lnTo>
                    <a:pt x="234179" y="356617"/>
                  </a:lnTo>
                  <a:lnTo>
                    <a:pt x="228733" y="356617"/>
                  </a:lnTo>
                  <a:lnTo>
                    <a:pt x="223287" y="356617"/>
                  </a:lnTo>
                  <a:lnTo>
                    <a:pt x="217841" y="356617"/>
                  </a:lnTo>
                  <a:lnTo>
                    <a:pt x="212395" y="356617"/>
                  </a:lnTo>
                  <a:lnTo>
                    <a:pt x="206949" y="356617"/>
                  </a:lnTo>
                  <a:lnTo>
                    <a:pt x="201503" y="356617"/>
                  </a:lnTo>
                  <a:lnTo>
                    <a:pt x="196057" y="356617"/>
                  </a:lnTo>
                  <a:lnTo>
                    <a:pt x="190611" y="356617"/>
                  </a:lnTo>
                  <a:lnTo>
                    <a:pt x="185165" y="356617"/>
                  </a:lnTo>
                  <a:lnTo>
                    <a:pt x="179719" y="356617"/>
                  </a:lnTo>
                  <a:lnTo>
                    <a:pt x="174273" y="356617"/>
                  </a:lnTo>
                  <a:lnTo>
                    <a:pt x="168827" y="356617"/>
                  </a:lnTo>
                  <a:lnTo>
                    <a:pt x="163381" y="356617"/>
                  </a:lnTo>
                  <a:lnTo>
                    <a:pt x="157935" y="356617"/>
                  </a:lnTo>
                  <a:lnTo>
                    <a:pt x="152489" y="356617"/>
                  </a:lnTo>
                  <a:lnTo>
                    <a:pt x="147043" y="356617"/>
                  </a:lnTo>
                  <a:lnTo>
                    <a:pt x="141597" y="356617"/>
                  </a:lnTo>
                  <a:lnTo>
                    <a:pt x="136151" y="356617"/>
                  </a:lnTo>
                  <a:lnTo>
                    <a:pt x="130705" y="356617"/>
                  </a:lnTo>
                  <a:lnTo>
                    <a:pt x="125259" y="356617"/>
                  </a:lnTo>
                  <a:lnTo>
                    <a:pt x="119812" y="356617"/>
                  </a:lnTo>
                  <a:lnTo>
                    <a:pt x="114366" y="356617"/>
                  </a:lnTo>
                  <a:lnTo>
                    <a:pt x="108920" y="356617"/>
                  </a:lnTo>
                  <a:lnTo>
                    <a:pt x="103474" y="356617"/>
                  </a:lnTo>
                  <a:lnTo>
                    <a:pt x="98028" y="356617"/>
                  </a:lnTo>
                  <a:lnTo>
                    <a:pt x="92582" y="356617"/>
                  </a:lnTo>
                  <a:lnTo>
                    <a:pt x="87136" y="356617"/>
                  </a:lnTo>
                  <a:lnTo>
                    <a:pt x="81690" y="356617"/>
                  </a:lnTo>
                  <a:lnTo>
                    <a:pt x="76244" y="356617"/>
                  </a:lnTo>
                  <a:lnTo>
                    <a:pt x="70798" y="356617"/>
                  </a:lnTo>
                  <a:lnTo>
                    <a:pt x="65352" y="356617"/>
                  </a:lnTo>
                  <a:lnTo>
                    <a:pt x="59906" y="356617"/>
                  </a:lnTo>
                  <a:lnTo>
                    <a:pt x="54460" y="356617"/>
                  </a:lnTo>
                  <a:lnTo>
                    <a:pt x="49014" y="356617"/>
                  </a:lnTo>
                  <a:lnTo>
                    <a:pt x="43568" y="356617"/>
                  </a:lnTo>
                  <a:lnTo>
                    <a:pt x="38122" y="356617"/>
                  </a:lnTo>
                  <a:lnTo>
                    <a:pt x="32676" y="356617"/>
                  </a:lnTo>
                  <a:lnTo>
                    <a:pt x="27230" y="356617"/>
                  </a:lnTo>
                  <a:lnTo>
                    <a:pt x="21784" y="356617"/>
                  </a:lnTo>
                  <a:lnTo>
                    <a:pt x="16338" y="356617"/>
                  </a:lnTo>
                  <a:lnTo>
                    <a:pt x="10892" y="356617"/>
                  </a:lnTo>
                  <a:lnTo>
                    <a:pt x="5446" y="35661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57616" y="2208600"/>
              <a:ext cx="2782929" cy="356617"/>
            </a:xfrm>
            <a:custGeom>
              <a:avLst/>
              <a:pathLst>
                <a:path w="2782929" h="356617">
                  <a:moveTo>
                    <a:pt x="0" y="356617"/>
                  </a:moveTo>
                  <a:lnTo>
                    <a:pt x="5446" y="356617"/>
                  </a:lnTo>
                  <a:lnTo>
                    <a:pt x="10892" y="356617"/>
                  </a:lnTo>
                  <a:lnTo>
                    <a:pt x="16338" y="356617"/>
                  </a:lnTo>
                  <a:lnTo>
                    <a:pt x="21784" y="356617"/>
                  </a:lnTo>
                  <a:lnTo>
                    <a:pt x="27230" y="356617"/>
                  </a:lnTo>
                  <a:lnTo>
                    <a:pt x="32676" y="356617"/>
                  </a:lnTo>
                  <a:lnTo>
                    <a:pt x="38122" y="356617"/>
                  </a:lnTo>
                  <a:lnTo>
                    <a:pt x="43568" y="356617"/>
                  </a:lnTo>
                  <a:lnTo>
                    <a:pt x="49014" y="356617"/>
                  </a:lnTo>
                  <a:lnTo>
                    <a:pt x="54460" y="356617"/>
                  </a:lnTo>
                  <a:lnTo>
                    <a:pt x="59906" y="356617"/>
                  </a:lnTo>
                  <a:lnTo>
                    <a:pt x="65352" y="356617"/>
                  </a:lnTo>
                  <a:lnTo>
                    <a:pt x="70798" y="356617"/>
                  </a:lnTo>
                  <a:lnTo>
                    <a:pt x="76244" y="356617"/>
                  </a:lnTo>
                  <a:lnTo>
                    <a:pt x="81690" y="356617"/>
                  </a:lnTo>
                  <a:lnTo>
                    <a:pt x="87136" y="356617"/>
                  </a:lnTo>
                  <a:lnTo>
                    <a:pt x="92582" y="356617"/>
                  </a:lnTo>
                  <a:lnTo>
                    <a:pt x="98028" y="356617"/>
                  </a:lnTo>
                  <a:lnTo>
                    <a:pt x="103474" y="356617"/>
                  </a:lnTo>
                  <a:lnTo>
                    <a:pt x="108920" y="356617"/>
                  </a:lnTo>
                  <a:lnTo>
                    <a:pt x="114366" y="356617"/>
                  </a:lnTo>
                  <a:lnTo>
                    <a:pt x="119812" y="356616"/>
                  </a:lnTo>
                  <a:lnTo>
                    <a:pt x="125259" y="356616"/>
                  </a:lnTo>
                  <a:lnTo>
                    <a:pt x="130705" y="356616"/>
                  </a:lnTo>
                  <a:lnTo>
                    <a:pt x="136151" y="356616"/>
                  </a:lnTo>
                  <a:lnTo>
                    <a:pt x="141597" y="356616"/>
                  </a:lnTo>
                  <a:lnTo>
                    <a:pt x="147043" y="356615"/>
                  </a:lnTo>
                  <a:lnTo>
                    <a:pt x="152489" y="356614"/>
                  </a:lnTo>
                  <a:lnTo>
                    <a:pt x="157935" y="356613"/>
                  </a:lnTo>
                  <a:lnTo>
                    <a:pt x="163381" y="356612"/>
                  </a:lnTo>
                  <a:lnTo>
                    <a:pt x="168827" y="356609"/>
                  </a:lnTo>
                  <a:lnTo>
                    <a:pt x="174273" y="356606"/>
                  </a:lnTo>
                  <a:lnTo>
                    <a:pt x="179719" y="356601"/>
                  </a:lnTo>
                  <a:lnTo>
                    <a:pt x="185165" y="356595"/>
                  </a:lnTo>
                  <a:lnTo>
                    <a:pt x="190611" y="356586"/>
                  </a:lnTo>
                  <a:lnTo>
                    <a:pt x="196057" y="356573"/>
                  </a:lnTo>
                  <a:lnTo>
                    <a:pt x="201503" y="356557"/>
                  </a:lnTo>
                  <a:lnTo>
                    <a:pt x="206949" y="356535"/>
                  </a:lnTo>
                  <a:lnTo>
                    <a:pt x="212395" y="356505"/>
                  </a:lnTo>
                  <a:lnTo>
                    <a:pt x="217841" y="356466"/>
                  </a:lnTo>
                  <a:lnTo>
                    <a:pt x="223287" y="356414"/>
                  </a:lnTo>
                  <a:lnTo>
                    <a:pt x="228733" y="356348"/>
                  </a:lnTo>
                  <a:lnTo>
                    <a:pt x="234179" y="356264"/>
                  </a:lnTo>
                  <a:lnTo>
                    <a:pt x="239625" y="356158"/>
                  </a:lnTo>
                  <a:lnTo>
                    <a:pt x="245072" y="356027"/>
                  </a:lnTo>
                  <a:lnTo>
                    <a:pt x="250518" y="355860"/>
                  </a:lnTo>
                  <a:lnTo>
                    <a:pt x="255964" y="355651"/>
                  </a:lnTo>
                  <a:lnTo>
                    <a:pt x="261410" y="355397"/>
                  </a:lnTo>
                  <a:lnTo>
                    <a:pt x="266856" y="355091"/>
                  </a:lnTo>
                  <a:lnTo>
                    <a:pt x="272302" y="354725"/>
                  </a:lnTo>
                  <a:lnTo>
                    <a:pt x="277748" y="354292"/>
                  </a:lnTo>
                  <a:lnTo>
                    <a:pt x="283194" y="353784"/>
                  </a:lnTo>
                  <a:lnTo>
                    <a:pt x="288640" y="353187"/>
                  </a:lnTo>
                  <a:lnTo>
                    <a:pt x="294086" y="352486"/>
                  </a:lnTo>
                  <a:lnTo>
                    <a:pt x="299532" y="351685"/>
                  </a:lnTo>
                  <a:lnTo>
                    <a:pt x="304978" y="350777"/>
                  </a:lnTo>
                  <a:lnTo>
                    <a:pt x="310424" y="349758"/>
                  </a:lnTo>
                  <a:lnTo>
                    <a:pt x="315870" y="348623"/>
                  </a:lnTo>
                  <a:lnTo>
                    <a:pt x="321316" y="347370"/>
                  </a:lnTo>
                  <a:lnTo>
                    <a:pt x="326762" y="345996"/>
                  </a:lnTo>
                  <a:lnTo>
                    <a:pt x="332208" y="344485"/>
                  </a:lnTo>
                  <a:lnTo>
                    <a:pt x="337654" y="342862"/>
                  </a:lnTo>
                  <a:lnTo>
                    <a:pt x="343100" y="341134"/>
                  </a:lnTo>
                  <a:lnTo>
                    <a:pt x="348546" y="339309"/>
                  </a:lnTo>
                  <a:lnTo>
                    <a:pt x="353992" y="337398"/>
                  </a:lnTo>
                  <a:lnTo>
                    <a:pt x="359438" y="335414"/>
                  </a:lnTo>
                  <a:lnTo>
                    <a:pt x="364885" y="333370"/>
                  </a:lnTo>
                  <a:lnTo>
                    <a:pt x="370331" y="331280"/>
                  </a:lnTo>
                  <a:lnTo>
                    <a:pt x="375777" y="329172"/>
                  </a:lnTo>
                  <a:lnTo>
                    <a:pt x="381223" y="327064"/>
                  </a:lnTo>
                  <a:lnTo>
                    <a:pt x="386669" y="324974"/>
                  </a:lnTo>
                  <a:lnTo>
                    <a:pt x="392115" y="322921"/>
                  </a:lnTo>
                  <a:lnTo>
                    <a:pt x="397561" y="320921"/>
                  </a:lnTo>
                  <a:lnTo>
                    <a:pt x="403007" y="318991"/>
                  </a:lnTo>
                  <a:lnTo>
                    <a:pt x="408453" y="317156"/>
                  </a:lnTo>
                  <a:lnTo>
                    <a:pt x="413899" y="315429"/>
                  </a:lnTo>
                  <a:lnTo>
                    <a:pt x="419345" y="313811"/>
                  </a:lnTo>
                  <a:lnTo>
                    <a:pt x="424791" y="312307"/>
                  </a:lnTo>
                  <a:lnTo>
                    <a:pt x="430237" y="310919"/>
                  </a:lnTo>
                  <a:lnTo>
                    <a:pt x="435683" y="309648"/>
                  </a:lnTo>
                  <a:lnTo>
                    <a:pt x="441129" y="308490"/>
                  </a:lnTo>
                  <a:lnTo>
                    <a:pt x="446575" y="307444"/>
                  </a:lnTo>
                  <a:lnTo>
                    <a:pt x="452021" y="306503"/>
                  </a:lnTo>
                  <a:lnTo>
                    <a:pt x="457467" y="305637"/>
                  </a:lnTo>
                  <a:lnTo>
                    <a:pt x="462913" y="304831"/>
                  </a:lnTo>
                  <a:lnTo>
                    <a:pt x="468359" y="304065"/>
                  </a:lnTo>
                  <a:lnTo>
                    <a:pt x="473805" y="303319"/>
                  </a:lnTo>
                  <a:lnTo>
                    <a:pt x="479251" y="302571"/>
                  </a:lnTo>
                  <a:lnTo>
                    <a:pt x="484698" y="301795"/>
                  </a:lnTo>
                  <a:lnTo>
                    <a:pt x="490144" y="300952"/>
                  </a:lnTo>
                  <a:lnTo>
                    <a:pt x="495590" y="300021"/>
                  </a:lnTo>
                  <a:lnTo>
                    <a:pt x="501036" y="298979"/>
                  </a:lnTo>
                  <a:lnTo>
                    <a:pt x="506482" y="297801"/>
                  </a:lnTo>
                  <a:lnTo>
                    <a:pt x="511928" y="296465"/>
                  </a:lnTo>
                  <a:lnTo>
                    <a:pt x="517374" y="294951"/>
                  </a:lnTo>
                  <a:lnTo>
                    <a:pt x="522820" y="293240"/>
                  </a:lnTo>
                  <a:lnTo>
                    <a:pt x="528266" y="291277"/>
                  </a:lnTo>
                  <a:lnTo>
                    <a:pt x="533712" y="289080"/>
                  </a:lnTo>
                  <a:lnTo>
                    <a:pt x="539158" y="286647"/>
                  </a:lnTo>
                  <a:lnTo>
                    <a:pt x="544604" y="283977"/>
                  </a:lnTo>
                  <a:lnTo>
                    <a:pt x="550050" y="281071"/>
                  </a:lnTo>
                  <a:lnTo>
                    <a:pt x="555496" y="277938"/>
                  </a:lnTo>
                  <a:lnTo>
                    <a:pt x="560942" y="274588"/>
                  </a:lnTo>
                  <a:lnTo>
                    <a:pt x="566388" y="271016"/>
                  </a:lnTo>
                  <a:lnTo>
                    <a:pt x="571834" y="267261"/>
                  </a:lnTo>
                  <a:lnTo>
                    <a:pt x="577280" y="263362"/>
                  </a:lnTo>
                  <a:lnTo>
                    <a:pt x="582726" y="259349"/>
                  </a:lnTo>
                  <a:lnTo>
                    <a:pt x="588172" y="255251"/>
                  </a:lnTo>
                  <a:lnTo>
                    <a:pt x="593618" y="251098"/>
                  </a:lnTo>
                  <a:lnTo>
                    <a:pt x="599064" y="246920"/>
                  </a:lnTo>
                  <a:lnTo>
                    <a:pt x="604510" y="242749"/>
                  </a:lnTo>
                  <a:lnTo>
                    <a:pt x="609957" y="238615"/>
                  </a:lnTo>
                  <a:lnTo>
                    <a:pt x="615403" y="234535"/>
                  </a:lnTo>
                  <a:lnTo>
                    <a:pt x="620849" y="230518"/>
                  </a:lnTo>
                  <a:lnTo>
                    <a:pt x="626295" y="226566"/>
                  </a:lnTo>
                  <a:lnTo>
                    <a:pt x="631741" y="222673"/>
                  </a:lnTo>
                  <a:lnTo>
                    <a:pt x="637187" y="218825"/>
                  </a:lnTo>
                  <a:lnTo>
                    <a:pt x="642633" y="214998"/>
                  </a:lnTo>
                  <a:lnTo>
                    <a:pt x="648079" y="211144"/>
                  </a:lnTo>
                  <a:lnTo>
                    <a:pt x="653525" y="207212"/>
                  </a:lnTo>
                  <a:lnTo>
                    <a:pt x="658971" y="203148"/>
                  </a:lnTo>
                  <a:lnTo>
                    <a:pt x="664417" y="198890"/>
                  </a:lnTo>
                  <a:lnTo>
                    <a:pt x="669863" y="194375"/>
                  </a:lnTo>
                  <a:lnTo>
                    <a:pt x="675309" y="189536"/>
                  </a:lnTo>
                  <a:lnTo>
                    <a:pt x="680755" y="184306"/>
                  </a:lnTo>
                  <a:lnTo>
                    <a:pt x="686201" y="178527"/>
                  </a:lnTo>
                  <a:lnTo>
                    <a:pt x="691647" y="172198"/>
                  </a:lnTo>
                  <a:lnTo>
                    <a:pt x="697093" y="165283"/>
                  </a:lnTo>
                  <a:lnTo>
                    <a:pt x="702539" y="157749"/>
                  </a:lnTo>
                  <a:lnTo>
                    <a:pt x="707985" y="149578"/>
                  </a:lnTo>
                  <a:lnTo>
                    <a:pt x="713431" y="140768"/>
                  </a:lnTo>
                  <a:lnTo>
                    <a:pt x="718877" y="131334"/>
                  </a:lnTo>
                  <a:lnTo>
                    <a:pt x="724323" y="121253"/>
                  </a:lnTo>
                  <a:lnTo>
                    <a:pt x="729770" y="110647"/>
                  </a:lnTo>
                  <a:lnTo>
                    <a:pt x="735216" y="99654"/>
                  </a:lnTo>
                  <a:lnTo>
                    <a:pt x="740662" y="88395"/>
                  </a:lnTo>
                  <a:lnTo>
                    <a:pt x="746108" y="77012"/>
                  </a:lnTo>
                  <a:lnTo>
                    <a:pt x="751554" y="65664"/>
                  </a:lnTo>
                  <a:lnTo>
                    <a:pt x="757000" y="54528"/>
                  </a:lnTo>
                  <a:lnTo>
                    <a:pt x="762446" y="43846"/>
                  </a:lnTo>
                  <a:lnTo>
                    <a:pt x="767892" y="33910"/>
                  </a:lnTo>
                  <a:lnTo>
                    <a:pt x="773338" y="24880"/>
                  </a:lnTo>
                  <a:lnTo>
                    <a:pt x="778784" y="16958"/>
                  </a:lnTo>
                  <a:lnTo>
                    <a:pt x="784230" y="10334"/>
                  </a:lnTo>
                  <a:lnTo>
                    <a:pt x="789676" y="5187"/>
                  </a:lnTo>
                  <a:lnTo>
                    <a:pt x="795122" y="1678"/>
                  </a:lnTo>
                  <a:lnTo>
                    <a:pt x="800568" y="0"/>
                  </a:lnTo>
                  <a:lnTo>
                    <a:pt x="806014" y="527"/>
                  </a:lnTo>
                  <a:lnTo>
                    <a:pt x="811460" y="3024"/>
                  </a:lnTo>
                  <a:lnTo>
                    <a:pt x="816906" y="7504"/>
                  </a:lnTo>
                  <a:lnTo>
                    <a:pt x="822352" y="13942"/>
                  </a:lnTo>
                  <a:lnTo>
                    <a:pt x="827798" y="22283"/>
                  </a:lnTo>
                  <a:lnTo>
                    <a:pt x="833244" y="32431"/>
                  </a:lnTo>
                  <a:lnTo>
                    <a:pt x="838690" y="44263"/>
                  </a:lnTo>
                  <a:lnTo>
                    <a:pt x="844136" y="57838"/>
                  </a:lnTo>
                  <a:lnTo>
                    <a:pt x="849583" y="72679"/>
                  </a:lnTo>
                  <a:lnTo>
                    <a:pt x="855029" y="88544"/>
                  </a:lnTo>
                  <a:lnTo>
                    <a:pt x="860475" y="105206"/>
                  </a:lnTo>
                  <a:lnTo>
                    <a:pt x="865921" y="122433"/>
                  </a:lnTo>
                  <a:lnTo>
                    <a:pt x="871367" y="139992"/>
                  </a:lnTo>
                  <a:lnTo>
                    <a:pt x="876813" y="157653"/>
                  </a:lnTo>
                  <a:lnTo>
                    <a:pt x="882259" y="175149"/>
                  </a:lnTo>
                  <a:lnTo>
                    <a:pt x="887705" y="192231"/>
                  </a:lnTo>
                  <a:lnTo>
                    <a:pt x="893151" y="208741"/>
                  </a:lnTo>
                  <a:lnTo>
                    <a:pt x="898597" y="224535"/>
                  </a:lnTo>
                  <a:lnTo>
                    <a:pt x="904043" y="239491"/>
                  </a:lnTo>
                  <a:lnTo>
                    <a:pt x="909489" y="253515"/>
                  </a:lnTo>
                  <a:lnTo>
                    <a:pt x="914935" y="266536"/>
                  </a:lnTo>
                  <a:lnTo>
                    <a:pt x="920381" y="278419"/>
                  </a:lnTo>
                  <a:lnTo>
                    <a:pt x="925827" y="289114"/>
                  </a:lnTo>
                  <a:lnTo>
                    <a:pt x="931273" y="298750"/>
                  </a:lnTo>
                  <a:lnTo>
                    <a:pt x="936719" y="307356"/>
                  </a:lnTo>
                  <a:lnTo>
                    <a:pt x="942165" y="314974"/>
                  </a:lnTo>
                  <a:lnTo>
                    <a:pt x="947611" y="321659"/>
                  </a:lnTo>
                  <a:lnTo>
                    <a:pt x="953057" y="327471"/>
                  </a:lnTo>
                  <a:lnTo>
                    <a:pt x="958503" y="332454"/>
                  </a:lnTo>
                  <a:lnTo>
                    <a:pt x="963949" y="336613"/>
                  </a:lnTo>
                  <a:lnTo>
                    <a:pt x="969396" y="340146"/>
                  </a:lnTo>
                  <a:lnTo>
                    <a:pt x="974842" y="343125"/>
                  </a:lnTo>
                  <a:lnTo>
                    <a:pt x="980288" y="345616"/>
                  </a:lnTo>
                  <a:lnTo>
                    <a:pt x="985734" y="347682"/>
                  </a:lnTo>
                  <a:lnTo>
                    <a:pt x="991180" y="349385"/>
                  </a:lnTo>
                  <a:lnTo>
                    <a:pt x="996626" y="350776"/>
                  </a:lnTo>
                  <a:lnTo>
                    <a:pt x="1002072" y="351870"/>
                  </a:lnTo>
                  <a:lnTo>
                    <a:pt x="1007518" y="352760"/>
                  </a:lnTo>
                  <a:lnTo>
                    <a:pt x="1012964" y="353482"/>
                  </a:lnTo>
                  <a:lnTo>
                    <a:pt x="1018410" y="354066"/>
                  </a:lnTo>
                  <a:lnTo>
                    <a:pt x="1023856" y="354537"/>
                  </a:lnTo>
                  <a:lnTo>
                    <a:pt x="1029302" y="354917"/>
                  </a:lnTo>
                  <a:lnTo>
                    <a:pt x="1034748" y="355223"/>
                  </a:lnTo>
                  <a:lnTo>
                    <a:pt x="1040194" y="355464"/>
                  </a:lnTo>
                  <a:lnTo>
                    <a:pt x="1045640" y="355660"/>
                  </a:lnTo>
                  <a:lnTo>
                    <a:pt x="1051086" y="355821"/>
                  </a:lnTo>
                  <a:lnTo>
                    <a:pt x="1056532" y="355954"/>
                  </a:lnTo>
                  <a:lnTo>
                    <a:pt x="1061978" y="356065"/>
                  </a:lnTo>
                  <a:lnTo>
                    <a:pt x="1067424" y="356158"/>
                  </a:lnTo>
                  <a:lnTo>
                    <a:pt x="1072870" y="356235"/>
                  </a:lnTo>
                  <a:lnTo>
                    <a:pt x="1078316" y="356300"/>
                  </a:lnTo>
                  <a:lnTo>
                    <a:pt x="1083762" y="356353"/>
                  </a:lnTo>
                  <a:lnTo>
                    <a:pt x="1089209" y="356399"/>
                  </a:lnTo>
                  <a:lnTo>
                    <a:pt x="1094655" y="356438"/>
                  </a:lnTo>
                  <a:lnTo>
                    <a:pt x="1100101" y="356470"/>
                  </a:lnTo>
                  <a:lnTo>
                    <a:pt x="1105547" y="356498"/>
                  </a:lnTo>
                  <a:lnTo>
                    <a:pt x="1110993" y="356521"/>
                  </a:lnTo>
                  <a:lnTo>
                    <a:pt x="1116439" y="356540"/>
                  </a:lnTo>
                  <a:lnTo>
                    <a:pt x="1121885" y="356556"/>
                  </a:lnTo>
                  <a:lnTo>
                    <a:pt x="1127331" y="356568"/>
                  </a:lnTo>
                  <a:lnTo>
                    <a:pt x="1132777" y="356579"/>
                  </a:lnTo>
                  <a:lnTo>
                    <a:pt x="1138223" y="356587"/>
                  </a:lnTo>
                  <a:lnTo>
                    <a:pt x="1143669" y="356594"/>
                  </a:lnTo>
                  <a:lnTo>
                    <a:pt x="1149115" y="356599"/>
                  </a:lnTo>
                  <a:lnTo>
                    <a:pt x="1154561" y="356604"/>
                  </a:lnTo>
                  <a:lnTo>
                    <a:pt x="1160007" y="356607"/>
                  </a:lnTo>
                  <a:lnTo>
                    <a:pt x="1165453" y="356609"/>
                  </a:lnTo>
                  <a:lnTo>
                    <a:pt x="1170899" y="356611"/>
                  </a:lnTo>
                  <a:lnTo>
                    <a:pt x="1176345" y="356613"/>
                  </a:lnTo>
                  <a:lnTo>
                    <a:pt x="1181791" y="356614"/>
                  </a:lnTo>
                  <a:lnTo>
                    <a:pt x="1187237" y="356615"/>
                  </a:lnTo>
                  <a:lnTo>
                    <a:pt x="1192683" y="356615"/>
                  </a:lnTo>
                  <a:lnTo>
                    <a:pt x="1198129" y="356616"/>
                  </a:lnTo>
                  <a:lnTo>
                    <a:pt x="1203575" y="356616"/>
                  </a:lnTo>
                  <a:lnTo>
                    <a:pt x="1209021" y="356616"/>
                  </a:lnTo>
                  <a:lnTo>
                    <a:pt x="1214468" y="356616"/>
                  </a:lnTo>
                  <a:lnTo>
                    <a:pt x="1219914" y="356616"/>
                  </a:lnTo>
                  <a:lnTo>
                    <a:pt x="1225360" y="356616"/>
                  </a:lnTo>
                  <a:lnTo>
                    <a:pt x="1230806" y="356617"/>
                  </a:lnTo>
                  <a:lnTo>
                    <a:pt x="1236252" y="356617"/>
                  </a:lnTo>
                  <a:lnTo>
                    <a:pt x="1241698" y="356617"/>
                  </a:lnTo>
                  <a:lnTo>
                    <a:pt x="1247144" y="356617"/>
                  </a:lnTo>
                  <a:lnTo>
                    <a:pt x="1252590" y="356617"/>
                  </a:lnTo>
                  <a:lnTo>
                    <a:pt x="1258036" y="356617"/>
                  </a:lnTo>
                  <a:lnTo>
                    <a:pt x="1263482" y="356617"/>
                  </a:lnTo>
                  <a:lnTo>
                    <a:pt x="1268928" y="356617"/>
                  </a:lnTo>
                  <a:lnTo>
                    <a:pt x="1274374" y="356617"/>
                  </a:lnTo>
                  <a:lnTo>
                    <a:pt x="1279820" y="356617"/>
                  </a:lnTo>
                  <a:lnTo>
                    <a:pt x="1285266" y="356617"/>
                  </a:lnTo>
                  <a:lnTo>
                    <a:pt x="1290712" y="356617"/>
                  </a:lnTo>
                  <a:lnTo>
                    <a:pt x="1296158" y="356617"/>
                  </a:lnTo>
                  <a:lnTo>
                    <a:pt x="1301604" y="356617"/>
                  </a:lnTo>
                  <a:lnTo>
                    <a:pt x="1307050" y="356617"/>
                  </a:lnTo>
                  <a:lnTo>
                    <a:pt x="1312496" y="356617"/>
                  </a:lnTo>
                  <a:lnTo>
                    <a:pt x="1317942" y="356617"/>
                  </a:lnTo>
                  <a:lnTo>
                    <a:pt x="1323388" y="356617"/>
                  </a:lnTo>
                  <a:lnTo>
                    <a:pt x="1328834" y="356617"/>
                  </a:lnTo>
                  <a:lnTo>
                    <a:pt x="1334281" y="356617"/>
                  </a:lnTo>
                  <a:lnTo>
                    <a:pt x="1339727" y="356617"/>
                  </a:lnTo>
                  <a:lnTo>
                    <a:pt x="1345173" y="356617"/>
                  </a:lnTo>
                  <a:lnTo>
                    <a:pt x="1350619" y="356617"/>
                  </a:lnTo>
                  <a:lnTo>
                    <a:pt x="1356065" y="356617"/>
                  </a:lnTo>
                  <a:lnTo>
                    <a:pt x="1361511" y="356617"/>
                  </a:lnTo>
                  <a:lnTo>
                    <a:pt x="1366957" y="356617"/>
                  </a:lnTo>
                  <a:lnTo>
                    <a:pt x="1372403" y="356617"/>
                  </a:lnTo>
                  <a:lnTo>
                    <a:pt x="1377849" y="356617"/>
                  </a:lnTo>
                  <a:lnTo>
                    <a:pt x="1383295" y="356617"/>
                  </a:lnTo>
                  <a:lnTo>
                    <a:pt x="1388741" y="356617"/>
                  </a:lnTo>
                  <a:lnTo>
                    <a:pt x="1394187" y="356617"/>
                  </a:lnTo>
                  <a:lnTo>
                    <a:pt x="1399633" y="356617"/>
                  </a:lnTo>
                  <a:lnTo>
                    <a:pt x="1405079" y="356617"/>
                  </a:lnTo>
                  <a:lnTo>
                    <a:pt x="1410525" y="356617"/>
                  </a:lnTo>
                  <a:lnTo>
                    <a:pt x="1415971" y="356617"/>
                  </a:lnTo>
                  <a:lnTo>
                    <a:pt x="1421417" y="356617"/>
                  </a:lnTo>
                  <a:lnTo>
                    <a:pt x="1426863" y="356617"/>
                  </a:lnTo>
                  <a:lnTo>
                    <a:pt x="1432309" y="356617"/>
                  </a:lnTo>
                  <a:lnTo>
                    <a:pt x="1437755" y="356617"/>
                  </a:lnTo>
                  <a:lnTo>
                    <a:pt x="1443201" y="356617"/>
                  </a:lnTo>
                  <a:lnTo>
                    <a:pt x="1448647" y="356617"/>
                  </a:lnTo>
                  <a:lnTo>
                    <a:pt x="1454094" y="356617"/>
                  </a:lnTo>
                  <a:lnTo>
                    <a:pt x="1459540" y="356617"/>
                  </a:lnTo>
                  <a:lnTo>
                    <a:pt x="1464986" y="356617"/>
                  </a:lnTo>
                  <a:lnTo>
                    <a:pt x="1470432" y="356617"/>
                  </a:lnTo>
                  <a:lnTo>
                    <a:pt x="1475878" y="356617"/>
                  </a:lnTo>
                  <a:lnTo>
                    <a:pt x="1481324" y="356617"/>
                  </a:lnTo>
                  <a:lnTo>
                    <a:pt x="1486770" y="356617"/>
                  </a:lnTo>
                  <a:lnTo>
                    <a:pt x="1492216" y="356617"/>
                  </a:lnTo>
                  <a:lnTo>
                    <a:pt x="1497662" y="356617"/>
                  </a:lnTo>
                  <a:lnTo>
                    <a:pt x="1503108" y="356617"/>
                  </a:lnTo>
                  <a:lnTo>
                    <a:pt x="1508554" y="356617"/>
                  </a:lnTo>
                  <a:lnTo>
                    <a:pt x="1514000" y="356617"/>
                  </a:lnTo>
                  <a:lnTo>
                    <a:pt x="1519446" y="356617"/>
                  </a:lnTo>
                  <a:lnTo>
                    <a:pt x="1524892" y="356617"/>
                  </a:lnTo>
                  <a:lnTo>
                    <a:pt x="1530338" y="356617"/>
                  </a:lnTo>
                  <a:lnTo>
                    <a:pt x="1535784" y="356617"/>
                  </a:lnTo>
                  <a:lnTo>
                    <a:pt x="1541230" y="356617"/>
                  </a:lnTo>
                  <a:lnTo>
                    <a:pt x="1546676" y="356617"/>
                  </a:lnTo>
                  <a:lnTo>
                    <a:pt x="1552122" y="356617"/>
                  </a:lnTo>
                  <a:lnTo>
                    <a:pt x="1557568" y="356617"/>
                  </a:lnTo>
                  <a:lnTo>
                    <a:pt x="1563014" y="356617"/>
                  </a:lnTo>
                  <a:lnTo>
                    <a:pt x="1568460" y="356617"/>
                  </a:lnTo>
                  <a:lnTo>
                    <a:pt x="1573907" y="356617"/>
                  </a:lnTo>
                  <a:lnTo>
                    <a:pt x="1579353" y="356617"/>
                  </a:lnTo>
                  <a:lnTo>
                    <a:pt x="1584799" y="356617"/>
                  </a:lnTo>
                  <a:lnTo>
                    <a:pt x="1590245" y="356617"/>
                  </a:lnTo>
                  <a:lnTo>
                    <a:pt x="1595691" y="356617"/>
                  </a:lnTo>
                  <a:lnTo>
                    <a:pt x="1601137" y="356617"/>
                  </a:lnTo>
                  <a:lnTo>
                    <a:pt x="1606583" y="356617"/>
                  </a:lnTo>
                  <a:lnTo>
                    <a:pt x="1612029" y="356617"/>
                  </a:lnTo>
                  <a:lnTo>
                    <a:pt x="1617475" y="356617"/>
                  </a:lnTo>
                  <a:lnTo>
                    <a:pt x="1622921" y="356617"/>
                  </a:lnTo>
                  <a:lnTo>
                    <a:pt x="1628367" y="356617"/>
                  </a:lnTo>
                  <a:lnTo>
                    <a:pt x="1633813" y="356617"/>
                  </a:lnTo>
                  <a:lnTo>
                    <a:pt x="1639259" y="356617"/>
                  </a:lnTo>
                  <a:lnTo>
                    <a:pt x="1644705" y="356616"/>
                  </a:lnTo>
                  <a:lnTo>
                    <a:pt x="1650151" y="356616"/>
                  </a:lnTo>
                  <a:lnTo>
                    <a:pt x="1655597" y="356616"/>
                  </a:lnTo>
                  <a:lnTo>
                    <a:pt x="1661043" y="356616"/>
                  </a:lnTo>
                  <a:lnTo>
                    <a:pt x="1666489" y="356616"/>
                  </a:lnTo>
                  <a:lnTo>
                    <a:pt x="1671935" y="356616"/>
                  </a:lnTo>
                  <a:lnTo>
                    <a:pt x="1677381" y="356615"/>
                  </a:lnTo>
                  <a:lnTo>
                    <a:pt x="1682827" y="356615"/>
                  </a:lnTo>
                  <a:lnTo>
                    <a:pt x="1688273" y="356614"/>
                  </a:lnTo>
                  <a:lnTo>
                    <a:pt x="1693720" y="356613"/>
                  </a:lnTo>
                  <a:lnTo>
                    <a:pt x="1699166" y="356611"/>
                  </a:lnTo>
                  <a:lnTo>
                    <a:pt x="1704612" y="356610"/>
                  </a:lnTo>
                  <a:lnTo>
                    <a:pt x="1710058" y="356607"/>
                  </a:lnTo>
                  <a:lnTo>
                    <a:pt x="1715504" y="356604"/>
                  </a:lnTo>
                  <a:lnTo>
                    <a:pt x="1720950" y="356600"/>
                  </a:lnTo>
                  <a:lnTo>
                    <a:pt x="1726396" y="356595"/>
                  </a:lnTo>
                  <a:lnTo>
                    <a:pt x="1731842" y="356589"/>
                  </a:lnTo>
                  <a:lnTo>
                    <a:pt x="1737288" y="356581"/>
                  </a:lnTo>
                  <a:lnTo>
                    <a:pt x="1742734" y="356572"/>
                  </a:lnTo>
                  <a:lnTo>
                    <a:pt x="1748180" y="356561"/>
                  </a:lnTo>
                  <a:lnTo>
                    <a:pt x="1753626" y="356547"/>
                  </a:lnTo>
                  <a:lnTo>
                    <a:pt x="1759072" y="356531"/>
                  </a:lnTo>
                  <a:lnTo>
                    <a:pt x="1764518" y="356512"/>
                  </a:lnTo>
                  <a:lnTo>
                    <a:pt x="1769964" y="356490"/>
                  </a:lnTo>
                  <a:lnTo>
                    <a:pt x="1775410" y="356465"/>
                  </a:lnTo>
                  <a:lnTo>
                    <a:pt x="1780856" y="356438"/>
                  </a:lnTo>
                  <a:lnTo>
                    <a:pt x="1786302" y="356407"/>
                  </a:lnTo>
                  <a:lnTo>
                    <a:pt x="1791748" y="356373"/>
                  </a:lnTo>
                  <a:lnTo>
                    <a:pt x="1797194" y="356336"/>
                  </a:lnTo>
                  <a:lnTo>
                    <a:pt x="1802640" y="356296"/>
                  </a:lnTo>
                  <a:lnTo>
                    <a:pt x="1808086" y="356255"/>
                  </a:lnTo>
                  <a:lnTo>
                    <a:pt x="1813532" y="356212"/>
                  </a:lnTo>
                  <a:lnTo>
                    <a:pt x="1818979" y="356169"/>
                  </a:lnTo>
                  <a:lnTo>
                    <a:pt x="1824425" y="356125"/>
                  </a:lnTo>
                  <a:lnTo>
                    <a:pt x="1829871" y="356082"/>
                  </a:lnTo>
                  <a:lnTo>
                    <a:pt x="1835317" y="356042"/>
                  </a:lnTo>
                  <a:lnTo>
                    <a:pt x="1840763" y="356003"/>
                  </a:lnTo>
                  <a:lnTo>
                    <a:pt x="1846209" y="355969"/>
                  </a:lnTo>
                  <a:lnTo>
                    <a:pt x="1851655" y="355939"/>
                  </a:lnTo>
                  <a:lnTo>
                    <a:pt x="1857101" y="355914"/>
                  </a:lnTo>
                  <a:lnTo>
                    <a:pt x="1862547" y="355895"/>
                  </a:lnTo>
                  <a:lnTo>
                    <a:pt x="1867993" y="355883"/>
                  </a:lnTo>
                  <a:lnTo>
                    <a:pt x="1873439" y="355878"/>
                  </a:lnTo>
                  <a:lnTo>
                    <a:pt x="1878885" y="355880"/>
                  </a:lnTo>
                  <a:lnTo>
                    <a:pt x="1884331" y="355889"/>
                  </a:lnTo>
                  <a:lnTo>
                    <a:pt x="1889777" y="355904"/>
                  </a:lnTo>
                  <a:lnTo>
                    <a:pt x="1895223" y="355926"/>
                  </a:lnTo>
                  <a:lnTo>
                    <a:pt x="1900669" y="355953"/>
                  </a:lnTo>
                  <a:lnTo>
                    <a:pt x="1906115" y="355985"/>
                  </a:lnTo>
                  <a:lnTo>
                    <a:pt x="1911561" y="356022"/>
                  </a:lnTo>
                  <a:lnTo>
                    <a:pt x="1917007" y="356062"/>
                  </a:lnTo>
                  <a:lnTo>
                    <a:pt x="1922453" y="356104"/>
                  </a:lnTo>
                  <a:lnTo>
                    <a:pt x="1927899" y="356147"/>
                  </a:lnTo>
                  <a:lnTo>
                    <a:pt x="1933345" y="356191"/>
                  </a:lnTo>
                  <a:lnTo>
                    <a:pt x="1938792" y="356234"/>
                  </a:lnTo>
                  <a:lnTo>
                    <a:pt x="1944238" y="356277"/>
                  </a:lnTo>
                  <a:lnTo>
                    <a:pt x="1949684" y="356317"/>
                  </a:lnTo>
                  <a:lnTo>
                    <a:pt x="1955130" y="356355"/>
                  </a:lnTo>
                  <a:lnTo>
                    <a:pt x="1960576" y="356390"/>
                  </a:lnTo>
                  <a:lnTo>
                    <a:pt x="1966022" y="356423"/>
                  </a:lnTo>
                  <a:lnTo>
                    <a:pt x="1971468" y="356452"/>
                  </a:lnTo>
                  <a:lnTo>
                    <a:pt x="1976914" y="356479"/>
                  </a:lnTo>
                  <a:lnTo>
                    <a:pt x="1982360" y="356502"/>
                  </a:lnTo>
                  <a:lnTo>
                    <a:pt x="1987806" y="356522"/>
                  </a:lnTo>
                  <a:lnTo>
                    <a:pt x="1993252" y="356539"/>
                  </a:lnTo>
                  <a:lnTo>
                    <a:pt x="1998698" y="356554"/>
                  </a:lnTo>
                  <a:lnTo>
                    <a:pt x="2004144" y="356566"/>
                  </a:lnTo>
                  <a:lnTo>
                    <a:pt x="2009590" y="356577"/>
                  </a:lnTo>
                  <a:lnTo>
                    <a:pt x="2015036" y="356585"/>
                  </a:lnTo>
                  <a:lnTo>
                    <a:pt x="2020482" y="356592"/>
                  </a:lnTo>
                  <a:lnTo>
                    <a:pt x="2025928" y="356598"/>
                  </a:lnTo>
                  <a:lnTo>
                    <a:pt x="2031374" y="356602"/>
                  </a:lnTo>
                  <a:lnTo>
                    <a:pt x="2036820" y="356606"/>
                  </a:lnTo>
                  <a:lnTo>
                    <a:pt x="2042266" y="356608"/>
                  </a:lnTo>
                  <a:lnTo>
                    <a:pt x="2047712" y="356610"/>
                  </a:lnTo>
                  <a:lnTo>
                    <a:pt x="2053158" y="356612"/>
                  </a:lnTo>
                  <a:lnTo>
                    <a:pt x="2058605" y="356613"/>
                  </a:lnTo>
                  <a:lnTo>
                    <a:pt x="2064051" y="356614"/>
                  </a:lnTo>
                  <a:lnTo>
                    <a:pt x="2069497" y="356614"/>
                  </a:lnTo>
                  <a:lnTo>
                    <a:pt x="2074943" y="356614"/>
                  </a:lnTo>
                  <a:lnTo>
                    <a:pt x="2080389" y="356614"/>
                  </a:lnTo>
                  <a:lnTo>
                    <a:pt x="2085835" y="356613"/>
                  </a:lnTo>
                  <a:lnTo>
                    <a:pt x="2091281" y="356612"/>
                  </a:lnTo>
                  <a:lnTo>
                    <a:pt x="2096727" y="356611"/>
                  </a:lnTo>
                  <a:lnTo>
                    <a:pt x="2102173" y="356609"/>
                  </a:lnTo>
                  <a:lnTo>
                    <a:pt x="2107619" y="356606"/>
                  </a:lnTo>
                  <a:lnTo>
                    <a:pt x="2113065" y="356602"/>
                  </a:lnTo>
                  <a:lnTo>
                    <a:pt x="2118511" y="356597"/>
                  </a:lnTo>
                  <a:lnTo>
                    <a:pt x="2123957" y="356591"/>
                  </a:lnTo>
                  <a:lnTo>
                    <a:pt x="2129403" y="356584"/>
                  </a:lnTo>
                  <a:lnTo>
                    <a:pt x="2134849" y="356574"/>
                  </a:lnTo>
                  <a:lnTo>
                    <a:pt x="2140295" y="356562"/>
                  </a:lnTo>
                  <a:lnTo>
                    <a:pt x="2145741" y="356547"/>
                  </a:lnTo>
                  <a:lnTo>
                    <a:pt x="2151187" y="356529"/>
                  </a:lnTo>
                  <a:lnTo>
                    <a:pt x="2156633" y="356508"/>
                  </a:lnTo>
                  <a:lnTo>
                    <a:pt x="2162079" y="356482"/>
                  </a:lnTo>
                  <a:lnTo>
                    <a:pt x="2167525" y="356452"/>
                  </a:lnTo>
                  <a:lnTo>
                    <a:pt x="2172971" y="356417"/>
                  </a:lnTo>
                  <a:lnTo>
                    <a:pt x="2178418" y="356377"/>
                  </a:lnTo>
                  <a:lnTo>
                    <a:pt x="2183864" y="356331"/>
                  </a:lnTo>
                  <a:lnTo>
                    <a:pt x="2189310" y="356278"/>
                  </a:lnTo>
                  <a:lnTo>
                    <a:pt x="2194756" y="356221"/>
                  </a:lnTo>
                  <a:lnTo>
                    <a:pt x="2200202" y="356158"/>
                  </a:lnTo>
                  <a:lnTo>
                    <a:pt x="2205648" y="356089"/>
                  </a:lnTo>
                  <a:lnTo>
                    <a:pt x="2211094" y="356016"/>
                  </a:lnTo>
                  <a:lnTo>
                    <a:pt x="2216540" y="355939"/>
                  </a:lnTo>
                  <a:lnTo>
                    <a:pt x="2221986" y="355859"/>
                  </a:lnTo>
                  <a:lnTo>
                    <a:pt x="2227432" y="355777"/>
                  </a:lnTo>
                  <a:lnTo>
                    <a:pt x="2232878" y="355694"/>
                  </a:lnTo>
                  <a:lnTo>
                    <a:pt x="2238324" y="355613"/>
                  </a:lnTo>
                  <a:lnTo>
                    <a:pt x="2243770" y="355534"/>
                  </a:lnTo>
                  <a:lnTo>
                    <a:pt x="2249216" y="355459"/>
                  </a:lnTo>
                  <a:lnTo>
                    <a:pt x="2254662" y="355390"/>
                  </a:lnTo>
                  <a:lnTo>
                    <a:pt x="2260108" y="355328"/>
                  </a:lnTo>
                  <a:lnTo>
                    <a:pt x="2265554" y="355276"/>
                  </a:lnTo>
                  <a:lnTo>
                    <a:pt x="2271000" y="355235"/>
                  </a:lnTo>
                  <a:lnTo>
                    <a:pt x="2276446" y="355205"/>
                  </a:lnTo>
                  <a:lnTo>
                    <a:pt x="2281892" y="355187"/>
                  </a:lnTo>
                  <a:lnTo>
                    <a:pt x="2287338" y="355181"/>
                  </a:lnTo>
                  <a:lnTo>
                    <a:pt x="2292784" y="355188"/>
                  </a:lnTo>
                  <a:lnTo>
                    <a:pt x="2298231" y="355207"/>
                  </a:lnTo>
                  <a:lnTo>
                    <a:pt x="2303677" y="355240"/>
                  </a:lnTo>
                  <a:lnTo>
                    <a:pt x="2309123" y="355285"/>
                  </a:lnTo>
                  <a:lnTo>
                    <a:pt x="2314569" y="355339"/>
                  </a:lnTo>
                  <a:lnTo>
                    <a:pt x="2320015" y="355401"/>
                  </a:lnTo>
                  <a:lnTo>
                    <a:pt x="2325461" y="355471"/>
                  </a:lnTo>
                  <a:lnTo>
                    <a:pt x="2330907" y="355546"/>
                  </a:lnTo>
                  <a:lnTo>
                    <a:pt x="2336353" y="355625"/>
                  </a:lnTo>
                  <a:lnTo>
                    <a:pt x="2341799" y="355707"/>
                  </a:lnTo>
                  <a:lnTo>
                    <a:pt x="2347245" y="355790"/>
                  </a:lnTo>
                  <a:lnTo>
                    <a:pt x="2352691" y="355872"/>
                  </a:lnTo>
                  <a:lnTo>
                    <a:pt x="2358137" y="355951"/>
                  </a:lnTo>
                  <a:lnTo>
                    <a:pt x="2363583" y="356028"/>
                  </a:lnTo>
                  <a:lnTo>
                    <a:pt x="2369029" y="356100"/>
                  </a:lnTo>
                  <a:lnTo>
                    <a:pt x="2374475" y="356168"/>
                  </a:lnTo>
                  <a:lnTo>
                    <a:pt x="2379921" y="356231"/>
                  </a:lnTo>
                  <a:lnTo>
                    <a:pt x="2385367" y="356287"/>
                  </a:lnTo>
                  <a:lnTo>
                    <a:pt x="2390813" y="356338"/>
                  </a:lnTo>
                  <a:lnTo>
                    <a:pt x="2396259" y="356383"/>
                  </a:lnTo>
                  <a:lnTo>
                    <a:pt x="2401705" y="356422"/>
                  </a:lnTo>
                  <a:lnTo>
                    <a:pt x="2407151" y="356457"/>
                  </a:lnTo>
                  <a:lnTo>
                    <a:pt x="2412597" y="356487"/>
                  </a:lnTo>
                  <a:lnTo>
                    <a:pt x="2418043" y="356512"/>
                  </a:lnTo>
                  <a:lnTo>
                    <a:pt x="2423490" y="356532"/>
                  </a:lnTo>
                  <a:lnTo>
                    <a:pt x="2428936" y="356550"/>
                  </a:lnTo>
                  <a:lnTo>
                    <a:pt x="2434382" y="356564"/>
                  </a:lnTo>
                  <a:lnTo>
                    <a:pt x="2439828" y="356575"/>
                  </a:lnTo>
                  <a:lnTo>
                    <a:pt x="2445274" y="356585"/>
                  </a:lnTo>
                  <a:lnTo>
                    <a:pt x="2450720" y="356592"/>
                  </a:lnTo>
                  <a:lnTo>
                    <a:pt x="2456166" y="356598"/>
                  </a:lnTo>
                  <a:lnTo>
                    <a:pt x="2461612" y="356603"/>
                  </a:lnTo>
                  <a:lnTo>
                    <a:pt x="2467058" y="356606"/>
                  </a:lnTo>
                  <a:lnTo>
                    <a:pt x="2472504" y="356609"/>
                  </a:lnTo>
                  <a:lnTo>
                    <a:pt x="2477950" y="356611"/>
                  </a:lnTo>
                  <a:lnTo>
                    <a:pt x="2483396" y="356612"/>
                  </a:lnTo>
                  <a:lnTo>
                    <a:pt x="2488842" y="356613"/>
                  </a:lnTo>
                  <a:lnTo>
                    <a:pt x="2494288" y="356614"/>
                  </a:lnTo>
                  <a:lnTo>
                    <a:pt x="2499734" y="356615"/>
                  </a:lnTo>
                  <a:lnTo>
                    <a:pt x="2505180" y="356615"/>
                  </a:lnTo>
                  <a:lnTo>
                    <a:pt x="2510626" y="356615"/>
                  </a:lnTo>
                  <a:lnTo>
                    <a:pt x="2516072" y="356615"/>
                  </a:lnTo>
                  <a:lnTo>
                    <a:pt x="2521518" y="356614"/>
                  </a:lnTo>
                  <a:lnTo>
                    <a:pt x="2526964" y="356613"/>
                  </a:lnTo>
                  <a:lnTo>
                    <a:pt x="2532410" y="356612"/>
                  </a:lnTo>
                  <a:lnTo>
                    <a:pt x="2537856" y="356611"/>
                  </a:lnTo>
                  <a:lnTo>
                    <a:pt x="2543303" y="356609"/>
                  </a:lnTo>
                  <a:lnTo>
                    <a:pt x="2548749" y="356606"/>
                  </a:lnTo>
                  <a:lnTo>
                    <a:pt x="2554195" y="356603"/>
                  </a:lnTo>
                  <a:lnTo>
                    <a:pt x="2559641" y="356599"/>
                  </a:lnTo>
                  <a:lnTo>
                    <a:pt x="2565087" y="356594"/>
                  </a:lnTo>
                  <a:lnTo>
                    <a:pt x="2570533" y="356587"/>
                  </a:lnTo>
                  <a:lnTo>
                    <a:pt x="2575979" y="356579"/>
                  </a:lnTo>
                  <a:lnTo>
                    <a:pt x="2581425" y="356569"/>
                  </a:lnTo>
                  <a:lnTo>
                    <a:pt x="2586871" y="356557"/>
                  </a:lnTo>
                  <a:lnTo>
                    <a:pt x="2592317" y="356543"/>
                  </a:lnTo>
                  <a:lnTo>
                    <a:pt x="2597763" y="356526"/>
                  </a:lnTo>
                  <a:lnTo>
                    <a:pt x="2603209" y="356506"/>
                  </a:lnTo>
                  <a:lnTo>
                    <a:pt x="2608655" y="356484"/>
                  </a:lnTo>
                  <a:lnTo>
                    <a:pt x="2614101" y="356459"/>
                  </a:lnTo>
                  <a:lnTo>
                    <a:pt x="2619547" y="356430"/>
                  </a:lnTo>
                  <a:lnTo>
                    <a:pt x="2624993" y="356398"/>
                  </a:lnTo>
                  <a:lnTo>
                    <a:pt x="2630439" y="356364"/>
                  </a:lnTo>
                  <a:lnTo>
                    <a:pt x="2635885" y="356326"/>
                  </a:lnTo>
                  <a:lnTo>
                    <a:pt x="2641331" y="356287"/>
                  </a:lnTo>
                  <a:lnTo>
                    <a:pt x="2646777" y="356245"/>
                  </a:lnTo>
                  <a:lnTo>
                    <a:pt x="2652223" y="356202"/>
                  </a:lnTo>
                  <a:lnTo>
                    <a:pt x="2657669" y="356158"/>
                  </a:lnTo>
                  <a:lnTo>
                    <a:pt x="2663116" y="356115"/>
                  </a:lnTo>
                  <a:lnTo>
                    <a:pt x="2668562" y="356073"/>
                  </a:lnTo>
                  <a:lnTo>
                    <a:pt x="2674008" y="356033"/>
                  </a:lnTo>
                  <a:lnTo>
                    <a:pt x="2679454" y="355996"/>
                  </a:lnTo>
                  <a:lnTo>
                    <a:pt x="2684900" y="355962"/>
                  </a:lnTo>
                  <a:lnTo>
                    <a:pt x="2690346" y="355933"/>
                  </a:lnTo>
                  <a:lnTo>
                    <a:pt x="2695792" y="355910"/>
                  </a:lnTo>
                  <a:lnTo>
                    <a:pt x="2701238" y="355893"/>
                  </a:lnTo>
                  <a:lnTo>
                    <a:pt x="2706684" y="355883"/>
                  </a:lnTo>
                  <a:lnTo>
                    <a:pt x="2712130" y="355879"/>
                  </a:lnTo>
                  <a:lnTo>
                    <a:pt x="2717576" y="355883"/>
                  </a:lnTo>
                  <a:lnTo>
                    <a:pt x="2723022" y="355893"/>
                  </a:lnTo>
                  <a:lnTo>
                    <a:pt x="2728468" y="355909"/>
                  </a:lnTo>
                  <a:lnTo>
                    <a:pt x="2733914" y="355932"/>
                  </a:lnTo>
                  <a:lnTo>
                    <a:pt x="2739360" y="355961"/>
                  </a:lnTo>
                  <a:lnTo>
                    <a:pt x="2744806" y="355995"/>
                  </a:lnTo>
                  <a:lnTo>
                    <a:pt x="2750252" y="356032"/>
                  </a:lnTo>
                  <a:lnTo>
                    <a:pt x="2755698" y="356072"/>
                  </a:lnTo>
                  <a:lnTo>
                    <a:pt x="2761144" y="356114"/>
                  </a:lnTo>
                  <a:lnTo>
                    <a:pt x="2766590" y="356158"/>
                  </a:lnTo>
                  <a:lnTo>
                    <a:pt x="2772036" y="356201"/>
                  </a:lnTo>
                  <a:lnTo>
                    <a:pt x="2777482" y="356244"/>
                  </a:lnTo>
                  <a:lnTo>
                    <a:pt x="2782929" y="356286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957616" y="2109521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5"/>
                  </a:lnTo>
                  <a:lnTo>
                    <a:pt x="179719" y="455695"/>
                  </a:lnTo>
                  <a:lnTo>
                    <a:pt x="185165" y="455694"/>
                  </a:lnTo>
                  <a:lnTo>
                    <a:pt x="190611" y="455693"/>
                  </a:lnTo>
                  <a:lnTo>
                    <a:pt x="196057" y="455692"/>
                  </a:lnTo>
                  <a:lnTo>
                    <a:pt x="201503" y="455690"/>
                  </a:lnTo>
                  <a:lnTo>
                    <a:pt x="206949" y="455687"/>
                  </a:lnTo>
                  <a:lnTo>
                    <a:pt x="212395" y="455682"/>
                  </a:lnTo>
                  <a:lnTo>
                    <a:pt x="217841" y="455676"/>
                  </a:lnTo>
                  <a:lnTo>
                    <a:pt x="223287" y="455667"/>
                  </a:lnTo>
                  <a:lnTo>
                    <a:pt x="228733" y="455655"/>
                  </a:lnTo>
                  <a:lnTo>
                    <a:pt x="234179" y="455638"/>
                  </a:lnTo>
                  <a:lnTo>
                    <a:pt x="239625" y="455615"/>
                  </a:lnTo>
                  <a:lnTo>
                    <a:pt x="245072" y="455584"/>
                  </a:lnTo>
                  <a:lnTo>
                    <a:pt x="250518" y="455544"/>
                  </a:lnTo>
                  <a:lnTo>
                    <a:pt x="255964" y="455491"/>
                  </a:lnTo>
                  <a:lnTo>
                    <a:pt x="261410" y="455421"/>
                  </a:lnTo>
                  <a:lnTo>
                    <a:pt x="266856" y="455331"/>
                  </a:lnTo>
                  <a:lnTo>
                    <a:pt x="272302" y="455218"/>
                  </a:lnTo>
                  <a:lnTo>
                    <a:pt x="277748" y="455078"/>
                  </a:lnTo>
                  <a:lnTo>
                    <a:pt x="283194" y="454906"/>
                  </a:lnTo>
                  <a:lnTo>
                    <a:pt x="288640" y="454696"/>
                  </a:lnTo>
                  <a:lnTo>
                    <a:pt x="294086" y="454445"/>
                  </a:lnTo>
                  <a:lnTo>
                    <a:pt x="299532" y="454141"/>
                  </a:lnTo>
                  <a:lnTo>
                    <a:pt x="304978" y="453781"/>
                  </a:lnTo>
                  <a:lnTo>
                    <a:pt x="310424" y="453362"/>
                  </a:lnTo>
                  <a:lnTo>
                    <a:pt x="315870" y="452881"/>
                  </a:lnTo>
                  <a:lnTo>
                    <a:pt x="321316" y="452335"/>
                  </a:lnTo>
                  <a:lnTo>
                    <a:pt x="326762" y="451722"/>
                  </a:lnTo>
                  <a:lnTo>
                    <a:pt x="332208" y="451042"/>
                  </a:lnTo>
                  <a:lnTo>
                    <a:pt x="337654" y="450295"/>
                  </a:lnTo>
                  <a:lnTo>
                    <a:pt x="343100" y="449478"/>
                  </a:lnTo>
                  <a:lnTo>
                    <a:pt x="348546" y="448597"/>
                  </a:lnTo>
                  <a:lnTo>
                    <a:pt x="353992" y="447662"/>
                  </a:lnTo>
                  <a:lnTo>
                    <a:pt x="359438" y="446683"/>
                  </a:lnTo>
                  <a:lnTo>
                    <a:pt x="364885" y="445667"/>
                  </a:lnTo>
                  <a:lnTo>
                    <a:pt x="370331" y="444624"/>
                  </a:lnTo>
                  <a:lnTo>
                    <a:pt x="375777" y="443566"/>
                  </a:lnTo>
                  <a:lnTo>
                    <a:pt x="381223" y="442505"/>
                  </a:lnTo>
                  <a:lnTo>
                    <a:pt x="386669" y="441453"/>
                  </a:lnTo>
                  <a:lnTo>
                    <a:pt x="392115" y="440426"/>
                  </a:lnTo>
                  <a:lnTo>
                    <a:pt x="397561" y="439434"/>
                  </a:lnTo>
                  <a:lnTo>
                    <a:pt x="403007" y="438487"/>
                  </a:lnTo>
                  <a:lnTo>
                    <a:pt x="408453" y="437592"/>
                  </a:lnTo>
                  <a:lnTo>
                    <a:pt x="413899" y="436758"/>
                  </a:lnTo>
                  <a:lnTo>
                    <a:pt x="419345" y="435988"/>
                  </a:lnTo>
                  <a:lnTo>
                    <a:pt x="424791" y="435287"/>
                  </a:lnTo>
                  <a:lnTo>
                    <a:pt x="430237" y="434660"/>
                  </a:lnTo>
                  <a:lnTo>
                    <a:pt x="435683" y="434107"/>
                  </a:lnTo>
                  <a:lnTo>
                    <a:pt x="441129" y="433618"/>
                  </a:lnTo>
                  <a:lnTo>
                    <a:pt x="446575" y="433189"/>
                  </a:lnTo>
                  <a:lnTo>
                    <a:pt x="452021" y="432813"/>
                  </a:lnTo>
                  <a:lnTo>
                    <a:pt x="457467" y="432485"/>
                  </a:lnTo>
                  <a:lnTo>
                    <a:pt x="462913" y="432197"/>
                  </a:lnTo>
                  <a:lnTo>
                    <a:pt x="468359" y="431943"/>
                  </a:lnTo>
                  <a:lnTo>
                    <a:pt x="473805" y="431718"/>
                  </a:lnTo>
                  <a:lnTo>
                    <a:pt x="479251" y="431515"/>
                  </a:lnTo>
                  <a:lnTo>
                    <a:pt x="484698" y="431327"/>
                  </a:lnTo>
                  <a:lnTo>
                    <a:pt x="490144" y="431151"/>
                  </a:lnTo>
                  <a:lnTo>
                    <a:pt x="495590" y="430984"/>
                  </a:lnTo>
                  <a:lnTo>
                    <a:pt x="501036" y="430824"/>
                  </a:lnTo>
                  <a:lnTo>
                    <a:pt x="506482" y="430669"/>
                  </a:lnTo>
                  <a:lnTo>
                    <a:pt x="511928" y="430517"/>
                  </a:lnTo>
                  <a:lnTo>
                    <a:pt x="517374" y="430367"/>
                  </a:lnTo>
                  <a:lnTo>
                    <a:pt x="522820" y="430215"/>
                  </a:lnTo>
                  <a:lnTo>
                    <a:pt x="528266" y="430060"/>
                  </a:lnTo>
                  <a:lnTo>
                    <a:pt x="533712" y="429896"/>
                  </a:lnTo>
                  <a:lnTo>
                    <a:pt x="539158" y="429719"/>
                  </a:lnTo>
                  <a:lnTo>
                    <a:pt x="544604" y="429524"/>
                  </a:lnTo>
                  <a:lnTo>
                    <a:pt x="550050" y="429305"/>
                  </a:lnTo>
                  <a:lnTo>
                    <a:pt x="555496" y="429057"/>
                  </a:lnTo>
                  <a:lnTo>
                    <a:pt x="560942" y="428771"/>
                  </a:lnTo>
                  <a:lnTo>
                    <a:pt x="566388" y="428441"/>
                  </a:lnTo>
                  <a:lnTo>
                    <a:pt x="571834" y="428066"/>
                  </a:lnTo>
                  <a:lnTo>
                    <a:pt x="577280" y="427647"/>
                  </a:lnTo>
                  <a:lnTo>
                    <a:pt x="582726" y="427183"/>
                  </a:lnTo>
                  <a:lnTo>
                    <a:pt x="588172" y="426678"/>
                  </a:lnTo>
                  <a:lnTo>
                    <a:pt x="593618" y="426136"/>
                  </a:lnTo>
                  <a:lnTo>
                    <a:pt x="599064" y="425563"/>
                  </a:lnTo>
                  <a:lnTo>
                    <a:pt x="604510" y="424967"/>
                  </a:lnTo>
                  <a:lnTo>
                    <a:pt x="609957" y="424358"/>
                  </a:lnTo>
                  <a:lnTo>
                    <a:pt x="615403" y="423749"/>
                  </a:lnTo>
                  <a:lnTo>
                    <a:pt x="620849" y="423148"/>
                  </a:lnTo>
                  <a:lnTo>
                    <a:pt x="626295" y="422563"/>
                  </a:lnTo>
                  <a:lnTo>
                    <a:pt x="631741" y="422000"/>
                  </a:lnTo>
                  <a:lnTo>
                    <a:pt x="637187" y="421464"/>
                  </a:lnTo>
                  <a:lnTo>
                    <a:pt x="642633" y="420956"/>
                  </a:lnTo>
                  <a:lnTo>
                    <a:pt x="648079" y="420476"/>
                  </a:lnTo>
                  <a:lnTo>
                    <a:pt x="653525" y="420023"/>
                  </a:lnTo>
                  <a:lnTo>
                    <a:pt x="658971" y="419583"/>
                  </a:lnTo>
                  <a:lnTo>
                    <a:pt x="664417" y="419149"/>
                  </a:lnTo>
                  <a:lnTo>
                    <a:pt x="669863" y="418709"/>
                  </a:lnTo>
                  <a:lnTo>
                    <a:pt x="675309" y="418250"/>
                  </a:lnTo>
                  <a:lnTo>
                    <a:pt x="680755" y="417760"/>
                  </a:lnTo>
                  <a:lnTo>
                    <a:pt x="686201" y="417226"/>
                  </a:lnTo>
                  <a:lnTo>
                    <a:pt x="691647" y="416634"/>
                  </a:lnTo>
                  <a:lnTo>
                    <a:pt x="697093" y="415963"/>
                  </a:lnTo>
                  <a:lnTo>
                    <a:pt x="702539" y="415214"/>
                  </a:lnTo>
                  <a:lnTo>
                    <a:pt x="707985" y="414379"/>
                  </a:lnTo>
                  <a:lnTo>
                    <a:pt x="713431" y="413455"/>
                  </a:lnTo>
                  <a:lnTo>
                    <a:pt x="718877" y="412438"/>
                  </a:lnTo>
                  <a:lnTo>
                    <a:pt x="724323" y="411328"/>
                  </a:lnTo>
                  <a:lnTo>
                    <a:pt x="729770" y="410125"/>
                  </a:lnTo>
                  <a:lnTo>
                    <a:pt x="735216" y="408829"/>
                  </a:lnTo>
                  <a:lnTo>
                    <a:pt x="740662" y="407432"/>
                  </a:lnTo>
                  <a:lnTo>
                    <a:pt x="746108" y="405949"/>
                  </a:lnTo>
                  <a:lnTo>
                    <a:pt x="751554" y="404383"/>
                  </a:lnTo>
                  <a:lnTo>
                    <a:pt x="757000" y="402733"/>
                  </a:lnTo>
                  <a:lnTo>
                    <a:pt x="762446" y="401000"/>
                  </a:lnTo>
                  <a:lnTo>
                    <a:pt x="767892" y="399182"/>
                  </a:lnTo>
                  <a:lnTo>
                    <a:pt x="773338" y="397277"/>
                  </a:lnTo>
                  <a:lnTo>
                    <a:pt x="778784" y="395280"/>
                  </a:lnTo>
                  <a:lnTo>
                    <a:pt x="784230" y="393173"/>
                  </a:lnTo>
                  <a:lnTo>
                    <a:pt x="789676" y="390965"/>
                  </a:lnTo>
                  <a:lnTo>
                    <a:pt x="795122" y="388653"/>
                  </a:lnTo>
                  <a:lnTo>
                    <a:pt x="800568" y="386234"/>
                  </a:lnTo>
                  <a:lnTo>
                    <a:pt x="806014" y="383707"/>
                  </a:lnTo>
                  <a:lnTo>
                    <a:pt x="811460" y="381071"/>
                  </a:lnTo>
                  <a:lnTo>
                    <a:pt x="816906" y="378327"/>
                  </a:lnTo>
                  <a:lnTo>
                    <a:pt x="822352" y="375478"/>
                  </a:lnTo>
                  <a:lnTo>
                    <a:pt x="827798" y="372513"/>
                  </a:lnTo>
                  <a:lnTo>
                    <a:pt x="833244" y="369453"/>
                  </a:lnTo>
                  <a:lnTo>
                    <a:pt x="838690" y="366297"/>
                  </a:lnTo>
                  <a:lnTo>
                    <a:pt x="844136" y="363042"/>
                  </a:lnTo>
                  <a:lnTo>
                    <a:pt x="849583" y="359681"/>
                  </a:lnTo>
                  <a:lnTo>
                    <a:pt x="855029" y="356195"/>
                  </a:lnTo>
                  <a:lnTo>
                    <a:pt x="860475" y="352561"/>
                  </a:lnTo>
                  <a:lnTo>
                    <a:pt x="865921" y="348741"/>
                  </a:lnTo>
                  <a:lnTo>
                    <a:pt x="871367" y="344632"/>
                  </a:lnTo>
                  <a:lnTo>
                    <a:pt x="876813" y="340190"/>
                  </a:lnTo>
                  <a:lnTo>
                    <a:pt x="882259" y="335326"/>
                  </a:lnTo>
                  <a:lnTo>
                    <a:pt x="887705" y="329938"/>
                  </a:lnTo>
                  <a:lnTo>
                    <a:pt x="893151" y="323910"/>
                  </a:lnTo>
                  <a:lnTo>
                    <a:pt x="898597" y="317117"/>
                  </a:lnTo>
                  <a:lnTo>
                    <a:pt x="904043" y="309426"/>
                  </a:lnTo>
                  <a:lnTo>
                    <a:pt x="909489" y="300701"/>
                  </a:lnTo>
                  <a:lnTo>
                    <a:pt x="914935" y="290594"/>
                  </a:lnTo>
                  <a:lnTo>
                    <a:pt x="920381" y="279158"/>
                  </a:lnTo>
                  <a:lnTo>
                    <a:pt x="925827" y="266307"/>
                  </a:lnTo>
                  <a:lnTo>
                    <a:pt x="931273" y="251988"/>
                  </a:lnTo>
                  <a:lnTo>
                    <a:pt x="936719" y="236187"/>
                  </a:lnTo>
                  <a:lnTo>
                    <a:pt x="942165" y="218939"/>
                  </a:lnTo>
                  <a:lnTo>
                    <a:pt x="947611" y="200333"/>
                  </a:lnTo>
                  <a:lnTo>
                    <a:pt x="953057" y="180520"/>
                  </a:lnTo>
                  <a:lnTo>
                    <a:pt x="958503" y="159631"/>
                  </a:lnTo>
                  <a:lnTo>
                    <a:pt x="963949" y="138185"/>
                  </a:lnTo>
                  <a:lnTo>
                    <a:pt x="969396" y="116589"/>
                  </a:lnTo>
                  <a:lnTo>
                    <a:pt x="974842" y="95293"/>
                  </a:lnTo>
                  <a:lnTo>
                    <a:pt x="980288" y="74795"/>
                  </a:lnTo>
                  <a:lnTo>
                    <a:pt x="985734" y="55622"/>
                  </a:lnTo>
                  <a:lnTo>
                    <a:pt x="991180" y="38313"/>
                  </a:lnTo>
                  <a:lnTo>
                    <a:pt x="996626" y="23407"/>
                  </a:lnTo>
                  <a:lnTo>
                    <a:pt x="1002072" y="11938"/>
                  </a:lnTo>
                  <a:lnTo>
                    <a:pt x="1007518" y="4043"/>
                  </a:lnTo>
                  <a:lnTo>
                    <a:pt x="1012964" y="0"/>
                  </a:lnTo>
                  <a:lnTo>
                    <a:pt x="1018410" y="37"/>
                  </a:lnTo>
                  <a:lnTo>
                    <a:pt x="1023856" y="4272"/>
                  </a:lnTo>
                  <a:lnTo>
                    <a:pt x="1029302" y="12703"/>
                  </a:lnTo>
                  <a:lnTo>
                    <a:pt x="1034748" y="25208"/>
                  </a:lnTo>
                  <a:lnTo>
                    <a:pt x="1040194" y="41547"/>
                  </a:lnTo>
                  <a:lnTo>
                    <a:pt x="1045640" y="61765"/>
                  </a:lnTo>
                  <a:lnTo>
                    <a:pt x="1051086" y="84875"/>
                  </a:lnTo>
                  <a:lnTo>
                    <a:pt x="1056532" y="110228"/>
                  </a:lnTo>
                  <a:lnTo>
                    <a:pt x="1061978" y="137225"/>
                  </a:lnTo>
                  <a:lnTo>
                    <a:pt x="1067424" y="165256"/>
                  </a:lnTo>
                  <a:lnTo>
                    <a:pt x="1072870" y="193717"/>
                  </a:lnTo>
                  <a:lnTo>
                    <a:pt x="1078316" y="222035"/>
                  </a:lnTo>
                  <a:lnTo>
                    <a:pt x="1083762" y="249682"/>
                  </a:lnTo>
                  <a:lnTo>
                    <a:pt x="1089209" y="275977"/>
                  </a:lnTo>
                  <a:lnTo>
                    <a:pt x="1094655" y="300605"/>
                  </a:lnTo>
                  <a:lnTo>
                    <a:pt x="1100101" y="323354"/>
                  </a:lnTo>
                  <a:lnTo>
                    <a:pt x="1105547" y="344059"/>
                  </a:lnTo>
                  <a:lnTo>
                    <a:pt x="1110993" y="362630"/>
                  </a:lnTo>
                  <a:lnTo>
                    <a:pt x="1116439" y="379044"/>
                  </a:lnTo>
                  <a:lnTo>
                    <a:pt x="1121885" y="393342"/>
                  </a:lnTo>
                  <a:lnTo>
                    <a:pt x="1127331" y="405614"/>
                  </a:lnTo>
                  <a:lnTo>
                    <a:pt x="1132777" y="415780"/>
                  </a:lnTo>
                  <a:lnTo>
                    <a:pt x="1138223" y="424212"/>
                  </a:lnTo>
                  <a:lnTo>
                    <a:pt x="1143669" y="431163"/>
                  </a:lnTo>
                  <a:lnTo>
                    <a:pt x="1149115" y="436818"/>
                  </a:lnTo>
                  <a:lnTo>
                    <a:pt x="1154561" y="441356"/>
                  </a:lnTo>
                  <a:lnTo>
                    <a:pt x="1160007" y="444947"/>
                  </a:lnTo>
                  <a:lnTo>
                    <a:pt x="1165453" y="447747"/>
                  </a:lnTo>
                  <a:lnTo>
                    <a:pt x="1170899" y="449899"/>
                  </a:lnTo>
                  <a:lnTo>
                    <a:pt x="1176345" y="451481"/>
                  </a:lnTo>
                  <a:lnTo>
                    <a:pt x="1181791" y="452660"/>
                  </a:lnTo>
                  <a:lnTo>
                    <a:pt x="1187237" y="453538"/>
                  </a:lnTo>
                  <a:lnTo>
                    <a:pt x="1192683" y="454183"/>
                  </a:lnTo>
                  <a:lnTo>
                    <a:pt x="1198129" y="454649"/>
                  </a:lnTo>
                  <a:lnTo>
                    <a:pt x="1203575" y="454982"/>
                  </a:lnTo>
                  <a:lnTo>
                    <a:pt x="1209021" y="455215"/>
                  </a:lnTo>
                  <a:lnTo>
                    <a:pt x="1214468" y="455376"/>
                  </a:lnTo>
                  <a:lnTo>
                    <a:pt x="1219914" y="455480"/>
                  </a:lnTo>
                  <a:lnTo>
                    <a:pt x="1225360" y="455549"/>
                  </a:lnTo>
                  <a:lnTo>
                    <a:pt x="1230806" y="455593"/>
                  </a:lnTo>
                  <a:lnTo>
                    <a:pt x="1236252" y="455620"/>
                  </a:lnTo>
                  <a:lnTo>
                    <a:pt x="1241698" y="455635"/>
                  </a:lnTo>
                  <a:lnTo>
                    <a:pt x="1247144" y="455641"/>
                  </a:lnTo>
                  <a:lnTo>
                    <a:pt x="1252590" y="455639"/>
                  </a:lnTo>
                  <a:lnTo>
                    <a:pt x="1258036" y="455632"/>
                  </a:lnTo>
                  <a:lnTo>
                    <a:pt x="1263482" y="455619"/>
                  </a:lnTo>
                  <a:lnTo>
                    <a:pt x="1268928" y="455602"/>
                  </a:lnTo>
                  <a:lnTo>
                    <a:pt x="1274374" y="455580"/>
                  </a:lnTo>
                  <a:lnTo>
                    <a:pt x="1279820" y="455554"/>
                  </a:lnTo>
                  <a:lnTo>
                    <a:pt x="1285266" y="455523"/>
                  </a:lnTo>
                  <a:lnTo>
                    <a:pt x="1290712" y="455488"/>
                  </a:lnTo>
                  <a:lnTo>
                    <a:pt x="1296158" y="455449"/>
                  </a:lnTo>
                  <a:lnTo>
                    <a:pt x="1301604" y="455406"/>
                  </a:lnTo>
                  <a:lnTo>
                    <a:pt x="1307050" y="455358"/>
                  </a:lnTo>
                  <a:lnTo>
                    <a:pt x="1312496" y="455308"/>
                  </a:lnTo>
                  <a:lnTo>
                    <a:pt x="1317942" y="455256"/>
                  </a:lnTo>
                  <a:lnTo>
                    <a:pt x="1323388" y="455203"/>
                  </a:lnTo>
                  <a:lnTo>
                    <a:pt x="1328834" y="455150"/>
                  </a:lnTo>
                  <a:lnTo>
                    <a:pt x="1334281" y="455098"/>
                  </a:lnTo>
                  <a:lnTo>
                    <a:pt x="1339727" y="455050"/>
                  </a:lnTo>
                  <a:lnTo>
                    <a:pt x="1345173" y="455005"/>
                  </a:lnTo>
                  <a:lnTo>
                    <a:pt x="1350619" y="454967"/>
                  </a:lnTo>
                  <a:lnTo>
                    <a:pt x="1356065" y="454937"/>
                  </a:lnTo>
                  <a:lnTo>
                    <a:pt x="1361511" y="454914"/>
                  </a:lnTo>
                  <a:lnTo>
                    <a:pt x="1366957" y="454900"/>
                  </a:lnTo>
                  <a:lnTo>
                    <a:pt x="1372403" y="454896"/>
                  </a:lnTo>
                  <a:lnTo>
                    <a:pt x="1377849" y="454901"/>
                  </a:lnTo>
                  <a:lnTo>
                    <a:pt x="1383295" y="454916"/>
                  </a:lnTo>
                  <a:lnTo>
                    <a:pt x="1388741" y="454939"/>
                  </a:lnTo>
                  <a:lnTo>
                    <a:pt x="1394187" y="454971"/>
                  </a:lnTo>
                  <a:lnTo>
                    <a:pt x="1399633" y="455010"/>
                  </a:lnTo>
                  <a:lnTo>
                    <a:pt x="1405079" y="455055"/>
                  </a:lnTo>
                  <a:lnTo>
                    <a:pt x="1410525" y="455103"/>
                  </a:lnTo>
                  <a:lnTo>
                    <a:pt x="1415971" y="455155"/>
                  </a:lnTo>
                  <a:lnTo>
                    <a:pt x="1421417" y="455208"/>
                  </a:lnTo>
                  <a:lnTo>
                    <a:pt x="1426863" y="455261"/>
                  </a:lnTo>
                  <a:lnTo>
                    <a:pt x="1432309" y="455313"/>
                  </a:lnTo>
                  <a:lnTo>
                    <a:pt x="1437755" y="455363"/>
                  </a:lnTo>
                  <a:lnTo>
                    <a:pt x="1443201" y="455410"/>
                  </a:lnTo>
                  <a:lnTo>
                    <a:pt x="1448647" y="455453"/>
                  </a:lnTo>
                  <a:lnTo>
                    <a:pt x="1454094" y="455492"/>
                  </a:lnTo>
                  <a:lnTo>
                    <a:pt x="1459540" y="455527"/>
                  </a:lnTo>
                  <a:lnTo>
                    <a:pt x="1464986" y="455558"/>
                  </a:lnTo>
                  <a:lnTo>
                    <a:pt x="1470432" y="455584"/>
                  </a:lnTo>
                  <a:lnTo>
                    <a:pt x="1475878" y="455607"/>
                  </a:lnTo>
                  <a:lnTo>
                    <a:pt x="1481324" y="455626"/>
                  </a:lnTo>
                  <a:lnTo>
                    <a:pt x="1486770" y="455641"/>
                  </a:lnTo>
                  <a:lnTo>
                    <a:pt x="1492216" y="455654"/>
                  </a:lnTo>
                  <a:lnTo>
                    <a:pt x="1497662" y="455664"/>
                  </a:lnTo>
                  <a:lnTo>
                    <a:pt x="1503108" y="455672"/>
                  </a:lnTo>
                  <a:lnTo>
                    <a:pt x="1508554" y="455678"/>
                  </a:lnTo>
                  <a:lnTo>
                    <a:pt x="1514000" y="455683"/>
                  </a:lnTo>
                  <a:lnTo>
                    <a:pt x="1519446" y="455686"/>
                  </a:lnTo>
                  <a:lnTo>
                    <a:pt x="1524892" y="455689"/>
                  </a:lnTo>
                  <a:lnTo>
                    <a:pt x="1530338" y="455691"/>
                  </a:lnTo>
                  <a:lnTo>
                    <a:pt x="1535784" y="455693"/>
                  </a:lnTo>
                  <a:lnTo>
                    <a:pt x="1541230" y="455694"/>
                  </a:lnTo>
                  <a:lnTo>
                    <a:pt x="1546676" y="455694"/>
                  </a:lnTo>
                  <a:lnTo>
                    <a:pt x="1552122" y="455695"/>
                  </a:lnTo>
                  <a:lnTo>
                    <a:pt x="1557568" y="455695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5"/>
                  </a:lnTo>
                  <a:lnTo>
                    <a:pt x="1835317" y="455695"/>
                  </a:lnTo>
                  <a:lnTo>
                    <a:pt x="1840763" y="455694"/>
                  </a:lnTo>
                  <a:lnTo>
                    <a:pt x="1846209" y="455693"/>
                  </a:lnTo>
                  <a:lnTo>
                    <a:pt x="1851655" y="455692"/>
                  </a:lnTo>
                  <a:lnTo>
                    <a:pt x="1857101" y="455691"/>
                  </a:lnTo>
                  <a:lnTo>
                    <a:pt x="1862547" y="455688"/>
                  </a:lnTo>
                  <a:lnTo>
                    <a:pt x="1867993" y="455686"/>
                  </a:lnTo>
                  <a:lnTo>
                    <a:pt x="1873439" y="455682"/>
                  </a:lnTo>
                  <a:lnTo>
                    <a:pt x="1878885" y="455677"/>
                  </a:lnTo>
                  <a:lnTo>
                    <a:pt x="1884331" y="455670"/>
                  </a:lnTo>
                  <a:lnTo>
                    <a:pt x="1889777" y="455661"/>
                  </a:lnTo>
                  <a:lnTo>
                    <a:pt x="1895223" y="455650"/>
                  </a:lnTo>
                  <a:lnTo>
                    <a:pt x="1900669" y="455637"/>
                  </a:lnTo>
                  <a:lnTo>
                    <a:pt x="1906115" y="455621"/>
                  </a:lnTo>
                  <a:lnTo>
                    <a:pt x="1911561" y="455601"/>
                  </a:lnTo>
                  <a:lnTo>
                    <a:pt x="1917007" y="455578"/>
                  </a:lnTo>
                  <a:lnTo>
                    <a:pt x="1922453" y="455550"/>
                  </a:lnTo>
                  <a:lnTo>
                    <a:pt x="1927899" y="455518"/>
                  </a:lnTo>
                  <a:lnTo>
                    <a:pt x="1933345" y="455482"/>
                  </a:lnTo>
                  <a:lnTo>
                    <a:pt x="1938792" y="455442"/>
                  </a:lnTo>
                  <a:lnTo>
                    <a:pt x="1944238" y="455398"/>
                  </a:lnTo>
                  <a:lnTo>
                    <a:pt x="1949684" y="455350"/>
                  </a:lnTo>
                  <a:lnTo>
                    <a:pt x="1955130" y="455300"/>
                  </a:lnTo>
                  <a:lnTo>
                    <a:pt x="1960576" y="455248"/>
                  </a:lnTo>
                  <a:lnTo>
                    <a:pt x="1966022" y="455194"/>
                  </a:lnTo>
                  <a:lnTo>
                    <a:pt x="1971468" y="455141"/>
                  </a:lnTo>
                  <a:lnTo>
                    <a:pt x="1976914" y="455090"/>
                  </a:lnTo>
                  <a:lnTo>
                    <a:pt x="1982360" y="455043"/>
                  </a:lnTo>
                  <a:lnTo>
                    <a:pt x="1987806" y="455000"/>
                  </a:lnTo>
                  <a:lnTo>
                    <a:pt x="1993252" y="454962"/>
                  </a:lnTo>
                  <a:lnTo>
                    <a:pt x="1998698" y="454932"/>
                  </a:lnTo>
                  <a:lnTo>
                    <a:pt x="2004144" y="454910"/>
                  </a:lnTo>
                  <a:lnTo>
                    <a:pt x="2009590" y="454898"/>
                  </a:lnTo>
                  <a:lnTo>
                    <a:pt x="2015036" y="454896"/>
                  </a:lnTo>
                  <a:lnTo>
                    <a:pt x="2020482" y="454903"/>
                  </a:lnTo>
                  <a:lnTo>
                    <a:pt x="2025928" y="454919"/>
                  </a:lnTo>
                  <a:lnTo>
                    <a:pt x="2031374" y="454944"/>
                  </a:lnTo>
                  <a:lnTo>
                    <a:pt x="2036820" y="454977"/>
                  </a:lnTo>
                  <a:lnTo>
                    <a:pt x="2042266" y="455017"/>
                  </a:lnTo>
                  <a:lnTo>
                    <a:pt x="2047712" y="455062"/>
                  </a:lnTo>
                  <a:lnTo>
                    <a:pt x="2053158" y="455111"/>
                  </a:lnTo>
                  <a:lnTo>
                    <a:pt x="2058605" y="455164"/>
                  </a:lnTo>
                  <a:lnTo>
                    <a:pt x="2064051" y="455217"/>
                  </a:lnTo>
                  <a:lnTo>
                    <a:pt x="2069497" y="455270"/>
                  </a:lnTo>
                  <a:lnTo>
                    <a:pt x="2074943" y="455321"/>
                  </a:lnTo>
                  <a:lnTo>
                    <a:pt x="2080389" y="455371"/>
                  </a:lnTo>
                  <a:lnTo>
                    <a:pt x="2085835" y="455417"/>
                  </a:lnTo>
                  <a:lnTo>
                    <a:pt x="2091281" y="455460"/>
                  </a:lnTo>
                  <a:lnTo>
                    <a:pt x="2096727" y="455498"/>
                  </a:lnTo>
                  <a:lnTo>
                    <a:pt x="2102173" y="455532"/>
                  </a:lnTo>
                  <a:lnTo>
                    <a:pt x="2107619" y="455562"/>
                  </a:lnTo>
                  <a:lnTo>
                    <a:pt x="2113065" y="455588"/>
                  </a:lnTo>
                  <a:lnTo>
                    <a:pt x="2118511" y="455610"/>
                  </a:lnTo>
                  <a:lnTo>
                    <a:pt x="2123957" y="455628"/>
                  </a:lnTo>
                  <a:lnTo>
                    <a:pt x="2129403" y="455643"/>
                  </a:lnTo>
                  <a:lnTo>
                    <a:pt x="2134849" y="455656"/>
                  </a:lnTo>
                  <a:lnTo>
                    <a:pt x="2140295" y="455665"/>
                  </a:lnTo>
                  <a:lnTo>
                    <a:pt x="2145741" y="455673"/>
                  </a:lnTo>
                  <a:lnTo>
                    <a:pt x="2151187" y="455679"/>
                  </a:lnTo>
                  <a:lnTo>
                    <a:pt x="2156633" y="455683"/>
                  </a:lnTo>
                  <a:lnTo>
                    <a:pt x="2162079" y="455687"/>
                  </a:lnTo>
                  <a:lnTo>
                    <a:pt x="2167525" y="455689"/>
                  </a:lnTo>
                  <a:lnTo>
                    <a:pt x="2172971" y="455691"/>
                  </a:lnTo>
                  <a:lnTo>
                    <a:pt x="2178418" y="455693"/>
                  </a:lnTo>
                  <a:lnTo>
                    <a:pt x="2183864" y="455694"/>
                  </a:lnTo>
                  <a:lnTo>
                    <a:pt x="2189310" y="455695"/>
                  </a:lnTo>
                  <a:lnTo>
                    <a:pt x="2194756" y="455695"/>
                  </a:lnTo>
                  <a:lnTo>
                    <a:pt x="2200202" y="455695"/>
                  </a:lnTo>
                  <a:lnTo>
                    <a:pt x="2205648" y="455696"/>
                  </a:lnTo>
                  <a:lnTo>
                    <a:pt x="2211094" y="455696"/>
                  </a:lnTo>
                  <a:lnTo>
                    <a:pt x="2216540" y="455696"/>
                  </a:lnTo>
                  <a:lnTo>
                    <a:pt x="2221986" y="455696"/>
                  </a:lnTo>
                  <a:lnTo>
                    <a:pt x="2227432" y="455696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6"/>
                  </a:lnTo>
                  <a:lnTo>
                    <a:pt x="2494288" y="455696"/>
                  </a:lnTo>
                  <a:lnTo>
                    <a:pt x="2499734" y="455696"/>
                  </a:lnTo>
                  <a:lnTo>
                    <a:pt x="2505180" y="455696"/>
                  </a:lnTo>
                  <a:lnTo>
                    <a:pt x="2510626" y="455696"/>
                  </a:lnTo>
                  <a:lnTo>
                    <a:pt x="2516072" y="455696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  <a:lnTo>
                    <a:pt x="2777482" y="455696"/>
                  </a:lnTo>
                  <a:lnTo>
                    <a:pt x="2772036" y="455696"/>
                  </a:lnTo>
                  <a:lnTo>
                    <a:pt x="2766590" y="455696"/>
                  </a:lnTo>
                  <a:lnTo>
                    <a:pt x="2761144" y="455696"/>
                  </a:lnTo>
                  <a:lnTo>
                    <a:pt x="2755698" y="455696"/>
                  </a:lnTo>
                  <a:lnTo>
                    <a:pt x="2750252" y="455696"/>
                  </a:lnTo>
                  <a:lnTo>
                    <a:pt x="2744806" y="455696"/>
                  </a:lnTo>
                  <a:lnTo>
                    <a:pt x="2739360" y="455696"/>
                  </a:lnTo>
                  <a:lnTo>
                    <a:pt x="2733914" y="455696"/>
                  </a:lnTo>
                  <a:lnTo>
                    <a:pt x="2728468" y="455696"/>
                  </a:lnTo>
                  <a:lnTo>
                    <a:pt x="2723022" y="455696"/>
                  </a:lnTo>
                  <a:lnTo>
                    <a:pt x="2717576" y="455696"/>
                  </a:lnTo>
                  <a:lnTo>
                    <a:pt x="2712130" y="455696"/>
                  </a:lnTo>
                  <a:lnTo>
                    <a:pt x="2706684" y="455696"/>
                  </a:lnTo>
                  <a:lnTo>
                    <a:pt x="2701238" y="455696"/>
                  </a:lnTo>
                  <a:lnTo>
                    <a:pt x="2695792" y="455696"/>
                  </a:lnTo>
                  <a:lnTo>
                    <a:pt x="2690346" y="455696"/>
                  </a:lnTo>
                  <a:lnTo>
                    <a:pt x="2684900" y="455696"/>
                  </a:lnTo>
                  <a:lnTo>
                    <a:pt x="2679454" y="455696"/>
                  </a:lnTo>
                  <a:lnTo>
                    <a:pt x="2674008" y="455696"/>
                  </a:lnTo>
                  <a:lnTo>
                    <a:pt x="2668562" y="455696"/>
                  </a:lnTo>
                  <a:lnTo>
                    <a:pt x="2663116" y="455696"/>
                  </a:lnTo>
                  <a:lnTo>
                    <a:pt x="2657669" y="455696"/>
                  </a:lnTo>
                  <a:lnTo>
                    <a:pt x="2652223" y="455696"/>
                  </a:lnTo>
                  <a:lnTo>
                    <a:pt x="2646777" y="455696"/>
                  </a:lnTo>
                  <a:lnTo>
                    <a:pt x="2641331" y="455696"/>
                  </a:lnTo>
                  <a:lnTo>
                    <a:pt x="2635885" y="455696"/>
                  </a:lnTo>
                  <a:lnTo>
                    <a:pt x="2630439" y="455696"/>
                  </a:lnTo>
                  <a:lnTo>
                    <a:pt x="2624993" y="455696"/>
                  </a:lnTo>
                  <a:lnTo>
                    <a:pt x="2619547" y="455696"/>
                  </a:lnTo>
                  <a:lnTo>
                    <a:pt x="2614101" y="455696"/>
                  </a:lnTo>
                  <a:lnTo>
                    <a:pt x="2608655" y="455696"/>
                  </a:lnTo>
                  <a:lnTo>
                    <a:pt x="2603209" y="455696"/>
                  </a:lnTo>
                  <a:lnTo>
                    <a:pt x="2597763" y="455696"/>
                  </a:lnTo>
                  <a:lnTo>
                    <a:pt x="2592317" y="455696"/>
                  </a:lnTo>
                  <a:lnTo>
                    <a:pt x="2586871" y="455696"/>
                  </a:lnTo>
                  <a:lnTo>
                    <a:pt x="2581425" y="455696"/>
                  </a:lnTo>
                  <a:lnTo>
                    <a:pt x="2575979" y="455696"/>
                  </a:lnTo>
                  <a:lnTo>
                    <a:pt x="2570533" y="455696"/>
                  </a:lnTo>
                  <a:lnTo>
                    <a:pt x="2565087" y="455696"/>
                  </a:lnTo>
                  <a:lnTo>
                    <a:pt x="2559641" y="455696"/>
                  </a:lnTo>
                  <a:lnTo>
                    <a:pt x="2554195" y="455696"/>
                  </a:lnTo>
                  <a:lnTo>
                    <a:pt x="2548749" y="455696"/>
                  </a:lnTo>
                  <a:lnTo>
                    <a:pt x="2543303" y="455696"/>
                  </a:lnTo>
                  <a:lnTo>
                    <a:pt x="2537856" y="455696"/>
                  </a:lnTo>
                  <a:lnTo>
                    <a:pt x="2532410" y="455696"/>
                  </a:lnTo>
                  <a:lnTo>
                    <a:pt x="2526964" y="455696"/>
                  </a:lnTo>
                  <a:lnTo>
                    <a:pt x="2521518" y="455696"/>
                  </a:lnTo>
                  <a:lnTo>
                    <a:pt x="2516072" y="455696"/>
                  </a:lnTo>
                  <a:lnTo>
                    <a:pt x="2510626" y="455696"/>
                  </a:lnTo>
                  <a:lnTo>
                    <a:pt x="2505180" y="455696"/>
                  </a:lnTo>
                  <a:lnTo>
                    <a:pt x="2499734" y="455696"/>
                  </a:lnTo>
                  <a:lnTo>
                    <a:pt x="2494288" y="455696"/>
                  </a:lnTo>
                  <a:lnTo>
                    <a:pt x="2488842" y="455696"/>
                  </a:lnTo>
                  <a:lnTo>
                    <a:pt x="2483396" y="455696"/>
                  </a:lnTo>
                  <a:lnTo>
                    <a:pt x="2477950" y="455696"/>
                  </a:lnTo>
                  <a:lnTo>
                    <a:pt x="2472504" y="455696"/>
                  </a:lnTo>
                  <a:lnTo>
                    <a:pt x="2467058" y="455696"/>
                  </a:lnTo>
                  <a:lnTo>
                    <a:pt x="2461612" y="455696"/>
                  </a:lnTo>
                  <a:lnTo>
                    <a:pt x="2456166" y="455696"/>
                  </a:lnTo>
                  <a:lnTo>
                    <a:pt x="2450720" y="455696"/>
                  </a:lnTo>
                  <a:lnTo>
                    <a:pt x="2445274" y="455696"/>
                  </a:lnTo>
                  <a:lnTo>
                    <a:pt x="2439828" y="455696"/>
                  </a:lnTo>
                  <a:lnTo>
                    <a:pt x="2434382" y="455696"/>
                  </a:lnTo>
                  <a:lnTo>
                    <a:pt x="2428936" y="455696"/>
                  </a:lnTo>
                  <a:lnTo>
                    <a:pt x="2423490" y="455696"/>
                  </a:lnTo>
                  <a:lnTo>
                    <a:pt x="2418043" y="455696"/>
                  </a:lnTo>
                  <a:lnTo>
                    <a:pt x="2412597" y="455696"/>
                  </a:lnTo>
                  <a:lnTo>
                    <a:pt x="2407151" y="455696"/>
                  </a:lnTo>
                  <a:lnTo>
                    <a:pt x="2401705" y="455696"/>
                  </a:lnTo>
                  <a:lnTo>
                    <a:pt x="2396259" y="455696"/>
                  </a:lnTo>
                  <a:lnTo>
                    <a:pt x="2390813" y="455696"/>
                  </a:lnTo>
                  <a:lnTo>
                    <a:pt x="2385367" y="455696"/>
                  </a:lnTo>
                  <a:lnTo>
                    <a:pt x="2379921" y="455696"/>
                  </a:lnTo>
                  <a:lnTo>
                    <a:pt x="2374475" y="455696"/>
                  </a:lnTo>
                  <a:lnTo>
                    <a:pt x="2369029" y="455696"/>
                  </a:lnTo>
                  <a:lnTo>
                    <a:pt x="2363583" y="455696"/>
                  </a:lnTo>
                  <a:lnTo>
                    <a:pt x="2358137" y="455696"/>
                  </a:lnTo>
                  <a:lnTo>
                    <a:pt x="2352691" y="455696"/>
                  </a:lnTo>
                  <a:lnTo>
                    <a:pt x="2347245" y="455696"/>
                  </a:lnTo>
                  <a:lnTo>
                    <a:pt x="2341799" y="455696"/>
                  </a:lnTo>
                  <a:lnTo>
                    <a:pt x="2336353" y="455696"/>
                  </a:lnTo>
                  <a:lnTo>
                    <a:pt x="2330907" y="455696"/>
                  </a:lnTo>
                  <a:lnTo>
                    <a:pt x="2325461" y="455696"/>
                  </a:lnTo>
                  <a:lnTo>
                    <a:pt x="2320015" y="455696"/>
                  </a:lnTo>
                  <a:lnTo>
                    <a:pt x="2314569" y="455696"/>
                  </a:lnTo>
                  <a:lnTo>
                    <a:pt x="2309123" y="455696"/>
                  </a:lnTo>
                  <a:lnTo>
                    <a:pt x="2303677" y="455696"/>
                  </a:lnTo>
                  <a:lnTo>
                    <a:pt x="2298231" y="455696"/>
                  </a:lnTo>
                  <a:lnTo>
                    <a:pt x="2292784" y="455696"/>
                  </a:lnTo>
                  <a:lnTo>
                    <a:pt x="2287338" y="455696"/>
                  </a:lnTo>
                  <a:lnTo>
                    <a:pt x="2281892" y="455696"/>
                  </a:lnTo>
                  <a:lnTo>
                    <a:pt x="2276446" y="455696"/>
                  </a:lnTo>
                  <a:lnTo>
                    <a:pt x="2271000" y="455696"/>
                  </a:lnTo>
                  <a:lnTo>
                    <a:pt x="2265554" y="455696"/>
                  </a:lnTo>
                  <a:lnTo>
                    <a:pt x="2260108" y="455696"/>
                  </a:lnTo>
                  <a:lnTo>
                    <a:pt x="2254662" y="455696"/>
                  </a:lnTo>
                  <a:lnTo>
                    <a:pt x="2249216" y="455696"/>
                  </a:lnTo>
                  <a:lnTo>
                    <a:pt x="2243770" y="455696"/>
                  </a:lnTo>
                  <a:lnTo>
                    <a:pt x="2238324" y="455696"/>
                  </a:lnTo>
                  <a:lnTo>
                    <a:pt x="2232878" y="455696"/>
                  </a:lnTo>
                  <a:lnTo>
                    <a:pt x="2227432" y="455696"/>
                  </a:lnTo>
                  <a:lnTo>
                    <a:pt x="2221986" y="455696"/>
                  </a:lnTo>
                  <a:lnTo>
                    <a:pt x="2216540" y="455696"/>
                  </a:lnTo>
                  <a:lnTo>
                    <a:pt x="2211094" y="455696"/>
                  </a:lnTo>
                  <a:lnTo>
                    <a:pt x="2205648" y="455696"/>
                  </a:lnTo>
                  <a:lnTo>
                    <a:pt x="2200202" y="455696"/>
                  </a:lnTo>
                  <a:lnTo>
                    <a:pt x="2194756" y="455696"/>
                  </a:lnTo>
                  <a:lnTo>
                    <a:pt x="2189310" y="455696"/>
                  </a:lnTo>
                  <a:lnTo>
                    <a:pt x="2183864" y="455696"/>
                  </a:lnTo>
                  <a:lnTo>
                    <a:pt x="2178418" y="455696"/>
                  </a:lnTo>
                  <a:lnTo>
                    <a:pt x="2172971" y="455696"/>
                  </a:lnTo>
                  <a:lnTo>
                    <a:pt x="2167525" y="455696"/>
                  </a:lnTo>
                  <a:lnTo>
                    <a:pt x="2162079" y="455696"/>
                  </a:lnTo>
                  <a:lnTo>
                    <a:pt x="2156633" y="455696"/>
                  </a:lnTo>
                  <a:lnTo>
                    <a:pt x="2151187" y="455696"/>
                  </a:lnTo>
                  <a:lnTo>
                    <a:pt x="2145741" y="455696"/>
                  </a:lnTo>
                  <a:lnTo>
                    <a:pt x="2140295" y="455696"/>
                  </a:lnTo>
                  <a:lnTo>
                    <a:pt x="2134849" y="455696"/>
                  </a:lnTo>
                  <a:lnTo>
                    <a:pt x="2129403" y="455696"/>
                  </a:lnTo>
                  <a:lnTo>
                    <a:pt x="2123957" y="455696"/>
                  </a:lnTo>
                  <a:lnTo>
                    <a:pt x="2118511" y="455696"/>
                  </a:lnTo>
                  <a:lnTo>
                    <a:pt x="2113065" y="455696"/>
                  </a:lnTo>
                  <a:lnTo>
                    <a:pt x="2107619" y="455696"/>
                  </a:lnTo>
                  <a:lnTo>
                    <a:pt x="2102173" y="455696"/>
                  </a:lnTo>
                  <a:lnTo>
                    <a:pt x="2096727" y="455696"/>
                  </a:lnTo>
                  <a:lnTo>
                    <a:pt x="2091281" y="455696"/>
                  </a:lnTo>
                  <a:lnTo>
                    <a:pt x="2085835" y="455696"/>
                  </a:lnTo>
                  <a:lnTo>
                    <a:pt x="2080389" y="455696"/>
                  </a:lnTo>
                  <a:lnTo>
                    <a:pt x="2074943" y="455696"/>
                  </a:lnTo>
                  <a:lnTo>
                    <a:pt x="2069497" y="455696"/>
                  </a:lnTo>
                  <a:lnTo>
                    <a:pt x="2064051" y="455696"/>
                  </a:lnTo>
                  <a:lnTo>
                    <a:pt x="2058605" y="455696"/>
                  </a:lnTo>
                  <a:lnTo>
                    <a:pt x="2053158" y="455696"/>
                  </a:lnTo>
                  <a:lnTo>
                    <a:pt x="2047712" y="455696"/>
                  </a:lnTo>
                  <a:lnTo>
                    <a:pt x="2042266" y="455696"/>
                  </a:lnTo>
                  <a:lnTo>
                    <a:pt x="2036820" y="455696"/>
                  </a:lnTo>
                  <a:lnTo>
                    <a:pt x="2031374" y="455696"/>
                  </a:lnTo>
                  <a:lnTo>
                    <a:pt x="2025928" y="455696"/>
                  </a:lnTo>
                  <a:lnTo>
                    <a:pt x="2020482" y="455696"/>
                  </a:lnTo>
                  <a:lnTo>
                    <a:pt x="2015036" y="455696"/>
                  </a:lnTo>
                  <a:lnTo>
                    <a:pt x="2009590" y="455696"/>
                  </a:lnTo>
                  <a:lnTo>
                    <a:pt x="2004144" y="455696"/>
                  </a:lnTo>
                  <a:lnTo>
                    <a:pt x="1998698" y="455696"/>
                  </a:lnTo>
                  <a:lnTo>
                    <a:pt x="1993252" y="455696"/>
                  </a:lnTo>
                  <a:lnTo>
                    <a:pt x="1987806" y="455696"/>
                  </a:lnTo>
                  <a:lnTo>
                    <a:pt x="1982360" y="455696"/>
                  </a:lnTo>
                  <a:lnTo>
                    <a:pt x="1976914" y="455696"/>
                  </a:lnTo>
                  <a:lnTo>
                    <a:pt x="1971468" y="455696"/>
                  </a:lnTo>
                  <a:lnTo>
                    <a:pt x="1966022" y="455696"/>
                  </a:lnTo>
                  <a:lnTo>
                    <a:pt x="1960576" y="455696"/>
                  </a:lnTo>
                  <a:lnTo>
                    <a:pt x="1955130" y="455696"/>
                  </a:lnTo>
                  <a:lnTo>
                    <a:pt x="1949684" y="455696"/>
                  </a:lnTo>
                  <a:lnTo>
                    <a:pt x="1944238" y="455696"/>
                  </a:lnTo>
                  <a:lnTo>
                    <a:pt x="1938792" y="455696"/>
                  </a:lnTo>
                  <a:lnTo>
                    <a:pt x="1933345" y="455696"/>
                  </a:lnTo>
                  <a:lnTo>
                    <a:pt x="1927899" y="455696"/>
                  </a:lnTo>
                  <a:lnTo>
                    <a:pt x="1922453" y="455696"/>
                  </a:lnTo>
                  <a:lnTo>
                    <a:pt x="1917007" y="455696"/>
                  </a:lnTo>
                  <a:lnTo>
                    <a:pt x="1911561" y="455696"/>
                  </a:lnTo>
                  <a:lnTo>
                    <a:pt x="1906115" y="455696"/>
                  </a:lnTo>
                  <a:lnTo>
                    <a:pt x="1900669" y="455696"/>
                  </a:lnTo>
                  <a:lnTo>
                    <a:pt x="1895223" y="455696"/>
                  </a:lnTo>
                  <a:lnTo>
                    <a:pt x="1889777" y="455696"/>
                  </a:lnTo>
                  <a:lnTo>
                    <a:pt x="1884331" y="455696"/>
                  </a:lnTo>
                  <a:lnTo>
                    <a:pt x="1878885" y="455696"/>
                  </a:lnTo>
                  <a:lnTo>
                    <a:pt x="1873439" y="455696"/>
                  </a:lnTo>
                  <a:lnTo>
                    <a:pt x="1867993" y="455696"/>
                  </a:lnTo>
                  <a:lnTo>
                    <a:pt x="1862547" y="455696"/>
                  </a:lnTo>
                  <a:lnTo>
                    <a:pt x="1857101" y="455696"/>
                  </a:lnTo>
                  <a:lnTo>
                    <a:pt x="1851655" y="455696"/>
                  </a:lnTo>
                  <a:lnTo>
                    <a:pt x="1846209" y="455696"/>
                  </a:lnTo>
                  <a:lnTo>
                    <a:pt x="1840763" y="455696"/>
                  </a:lnTo>
                  <a:lnTo>
                    <a:pt x="1835317" y="455696"/>
                  </a:lnTo>
                  <a:lnTo>
                    <a:pt x="1829871" y="455696"/>
                  </a:lnTo>
                  <a:lnTo>
                    <a:pt x="1824425" y="455696"/>
                  </a:lnTo>
                  <a:lnTo>
                    <a:pt x="1818979" y="455696"/>
                  </a:lnTo>
                  <a:lnTo>
                    <a:pt x="1813532" y="455696"/>
                  </a:lnTo>
                  <a:lnTo>
                    <a:pt x="1808086" y="455696"/>
                  </a:lnTo>
                  <a:lnTo>
                    <a:pt x="1802640" y="455696"/>
                  </a:lnTo>
                  <a:lnTo>
                    <a:pt x="1797194" y="455696"/>
                  </a:lnTo>
                  <a:lnTo>
                    <a:pt x="1791748" y="455696"/>
                  </a:lnTo>
                  <a:lnTo>
                    <a:pt x="1786302" y="455696"/>
                  </a:lnTo>
                  <a:lnTo>
                    <a:pt x="1780856" y="455696"/>
                  </a:lnTo>
                  <a:lnTo>
                    <a:pt x="1775410" y="455696"/>
                  </a:lnTo>
                  <a:lnTo>
                    <a:pt x="1769964" y="455696"/>
                  </a:lnTo>
                  <a:lnTo>
                    <a:pt x="1764518" y="455696"/>
                  </a:lnTo>
                  <a:lnTo>
                    <a:pt x="1759072" y="455696"/>
                  </a:lnTo>
                  <a:lnTo>
                    <a:pt x="1753626" y="455696"/>
                  </a:lnTo>
                  <a:lnTo>
                    <a:pt x="1748180" y="455696"/>
                  </a:lnTo>
                  <a:lnTo>
                    <a:pt x="1742734" y="455696"/>
                  </a:lnTo>
                  <a:lnTo>
                    <a:pt x="1737288" y="455696"/>
                  </a:lnTo>
                  <a:lnTo>
                    <a:pt x="1731842" y="455696"/>
                  </a:lnTo>
                  <a:lnTo>
                    <a:pt x="1726396" y="455696"/>
                  </a:lnTo>
                  <a:lnTo>
                    <a:pt x="1720950" y="455696"/>
                  </a:lnTo>
                  <a:lnTo>
                    <a:pt x="1715504" y="455696"/>
                  </a:lnTo>
                  <a:lnTo>
                    <a:pt x="1710058" y="455696"/>
                  </a:lnTo>
                  <a:lnTo>
                    <a:pt x="1704612" y="455696"/>
                  </a:lnTo>
                  <a:lnTo>
                    <a:pt x="1699166" y="455696"/>
                  </a:lnTo>
                  <a:lnTo>
                    <a:pt x="1693720" y="455696"/>
                  </a:lnTo>
                  <a:lnTo>
                    <a:pt x="1688273" y="455696"/>
                  </a:lnTo>
                  <a:lnTo>
                    <a:pt x="1682827" y="455696"/>
                  </a:lnTo>
                  <a:lnTo>
                    <a:pt x="1677381" y="455696"/>
                  </a:lnTo>
                  <a:lnTo>
                    <a:pt x="1671935" y="455696"/>
                  </a:lnTo>
                  <a:lnTo>
                    <a:pt x="1666489" y="455696"/>
                  </a:lnTo>
                  <a:lnTo>
                    <a:pt x="1661043" y="455696"/>
                  </a:lnTo>
                  <a:lnTo>
                    <a:pt x="1655597" y="455696"/>
                  </a:lnTo>
                  <a:lnTo>
                    <a:pt x="1650151" y="455696"/>
                  </a:lnTo>
                  <a:lnTo>
                    <a:pt x="1644705" y="455696"/>
                  </a:lnTo>
                  <a:lnTo>
                    <a:pt x="1639259" y="455696"/>
                  </a:lnTo>
                  <a:lnTo>
                    <a:pt x="1633813" y="455696"/>
                  </a:lnTo>
                  <a:lnTo>
                    <a:pt x="1628367" y="455696"/>
                  </a:lnTo>
                  <a:lnTo>
                    <a:pt x="1622921" y="455696"/>
                  </a:lnTo>
                  <a:lnTo>
                    <a:pt x="1617475" y="455696"/>
                  </a:lnTo>
                  <a:lnTo>
                    <a:pt x="1612029" y="455696"/>
                  </a:lnTo>
                  <a:lnTo>
                    <a:pt x="1606583" y="455696"/>
                  </a:lnTo>
                  <a:lnTo>
                    <a:pt x="1601137" y="455696"/>
                  </a:lnTo>
                  <a:lnTo>
                    <a:pt x="1595691" y="455696"/>
                  </a:lnTo>
                  <a:lnTo>
                    <a:pt x="1590245" y="455696"/>
                  </a:lnTo>
                  <a:lnTo>
                    <a:pt x="1584799" y="455696"/>
                  </a:lnTo>
                  <a:lnTo>
                    <a:pt x="1579353" y="455696"/>
                  </a:lnTo>
                  <a:lnTo>
                    <a:pt x="1573907" y="455696"/>
                  </a:lnTo>
                  <a:lnTo>
                    <a:pt x="1568460" y="455696"/>
                  </a:lnTo>
                  <a:lnTo>
                    <a:pt x="1563014" y="455696"/>
                  </a:lnTo>
                  <a:lnTo>
                    <a:pt x="1557568" y="455696"/>
                  </a:lnTo>
                  <a:lnTo>
                    <a:pt x="1552122" y="455696"/>
                  </a:lnTo>
                  <a:lnTo>
                    <a:pt x="1546676" y="455696"/>
                  </a:lnTo>
                  <a:lnTo>
                    <a:pt x="1541230" y="455696"/>
                  </a:lnTo>
                  <a:lnTo>
                    <a:pt x="1535784" y="455696"/>
                  </a:lnTo>
                  <a:lnTo>
                    <a:pt x="1530338" y="455696"/>
                  </a:lnTo>
                  <a:lnTo>
                    <a:pt x="1524892" y="455696"/>
                  </a:lnTo>
                  <a:lnTo>
                    <a:pt x="1519446" y="455696"/>
                  </a:lnTo>
                  <a:lnTo>
                    <a:pt x="1514000" y="455696"/>
                  </a:lnTo>
                  <a:lnTo>
                    <a:pt x="1508554" y="455696"/>
                  </a:lnTo>
                  <a:lnTo>
                    <a:pt x="1503108" y="455696"/>
                  </a:lnTo>
                  <a:lnTo>
                    <a:pt x="1497662" y="455696"/>
                  </a:lnTo>
                  <a:lnTo>
                    <a:pt x="1492216" y="455696"/>
                  </a:lnTo>
                  <a:lnTo>
                    <a:pt x="1486770" y="455696"/>
                  </a:lnTo>
                  <a:lnTo>
                    <a:pt x="1481324" y="455696"/>
                  </a:lnTo>
                  <a:lnTo>
                    <a:pt x="1475878" y="455696"/>
                  </a:lnTo>
                  <a:lnTo>
                    <a:pt x="1470432" y="455696"/>
                  </a:lnTo>
                  <a:lnTo>
                    <a:pt x="1464986" y="455696"/>
                  </a:lnTo>
                  <a:lnTo>
                    <a:pt x="1459540" y="455696"/>
                  </a:lnTo>
                  <a:lnTo>
                    <a:pt x="1454094" y="455696"/>
                  </a:lnTo>
                  <a:lnTo>
                    <a:pt x="1448647" y="455696"/>
                  </a:lnTo>
                  <a:lnTo>
                    <a:pt x="1443201" y="455696"/>
                  </a:lnTo>
                  <a:lnTo>
                    <a:pt x="1437755" y="455696"/>
                  </a:lnTo>
                  <a:lnTo>
                    <a:pt x="1432309" y="455696"/>
                  </a:lnTo>
                  <a:lnTo>
                    <a:pt x="1426863" y="455696"/>
                  </a:lnTo>
                  <a:lnTo>
                    <a:pt x="1421417" y="455696"/>
                  </a:lnTo>
                  <a:lnTo>
                    <a:pt x="1415971" y="455696"/>
                  </a:lnTo>
                  <a:lnTo>
                    <a:pt x="1410525" y="455696"/>
                  </a:lnTo>
                  <a:lnTo>
                    <a:pt x="1405079" y="455696"/>
                  </a:lnTo>
                  <a:lnTo>
                    <a:pt x="1399633" y="455696"/>
                  </a:lnTo>
                  <a:lnTo>
                    <a:pt x="1394187" y="455696"/>
                  </a:lnTo>
                  <a:lnTo>
                    <a:pt x="1388741" y="455696"/>
                  </a:lnTo>
                  <a:lnTo>
                    <a:pt x="1383295" y="455696"/>
                  </a:lnTo>
                  <a:lnTo>
                    <a:pt x="1377849" y="455696"/>
                  </a:lnTo>
                  <a:lnTo>
                    <a:pt x="1372403" y="455696"/>
                  </a:lnTo>
                  <a:lnTo>
                    <a:pt x="1366957" y="455696"/>
                  </a:lnTo>
                  <a:lnTo>
                    <a:pt x="1361511" y="455696"/>
                  </a:lnTo>
                  <a:lnTo>
                    <a:pt x="1356065" y="455696"/>
                  </a:lnTo>
                  <a:lnTo>
                    <a:pt x="1350619" y="455696"/>
                  </a:lnTo>
                  <a:lnTo>
                    <a:pt x="1345173" y="455696"/>
                  </a:lnTo>
                  <a:lnTo>
                    <a:pt x="1339727" y="455696"/>
                  </a:lnTo>
                  <a:lnTo>
                    <a:pt x="1334281" y="455696"/>
                  </a:lnTo>
                  <a:lnTo>
                    <a:pt x="1328834" y="455696"/>
                  </a:lnTo>
                  <a:lnTo>
                    <a:pt x="1323388" y="455696"/>
                  </a:lnTo>
                  <a:lnTo>
                    <a:pt x="1317942" y="455696"/>
                  </a:lnTo>
                  <a:lnTo>
                    <a:pt x="1312496" y="455696"/>
                  </a:lnTo>
                  <a:lnTo>
                    <a:pt x="1307050" y="455696"/>
                  </a:lnTo>
                  <a:lnTo>
                    <a:pt x="1301604" y="455696"/>
                  </a:lnTo>
                  <a:lnTo>
                    <a:pt x="1296158" y="455696"/>
                  </a:lnTo>
                  <a:lnTo>
                    <a:pt x="1290712" y="455696"/>
                  </a:lnTo>
                  <a:lnTo>
                    <a:pt x="1285266" y="455696"/>
                  </a:lnTo>
                  <a:lnTo>
                    <a:pt x="1279820" y="455696"/>
                  </a:lnTo>
                  <a:lnTo>
                    <a:pt x="1274374" y="455696"/>
                  </a:lnTo>
                  <a:lnTo>
                    <a:pt x="1268928" y="455696"/>
                  </a:lnTo>
                  <a:lnTo>
                    <a:pt x="1263482" y="455696"/>
                  </a:lnTo>
                  <a:lnTo>
                    <a:pt x="1258036" y="455696"/>
                  </a:lnTo>
                  <a:lnTo>
                    <a:pt x="1252590" y="455696"/>
                  </a:lnTo>
                  <a:lnTo>
                    <a:pt x="1247144" y="455696"/>
                  </a:lnTo>
                  <a:lnTo>
                    <a:pt x="1241698" y="455696"/>
                  </a:lnTo>
                  <a:lnTo>
                    <a:pt x="1236252" y="455696"/>
                  </a:lnTo>
                  <a:lnTo>
                    <a:pt x="1230806" y="455696"/>
                  </a:lnTo>
                  <a:lnTo>
                    <a:pt x="1225360" y="455696"/>
                  </a:lnTo>
                  <a:lnTo>
                    <a:pt x="1219914" y="455696"/>
                  </a:lnTo>
                  <a:lnTo>
                    <a:pt x="1214468" y="455696"/>
                  </a:lnTo>
                  <a:lnTo>
                    <a:pt x="1209021" y="455696"/>
                  </a:lnTo>
                  <a:lnTo>
                    <a:pt x="1203575" y="455696"/>
                  </a:lnTo>
                  <a:lnTo>
                    <a:pt x="1198129" y="455696"/>
                  </a:lnTo>
                  <a:lnTo>
                    <a:pt x="1192683" y="455696"/>
                  </a:lnTo>
                  <a:lnTo>
                    <a:pt x="1187237" y="455696"/>
                  </a:lnTo>
                  <a:lnTo>
                    <a:pt x="1181791" y="455696"/>
                  </a:lnTo>
                  <a:lnTo>
                    <a:pt x="1176345" y="455696"/>
                  </a:lnTo>
                  <a:lnTo>
                    <a:pt x="1170899" y="455696"/>
                  </a:lnTo>
                  <a:lnTo>
                    <a:pt x="1165453" y="455696"/>
                  </a:lnTo>
                  <a:lnTo>
                    <a:pt x="1160007" y="455696"/>
                  </a:lnTo>
                  <a:lnTo>
                    <a:pt x="1154561" y="455696"/>
                  </a:lnTo>
                  <a:lnTo>
                    <a:pt x="1149115" y="455696"/>
                  </a:lnTo>
                  <a:lnTo>
                    <a:pt x="1143669" y="455696"/>
                  </a:lnTo>
                  <a:lnTo>
                    <a:pt x="1138223" y="455696"/>
                  </a:lnTo>
                  <a:lnTo>
                    <a:pt x="1132777" y="455696"/>
                  </a:lnTo>
                  <a:lnTo>
                    <a:pt x="1127331" y="455696"/>
                  </a:lnTo>
                  <a:lnTo>
                    <a:pt x="1121885" y="455696"/>
                  </a:lnTo>
                  <a:lnTo>
                    <a:pt x="1116439" y="455696"/>
                  </a:lnTo>
                  <a:lnTo>
                    <a:pt x="1110993" y="455696"/>
                  </a:lnTo>
                  <a:lnTo>
                    <a:pt x="1105547" y="455696"/>
                  </a:lnTo>
                  <a:lnTo>
                    <a:pt x="1100101" y="455696"/>
                  </a:lnTo>
                  <a:lnTo>
                    <a:pt x="1094655" y="455696"/>
                  </a:lnTo>
                  <a:lnTo>
                    <a:pt x="1089209" y="455696"/>
                  </a:lnTo>
                  <a:lnTo>
                    <a:pt x="1083762" y="455696"/>
                  </a:lnTo>
                  <a:lnTo>
                    <a:pt x="1078316" y="455696"/>
                  </a:lnTo>
                  <a:lnTo>
                    <a:pt x="1072870" y="455696"/>
                  </a:lnTo>
                  <a:lnTo>
                    <a:pt x="1067424" y="455696"/>
                  </a:lnTo>
                  <a:lnTo>
                    <a:pt x="1061978" y="455696"/>
                  </a:lnTo>
                  <a:lnTo>
                    <a:pt x="1056532" y="455696"/>
                  </a:lnTo>
                  <a:lnTo>
                    <a:pt x="1051086" y="455696"/>
                  </a:lnTo>
                  <a:lnTo>
                    <a:pt x="1045640" y="455696"/>
                  </a:lnTo>
                  <a:lnTo>
                    <a:pt x="1040194" y="455696"/>
                  </a:lnTo>
                  <a:lnTo>
                    <a:pt x="1034748" y="455696"/>
                  </a:lnTo>
                  <a:lnTo>
                    <a:pt x="1029302" y="455696"/>
                  </a:lnTo>
                  <a:lnTo>
                    <a:pt x="1023856" y="455696"/>
                  </a:lnTo>
                  <a:lnTo>
                    <a:pt x="1018410" y="455696"/>
                  </a:lnTo>
                  <a:lnTo>
                    <a:pt x="1012964" y="455696"/>
                  </a:lnTo>
                  <a:lnTo>
                    <a:pt x="1007518" y="455696"/>
                  </a:lnTo>
                  <a:lnTo>
                    <a:pt x="1002072" y="455696"/>
                  </a:lnTo>
                  <a:lnTo>
                    <a:pt x="996626" y="455696"/>
                  </a:lnTo>
                  <a:lnTo>
                    <a:pt x="991180" y="455696"/>
                  </a:lnTo>
                  <a:lnTo>
                    <a:pt x="985734" y="455696"/>
                  </a:lnTo>
                  <a:lnTo>
                    <a:pt x="980288" y="455696"/>
                  </a:lnTo>
                  <a:lnTo>
                    <a:pt x="974842" y="455696"/>
                  </a:lnTo>
                  <a:lnTo>
                    <a:pt x="969396" y="455696"/>
                  </a:lnTo>
                  <a:lnTo>
                    <a:pt x="963949" y="455696"/>
                  </a:lnTo>
                  <a:lnTo>
                    <a:pt x="958503" y="455696"/>
                  </a:lnTo>
                  <a:lnTo>
                    <a:pt x="953057" y="455696"/>
                  </a:lnTo>
                  <a:lnTo>
                    <a:pt x="947611" y="455696"/>
                  </a:lnTo>
                  <a:lnTo>
                    <a:pt x="942165" y="455696"/>
                  </a:lnTo>
                  <a:lnTo>
                    <a:pt x="936719" y="455696"/>
                  </a:lnTo>
                  <a:lnTo>
                    <a:pt x="931273" y="455696"/>
                  </a:lnTo>
                  <a:lnTo>
                    <a:pt x="925827" y="455696"/>
                  </a:lnTo>
                  <a:lnTo>
                    <a:pt x="920381" y="455696"/>
                  </a:lnTo>
                  <a:lnTo>
                    <a:pt x="914935" y="455696"/>
                  </a:lnTo>
                  <a:lnTo>
                    <a:pt x="909489" y="455696"/>
                  </a:lnTo>
                  <a:lnTo>
                    <a:pt x="904043" y="455696"/>
                  </a:lnTo>
                  <a:lnTo>
                    <a:pt x="898597" y="455696"/>
                  </a:lnTo>
                  <a:lnTo>
                    <a:pt x="893151" y="455696"/>
                  </a:lnTo>
                  <a:lnTo>
                    <a:pt x="887705" y="455696"/>
                  </a:lnTo>
                  <a:lnTo>
                    <a:pt x="882259" y="455696"/>
                  </a:lnTo>
                  <a:lnTo>
                    <a:pt x="876813" y="455696"/>
                  </a:lnTo>
                  <a:lnTo>
                    <a:pt x="871367" y="455696"/>
                  </a:lnTo>
                  <a:lnTo>
                    <a:pt x="865921" y="455696"/>
                  </a:lnTo>
                  <a:lnTo>
                    <a:pt x="860475" y="455696"/>
                  </a:lnTo>
                  <a:lnTo>
                    <a:pt x="855029" y="455696"/>
                  </a:lnTo>
                  <a:lnTo>
                    <a:pt x="849583" y="455696"/>
                  </a:lnTo>
                  <a:lnTo>
                    <a:pt x="844136" y="455696"/>
                  </a:lnTo>
                  <a:lnTo>
                    <a:pt x="838690" y="455696"/>
                  </a:lnTo>
                  <a:lnTo>
                    <a:pt x="833244" y="455696"/>
                  </a:lnTo>
                  <a:lnTo>
                    <a:pt x="827798" y="455696"/>
                  </a:lnTo>
                  <a:lnTo>
                    <a:pt x="822352" y="455696"/>
                  </a:lnTo>
                  <a:lnTo>
                    <a:pt x="816906" y="455696"/>
                  </a:lnTo>
                  <a:lnTo>
                    <a:pt x="811460" y="455696"/>
                  </a:lnTo>
                  <a:lnTo>
                    <a:pt x="806014" y="455696"/>
                  </a:lnTo>
                  <a:lnTo>
                    <a:pt x="800568" y="455696"/>
                  </a:lnTo>
                  <a:lnTo>
                    <a:pt x="795122" y="455696"/>
                  </a:lnTo>
                  <a:lnTo>
                    <a:pt x="789676" y="455696"/>
                  </a:lnTo>
                  <a:lnTo>
                    <a:pt x="784230" y="455696"/>
                  </a:lnTo>
                  <a:lnTo>
                    <a:pt x="778784" y="455696"/>
                  </a:lnTo>
                  <a:lnTo>
                    <a:pt x="773338" y="455696"/>
                  </a:lnTo>
                  <a:lnTo>
                    <a:pt x="767892" y="455696"/>
                  </a:lnTo>
                  <a:lnTo>
                    <a:pt x="762446" y="455696"/>
                  </a:lnTo>
                  <a:lnTo>
                    <a:pt x="757000" y="455696"/>
                  </a:lnTo>
                  <a:lnTo>
                    <a:pt x="751554" y="455696"/>
                  </a:lnTo>
                  <a:lnTo>
                    <a:pt x="746108" y="455696"/>
                  </a:lnTo>
                  <a:lnTo>
                    <a:pt x="740662" y="455696"/>
                  </a:lnTo>
                  <a:lnTo>
                    <a:pt x="735216" y="455696"/>
                  </a:lnTo>
                  <a:lnTo>
                    <a:pt x="729770" y="455696"/>
                  </a:lnTo>
                  <a:lnTo>
                    <a:pt x="724323" y="455696"/>
                  </a:lnTo>
                  <a:lnTo>
                    <a:pt x="718877" y="455696"/>
                  </a:lnTo>
                  <a:lnTo>
                    <a:pt x="713431" y="455696"/>
                  </a:lnTo>
                  <a:lnTo>
                    <a:pt x="707985" y="455696"/>
                  </a:lnTo>
                  <a:lnTo>
                    <a:pt x="702539" y="455696"/>
                  </a:lnTo>
                  <a:lnTo>
                    <a:pt x="697093" y="455696"/>
                  </a:lnTo>
                  <a:lnTo>
                    <a:pt x="691647" y="455696"/>
                  </a:lnTo>
                  <a:lnTo>
                    <a:pt x="686201" y="455696"/>
                  </a:lnTo>
                  <a:lnTo>
                    <a:pt x="680755" y="455696"/>
                  </a:lnTo>
                  <a:lnTo>
                    <a:pt x="675309" y="455696"/>
                  </a:lnTo>
                  <a:lnTo>
                    <a:pt x="669863" y="455696"/>
                  </a:lnTo>
                  <a:lnTo>
                    <a:pt x="664417" y="455696"/>
                  </a:lnTo>
                  <a:lnTo>
                    <a:pt x="658971" y="455696"/>
                  </a:lnTo>
                  <a:lnTo>
                    <a:pt x="653525" y="455696"/>
                  </a:lnTo>
                  <a:lnTo>
                    <a:pt x="648079" y="455696"/>
                  </a:lnTo>
                  <a:lnTo>
                    <a:pt x="642633" y="455696"/>
                  </a:lnTo>
                  <a:lnTo>
                    <a:pt x="637187" y="455696"/>
                  </a:lnTo>
                  <a:lnTo>
                    <a:pt x="631741" y="455696"/>
                  </a:lnTo>
                  <a:lnTo>
                    <a:pt x="626295" y="455696"/>
                  </a:lnTo>
                  <a:lnTo>
                    <a:pt x="620849" y="455696"/>
                  </a:lnTo>
                  <a:lnTo>
                    <a:pt x="615403" y="455696"/>
                  </a:lnTo>
                  <a:lnTo>
                    <a:pt x="609957" y="455696"/>
                  </a:lnTo>
                  <a:lnTo>
                    <a:pt x="604510" y="455696"/>
                  </a:lnTo>
                  <a:lnTo>
                    <a:pt x="599064" y="455696"/>
                  </a:lnTo>
                  <a:lnTo>
                    <a:pt x="593618" y="455696"/>
                  </a:lnTo>
                  <a:lnTo>
                    <a:pt x="588172" y="455696"/>
                  </a:lnTo>
                  <a:lnTo>
                    <a:pt x="582726" y="455696"/>
                  </a:lnTo>
                  <a:lnTo>
                    <a:pt x="577280" y="455696"/>
                  </a:lnTo>
                  <a:lnTo>
                    <a:pt x="571834" y="455696"/>
                  </a:lnTo>
                  <a:lnTo>
                    <a:pt x="566388" y="455696"/>
                  </a:lnTo>
                  <a:lnTo>
                    <a:pt x="560942" y="455696"/>
                  </a:lnTo>
                  <a:lnTo>
                    <a:pt x="555496" y="455696"/>
                  </a:lnTo>
                  <a:lnTo>
                    <a:pt x="550050" y="455696"/>
                  </a:lnTo>
                  <a:lnTo>
                    <a:pt x="544604" y="455696"/>
                  </a:lnTo>
                  <a:lnTo>
                    <a:pt x="539158" y="455696"/>
                  </a:lnTo>
                  <a:lnTo>
                    <a:pt x="533712" y="455696"/>
                  </a:lnTo>
                  <a:lnTo>
                    <a:pt x="528266" y="455696"/>
                  </a:lnTo>
                  <a:lnTo>
                    <a:pt x="522820" y="455696"/>
                  </a:lnTo>
                  <a:lnTo>
                    <a:pt x="517374" y="455696"/>
                  </a:lnTo>
                  <a:lnTo>
                    <a:pt x="511928" y="455696"/>
                  </a:lnTo>
                  <a:lnTo>
                    <a:pt x="506482" y="455696"/>
                  </a:lnTo>
                  <a:lnTo>
                    <a:pt x="501036" y="455696"/>
                  </a:lnTo>
                  <a:lnTo>
                    <a:pt x="495590" y="455696"/>
                  </a:lnTo>
                  <a:lnTo>
                    <a:pt x="490144" y="455696"/>
                  </a:lnTo>
                  <a:lnTo>
                    <a:pt x="484698" y="455696"/>
                  </a:lnTo>
                  <a:lnTo>
                    <a:pt x="479251" y="455696"/>
                  </a:lnTo>
                  <a:lnTo>
                    <a:pt x="473805" y="455696"/>
                  </a:lnTo>
                  <a:lnTo>
                    <a:pt x="468359" y="455696"/>
                  </a:lnTo>
                  <a:lnTo>
                    <a:pt x="462913" y="455696"/>
                  </a:lnTo>
                  <a:lnTo>
                    <a:pt x="457467" y="455696"/>
                  </a:lnTo>
                  <a:lnTo>
                    <a:pt x="452021" y="455696"/>
                  </a:lnTo>
                  <a:lnTo>
                    <a:pt x="446575" y="455696"/>
                  </a:lnTo>
                  <a:lnTo>
                    <a:pt x="441129" y="455696"/>
                  </a:lnTo>
                  <a:lnTo>
                    <a:pt x="435683" y="455696"/>
                  </a:lnTo>
                  <a:lnTo>
                    <a:pt x="430237" y="455696"/>
                  </a:lnTo>
                  <a:lnTo>
                    <a:pt x="424791" y="455696"/>
                  </a:lnTo>
                  <a:lnTo>
                    <a:pt x="419345" y="455696"/>
                  </a:lnTo>
                  <a:lnTo>
                    <a:pt x="413899" y="455696"/>
                  </a:lnTo>
                  <a:lnTo>
                    <a:pt x="408453" y="455696"/>
                  </a:lnTo>
                  <a:lnTo>
                    <a:pt x="403007" y="455696"/>
                  </a:lnTo>
                  <a:lnTo>
                    <a:pt x="397561" y="455696"/>
                  </a:lnTo>
                  <a:lnTo>
                    <a:pt x="392115" y="455696"/>
                  </a:lnTo>
                  <a:lnTo>
                    <a:pt x="386669" y="455696"/>
                  </a:lnTo>
                  <a:lnTo>
                    <a:pt x="381223" y="455696"/>
                  </a:lnTo>
                  <a:lnTo>
                    <a:pt x="375777" y="455696"/>
                  </a:lnTo>
                  <a:lnTo>
                    <a:pt x="370331" y="455696"/>
                  </a:lnTo>
                  <a:lnTo>
                    <a:pt x="364885" y="455696"/>
                  </a:lnTo>
                  <a:lnTo>
                    <a:pt x="359438" y="455696"/>
                  </a:lnTo>
                  <a:lnTo>
                    <a:pt x="353992" y="455696"/>
                  </a:lnTo>
                  <a:lnTo>
                    <a:pt x="348546" y="455696"/>
                  </a:lnTo>
                  <a:lnTo>
                    <a:pt x="343100" y="455696"/>
                  </a:lnTo>
                  <a:lnTo>
                    <a:pt x="337654" y="455696"/>
                  </a:lnTo>
                  <a:lnTo>
                    <a:pt x="332208" y="455696"/>
                  </a:lnTo>
                  <a:lnTo>
                    <a:pt x="326762" y="455696"/>
                  </a:lnTo>
                  <a:lnTo>
                    <a:pt x="321316" y="455696"/>
                  </a:lnTo>
                  <a:lnTo>
                    <a:pt x="315870" y="455696"/>
                  </a:lnTo>
                  <a:lnTo>
                    <a:pt x="310424" y="455696"/>
                  </a:lnTo>
                  <a:lnTo>
                    <a:pt x="304978" y="455696"/>
                  </a:lnTo>
                  <a:lnTo>
                    <a:pt x="299532" y="455696"/>
                  </a:lnTo>
                  <a:lnTo>
                    <a:pt x="294086" y="455696"/>
                  </a:lnTo>
                  <a:lnTo>
                    <a:pt x="288640" y="455696"/>
                  </a:lnTo>
                  <a:lnTo>
                    <a:pt x="283194" y="455696"/>
                  </a:lnTo>
                  <a:lnTo>
                    <a:pt x="277748" y="455696"/>
                  </a:lnTo>
                  <a:lnTo>
                    <a:pt x="272302" y="455696"/>
                  </a:lnTo>
                  <a:lnTo>
                    <a:pt x="266856" y="455696"/>
                  </a:lnTo>
                  <a:lnTo>
                    <a:pt x="261410" y="455696"/>
                  </a:lnTo>
                  <a:lnTo>
                    <a:pt x="255964" y="455696"/>
                  </a:lnTo>
                  <a:lnTo>
                    <a:pt x="250518" y="455696"/>
                  </a:lnTo>
                  <a:lnTo>
                    <a:pt x="245072" y="455696"/>
                  </a:lnTo>
                  <a:lnTo>
                    <a:pt x="239625" y="455696"/>
                  </a:lnTo>
                  <a:lnTo>
                    <a:pt x="234179" y="455696"/>
                  </a:lnTo>
                  <a:lnTo>
                    <a:pt x="228733" y="455696"/>
                  </a:lnTo>
                  <a:lnTo>
                    <a:pt x="223287" y="455696"/>
                  </a:lnTo>
                  <a:lnTo>
                    <a:pt x="217841" y="455696"/>
                  </a:lnTo>
                  <a:lnTo>
                    <a:pt x="212395" y="455696"/>
                  </a:lnTo>
                  <a:lnTo>
                    <a:pt x="206949" y="455696"/>
                  </a:lnTo>
                  <a:lnTo>
                    <a:pt x="201503" y="455696"/>
                  </a:lnTo>
                  <a:lnTo>
                    <a:pt x="196057" y="455696"/>
                  </a:lnTo>
                  <a:lnTo>
                    <a:pt x="190611" y="455696"/>
                  </a:lnTo>
                  <a:lnTo>
                    <a:pt x="185165" y="455696"/>
                  </a:lnTo>
                  <a:lnTo>
                    <a:pt x="179719" y="455696"/>
                  </a:lnTo>
                  <a:lnTo>
                    <a:pt x="174273" y="455696"/>
                  </a:lnTo>
                  <a:lnTo>
                    <a:pt x="168827" y="455696"/>
                  </a:lnTo>
                  <a:lnTo>
                    <a:pt x="163381" y="455696"/>
                  </a:lnTo>
                  <a:lnTo>
                    <a:pt x="157935" y="455696"/>
                  </a:lnTo>
                  <a:lnTo>
                    <a:pt x="152489" y="455696"/>
                  </a:lnTo>
                  <a:lnTo>
                    <a:pt x="147043" y="455696"/>
                  </a:lnTo>
                  <a:lnTo>
                    <a:pt x="141597" y="455696"/>
                  </a:lnTo>
                  <a:lnTo>
                    <a:pt x="136151" y="455696"/>
                  </a:lnTo>
                  <a:lnTo>
                    <a:pt x="130705" y="455696"/>
                  </a:lnTo>
                  <a:lnTo>
                    <a:pt x="125259" y="455696"/>
                  </a:lnTo>
                  <a:lnTo>
                    <a:pt x="119812" y="455696"/>
                  </a:lnTo>
                  <a:lnTo>
                    <a:pt x="114366" y="455696"/>
                  </a:lnTo>
                  <a:lnTo>
                    <a:pt x="108920" y="455696"/>
                  </a:lnTo>
                  <a:lnTo>
                    <a:pt x="103474" y="455696"/>
                  </a:lnTo>
                  <a:lnTo>
                    <a:pt x="98028" y="455696"/>
                  </a:lnTo>
                  <a:lnTo>
                    <a:pt x="92582" y="455696"/>
                  </a:lnTo>
                  <a:lnTo>
                    <a:pt x="87136" y="455696"/>
                  </a:lnTo>
                  <a:lnTo>
                    <a:pt x="81690" y="455696"/>
                  </a:lnTo>
                  <a:lnTo>
                    <a:pt x="76244" y="455696"/>
                  </a:lnTo>
                  <a:lnTo>
                    <a:pt x="70798" y="455696"/>
                  </a:lnTo>
                  <a:lnTo>
                    <a:pt x="65352" y="455696"/>
                  </a:lnTo>
                  <a:lnTo>
                    <a:pt x="59906" y="455696"/>
                  </a:lnTo>
                  <a:lnTo>
                    <a:pt x="54460" y="455696"/>
                  </a:lnTo>
                  <a:lnTo>
                    <a:pt x="49014" y="455696"/>
                  </a:lnTo>
                  <a:lnTo>
                    <a:pt x="43568" y="455696"/>
                  </a:lnTo>
                  <a:lnTo>
                    <a:pt x="38122" y="455696"/>
                  </a:lnTo>
                  <a:lnTo>
                    <a:pt x="32676" y="455696"/>
                  </a:lnTo>
                  <a:lnTo>
                    <a:pt x="27230" y="455696"/>
                  </a:lnTo>
                  <a:lnTo>
                    <a:pt x="21784" y="455696"/>
                  </a:lnTo>
                  <a:lnTo>
                    <a:pt x="16338" y="455696"/>
                  </a:lnTo>
                  <a:lnTo>
                    <a:pt x="10892" y="455696"/>
                  </a:lnTo>
                  <a:lnTo>
                    <a:pt x="5446" y="45569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57616" y="2109521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5"/>
                  </a:lnTo>
                  <a:lnTo>
                    <a:pt x="179719" y="455695"/>
                  </a:lnTo>
                  <a:lnTo>
                    <a:pt x="185165" y="455694"/>
                  </a:lnTo>
                  <a:lnTo>
                    <a:pt x="190611" y="455693"/>
                  </a:lnTo>
                  <a:lnTo>
                    <a:pt x="196057" y="455692"/>
                  </a:lnTo>
                  <a:lnTo>
                    <a:pt x="201503" y="455690"/>
                  </a:lnTo>
                  <a:lnTo>
                    <a:pt x="206949" y="455687"/>
                  </a:lnTo>
                  <a:lnTo>
                    <a:pt x="212395" y="455682"/>
                  </a:lnTo>
                  <a:lnTo>
                    <a:pt x="217841" y="455676"/>
                  </a:lnTo>
                  <a:lnTo>
                    <a:pt x="223287" y="455667"/>
                  </a:lnTo>
                  <a:lnTo>
                    <a:pt x="228733" y="455655"/>
                  </a:lnTo>
                  <a:lnTo>
                    <a:pt x="234179" y="455638"/>
                  </a:lnTo>
                  <a:lnTo>
                    <a:pt x="239625" y="455615"/>
                  </a:lnTo>
                  <a:lnTo>
                    <a:pt x="245072" y="455584"/>
                  </a:lnTo>
                  <a:lnTo>
                    <a:pt x="250518" y="455544"/>
                  </a:lnTo>
                  <a:lnTo>
                    <a:pt x="255964" y="455491"/>
                  </a:lnTo>
                  <a:lnTo>
                    <a:pt x="261410" y="455421"/>
                  </a:lnTo>
                  <a:lnTo>
                    <a:pt x="266856" y="455331"/>
                  </a:lnTo>
                  <a:lnTo>
                    <a:pt x="272302" y="455218"/>
                  </a:lnTo>
                  <a:lnTo>
                    <a:pt x="277748" y="455078"/>
                  </a:lnTo>
                  <a:lnTo>
                    <a:pt x="283194" y="454906"/>
                  </a:lnTo>
                  <a:lnTo>
                    <a:pt x="288640" y="454696"/>
                  </a:lnTo>
                  <a:lnTo>
                    <a:pt x="294086" y="454445"/>
                  </a:lnTo>
                  <a:lnTo>
                    <a:pt x="299532" y="454141"/>
                  </a:lnTo>
                  <a:lnTo>
                    <a:pt x="304978" y="453781"/>
                  </a:lnTo>
                  <a:lnTo>
                    <a:pt x="310424" y="453362"/>
                  </a:lnTo>
                  <a:lnTo>
                    <a:pt x="315870" y="452881"/>
                  </a:lnTo>
                  <a:lnTo>
                    <a:pt x="321316" y="452335"/>
                  </a:lnTo>
                  <a:lnTo>
                    <a:pt x="326762" y="451722"/>
                  </a:lnTo>
                  <a:lnTo>
                    <a:pt x="332208" y="451042"/>
                  </a:lnTo>
                  <a:lnTo>
                    <a:pt x="337654" y="450295"/>
                  </a:lnTo>
                  <a:lnTo>
                    <a:pt x="343100" y="449478"/>
                  </a:lnTo>
                  <a:lnTo>
                    <a:pt x="348546" y="448597"/>
                  </a:lnTo>
                  <a:lnTo>
                    <a:pt x="353992" y="447662"/>
                  </a:lnTo>
                  <a:lnTo>
                    <a:pt x="359438" y="446683"/>
                  </a:lnTo>
                  <a:lnTo>
                    <a:pt x="364885" y="445667"/>
                  </a:lnTo>
                  <a:lnTo>
                    <a:pt x="370331" y="444624"/>
                  </a:lnTo>
                  <a:lnTo>
                    <a:pt x="375777" y="443566"/>
                  </a:lnTo>
                  <a:lnTo>
                    <a:pt x="381223" y="442505"/>
                  </a:lnTo>
                  <a:lnTo>
                    <a:pt x="386669" y="441453"/>
                  </a:lnTo>
                  <a:lnTo>
                    <a:pt x="392115" y="440426"/>
                  </a:lnTo>
                  <a:lnTo>
                    <a:pt x="397561" y="439434"/>
                  </a:lnTo>
                  <a:lnTo>
                    <a:pt x="403007" y="438487"/>
                  </a:lnTo>
                  <a:lnTo>
                    <a:pt x="408453" y="437592"/>
                  </a:lnTo>
                  <a:lnTo>
                    <a:pt x="413899" y="436758"/>
                  </a:lnTo>
                  <a:lnTo>
                    <a:pt x="419345" y="435988"/>
                  </a:lnTo>
                  <a:lnTo>
                    <a:pt x="424791" y="435287"/>
                  </a:lnTo>
                  <a:lnTo>
                    <a:pt x="430237" y="434660"/>
                  </a:lnTo>
                  <a:lnTo>
                    <a:pt x="435683" y="434107"/>
                  </a:lnTo>
                  <a:lnTo>
                    <a:pt x="441129" y="433618"/>
                  </a:lnTo>
                  <a:lnTo>
                    <a:pt x="446575" y="433189"/>
                  </a:lnTo>
                  <a:lnTo>
                    <a:pt x="452021" y="432813"/>
                  </a:lnTo>
                  <a:lnTo>
                    <a:pt x="457467" y="432485"/>
                  </a:lnTo>
                  <a:lnTo>
                    <a:pt x="462913" y="432197"/>
                  </a:lnTo>
                  <a:lnTo>
                    <a:pt x="468359" y="431943"/>
                  </a:lnTo>
                  <a:lnTo>
                    <a:pt x="473805" y="431718"/>
                  </a:lnTo>
                  <a:lnTo>
                    <a:pt x="479251" y="431515"/>
                  </a:lnTo>
                  <a:lnTo>
                    <a:pt x="484698" y="431327"/>
                  </a:lnTo>
                  <a:lnTo>
                    <a:pt x="490144" y="431151"/>
                  </a:lnTo>
                  <a:lnTo>
                    <a:pt x="495590" y="430984"/>
                  </a:lnTo>
                  <a:lnTo>
                    <a:pt x="501036" y="430824"/>
                  </a:lnTo>
                  <a:lnTo>
                    <a:pt x="506482" y="430669"/>
                  </a:lnTo>
                  <a:lnTo>
                    <a:pt x="511928" y="430517"/>
                  </a:lnTo>
                  <a:lnTo>
                    <a:pt x="517374" y="430367"/>
                  </a:lnTo>
                  <a:lnTo>
                    <a:pt x="522820" y="430215"/>
                  </a:lnTo>
                  <a:lnTo>
                    <a:pt x="528266" y="430060"/>
                  </a:lnTo>
                  <a:lnTo>
                    <a:pt x="533712" y="429896"/>
                  </a:lnTo>
                  <a:lnTo>
                    <a:pt x="539158" y="429719"/>
                  </a:lnTo>
                  <a:lnTo>
                    <a:pt x="544604" y="429524"/>
                  </a:lnTo>
                  <a:lnTo>
                    <a:pt x="550050" y="429305"/>
                  </a:lnTo>
                  <a:lnTo>
                    <a:pt x="555496" y="429057"/>
                  </a:lnTo>
                  <a:lnTo>
                    <a:pt x="560942" y="428771"/>
                  </a:lnTo>
                  <a:lnTo>
                    <a:pt x="566388" y="428441"/>
                  </a:lnTo>
                  <a:lnTo>
                    <a:pt x="571834" y="428066"/>
                  </a:lnTo>
                  <a:lnTo>
                    <a:pt x="577280" y="427647"/>
                  </a:lnTo>
                  <a:lnTo>
                    <a:pt x="582726" y="427183"/>
                  </a:lnTo>
                  <a:lnTo>
                    <a:pt x="588172" y="426678"/>
                  </a:lnTo>
                  <a:lnTo>
                    <a:pt x="593618" y="426136"/>
                  </a:lnTo>
                  <a:lnTo>
                    <a:pt x="599064" y="425563"/>
                  </a:lnTo>
                  <a:lnTo>
                    <a:pt x="604510" y="424967"/>
                  </a:lnTo>
                  <a:lnTo>
                    <a:pt x="609957" y="424358"/>
                  </a:lnTo>
                  <a:lnTo>
                    <a:pt x="615403" y="423749"/>
                  </a:lnTo>
                  <a:lnTo>
                    <a:pt x="620849" y="423148"/>
                  </a:lnTo>
                  <a:lnTo>
                    <a:pt x="626295" y="422563"/>
                  </a:lnTo>
                  <a:lnTo>
                    <a:pt x="631741" y="422000"/>
                  </a:lnTo>
                  <a:lnTo>
                    <a:pt x="637187" y="421464"/>
                  </a:lnTo>
                  <a:lnTo>
                    <a:pt x="642633" y="420956"/>
                  </a:lnTo>
                  <a:lnTo>
                    <a:pt x="648079" y="420476"/>
                  </a:lnTo>
                  <a:lnTo>
                    <a:pt x="653525" y="420023"/>
                  </a:lnTo>
                  <a:lnTo>
                    <a:pt x="658971" y="419583"/>
                  </a:lnTo>
                  <a:lnTo>
                    <a:pt x="664417" y="419149"/>
                  </a:lnTo>
                  <a:lnTo>
                    <a:pt x="669863" y="418709"/>
                  </a:lnTo>
                  <a:lnTo>
                    <a:pt x="675309" y="418250"/>
                  </a:lnTo>
                  <a:lnTo>
                    <a:pt x="680755" y="417760"/>
                  </a:lnTo>
                  <a:lnTo>
                    <a:pt x="686201" y="417226"/>
                  </a:lnTo>
                  <a:lnTo>
                    <a:pt x="691647" y="416634"/>
                  </a:lnTo>
                  <a:lnTo>
                    <a:pt x="697093" y="415963"/>
                  </a:lnTo>
                  <a:lnTo>
                    <a:pt x="702539" y="415214"/>
                  </a:lnTo>
                  <a:lnTo>
                    <a:pt x="707985" y="414379"/>
                  </a:lnTo>
                  <a:lnTo>
                    <a:pt x="713431" y="413455"/>
                  </a:lnTo>
                  <a:lnTo>
                    <a:pt x="718877" y="412438"/>
                  </a:lnTo>
                  <a:lnTo>
                    <a:pt x="724323" y="411328"/>
                  </a:lnTo>
                  <a:lnTo>
                    <a:pt x="729770" y="410125"/>
                  </a:lnTo>
                  <a:lnTo>
                    <a:pt x="735216" y="408829"/>
                  </a:lnTo>
                  <a:lnTo>
                    <a:pt x="740662" y="407432"/>
                  </a:lnTo>
                  <a:lnTo>
                    <a:pt x="746108" y="405949"/>
                  </a:lnTo>
                  <a:lnTo>
                    <a:pt x="751554" y="404383"/>
                  </a:lnTo>
                  <a:lnTo>
                    <a:pt x="757000" y="402733"/>
                  </a:lnTo>
                  <a:lnTo>
                    <a:pt x="762446" y="401000"/>
                  </a:lnTo>
                  <a:lnTo>
                    <a:pt x="767892" y="399182"/>
                  </a:lnTo>
                  <a:lnTo>
                    <a:pt x="773338" y="397277"/>
                  </a:lnTo>
                  <a:lnTo>
                    <a:pt x="778784" y="395280"/>
                  </a:lnTo>
                  <a:lnTo>
                    <a:pt x="784230" y="393173"/>
                  </a:lnTo>
                  <a:lnTo>
                    <a:pt x="789676" y="390965"/>
                  </a:lnTo>
                  <a:lnTo>
                    <a:pt x="795122" y="388653"/>
                  </a:lnTo>
                  <a:lnTo>
                    <a:pt x="800568" y="386234"/>
                  </a:lnTo>
                  <a:lnTo>
                    <a:pt x="806014" y="383707"/>
                  </a:lnTo>
                  <a:lnTo>
                    <a:pt x="811460" y="381071"/>
                  </a:lnTo>
                  <a:lnTo>
                    <a:pt x="816906" y="378327"/>
                  </a:lnTo>
                  <a:lnTo>
                    <a:pt x="822352" y="375478"/>
                  </a:lnTo>
                  <a:lnTo>
                    <a:pt x="827798" y="372513"/>
                  </a:lnTo>
                  <a:lnTo>
                    <a:pt x="833244" y="369453"/>
                  </a:lnTo>
                  <a:lnTo>
                    <a:pt x="838690" y="366297"/>
                  </a:lnTo>
                  <a:lnTo>
                    <a:pt x="844136" y="363042"/>
                  </a:lnTo>
                  <a:lnTo>
                    <a:pt x="849583" y="359681"/>
                  </a:lnTo>
                  <a:lnTo>
                    <a:pt x="855029" y="356195"/>
                  </a:lnTo>
                  <a:lnTo>
                    <a:pt x="860475" y="352561"/>
                  </a:lnTo>
                  <a:lnTo>
                    <a:pt x="865921" y="348741"/>
                  </a:lnTo>
                  <a:lnTo>
                    <a:pt x="871367" y="344632"/>
                  </a:lnTo>
                  <a:lnTo>
                    <a:pt x="876813" y="340190"/>
                  </a:lnTo>
                  <a:lnTo>
                    <a:pt x="882259" y="335326"/>
                  </a:lnTo>
                  <a:lnTo>
                    <a:pt x="887705" y="329938"/>
                  </a:lnTo>
                  <a:lnTo>
                    <a:pt x="893151" y="323910"/>
                  </a:lnTo>
                  <a:lnTo>
                    <a:pt x="898597" y="317117"/>
                  </a:lnTo>
                  <a:lnTo>
                    <a:pt x="904043" y="309426"/>
                  </a:lnTo>
                  <a:lnTo>
                    <a:pt x="909489" y="300701"/>
                  </a:lnTo>
                  <a:lnTo>
                    <a:pt x="914935" y="290594"/>
                  </a:lnTo>
                  <a:lnTo>
                    <a:pt x="920381" y="279158"/>
                  </a:lnTo>
                  <a:lnTo>
                    <a:pt x="925827" y="266307"/>
                  </a:lnTo>
                  <a:lnTo>
                    <a:pt x="931273" y="251988"/>
                  </a:lnTo>
                  <a:lnTo>
                    <a:pt x="936719" y="236187"/>
                  </a:lnTo>
                  <a:lnTo>
                    <a:pt x="942165" y="218939"/>
                  </a:lnTo>
                  <a:lnTo>
                    <a:pt x="947611" y="200333"/>
                  </a:lnTo>
                  <a:lnTo>
                    <a:pt x="953057" y="180520"/>
                  </a:lnTo>
                  <a:lnTo>
                    <a:pt x="958503" y="159631"/>
                  </a:lnTo>
                  <a:lnTo>
                    <a:pt x="963949" y="138185"/>
                  </a:lnTo>
                  <a:lnTo>
                    <a:pt x="969396" y="116589"/>
                  </a:lnTo>
                  <a:lnTo>
                    <a:pt x="974842" y="95293"/>
                  </a:lnTo>
                  <a:lnTo>
                    <a:pt x="980288" y="74795"/>
                  </a:lnTo>
                  <a:lnTo>
                    <a:pt x="985734" y="55622"/>
                  </a:lnTo>
                  <a:lnTo>
                    <a:pt x="991180" y="38313"/>
                  </a:lnTo>
                  <a:lnTo>
                    <a:pt x="996626" y="23407"/>
                  </a:lnTo>
                  <a:lnTo>
                    <a:pt x="1002072" y="11938"/>
                  </a:lnTo>
                  <a:lnTo>
                    <a:pt x="1007518" y="4043"/>
                  </a:lnTo>
                  <a:lnTo>
                    <a:pt x="1012964" y="0"/>
                  </a:lnTo>
                  <a:lnTo>
                    <a:pt x="1018410" y="37"/>
                  </a:lnTo>
                  <a:lnTo>
                    <a:pt x="1023856" y="4272"/>
                  </a:lnTo>
                  <a:lnTo>
                    <a:pt x="1029302" y="12703"/>
                  </a:lnTo>
                  <a:lnTo>
                    <a:pt x="1034748" y="25208"/>
                  </a:lnTo>
                  <a:lnTo>
                    <a:pt x="1040194" y="41547"/>
                  </a:lnTo>
                  <a:lnTo>
                    <a:pt x="1045640" y="61765"/>
                  </a:lnTo>
                  <a:lnTo>
                    <a:pt x="1051086" y="84875"/>
                  </a:lnTo>
                  <a:lnTo>
                    <a:pt x="1056532" y="110228"/>
                  </a:lnTo>
                  <a:lnTo>
                    <a:pt x="1061978" y="137225"/>
                  </a:lnTo>
                  <a:lnTo>
                    <a:pt x="1067424" y="165256"/>
                  </a:lnTo>
                  <a:lnTo>
                    <a:pt x="1072870" y="193717"/>
                  </a:lnTo>
                  <a:lnTo>
                    <a:pt x="1078316" y="222035"/>
                  </a:lnTo>
                  <a:lnTo>
                    <a:pt x="1083762" y="249682"/>
                  </a:lnTo>
                  <a:lnTo>
                    <a:pt x="1089209" y="275977"/>
                  </a:lnTo>
                  <a:lnTo>
                    <a:pt x="1094655" y="300605"/>
                  </a:lnTo>
                  <a:lnTo>
                    <a:pt x="1100101" y="323354"/>
                  </a:lnTo>
                  <a:lnTo>
                    <a:pt x="1105547" y="344059"/>
                  </a:lnTo>
                  <a:lnTo>
                    <a:pt x="1110993" y="362630"/>
                  </a:lnTo>
                  <a:lnTo>
                    <a:pt x="1116439" y="379044"/>
                  </a:lnTo>
                  <a:lnTo>
                    <a:pt x="1121885" y="393342"/>
                  </a:lnTo>
                  <a:lnTo>
                    <a:pt x="1127331" y="405614"/>
                  </a:lnTo>
                  <a:lnTo>
                    <a:pt x="1132777" y="415780"/>
                  </a:lnTo>
                  <a:lnTo>
                    <a:pt x="1138223" y="424212"/>
                  </a:lnTo>
                  <a:lnTo>
                    <a:pt x="1143669" y="431163"/>
                  </a:lnTo>
                  <a:lnTo>
                    <a:pt x="1149115" y="436818"/>
                  </a:lnTo>
                  <a:lnTo>
                    <a:pt x="1154561" y="441356"/>
                  </a:lnTo>
                  <a:lnTo>
                    <a:pt x="1160007" y="444947"/>
                  </a:lnTo>
                  <a:lnTo>
                    <a:pt x="1165453" y="447747"/>
                  </a:lnTo>
                  <a:lnTo>
                    <a:pt x="1170899" y="449899"/>
                  </a:lnTo>
                  <a:lnTo>
                    <a:pt x="1176345" y="451481"/>
                  </a:lnTo>
                  <a:lnTo>
                    <a:pt x="1181791" y="452660"/>
                  </a:lnTo>
                  <a:lnTo>
                    <a:pt x="1187237" y="453538"/>
                  </a:lnTo>
                  <a:lnTo>
                    <a:pt x="1192683" y="454183"/>
                  </a:lnTo>
                  <a:lnTo>
                    <a:pt x="1198129" y="454649"/>
                  </a:lnTo>
                  <a:lnTo>
                    <a:pt x="1203575" y="454982"/>
                  </a:lnTo>
                  <a:lnTo>
                    <a:pt x="1209021" y="455215"/>
                  </a:lnTo>
                  <a:lnTo>
                    <a:pt x="1214468" y="455376"/>
                  </a:lnTo>
                  <a:lnTo>
                    <a:pt x="1219914" y="455480"/>
                  </a:lnTo>
                  <a:lnTo>
                    <a:pt x="1225360" y="455549"/>
                  </a:lnTo>
                  <a:lnTo>
                    <a:pt x="1230806" y="455593"/>
                  </a:lnTo>
                  <a:lnTo>
                    <a:pt x="1236252" y="455620"/>
                  </a:lnTo>
                  <a:lnTo>
                    <a:pt x="1241698" y="455635"/>
                  </a:lnTo>
                  <a:lnTo>
                    <a:pt x="1247144" y="455641"/>
                  </a:lnTo>
                  <a:lnTo>
                    <a:pt x="1252590" y="455639"/>
                  </a:lnTo>
                  <a:lnTo>
                    <a:pt x="1258036" y="455632"/>
                  </a:lnTo>
                  <a:lnTo>
                    <a:pt x="1263482" y="455619"/>
                  </a:lnTo>
                  <a:lnTo>
                    <a:pt x="1268928" y="455602"/>
                  </a:lnTo>
                  <a:lnTo>
                    <a:pt x="1274374" y="455580"/>
                  </a:lnTo>
                  <a:lnTo>
                    <a:pt x="1279820" y="455554"/>
                  </a:lnTo>
                  <a:lnTo>
                    <a:pt x="1285266" y="455523"/>
                  </a:lnTo>
                  <a:lnTo>
                    <a:pt x="1290712" y="455488"/>
                  </a:lnTo>
                  <a:lnTo>
                    <a:pt x="1296158" y="455449"/>
                  </a:lnTo>
                  <a:lnTo>
                    <a:pt x="1301604" y="455406"/>
                  </a:lnTo>
                  <a:lnTo>
                    <a:pt x="1307050" y="455358"/>
                  </a:lnTo>
                  <a:lnTo>
                    <a:pt x="1312496" y="455308"/>
                  </a:lnTo>
                  <a:lnTo>
                    <a:pt x="1317942" y="455256"/>
                  </a:lnTo>
                  <a:lnTo>
                    <a:pt x="1323388" y="455203"/>
                  </a:lnTo>
                  <a:lnTo>
                    <a:pt x="1328834" y="455150"/>
                  </a:lnTo>
                  <a:lnTo>
                    <a:pt x="1334281" y="455098"/>
                  </a:lnTo>
                  <a:lnTo>
                    <a:pt x="1339727" y="455050"/>
                  </a:lnTo>
                  <a:lnTo>
                    <a:pt x="1345173" y="455005"/>
                  </a:lnTo>
                  <a:lnTo>
                    <a:pt x="1350619" y="454967"/>
                  </a:lnTo>
                  <a:lnTo>
                    <a:pt x="1356065" y="454937"/>
                  </a:lnTo>
                  <a:lnTo>
                    <a:pt x="1361511" y="454914"/>
                  </a:lnTo>
                  <a:lnTo>
                    <a:pt x="1366957" y="454900"/>
                  </a:lnTo>
                  <a:lnTo>
                    <a:pt x="1372403" y="454896"/>
                  </a:lnTo>
                  <a:lnTo>
                    <a:pt x="1377849" y="454901"/>
                  </a:lnTo>
                  <a:lnTo>
                    <a:pt x="1383295" y="454916"/>
                  </a:lnTo>
                  <a:lnTo>
                    <a:pt x="1388741" y="454939"/>
                  </a:lnTo>
                  <a:lnTo>
                    <a:pt x="1394187" y="454971"/>
                  </a:lnTo>
                  <a:lnTo>
                    <a:pt x="1399633" y="455010"/>
                  </a:lnTo>
                  <a:lnTo>
                    <a:pt x="1405079" y="455055"/>
                  </a:lnTo>
                  <a:lnTo>
                    <a:pt x="1410525" y="455103"/>
                  </a:lnTo>
                  <a:lnTo>
                    <a:pt x="1415971" y="455155"/>
                  </a:lnTo>
                  <a:lnTo>
                    <a:pt x="1421417" y="455208"/>
                  </a:lnTo>
                  <a:lnTo>
                    <a:pt x="1426863" y="455261"/>
                  </a:lnTo>
                  <a:lnTo>
                    <a:pt x="1432309" y="455313"/>
                  </a:lnTo>
                  <a:lnTo>
                    <a:pt x="1437755" y="455363"/>
                  </a:lnTo>
                  <a:lnTo>
                    <a:pt x="1443201" y="455410"/>
                  </a:lnTo>
                  <a:lnTo>
                    <a:pt x="1448647" y="455453"/>
                  </a:lnTo>
                  <a:lnTo>
                    <a:pt x="1454094" y="455492"/>
                  </a:lnTo>
                  <a:lnTo>
                    <a:pt x="1459540" y="455527"/>
                  </a:lnTo>
                  <a:lnTo>
                    <a:pt x="1464986" y="455558"/>
                  </a:lnTo>
                  <a:lnTo>
                    <a:pt x="1470432" y="455584"/>
                  </a:lnTo>
                  <a:lnTo>
                    <a:pt x="1475878" y="455607"/>
                  </a:lnTo>
                  <a:lnTo>
                    <a:pt x="1481324" y="455626"/>
                  </a:lnTo>
                  <a:lnTo>
                    <a:pt x="1486770" y="455641"/>
                  </a:lnTo>
                  <a:lnTo>
                    <a:pt x="1492216" y="455654"/>
                  </a:lnTo>
                  <a:lnTo>
                    <a:pt x="1497662" y="455664"/>
                  </a:lnTo>
                  <a:lnTo>
                    <a:pt x="1503108" y="455672"/>
                  </a:lnTo>
                  <a:lnTo>
                    <a:pt x="1508554" y="455678"/>
                  </a:lnTo>
                  <a:lnTo>
                    <a:pt x="1514000" y="455683"/>
                  </a:lnTo>
                  <a:lnTo>
                    <a:pt x="1519446" y="455686"/>
                  </a:lnTo>
                  <a:lnTo>
                    <a:pt x="1524892" y="455689"/>
                  </a:lnTo>
                  <a:lnTo>
                    <a:pt x="1530338" y="455691"/>
                  </a:lnTo>
                  <a:lnTo>
                    <a:pt x="1535784" y="455693"/>
                  </a:lnTo>
                  <a:lnTo>
                    <a:pt x="1541230" y="455694"/>
                  </a:lnTo>
                  <a:lnTo>
                    <a:pt x="1546676" y="455694"/>
                  </a:lnTo>
                  <a:lnTo>
                    <a:pt x="1552122" y="455695"/>
                  </a:lnTo>
                  <a:lnTo>
                    <a:pt x="1557568" y="455695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5"/>
                  </a:lnTo>
                  <a:lnTo>
                    <a:pt x="1835317" y="455695"/>
                  </a:lnTo>
                  <a:lnTo>
                    <a:pt x="1840763" y="455694"/>
                  </a:lnTo>
                  <a:lnTo>
                    <a:pt x="1846209" y="455693"/>
                  </a:lnTo>
                  <a:lnTo>
                    <a:pt x="1851655" y="455692"/>
                  </a:lnTo>
                  <a:lnTo>
                    <a:pt x="1857101" y="455691"/>
                  </a:lnTo>
                  <a:lnTo>
                    <a:pt x="1862547" y="455688"/>
                  </a:lnTo>
                  <a:lnTo>
                    <a:pt x="1867993" y="455686"/>
                  </a:lnTo>
                  <a:lnTo>
                    <a:pt x="1873439" y="455682"/>
                  </a:lnTo>
                  <a:lnTo>
                    <a:pt x="1878885" y="455677"/>
                  </a:lnTo>
                  <a:lnTo>
                    <a:pt x="1884331" y="455670"/>
                  </a:lnTo>
                  <a:lnTo>
                    <a:pt x="1889777" y="455661"/>
                  </a:lnTo>
                  <a:lnTo>
                    <a:pt x="1895223" y="455650"/>
                  </a:lnTo>
                  <a:lnTo>
                    <a:pt x="1900669" y="455637"/>
                  </a:lnTo>
                  <a:lnTo>
                    <a:pt x="1906115" y="455621"/>
                  </a:lnTo>
                  <a:lnTo>
                    <a:pt x="1911561" y="455601"/>
                  </a:lnTo>
                  <a:lnTo>
                    <a:pt x="1917007" y="455578"/>
                  </a:lnTo>
                  <a:lnTo>
                    <a:pt x="1922453" y="455550"/>
                  </a:lnTo>
                  <a:lnTo>
                    <a:pt x="1927899" y="455518"/>
                  </a:lnTo>
                  <a:lnTo>
                    <a:pt x="1933345" y="455482"/>
                  </a:lnTo>
                  <a:lnTo>
                    <a:pt x="1938792" y="455442"/>
                  </a:lnTo>
                  <a:lnTo>
                    <a:pt x="1944238" y="455398"/>
                  </a:lnTo>
                  <a:lnTo>
                    <a:pt x="1949684" y="455350"/>
                  </a:lnTo>
                  <a:lnTo>
                    <a:pt x="1955130" y="455300"/>
                  </a:lnTo>
                  <a:lnTo>
                    <a:pt x="1960576" y="455248"/>
                  </a:lnTo>
                  <a:lnTo>
                    <a:pt x="1966022" y="455194"/>
                  </a:lnTo>
                  <a:lnTo>
                    <a:pt x="1971468" y="455141"/>
                  </a:lnTo>
                  <a:lnTo>
                    <a:pt x="1976914" y="455090"/>
                  </a:lnTo>
                  <a:lnTo>
                    <a:pt x="1982360" y="455043"/>
                  </a:lnTo>
                  <a:lnTo>
                    <a:pt x="1987806" y="455000"/>
                  </a:lnTo>
                  <a:lnTo>
                    <a:pt x="1993252" y="454962"/>
                  </a:lnTo>
                  <a:lnTo>
                    <a:pt x="1998698" y="454932"/>
                  </a:lnTo>
                  <a:lnTo>
                    <a:pt x="2004144" y="454910"/>
                  </a:lnTo>
                  <a:lnTo>
                    <a:pt x="2009590" y="454898"/>
                  </a:lnTo>
                  <a:lnTo>
                    <a:pt x="2015036" y="454896"/>
                  </a:lnTo>
                  <a:lnTo>
                    <a:pt x="2020482" y="454903"/>
                  </a:lnTo>
                  <a:lnTo>
                    <a:pt x="2025928" y="454919"/>
                  </a:lnTo>
                  <a:lnTo>
                    <a:pt x="2031374" y="454944"/>
                  </a:lnTo>
                  <a:lnTo>
                    <a:pt x="2036820" y="454977"/>
                  </a:lnTo>
                  <a:lnTo>
                    <a:pt x="2042266" y="455017"/>
                  </a:lnTo>
                  <a:lnTo>
                    <a:pt x="2047712" y="455062"/>
                  </a:lnTo>
                  <a:lnTo>
                    <a:pt x="2053158" y="455111"/>
                  </a:lnTo>
                  <a:lnTo>
                    <a:pt x="2058605" y="455164"/>
                  </a:lnTo>
                  <a:lnTo>
                    <a:pt x="2064051" y="455217"/>
                  </a:lnTo>
                  <a:lnTo>
                    <a:pt x="2069497" y="455270"/>
                  </a:lnTo>
                  <a:lnTo>
                    <a:pt x="2074943" y="455321"/>
                  </a:lnTo>
                  <a:lnTo>
                    <a:pt x="2080389" y="455371"/>
                  </a:lnTo>
                  <a:lnTo>
                    <a:pt x="2085835" y="455417"/>
                  </a:lnTo>
                  <a:lnTo>
                    <a:pt x="2091281" y="455460"/>
                  </a:lnTo>
                  <a:lnTo>
                    <a:pt x="2096727" y="455498"/>
                  </a:lnTo>
                  <a:lnTo>
                    <a:pt x="2102173" y="455532"/>
                  </a:lnTo>
                  <a:lnTo>
                    <a:pt x="2107619" y="455562"/>
                  </a:lnTo>
                  <a:lnTo>
                    <a:pt x="2113065" y="455588"/>
                  </a:lnTo>
                  <a:lnTo>
                    <a:pt x="2118511" y="455610"/>
                  </a:lnTo>
                  <a:lnTo>
                    <a:pt x="2123957" y="455628"/>
                  </a:lnTo>
                  <a:lnTo>
                    <a:pt x="2129403" y="455643"/>
                  </a:lnTo>
                  <a:lnTo>
                    <a:pt x="2134849" y="455656"/>
                  </a:lnTo>
                  <a:lnTo>
                    <a:pt x="2140295" y="455665"/>
                  </a:lnTo>
                  <a:lnTo>
                    <a:pt x="2145741" y="455673"/>
                  </a:lnTo>
                  <a:lnTo>
                    <a:pt x="2151187" y="455679"/>
                  </a:lnTo>
                  <a:lnTo>
                    <a:pt x="2156633" y="455683"/>
                  </a:lnTo>
                  <a:lnTo>
                    <a:pt x="2162079" y="455687"/>
                  </a:lnTo>
                  <a:lnTo>
                    <a:pt x="2167525" y="455689"/>
                  </a:lnTo>
                  <a:lnTo>
                    <a:pt x="2172971" y="455691"/>
                  </a:lnTo>
                  <a:lnTo>
                    <a:pt x="2178418" y="455693"/>
                  </a:lnTo>
                  <a:lnTo>
                    <a:pt x="2183864" y="455694"/>
                  </a:lnTo>
                  <a:lnTo>
                    <a:pt x="2189310" y="455695"/>
                  </a:lnTo>
                  <a:lnTo>
                    <a:pt x="2194756" y="455695"/>
                  </a:lnTo>
                  <a:lnTo>
                    <a:pt x="2200202" y="455695"/>
                  </a:lnTo>
                  <a:lnTo>
                    <a:pt x="2205648" y="455696"/>
                  </a:lnTo>
                  <a:lnTo>
                    <a:pt x="2211094" y="455696"/>
                  </a:lnTo>
                  <a:lnTo>
                    <a:pt x="2216540" y="455696"/>
                  </a:lnTo>
                  <a:lnTo>
                    <a:pt x="2221986" y="455696"/>
                  </a:lnTo>
                  <a:lnTo>
                    <a:pt x="2227432" y="455696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6"/>
                  </a:lnTo>
                  <a:lnTo>
                    <a:pt x="2494288" y="455696"/>
                  </a:lnTo>
                  <a:lnTo>
                    <a:pt x="2499734" y="455696"/>
                  </a:lnTo>
                  <a:lnTo>
                    <a:pt x="2505180" y="455696"/>
                  </a:lnTo>
                  <a:lnTo>
                    <a:pt x="2510626" y="455696"/>
                  </a:lnTo>
                  <a:lnTo>
                    <a:pt x="2516072" y="455696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957616" y="2264359"/>
              <a:ext cx="2782929" cy="300858"/>
            </a:xfrm>
            <a:custGeom>
              <a:avLst/>
              <a:pathLst>
                <a:path w="2782929" h="300858">
                  <a:moveTo>
                    <a:pt x="0" y="300858"/>
                  </a:moveTo>
                  <a:lnTo>
                    <a:pt x="5446" y="300858"/>
                  </a:lnTo>
                  <a:lnTo>
                    <a:pt x="10892" y="300858"/>
                  </a:lnTo>
                  <a:lnTo>
                    <a:pt x="16338" y="300858"/>
                  </a:lnTo>
                  <a:lnTo>
                    <a:pt x="21784" y="300858"/>
                  </a:lnTo>
                  <a:lnTo>
                    <a:pt x="27230" y="300858"/>
                  </a:lnTo>
                  <a:lnTo>
                    <a:pt x="32676" y="300858"/>
                  </a:lnTo>
                  <a:lnTo>
                    <a:pt x="38122" y="300858"/>
                  </a:lnTo>
                  <a:lnTo>
                    <a:pt x="43568" y="300858"/>
                  </a:lnTo>
                  <a:lnTo>
                    <a:pt x="49014" y="300858"/>
                  </a:lnTo>
                  <a:lnTo>
                    <a:pt x="54460" y="300858"/>
                  </a:lnTo>
                  <a:lnTo>
                    <a:pt x="59906" y="300858"/>
                  </a:lnTo>
                  <a:lnTo>
                    <a:pt x="65352" y="300858"/>
                  </a:lnTo>
                  <a:lnTo>
                    <a:pt x="70798" y="300858"/>
                  </a:lnTo>
                  <a:lnTo>
                    <a:pt x="76244" y="300858"/>
                  </a:lnTo>
                  <a:lnTo>
                    <a:pt x="81690" y="300858"/>
                  </a:lnTo>
                  <a:lnTo>
                    <a:pt x="87136" y="300858"/>
                  </a:lnTo>
                  <a:lnTo>
                    <a:pt x="92582" y="300858"/>
                  </a:lnTo>
                  <a:lnTo>
                    <a:pt x="98028" y="300858"/>
                  </a:lnTo>
                  <a:lnTo>
                    <a:pt x="103474" y="300858"/>
                  </a:lnTo>
                  <a:lnTo>
                    <a:pt x="108920" y="300858"/>
                  </a:lnTo>
                  <a:lnTo>
                    <a:pt x="114366" y="300858"/>
                  </a:lnTo>
                  <a:lnTo>
                    <a:pt x="119812" y="300858"/>
                  </a:lnTo>
                  <a:lnTo>
                    <a:pt x="125259" y="300858"/>
                  </a:lnTo>
                  <a:lnTo>
                    <a:pt x="130705" y="300858"/>
                  </a:lnTo>
                  <a:lnTo>
                    <a:pt x="136151" y="300857"/>
                  </a:lnTo>
                  <a:lnTo>
                    <a:pt x="141597" y="300857"/>
                  </a:lnTo>
                  <a:lnTo>
                    <a:pt x="147043" y="300857"/>
                  </a:lnTo>
                  <a:lnTo>
                    <a:pt x="152489" y="300857"/>
                  </a:lnTo>
                  <a:lnTo>
                    <a:pt x="157935" y="300856"/>
                  </a:lnTo>
                  <a:lnTo>
                    <a:pt x="163381" y="300855"/>
                  </a:lnTo>
                  <a:lnTo>
                    <a:pt x="168827" y="300854"/>
                  </a:lnTo>
                  <a:lnTo>
                    <a:pt x="174273" y="300853"/>
                  </a:lnTo>
                  <a:lnTo>
                    <a:pt x="179719" y="300851"/>
                  </a:lnTo>
                  <a:lnTo>
                    <a:pt x="185165" y="300848"/>
                  </a:lnTo>
                  <a:lnTo>
                    <a:pt x="190611" y="300845"/>
                  </a:lnTo>
                  <a:lnTo>
                    <a:pt x="196057" y="300840"/>
                  </a:lnTo>
                  <a:lnTo>
                    <a:pt x="201503" y="300834"/>
                  </a:lnTo>
                  <a:lnTo>
                    <a:pt x="206949" y="300827"/>
                  </a:lnTo>
                  <a:lnTo>
                    <a:pt x="212395" y="300817"/>
                  </a:lnTo>
                  <a:lnTo>
                    <a:pt x="217841" y="300804"/>
                  </a:lnTo>
                  <a:lnTo>
                    <a:pt x="223287" y="300787"/>
                  </a:lnTo>
                  <a:lnTo>
                    <a:pt x="228733" y="300766"/>
                  </a:lnTo>
                  <a:lnTo>
                    <a:pt x="234179" y="300740"/>
                  </a:lnTo>
                  <a:lnTo>
                    <a:pt x="239625" y="300707"/>
                  </a:lnTo>
                  <a:lnTo>
                    <a:pt x="245072" y="300668"/>
                  </a:lnTo>
                  <a:lnTo>
                    <a:pt x="250518" y="300620"/>
                  </a:lnTo>
                  <a:lnTo>
                    <a:pt x="255964" y="300562"/>
                  </a:lnTo>
                  <a:lnTo>
                    <a:pt x="261410" y="300491"/>
                  </a:lnTo>
                  <a:lnTo>
                    <a:pt x="266856" y="300407"/>
                  </a:lnTo>
                  <a:lnTo>
                    <a:pt x="272302" y="300309"/>
                  </a:lnTo>
                  <a:lnTo>
                    <a:pt x="277748" y="300194"/>
                  </a:lnTo>
                  <a:lnTo>
                    <a:pt x="283194" y="300062"/>
                  </a:lnTo>
                  <a:lnTo>
                    <a:pt x="288640" y="299912"/>
                  </a:lnTo>
                  <a:lnTo>
                    <a:pt x="294086" y="299738"/>
                  </a:lnTo>
                  <a:lnTo>
                    <a:pt x="299532" y="299540"/>
                  </a:lnTo>
                  <a:lnTo>
                    <a:pt x="304978" y="299319"/>
                  </a:lnTo>
                  <a:lnTo>
                    <a:pt x="310424" y="299074"/>
                  </a:lnTo>
                  <a:lnTo>
                    <a:pt x="315870" y="298805"/>
                  </a:lnTo>
                  <a:lnTo>
                    <a:pt x="321316" y="298511"/>
                  </a:lnTo>
                  <a:lnTo>
                    <a:pt x="326762" y="298192"/>
                  </a:lnTo>
                  <a:lnTo>
                    <a:pt x="332208" y="297845"/>
                  </a:lnTo>
                  <a:lnTo>
                    <a:pt x="337654" y="297473"/>
                  </a:lnTo>
                  <a:lnTo>
                    <a:pt x="343100" y="297079"/>
                  </a:lnTo>
                  <a:lnTo>
                    <a:pt x="348546" y="296663"/>
                  </a:lnTo>
                  <a:lnTo>
                    <a:pt x="353992" y="296228"/>
                  </a:lnTo>
                  <a:lnTo>
                    <a:pt x="359438" y="295776"/>
                  </a:lnTo>
                  <a:lnTo>
                    <a:pt x="364885" y="295309"/>
                  </a:lnTo>
                  <a:lnTo>
                    <a:pt x="370331" y="294827"/>
                  </a:lnTo>
                  <a:lnTo>
                    <a:pt x="375777" y="294336"/>
                  </a:lnTo>
                  <a:lnTo>
                    <a:pt x="381223" y="293839"/>
                  </a:lnTo>
                  <a:lnTo>
                    <a:pt x="386669" y="293339"/>
                  </a:lnTo>
                  <a:lnTo>
                    <a:pt x="392115" y="292839"/>
                  </a:lnTo>
                  <a:lnTo>
                    <a:pt x="397561" y="292342"/>
                  </a:lnTo>
                  <a:lnTo>
                    <a:pt x="403007" y="291851"/>
                  </a:lnTo>
                  <a:lnTo>
                    <a:pt x="408453" y="291373"/>
                  </a:lnTo>
                  <a:lnTo>
                    <a:pt x="413899" y="290909"/>
                  </a:lnTo>
                  <a:lnTo>
                    <a:pt x="419345" y="290463"/>
                  </a:lnTo>
                  <a:lnTo>
                    <a:pt x="424791" y="290037"/>
                  </a:lnTo>
                  <a:lnTo>
                    <a:pt x="430237" y="289635"/>
                  </a:lnTo>
                  <a:lnTo>
                    <a:pt x="435683" y="289259"/>
                  </a:lnTo>
                  <a:lnTo>
                    <a:pt x="441129" y="288912"/>
                  </a:lnTo>
                  <a:lnTo>
                    <a:pt x="446575" y="288599"/>
                  </a:lnTo>
                  <a:lnTo>
                    <a:pt x="452021" y="288320"/>
                  </a:lnTo>
                  <a:lnTo>
                    <a:pt x="457467" y="288073"/>
                  </a:lnTo>
                  <a:lnTo>
                    <a:pt x="462913" y="287858"/>
                  </a:lnTo>
                  <a:lnTo>
                    <a:pt x="468359" y="287675"/>
                  </a:lnTo>
                  <a:lnTo>
                    <a:pt x="473805" y="287520"/>
                  </a:lnTo>
                  <a:lnTo>
                    <a:pt x="479251" y="287394"/>
                  </a:lnTo>
                  <a:lnTo>
                    <a:pt x="484698" y="287294"/>
                  </a:lnTo>
                  <a:lnTo>
                    <a:pt x="490144" y="287213"/>
                  </a:lnTo>
                  <a:lnTo>
                    <a:pt x="495590" y="287146"/>
                  </a:lnTo>
                  <a:lnTo>
                    <a:pt x="501036" y="287087"/>
                  </a:lnTo>
                  <a:lnTo>
                    <a:pt x="506482" y="287030"/>
                  </a:lnTo>
                  <a:lnTo>
                    <a:pt x="511928" y="286972"/>
                  </a:lnTo>
                  <a:lnTo>
                    <a:pt x="517374" y="286905"/>
                  </a:lnTo>
                  <a:lnTo>
                    <a:pt x="522820" y="286822"/>
                  </a:lnTo>
                  <a:lnTo>
                    <a:pt x="528266" y="286718"/>
                  </a:lnTo>
                  <a:lnTo>
                    <a:pt x="533712" y="286590"/>
                  </a:lnTo>
                  <a:lnTo>
                    <a:pt x="539158" y="286435"/>
                  </a:lnTo>
                  <a:lnTo>
                    <a:pt x="544604" y="286251"/>
                  </a:lnTo>
                  <a:lnTo>
                    <a:pt x="550050" y="286037"/>
                  </a:lnTo>
                  <a:lnTo>
                    <a:pt x="555496" y="285792"/>
                  </a:lnTo>
                  <a:lnTo>
                    <a:pt x="560942" y="285513"/>
                  </a:lnTo>
                  <a:lnTo>
                    <a:pt x="566388" y="285205"/>
                  </a:lnTo>
                  <a:lnTo>
                    <a:pt x="571834" y="284874"/>
                  </a:lnTo>
                  <a:lnTo>
                    <a:pt x="577280" y="284522"/>
                  </a:lnTo>
                  <a:lnTo>
                    <a:pt x="582726" y="284154"/>
                  </a:lnTo>
                  <a:lnTo>
                    <a:pt x="588172" y="283775"/>
                  </a:lnTo>
                  <a:lnTo>
                    <a:pt x="593618" y="283390"/>
                  </a:lnTo>
                  <a:lnTo>
                    <a:pt x="599064" y="283005"/>
                  </a:lnTo>
                  <a:lnTo>
                    <a:pt x="604510" y="282629"/>
                  </a:lnTo>
                  <a:lnTo>
                    <a:pt x="609957" y="282266"/>
                  </a:lnTo>
                  <a:lnTo>
                    <a:pt x="615403" y="281920"/>
                  </a:lnTo>
                  <a:lnTo>
                    <a:pt x="620849" y="281598"/>
                  </a:lnTo>
                  <a:lnTo>
                    <a:pt x="626295" y="281304"/>
                  </a:lnTo>
                  <a:lnTo>
                    <a:pt x="631741" y="281041"/>
                  </a:lnTo>
                  <a:lnTo>
                    <a:pt x="637187" y="280818"/>
                  </a:lnTo>
                  <a:lnTo>
                    <a:pt x="642633" y="280635"/>
                  </a:lnTo>
                  <a:lnTo>
                    <a:pt x="648079" y="280491"/>
                  </a:lnTo>
                  <a:lnTo>
                    <a:pt x="653525" y="280386"/>
                  </a:lnTo>
                  <a:lnTo>
                    <a:pt x="658971" y="280320"/>
                  </a:lnTo>
                  <a:lnTo>
                    <a:pt x="664417" y="280292"/>
                  </a:lnTo>
                  <a:lnTo>
                    <a:pt x="669863" y="280300"/>
                  </a:lnTo>
                  <a:lnTo>
                    <a:pt x="675309" y="280345"/>
                  </a:lnTo>
                  <a:lnTo>
                    <a:pt x="680755" y="280417"/>
                  </a:lnTo>
                  <a:lnTo>
                    <a:pt x="686201" y="280512"/>
                  </a:lnTo>
                  <a:lnTo>
                    <a:pt x="691647" y="280622"/>
                  </a:lnTo>
                  <a:lnTo>
                    <a:pt x="697093" y="280743"/>
                  </a:lnTo>
                  <a:lnTo>
                    <a:pt x="702539" y="280867"/>
                  </a:lnTo>
                  <a:lnTo>
                    <a:pt x="707985" y="280989"/>
                  </a:lnTo>
                  <a:lnTo>
                    <a:pt x="713431" y="281099"/>
                  </a:lnTo>
                  <a:lnTo>
                    <a:pt x="718877" y="281189"/>
                  </a:lnTo>
                  <a:lnTo>
                    <a:pt x="724323" y="281255"/>
                  </a:lnTo>
                  <a:lnTo>
                    <a:pt x="729770" y="281292"/>
                  </a:lnTo>
                  <a:lnTo>
                    <a:pt x="735216" y="281294"/>
                  </a:lnTo>
                  <a:lnTo>
                    <a:pt x="740662" y="281259"/>
                  </a:lnTo>
                  <a:lnTo>
                    <a:pt x="746108" y="281182"/>
                  </a:lnTo>
                  <a:lnTo>
                    <a:pt x="751554" y="281054"/>
                  </a:lnTo>
                  <a:lnTo>
                    <a:pt x="757000" y="280881"/>
                  </a:lnTo>
                  <a:lnTo>
                    <a:pt x="762446" y="280665"/>
                  </a:lnTo>
                  <a:lnTo>
                    <a:pt x="767892" y="280407"/>
                  </a:lnTo>
                  <a:lnTo>
                    <a:pt x="773338" y="280109"/>
                  </a:lnTo>
                  <a:lnTo>
                    <a:pt x="778784" y="279774"/>
                  </a:lnTo>
                  <a:lnTo>
                    <a:pt x="784230" y="279405"/>
                  </a:lnTo>
                  <a:lnTo>
                    <a:pt x="789676" y="279001"/>
                  </a:lnTo>
                  <a:lnTo>
                    <a:pt x="795122" y="278571"/>
                  </a:lnTo>
                  <a:lnTo>
                    <a:pt x="800568" y="278122"/>
                  </a:lnTo>
                  <a:lnTo>
                    <a:pt x="806014" y="277655"/>
                  </a:lnTo>
                  <a:lnTo>
                    <a:pt x="811460" y="277174"/>
                  </a:lnTo>
                  <a:lnTo>
                    <a:pt x="816906" y="276683"/>
                  </a:lnTo>
                  <a:lnTo>
                    <a:pt x="822352" y="276183"/>
                  </a:lnTo>
                  <a:lnTo>
                    <a:pt x="827798" y="275675"/>
                  </a:lnTo>
                  <a:lnTo>
                    <a:pt x="833244" y="275163"/>
                  </a:lnTo>
                  <a:lnTo>
                    <a:pt x="838690" y="274647"/>
                  </a:lnTo>
                  <a:lnTo>
                    <a:pt x="844136" y="274127"/>
                  </a:lnTo>
                  <a:lnTo>
                    <a:pt x="849583" y="273603"/>
                  </a:lnTo>
                  <a:lnTo>
                    <a:pt x="855029" y="273075"/>
                  </a:lnTo>
                  <a:lnTo>
                    <a:pt x="860475" y="272541"/>
                  </a:lnTo>
                  <a:lnTo>
                    <a:pt x="865921" y="272000"/>
                  </a:lnTo>
                  <a:lnTo>
                    <a:pt x="871367" y="271452"/>
                  </a:lnTo>
                  <a:lnTo>
                    <a:pt x="876813" y="270897"/>
                  </a:lnTo>
                  <a:lnTo>
                    <a:pt x="882259" y="270334"/>
                  </a:lnTo>
                  <a:lnTo>
                    <a:pt x="887705" y="269763"/>
                  </a:lnTo>
                  <a:lnTo>
                    <a:pt x="893151" y="269185"/>
                  </a:lnTo>
                  <a:lnTo>
                    <a:pt x="898597" y="268599"/>
                  </a:lnTo>
                  <a:lnTo>
                    <a:pt x="904043" y="268005"/>
                  </a:lnTo>
                  <a:lnTo>
                    <a:pt x="909489" y="267405"/>
                  </a:lnTo>
                  <a:lnTo>
                    <a:pt x="914935" y="266797"/>
                  </a:lnTo>
                  <a:lnTo>
                    <a:pt x="920381" y="266182"/>
                  </a:lnTo>
                  <a:lnTo>
                    <a:pt x="925827" y="265559"/>
                  </a:lnTo>
                  <a:lnTo>
                    <a:pt x="931273" y="264926"/>
                  </a:lnTo>
                  <a:lnTo>
                    <a:pt x="936719" y="264282"/>
                  </a:lnTo>
                  <a:lnTo>
                    <a:pt x="942165" y="263619"/>
                  </a:lnTo>
                  <a:lnTo>
                    <a:pt x="947611" y="262936"/>
                  </a:lnTo>
                  <a:lnTo>
                    <a:pt x="953057" y="262228"/>
                  </a:lnTo>
                  <a:lnTo>
                    <a:pt x="958503" y="261490"/>
                  </a:lnTo>
                  <a:lnTo>
                    <a:pt x="963949" y="260717"/>
                  </a:lnTo>
                  <a:lnTo>
                    <a:pt x="969396" y="259903"/>
                  </a:lnTo>
                  <a:lnTo>
                    <a:pt x="974842" y="259039"/>
                  </a:lnTo>
                  <a:lnTo>
                    <a:pt x="980288" y="258112"/>
                  </a:lnTo>
                  <a:lnTo>
                    <a:pt x="985734" y="257125"/>
                  </a:lnTo>
                  <a:lnTo>
                    <a:pt x="991180" y="256073"/>
                  </a:lnTo>
                  <a:lnTo>
                    <a:pt x="996626" y="254955"/>
                  </a:lnTo>
                  <a:lnTo>
                    <a:pt x="1002072" y="253767"/>
                  </a:lnTo>
                  <a:lnTo>
                    <a:pt x="1007518" y="252510"/>
                  </a:lnTo>
                  <a:lnTo>
                    <a:pt x="1012964" y="251182"/>
                  </a:lnTo>
                  <a:lnTo>
                    <a:pt x="1018410" y="249777"/>
                  </a:lnTo>
                  <a:lnTo>
                    <a:pt x="1023856" y="248312"/>
                  </a:lnTo>
                  <a:lnTo>
                    <a:pt x="1029302" y="246791"/>
                  </a:lnTo>
                  <a:lnTo>
                    <a:pt x="1034748" y="245220"/>
                  </a:lnTo>
                  <a:lnTo>
                    <a:pt x="1040194" y="243604"/>
                  </a:lnTo>
                  <a:lnTo>
                    <a:pt x="1045640" y="241949"/>
                  </a:lnTo>
                  <a:lnTo>
                    <a:pt x="1051086" y="240259"/>
                  </a:lnTo>
                  <a:lnTo>
                    <a:pt x="1056532" y="238535"/>
                  </a:lnTo>
                  <a:lnTo>
                    <a:pt x="1061978" y="236783"/>
                  </a:lnTo>
                  <a:lnTo>
                    <a:pt x="1067424" y="235002"/>
                  </a:lnTo>
                  <a:lnTo>
                    <a:pt x="1072870" y="233187"/>
                  </a:lnTo>
                  <a:lnTo>
                    <a:pt x="1078316" y="231330"/>
                  </a:lnTo>
                  <a:lnTo>
                    <a:pt x="1083762" y="229419"/>
                  </a:lnTo>
                  <a:lnTo>
                    <a:pt x="1089209" y="227435"/>
                  </a:lnTo>
                  <a:lnTo>
                    <a:pt x="1094655" y="225340"/>
                  </a:lnTo>
                  <a:lnTo>
                    <a:pt x="1100101" y="223118"/>
                  </a:lnTo>
                  <a:lnTo>
                    <a:pt x="1105547" y="220738"/>
                  </a:lnTo>
                  <a:lnTo>
                    <a:pt x="1110993" y="218164"/>
                  </a:lnTo>
                  <a:lnTo>
                    <a:pt x="1116439" y="215360"/>
                  </a:lnTo>
                  <a:lnTo>
                    <a:pt x="1121885" y="212284"/>
                  </a:lnTo>
                  <a:lnTo>
                    <a:pt x="1127331" y="208871"/>
                  </a:lnTo>
                  <a:lnTo>
                    <a:pt x="1132777" y="205029"/>
                  </a:lnTo>
                  <a:lnTo>
                    <a:pt x="1138223" y="200759"/>
                  </a:lnTo>
                  <a:lnTo>
                    <a:pt x="1143669" y="196017"/>
                  </a:lnTo>
                  <a:lnTo>
                    <a:pt x="1149115" y="190764"/>
                  </a:lnTo>
                  <a:lnTo>
                    <a:pt x="1154561" y="184962"/>
                  </a:lnTo>
                  <a:lnTo>
                    <a:pt x="1160007" y="178581"/>
                  </a:lnTo>
                  <a:lnTo>
                    <a:pt x="1165453" y="171557"/>
                  </a:lnTo>
                  <a:lnTo>
                    <a:pt x="1170899" y="163828"/>
                  </a:lnTo>
                  <a:lnTo>
                    <a:pt x="1176345" y="155482"/>
                  </a:lnTo>
                  <a:lnTo>
                    <a:pt x="1181791" y="146538"/>
                  </a:lnTo>
                  <a:lnTo>
                    <a:pt x="1187237" y="137027"/>
                  </a:lnTo>
                  <a:lnTo>
                    <a:pt x="1192683" y="126997"/>
                  </a:lnTo>
                  <a:lnTo>
                    <a:pt x="1198129" y="116509"/>
                  </a:lnTo>
                  <a:lnTo>
                    <a:pt x="1203575" y="105625"/>
                  </a:lnTo>
                  <a:lnTo>
                    <a:pt x="1209021" y="94466"/>
                  </a:lnTo>
                  <a:lnTo>
                    <a:pt x="1214468" y="83207"/>
                  </a:lnTo>
                  <a:lnTo>
                    <a:pt x="1219914" y="71987"/>
                  </a:lnTo>
                  <a:lnTo>
                    <a:pt x="1225360" y="60957"/>
                  </a:lnTo>
                  <a:lnTo>
                    <a:pt x="1230806" y="50277"/>
                  </a:lnTo>
                  <a:lnTo>
                    <a:pt x="1236252" y="40116"/>
                  </a:lnTo>
                  <a:lnTo>
                    <a:pt x="1241698" y="30716"/>
                  </a:lnTo>
                  <a:lnTo>
                    <a:pt x="1247144" y="22354"/>
                  </a:lnTo>
                  <a:lnTo>
                    <a:pt x="1252590" y="15104"/>
                  </a:lnTo>
                  <a:lnTo>
                    <a:pt x="1258036" y="9118"/>
                  </a:lnTo>
                  <a:lnTo>
                    <a:pt x="1263482" y="4531"/>
                  </a:lnTo>
                  <a:lnTo>
                    <a:pt x="1268928" y="1459"/>
                  </a:lnTo>
                  <a:lnTo>
                    <a:pt x="1274374" y="0"/>
                  </a:lnTo>
                  <a:lnTo>
                    <a:pt x="1279820" y="363"/>
                  </a:lnTo>
                  <a:lnTo>
                    <a:pt x="1285266" y="2657"/>
                  </a:lnTo>
                  <a:lnTo>
                    <a:pt x="1290712" y="6665"/>
                  </a:lnTo>
                  <a:lnTo>
                    <a:pt x="1296158" y="12345"/>
                  </a:lnTo>
                  <a:lnTo>
                    <a:pt x="1301604" y="19624"/>
                  </a:lnTo>
                  <a:lnTo>
                    <a:pt x="1307050" y="28404"/>
                  </a:lnTo>
                  <a:lnTo>
                    <a:pt x="1312496" y="38562"/>
                  </a:lnTo>
                  <a:lnTo>
                    <a:pt x="1317942" y="50041"/>
                  </a:lnTo>
                  <a:lnTo>
                    <a:pt x="1323388" y="62632"/>
                  </a:lnTo>
                  <a:lnTo>
                    <a:pt x="1328834" y="76010"/>
                  </a:lnTo>
                  <a:lnTo>
                    <a:pt x="1334281" y="89983"/>
                  </a:lnTo>
                  <a:lnTo>
                    <a:pt x="1339727" y="104355"/>
                  </a:lnTo>
                  <a:lnTo>
                    <a:pt x="1345173" y="118936"/>
                  </a:lnTo>
                  <a:lnTo>
                    <a:pt x="1350619" y="133542"/>
                  </a:lnTo>
                  <a:lnTo>
                    <a:pt x="1356065" y="147963"/>
                  </a:lnTo>
                  <a:lnTo>
                    <a:pt x="1361511" y="161985"/>
                  </a:lnTo>
                  <a:lnTo>
                    <a:pt x="1366957" y="175498"/>
                  </a:lnTo>
                  <a:lnTo>
                    <a:pt x="1372403" y="188393"/>
                  </a:lnTo>
                  <a:lnTo>
                    <a:pt x="1377849" y="200582"/>
                  </a:lnTo>
                  <a:lnTo>
                    <a:pt x="1383295" y="211996"/>
                  </a:lnTo>
                  <a:lnTo>
                    <a:pt x="1388741" y="222586"/>
                  </a:lnTo>
                  <a:lnTo>
                    <a:pt x="1394187" y="232233"/>
                  </a:lnTo>
                  <a:lnTo>
                    <a:pt x="1399633" y="240929"/>
                  </a:lnTo>
                  <a:lnTo>
                    <a:pt x="1405079" y="248776"/>
                  </a:lnTo>
                  <a:lnTo>
                    <a:pt x="1410525" y="255801"/>
                  </a:lnTo>
                  <a:lnTo>
                    <a:pt x="1415971" y="262040"/>
                  </a:lnTo>
                  <a:lnTo>
                    <a:pt x="1421417" y="267536"/>
                  </a:lnTo>
                  <a:lnTo>
                    <a:pt x="1426863" y="272339"/>
                  </a:lnTo>
                  <a:lnTo>
                    <a:pt x="1432309" y="276444"/>
                  </a:lnTo>
                  <a:lnTo>
                    <a:pt x="1437755" y="279935"/>
                  </a:lnTo>
                  <a:lnTo>
                    <a:pt x="1443201" y="282927"/>
                  </a:lnTo>
                  <a:lnTo>
                    <a:pt x="1448647" y="285476"/>
                  </a:lnTo>
                  <a:lnTo>
                    <a:pt x="1454094" y="287631"/>
                  </a:lnTo>
                  <a:lnTo>
                    <a:pt x="1459540" y="289443"/>
                  </a:lnTo>
                  <a:lnTo>
                    <a:pt x="1464986" y="290956"/>
                  </a:lnTo>
                  <a:lnTo>
                    <a:pt x="1470432" y="292188"/>
                  </a:lnTo>
                  <a:lnTo>
                    <a:pt x="1475878" y="293194"/>
                  </a:lnTo>
                  <a:lnTo>
                    <a:pt x="1481324" y="294025"/>
                  </a:lnTo>
                  <a:lnTo>
                    <a:pt x="1486770" y="294708"/>
                  </a:lnTo>
                  <a:lnTo>
                    <a:pt x="1492216" y="295266"/>
                  </a:lnTo>
                  <a:lnTo>
                    <a:pt x="1497662" y="295718"/>
                  </a:lnTo>
                  <a:lnTo>
                    <a:pt x="1503108" y="296080"/>
                  </a:lnTo>
                  <a:lnTo>
                    <a:pt x="1508554" y="296362"/>
                  </a:lnTo>
                  <a:lnTo>
                    <a:pt x="1514000" y="296579"/>
                  </a:lnTo>
                  <a:lnTo>
                    <a:pt x="1519446" y="296747"/>
                  </a:lnTo>
                  <a:lnTo>
                    <a:pt x="1524892" y="296873"/>
                  </a:lnTo>
                  <a:lnTo>
                    <a:pt x="1530338" y="296963"/>
                  </a:lnTo>
                  <a:lnTo>
                    <a:pt x="1535784" y="297020"/>
                  </a:lnTo>
                  <a:lnTo>
                    <a:pt x="1541230" y="297050"/>
                  </a:lnTo>
                  <a:lnTo>
                    <a:pt x="1546676" y="297054"/>
                  </a:lnTo>
                  <a:lnTo>
                    <a:pt x="1552122" y="297034"/>
                  </a:lnTo>
                  <a:lnTo>
                    <a:pt x="1557568" y="296996"/>
                  </a:lnTo>
                  <a:lnTo>
                    <a:pt x="1563014" y="296941"/>
                  </a:lnTo>
                  <a:lnTo>
                    <a:pt x="1568460" y="296869"/>
                  </a:lnTo>
                  <a:lnTo>
                    <a:pt x="1573907" y="296782"/>
                  </a:lnTo>
                  <a:lnTo>
                    <a:pt x="1579353" y="296681"/>
                  </a:lnTo>
                  <a:lnTo>
                    <a:pt x="1584799" y="296564"/>
                  </a:lnTo>
                  <a:lnTo>
                    <a:pt x="1590245" y="296432"/>
                  </a:lnTo>
                  <a:lnTo>
                    <a:pt x="1595691" y="296287"/>
                  </a:lnTo>
                  <a:lnTo>
                    <a:pt x="1601137" y="296129"/>
                  </a:lnTo>
                  <a:lnTo>
                    <a:pt x="1606583" y="295956"/>
                  </a:lnTo>
                  <a:lnTo>
                    <a:pt x="1612029" y="295769"/>
                  </a:lnTo>
                  <a:lnTo>
                    <a:pt x="1617475" y="295567"/>
                  </a:lnTo>
                  <a:lnTo>
                    <a:pt x="1622921" y="295347"/>
                  </a:lnTo>
                  <a:lnTo>
                    <a:pt x="1628367" y="295107"/>
                  </a:lnTo>
                  <a:lnTo>
                    <a:pt x="1633813" y="294849"/>
                  </a:lnTo>
                  <a:lnTo>
                    <a:pt x="1639259" y="294569"/>
                  </a:lnTo>
                  <a:lnTo>
                    <a:pt x="1644705" y="294266"/>
                  </a:lnTo>
                  <a:lnTo>
                    <a:pt x="1650151" y="293937"/>
                  </a:lnTo>
                  <a:lnTo>
                    <a:pt x="1655597" y="293580"/>
                  </a:lnTo>
                  <a:lnTo>
                    <a:pt x="1661043" y="293188"/>
                  </a:lnTo>
                  <a:lnTo>
                    <a:pt x="1666489" y="292759"/>
                  </a:lnTo>
                  <a:lnTo>
                    <a:pt x="1671935" y="292291"/>
                  </a:lnTo>
                  <a:lnTo>
                    <a:pt x="1677381" y="291781"/>
                  </a:lnTo>
                  <a:lnTo>
                    <a:pt x="1682827" y="291226"/>
                  </a:lnTo>
                  <a:lnTo>
                    <a:pt x="1688273" y="290622"/>
                  </a:lnTo>
                  <a:lnTo>
                    <a:pt x="1693720" y="289964"/>
                  </a:lnTo>
                  <a:lnTo>
                    <a:pt x="1699166" y="289242"/>
                  </a:lnTo>
                  <a:lnTo>
                    <a:pt x="1704612" y="288455"/>
                  </a:lnTo>
                  <a:lnTo>
                    <a:pt x="1710058" y="287603"/>
                  </a:lnTo>
                  <a:lnTo>
                    <a:pt x="1715504" y="286684"/>
                  </a:lnTo>
                  <a:lnTo>
                    <a:pt x="1720950" y="285697"/>
                  </a:lnTo>
                  <a:lnTo>
                    <a:pt x="1726396" y="284638"/>
                  </a:lnTo>
                  <a:lnTo>
                    <a:pt x="1731842" y="283508"/>
                  </a:lnTo>
                  <a:lnTo>
                    <a:pt x="1737288" y="282295"/>
                  </a:lnTo>
                  <a:lnTo>
                    <a:pt x="1742734" y="281009"/>
                  </a:lnTo>
                  <a:lnTo>
                    <a:pt x="1748180" y="279656"/>
                  </a:lnTo>
                  <a:lnTo>
                    <a:pt x="1753626" y="278241"/>
                  </a:lnTo>
                  <a:lnTo>
                    <a:pt x="1759072" y="276767"/>
                  </a:lnTo>
                  <a:lnTo>
                    <a:pt x="1764518" y="275243"/>
                  </a:lnTo>
                  <a:lnTo>
                    <a:pt x="1769964" y="273675"/>
                  </a:lnTo>
                  <a:lnTo>
                    <a:pt x="1775410" y="272070"/>
                  </a:lnTo>
                  <a:lnTo>
                    <a:pt x="1780856" y="270446"/>
                  </a:lnTo>
                  <a:lnTo>
                    <a:pt x="1786302" y="268815"/>
                  </a:lnTo>
                  <a:lnTo>
                    <a:pt x="1791748" y="267193"/>
                  </a:lnTo>
                  <a:lnTo>
                    <a:pt x="1797194" y="265592"/>
                  </a:lnTo>
                  <a:lnTo>
                    <a:pt x="1802640" y="264028"/>
                  </a:lnTo>
                  <a:lnTo>
                    <a:pt x="1808086" y="262516"/>
                  </a:lnTo>
                  <a:lnTo>
                    <a:pt x="1813532" y="261085"/>
                  </a:lnTo>
                  <a:lnTo>
                    <a:pt x="1818979" y="259748"/>
                  </a:lnTo>
                  <a:lnTo>
                    <a:pt x="1824425" y="258515"/>
                  </a:lnTo>
                  <a:lnTo>
                    <a:pt x="1829871" y="257402"/>
                  </a:lnTo>
                  <a:lnTo>
                    <a:pt x="1835317" y="256422"/>
                  </a:lnTo>
                  <a:lnTo>
                    <a:pt x="1840763" y="255586"/>
                  </a:lnTo>
                  <a:lnTo>
                    <a:pt x="1846209" y="254906"/>
                  </a:lnTo>
                  <a:lnTo>
                    <a:pt x="1851655" y="254423"/>
                  </a:lnTo>
                  <a:lnTo>
                    <a:pt x="1857101" y="254119"/>
                  </a:lnTo>
                  <a:lnTo>
                    <a:pt x="1862547" y="253996"/>
                  </a:lnTo>
                  <a:lnTo>
                    <a:pt x="1867993" y="254056"/>
                  </a:lnTo>
                  <a:lnTo>
                    <a:pt x="1873439" y="254300"/>
                  </a:lnTo>
                  <a:lnTo>
                    <a:pt x="1878885" y="254726"/>
                  </a:lnTo>
                  <a:lnTo>
                    <a:pt x="1884331" y="255333"/>
                  </a:lnTo>
                  <a:lnTo>
                    <a:pt x="1889777" y="256145"/>
                  </a:lnTo>
                  <a:lnTo>
                    <a:pt x="1895223" y="257125"/>
                  </a:lnTo>
                  <a:lnTo>
                    <a:pt x="1900669" y="258259"/>
                  </a:lnTo>
                  <a:lnTo>
                    <a:pt x="1906115" y="259537"/>
                  </a:lnTo>
                  <a:lnTo>
                    <a:pt x="1911561" y="260947"/>
                  </a:lnTo>
                  <a:lnTo>
                    <a:pt x="1917007" y="262475"/>
                  </a:lnTo>
                  <a:lnTo>
                    <a:pt x="1922453" y="264107"/>
                  </a:lnTo>
                  <a:lnTo>
                    <a:pt x="1927899" y="265840"/>
                  </a:lnTo>
                  <a:lnTo>
                    <a:pt x="1933345" y="267640"/>
                  </a:lnTo>
                  <a:lnTo>
                    <a:pt x="1938792" y="269489"/>
                  </a:lnTo>
                  <a:lnTo>
                    <a:pt x="1944238" y="271370"/>
                  </a:lnTo>
                  <a:lnTo>
                    <a:pt x="1949684" y="273267"/>
                  </a:lnTo>
                  <a:lnTo>
                    <a:pt x="1955130" y="275165"/>
                  </a:lnTo>
                  <a:lnTo>
                    <a:pt x="1960576" y="277048"/>
                  </a:lnTo>
                  <a:lnTo>
                    <a:pt x="1966022" y="278892"/>
                  </a:lnTo>
                  <a:lnTo>
                    <a:pt x="1971468" y="280686"/>
                  </a:lnTo>
                  <a:lnTo>
                    <a:pt x="1976914" y="282419"/>
                  </a:lnTo>
                  <a:lnTo>
                    <a:pt x="1982360" y="284080"/>
                  </a:lnTo>
                  <a:lnTo>
                    <a:pt x="1987806" y="285661"/>
                  </a:lnTo>
                  <a:lnTo>
                    <a:pt x="1993252" y="287152"/>
                  </a:lnTo>
                  <a:lnTo>
                    <a:pt x="1998698" y="288549"/>
                  </a:lnTo>
                  <a:lnTo>
                    <a:pt x="2004144" y="289825"/>
                  </a:lnTo>
                  <a:lnTo>
                    <a:pt x="2009590" y="290998"/>
                  </a:lnTo>
                  <a:lnTo>
                    <a:pt x="2015036" y="292067"/>
                  </a:lnTo>
                  <a:lnTo>
                    <a:pt x="2020482" y="293033"/>
                  </a:lnTo>
                  <a:lnTo>
                    <a:pt x="2025928" y="293897"/>
                  </a:lnTo>
                  <a:lnTo>
                    <a:pt x="2031374" y="294664"/>
                  </a:lnTo>
                  <a:lnTo>
                    <a:pt x="2036820" y="295335"/>
                  </a:lnTo>
                  <a:lnTo>
                    <a:pt x="2042266" y="295902"/>
                  </a:lnTo>
                  <a:lnTo>
                    <a:pt x="2047712" y="296389"/>
                  </a:lnTo>
                  <a:lnTo>
                    <a:pt x="2053158" y="296802"/>
                  </a:lnTo>
                  <a:lnTo>
                    <a:pt x="2058605" y="297147"/>
                  </a:lnTo>
                  <a:lnTo>
                    <a:pt x="2064051" y="297434"/>
                  </a:lnTo>
                  <a:lnTo>
                    <a:pt x="2069497" y="297666"/>
                  </a:lnTo>
                  <a:lnTo>
                    <a:pt x="2074943" y="297853"/>
                  </a:lnTo>
                  <a:lnTo>
                    <a:pt x="2080389" y="297994"/>
                  </a:lnTo>
                  <a:lnTo>
                    <a:pt x="2085835" y="298105"/>
                  </a:lnTo>
                  <a:lnTo>
                    <a:pt x="2091281" y="298192"/>
                  </a:lnTo>
                  <a:lnTo>
                    <a:pt x="2096727" y="298259"/>
                  </a:lnTo>
                  <a:lnTo>
                    <a:pt x="2102173" y="298311"/>
                  </a:lnTo>
                  <a:lnTo>
                    <a:pt x="2107619" y="298353"/>
                  </a:lnTo>
                  <a:lnTo>
                    <a:pt x="2113065" y="298388"/>
                  </a:lnTo>
                  <a:lnTo>
                    <a:pt x="2118511" y="298418"/>
                  </a:lnTo>
                  <a:lnTo>
                    <a:pt x="2123957" y="298449"/>
                  </a:lnTo>
                  <a:lnTo>
                    <a:pt x="2129403" y="298481"/>
                  </a:lnTo>
                  <a:lnTo>
                    <a:pt x="2134849" y="298516"/>
                  </a:lnTo>
                  <a:lnTo>
                    <a:pt x="2140295" y="298554"/>
                  </a:lnTo>
                  <a:lnTo>
                    <a:pt x="2145741" y="298598"/>
                  </a:lnTo>
                  <a:lnTo>
                    <a:pt x="2151187" y="298646"/>
                  </a:lnTo>
                  <a:lnTo>
                    <a:pt x="2156633" y="298701"/>
                  </a:lnTo>
                  <a:lnTo>
                    <a:pt x="2162079" y="298760"/>
                  </a:lnTo>
                  <a:lnTo>
                    <a:pt x="2167525" y="298824"/>
                  </a:lnTo>
                  <a:lnTo>
                    <a:pt x="2172971" y="298893"/>
                  </a:lnTo>
                  <a:lnTo>
                    <a:pt x="2178418" y="298965"/>
                  </a:lnTo>
                  <a:lnTo>
                    <a:pt x="2183864" y="299040"/>
                  </a:lnTo>
                  <a:lnTo>
                    <a:pt x="2189310" y="299118"/>
                  </a:lnTo>
                  <a:lnTo>
                    <a:pt x="2194756" y="299199"/>
                  </a:lnTo>
                  <a:lnTo>
                    <a:pt x="2200202" y="299279"/>
                  </a:lnTo>
                  <a:lnTo>
                    <a:pt x="2205648" y="299360"/>
                  </a:lnTo>
                  <a:lnTo>
                    <a:pt x="2211094" y="299441"/>
                  </a:lnTo>
                  <a:lnTo>
                    <a:pt x="2216540" y="299519"/>
                  </a:lnTo>
                  <a:lnTo>
                    <a:pt x="2221986" y="299595"/>
                  </a:lnTo>
                  <a:lnTo>
                    <a:pt x="2227432" y="299668"/>
                  </a:lnTo>
                  <a:lnTo>
                    <a:pt x="2232878" y="299735"/>
                  </a:lnTo>
                  <a:lnTo>
                    <a:pt x="2238324" y="299797"/>
                  </a:lnTo>
                  <a:lnTo>
                    <a:pt x="2243770" y="299852"/>
                  </a:lnTo>
                  <a:lnTo>
                    <a:pt x="2249216" y="299899"/>
                  </a:lnTo>
                  <a:lnTo>
                    <a:pt x="2254662" y="299938"/>
                  </a:lnTo>
                  <a:lnTo>
                    <a:pt x="2260108" y="299968"/>
                  </a:lnTo>
                  <a:lnTo>
                    <a:pt x="2265554" y="299988"/>
                  </a:lnTo>
                  <a:lnTo>
                    <a:pt x="2271000" y="299995"/>
                  </a:lnTo>
                  <a:lnTo>
                    <a:pt x="2276446" y="299990"/>
                  </a:lnTo>
                  <a:lnTo>
                    <a:pt x="2281892" y="299975"/>
                  </a:lnTo>
                  <a:lnTo>
                    <a:pt x="2287338" y="299948"/>
                  </a:lnTo>
                  <a:lnTo>
                    <a:pt x="2292784" y="299910"/>
                  </a:lnTo>
                  <a:lnTo>
                    <a:pt x="2298231" y="299860"/>
                  </a:lnTo>
                  <a:lnTo>
                    <a:pt x="2303677" y="299800"/>
                  </a:lnTo>
                  <a:lnTo>
                    <a:pt x="2309123" y="299729"/>
                  </a:lnTo>
                  <a:lnTo>
                    <a:pt x="2314569" y="299650"/>
                  </a:lnTo>
                  <a:lnTo>
                    <a:pt x="2320015" y="299564"/>
                  </a:lnTo>
                  <a:lnTo>
                    <a:pt x="2325461" y="299472"/>
                  </a:lnTo>
                  <a:lnTo>
                    <a:pt x="2330907" y="299377"/>
                  </a:lnTo>
                  <a:lnTo>
                    <a:pt x="2336353" y="299278"/>
                  </a:lnTo>
                  <a:lnTo>
                    <a:pt x="2341799" y="299179"/>
                  </a:lnTo>
                  <a:lnTo>
                    <a:pt x="2347245" y="299081"/>
                  </a:lnTo>
                  <a:lnTo>
                    <a:pt x="2352691" y="298985"/>
                  </a:lnTo>
                  <a:lnTo>
                    <a:pt x="2358137" y="298893"/>
                  </a:lnTo>
                  <a:lnTo>
                    <a:pt x="2363583" y="298805"/>
                  </a:lnTo>
                  <a:lnTo>
                    <a:pt x="2369029" y="298723"/>
                  </a:lnTo>
                  <a:lnTo>
                    <a:pt x="2374475" y="298646"/>
                  </a:lnTo>
                  <a:lnTo>
                    <a:pt x="2379921" y="298575"/>
                  </a:lnTo>
                  <a:lnTo>
                    <a:pt x="2385367" y="298512"/>
                  </a:lnTo>
                  <a:lnTo>
                    <a:pt x="2390813" y="298453"/>
                  </a:lnTo>
                  <a:lnTo>
                    <a:pt x="2396259" y="298399"/>
                  </a:lnTo>
                  <a:lnTo>
                    <a:pt x="2401705" y="298349"/>
                  </a:lnTo>
                  <a:lnTo>
                    <a:pt x="2407151" y="298302"/>
                  </a:lnTo>
                  <a:lnTo>
                    <a:pt x="2412597" y="298256"/>
                  </a:lnTo>
                  <a:lnTo>
                    <a:pt x="2418043" y="298210"/>
                  </a:lnTo>
                  <a:lnTo>
                    <a:pt x="2423490" y="298163"/>
                  </a:lnTo>
                  <a:lnTo>
                    <a:pt x="2428936" y="298115"/>
                  </a:lnTo>
                  <a:lnTo>
                    <a:pt x="2434382" y="298064"/>
                  </a:lnTo>
                  <a:lnTo>
                    <a:pt x="2439828" y="298011"/>
                  </a:lnTo>
                  <a:lnTo>
                    <a:pt x="2445274" y="297955"/>
                  </a:lnTo>
                  <a:lnTo>
                    <a:pt x="2450720" y="297897"/>
                  </a:lnTo>
                  <a:lnTo>
                    <a:pt x="2456166" y="297837"/>
                  </a:lnTo>
                  <a:lnTo>
                    <a:pt x="2461612" y="297777"/>
                  </a:lnTo>
                  <a:lnTo>
                    <a:pt x="2467058" y="297719"/>
                  </a:lnTo>
                  <a:lnTo>
                    <a:pt x="2472504" y="297665"/>
                  </a:lnTo>
                  <a:lnTo>
                    <a:pt x="2477950" y="297616"/>
                  </a:lnTo>
                  <a:lnTo>
                    <a:pt x="2483396" y="297575"/>
                  </a:lnTo>
                  <a:lnTo>
                    <a:pt x="2488842" y="297543"/>
                  </a:lnTo>
                  <a:lnTo>
                    <a:pt x="2494288" y="297525"/>
                  </a:lnTo>
                  <a:lnTo>
                    <a:pt x="2499734" y="297523"/>
                  </a:lnTo>
                  <a:lnTo>
                    <a:pt x="2505180" y="297537"/>
                  </a:lnTo>
                  <a:lnTo>
                    <a:pt x="2510626" y="297569"/>
                  </a:lnTo>
                  <a:lnTo>
                    <a:pt x="2516072" y="297618"/>
                  </a:lnTo>
                  <a:lnTo>
                    <a:pt x="2521518" y="297685"/>
                  </a:lnTo>
                  <a:lnTo>
                    <a:pt x="2526964" y="297770"/>
                  </a:lnTo>
                  <a:lnTo>
                    <a:pt x="2532410" y="297873"/>
                  </a:lnTo>
                  <a:lnTo>
                    <a:pt x="2537856" y="297994"/>
                  </a:lnTo>
                  <a:lnTo>
                    <a:pt x="2543303" y="298128"/>
                  </a:lnTo>
                  <a:lnTo>
                    <a:pt x="2548749" y="298272"/>
                  </a:lnTo>
                  <a:lnTo>
                    <a:pt x="2554195" y="298426"/>
                  </a:lnTo>
                  <a:lnTo>
                    <a:pt x="2559641" y="298585"/>
                  </a:lnTo>
                  <a:lnTo>
                    <a:pt x="2565087" y="298747"/>
                  </a:lnTo>
                  <a:lnTo>
                    <a:pt x="2570533" y="298910"/>
                  </a:lnTo>
                  <a:lnTo>
                    <a:pt x="2575979" y="299068"/>
                  </a:lnTo>
                  <a:lnTo>
                    <a:pt x="2581425" y="299221"/>
                  </a:lnTo>
                  <a:lnTo>
                    <a:pt x="2586871" y="299365"/>
                  </a:lnTo>
                  <a:lnTo>
                    <a:pt x="2592317" y="299498"/>
                  </a:lnTo>
                  <a:lnTo>
                    <a:pt x="2597763" y="299620"/>
                  </a:lnTo>
                  <a:lnTo>
                    <a:pt x="2603209" y="299727"/>
                  </a:lnTo>
                  <a:lnTo>
                    <a:pt x="2608655" y="299819"/>
                  </a:lnTo>
                  <a:lnTo>
                    <a:pt x="2614101" y="299893"/>
                  </a:lnTo>
                  <a:lnTo>
                    <a:pt x="2619547" y="299951"/>
                  </a:lnTo>
                  <a:lnTo>
                    <a:pt x="2624993" y="299994"/>
                  </a:lnTo>
                  <a:lnTo>
                    <a:pt x="2630439" y="300021"/>
                  </a:lnTo>
                  <a:lnTo>
                    <a:pt x="2635885" y="300034"/>
                  </a:lnTo>
                  <a:lnTo>
                    <a:pt x="2641331" y="300033"/>
                  </a:lnTo>
                  <a:lnTo>
                    <a:pt x="2646777" y="300018"/>
                  </a:lnTo>
                  <a:lnTo>
                    <a:pt x="2652223" y="299992"/>
                  </a:lnTo>
                  <a:lnTo>
                    <a:pt x="2657669" y="299956"/>
                  </a:lnTo>
                  <a:lnTo>
                    <a:pt x="2663116" y="299913"/>
                  </a:lnTo>
                  <a:lnTo>
                    <a:pt x="2668562" y="299865"/>
                  </a:lnTo>
                  <a:lnTo>
                    <a:pt x="2674008" y="299813"/>
                  </a:lnTo>
                  <a:lnTo>
                    <a:pt x="2679454" y="299758"/>
                  </a:lnTo>
                  <a:lnTo>
                    <a:pt x="2684900" y="299704"/>
                  </a:lnTo>
                  <a:lnTo>
                    <a:pt x="2690346" y="299651"/>
                  </a:lnTo>
                  <a:lnTo>
                    <a:pt x="2695792" y="299602"/>
                  </a:lnTo>
                  <a:lnTo>
                    <a:pt x="2701238" y="299559"/>
                  </a:lnTo>
                  <a:lnTo>
                    <a:pt x="2706684" y="299521"/>
                  </a:lnTo>
                  <a:lnTo>
                    <a:pt x="2712130" y="299491"/>
                  </a:lnTo>
                  <a:lnTo>
                    <a:pt x="2717576" y="299469"/>
                  </a:lnTo>
                  <a:lnTo>
                    <a:pt x="2723022" y="299458"/>
                  </a:lnTo>
                  <a:lnTo>
                    <a:pt x="2728468" y="299456"/>
                  </a:lnTo>
                  <a:lnTo>
                    <a:pt x="2733914" y="299465"/>
                  </a:lnTo>
                  <a:lnTo>
                    <a:pt x="2739360" y="299483"/>
                  </a:lnTo>
                  <a:lnTo>
                    <a:pt x="2744806" y="299511"/>
                  </a:lnTo>
                  <a:lnTo>
                    <a:pt x="2750252" y="299548"/>
                  </a:lnTo>
                  <a:lnTo>
                    <a:pt x="2755698" y="299593"/>
                  </a:lnTo>
                  <a:lnTo>
                    <a:pt x="2761144" y="299647"/>
                  </a:lnTo>
                  <a:lnTo>
                    <a:pt x="2766590" y="299707"/>
                  </a:lnTo>
                  <a:lnTo>
                    <a:pt x="2772036" y="299772"/>
                  </a:lnTo>
                  <a:lnTo>
                    <a:pt x="2777482" y="299841"/>
                  </a:lnTo>
                  <a:lnTo>
                    <a:pt x="2782929" y="299913"/>
                  </a:lnTo>
                  <a:lnTo>
                    <a:pt x="2782929" y="300858"/>
                  </a:lnTo>
                  <a:lnTo>
                    <a:pt x="2777482" y="300858"/>
                  </a:lnTo>
                  <a:lnTo>
                    <a:pt x="2772036" y="300858"/>
                  </a:lnTo>
                  <a:lnTo>
                    <a:pt x="2766590" y="300858"/>
                  </a:lnTo>
                  <a:lnTo>
                    <a:pt x="2761144" y="300858"/>
                  </a:lnTo>
                  <a:lnTo>
                    <a:pt x="2755698" y="300858"/>
                  </a:lnTo>
                  <a:lnTo>
                    <a:pt x="2750252" y="300858"/>
                  </a:lnTo>
                  <a:lnTo>
                    <a:pt x="2744806" y="300858"/>
                  </a:lnTo>
                  <a:lnTo>
                    <a:pt x="2739360" y="300858"/>
                  </a:lnTo>
                  <a:lnTo>
                    <a:pt x="2733914" y="300858"/>
                  </a:lnTo>
                  <a:lnTo>
                    <a:pt x="2728468" y="300858"/>
                  </a:lnTo>
                  <a:lnTo>
                    <a:pt x="2723022" y="300858"/>
                  </a:lnTo>
                  <a:lnTo>
                    <a:pt x="2717576" y="300858"/>
                  </a:lnTo>
                  <a:lnTo>
                    <a:pt x="2712130" y="300858"/>
                  </a:lnTo>
                  <a:lnTo>
                    <a:pt x="2706684" y="300858"/>
                  </a:lnTo>
                  <a:lnTo>
                    <a:pt x="2701238" y="300858"/>
                  </a:lnTo>
                  <a:lnTo>
                    <a:pt x="2695792" y="300858"/>
                  </a:lnTo>
                  <a:lnTo>
                    <a:pt x="2690346" y="300858"/>
                  </a:lnTo>
                  <a:lnTo>
                    <a:pt x="2684900" y="300858"/>
                  </a:lnTo>
                  <a:lnTo>
                    <a:pt x="2679454" y="300858"/>
                  </a:lnTo>
                  <a:lnTo>
                    <a:pt x="2674008" y="300858"/>
                  </a:lnTo>
                  <a:lnTo>
                    <a:pt x="2668562" y="300858"/>
                  </a:lnTo>
                  <a:lnTo>
                    <a:pt x="2663116" y="300858"/>
                  </a:lnTo>
                  <a:lnTo>
                    <a:pt x="2657669" y="300858"/>
                  </a:lnTo>
                  <a:lnTo>
                    <a:pt x="2652223" y="300858"/>
                  </a:lnTo>
                  <a:lnTo>
                    <a:pt x="2646777" y="300858"/>
                  </a:lnTo>
                  <a:lnTo>
                    <a:pt x="2641331" y="300858"/>
                  </a:lnTo>
                  <a:lnTo>
                    <a:pt x="2635885" y="300858"/>
                  </a:lnTo>
                  <a:lnTo>
                    <a:pt x="2630439" y="300858"/>
                  </a:lnTo>
                  <a:lnTo>
                    <a:pt x="2624993" y="300858"/>
                  </a:lnTo>
                  <a:lnTo>
                    <a:pt x="2619547" y="300858"/>
                  </a:lnTo>
                  <a:lnTo>
                    <a:pt x="2614101" y="300858"/>
                  </a:lnTo>
                  <a:lnTo>
                    <a:pt x="2608655" y="300858"/>
                  </a:lnTo>
                  <a:lnTo>
                    <a:pt x="2603209" y="300858"/>
                  </a:lnTo>
                  <a:lnTo>
                    <a:pt x="2597763" y="300858"/>
                  </a:lnTo>
                  <a:lnTo>
                    <a:pt x="2592317" y="300858"/>
                  </a:lnTo>
                  <a:lnTo>
                    <a:pt x="2586871" y="300858"/>
                  </a:lnTo>
                  <a:lnTo>
                    <a:pt x="2581425" y="300858"/>
                  </a:lnTo>
                  <a:lnTo>
                    <a:pt x="2575979" y="300858"/>
                  </a:lnTo>
                  <a:lnTo>
                    <a:pt x="2570533" y="300858"/>
                  </a:lnTo>
                  <a:lnTo>
                    <a:pt x="2565087" y="300858"/>
                  </a:lnTo>
                  <a:lnTo>
                    <a:pt x="2559641" y="300858"/>
                  </a:lnTo>
                  <a:lnTo>
                    <a:pt x="2554195" y="300858"/>
                  </a:lnTo>
                  <a:lnTo>
                    <a:pt x="2548749" y="300858"/>
                  </a:lnTo>
                  <a:lnTo>
                    <a:pt x="2543303" y="300858"/>
                  </a:lnTo>
                  <a:lnTo>
                    <a:pt x="2537856" y="300858"/>
                  </a:lnTo>
                  <a:lnTo>
                    <a:pt x="2532410" y="300858"/>
                  </a:lnTo>
                  <a:lnTo>
                    <a:pt x="2526964" y="300858"/>
                  </a:lnTo>
                  <a:lnTo>
                    <a:pt x="2521518" y="300858"/>
                  </a:lnTo>
                  <a:lnTo>
                    <a:pt x="2516072" y="300858"/>
                  </a:lnTo>
                  <a:lnTo>
                    <a:pt x="2510626" y="300858"/>
                  </a:lnTo>
                  <a:lnTo>
                    <a:pt x="2505180" y="300858"/>
                  </a:lnTo>
                  <a:lnTo>
                    <a:pt x="2499734" y="300858"/>
                  </a:lnTo>
                  <a:lnTo>
                    <a:pt x="2494288" y="300858"/>
                  </a:lnTo>
                  <a:lnTo>
                    <a:pt x="2488842" y="300858"/>
                  </a:lnTo>
                  <a:lnTo>
                    <a:pt x="2483396" y="300858"/>
                  </a:lnTo>
                  <a:lnTo>
                    <a:pt x="2477950" y="300858"/>
                  </a:lnTo>
                  <a:lnTo>
                    <a:pt x="2472504" y="300858"/>
                  </a:lnTo>
                  <a:lnTo>
                    <a:pt x="2467058" y="300858"/>
                  </a:lnTo>
                  <a:lnTo>
                    <a:pt x="2461612" y="300858"/>
                  </a:lnTo>
                  <a:lnTo>
                    <a:pt x="2456166" y="300858"/>
                  </a:lnTo>
                  <a:lnTo>
                    <a:pt x="2450720" y="300858"/>
                  </a:lnTo>
                  <a:lnTo>
                    <a:pt x="2445274" y="300858"/>
                  </a:lnTo>
                  <a:lnTo>
                    <a:pt x="2439828" y="300858"/>
                  </a:lnTo>
                  <a:lnTo>
                    <a:pt x="2434382" y="300858"/>
                  </a:lnTo>
                  <a:lnTo>
                    <a:pt x="2428936" y="300858"/>
                  </a:lnTo>
                  <a:lnTo>
                    <a:pt x="2423490" y="300858"/>
                  </a:lnTo>
                  <a:lnTo>
                    <a:pt x="2418043" y="300858"/>
                  </a:lnTo>
                  <a:lnTo>
                    <a:pt x="2412597" y="300858"/>
                  </a:lnTo>
                  <a:lnTo>
                    <a:pt x="2407151" y="300858"/>
                  </a:lnTo>
                  <a:lnTo>
                    <a:pt x="2401705" y="300858"/>
                  </a:lnTo>
                  <a:lnTo>
                    <a:pt x="2396259" y="300858"/>
                  </a:lnTo>
                  <a:lnTo>
                    <a:pt x="2390813" y="300858"/>
                  </a:lnTo>
                  <a:lnTo>
                    <a:pt x="2385367" y="300858"/>
                  </a:lnTo>
                  <a:lnTo>
                    <a:pt x="2379921" y="300858"/>
                  </a:lnTo>
                  <a:lnTo>
                    <a:pt x="2374475" y="300858"/>
                  </a:lnTo>
                  <a:lnTo>
                    <a:pt x="2369029" y="300858"/>
                  </a:lnTo>
                  <a:lnTo>
                    <a:pt x="2363583" y="300858"/>
                  </a:lnTo>
                  <a:lnTo>
                    <a:pt x="2358137" y="300858"/>
                  </a:lnTo>
                  <a:lnTo>
                    <a:pt x="2352691" y="300858"/>
                  </a:lnTo>
                  <a:lnTo>
                    <a:pt x="2347245" y="300858"/>
                  </a:lnTo>
                  <a:lnTo>
                    <a:pt x="2341799" y="300858"/>
                  </a:lnTo>
                  <a:lnTo>
                    <a:pt x="2336353" y="300858"/>
                  </a:lnTo>
                  <a:lnTo>
                    <a:pt x="2330907" y="300858"/>
                  </a:lnTo>
                  <a:lnTo>
                    <a:pt x="2325461" y="300858"/>
                  </a:lnTo>
                  <a:lnTo>
                    <a:pt x="2320015" y="300858"/>
                  </a:lnTo>
                  <a:lnTo>
                    <a:pt x="2314569" y="300858"/>
                  </a:lnTo>
                  <a:lnTo>
                    <a:pt x="2309123" y="300858"/>
                  </a:lnTo>
                  <a:lnTo>
                    <a:pt x="2303677" y="300858"/>
                  </a:lnTo>
                  <a:lnTo>
                    <a:pt x="2298231" y="300858"/>
                  </a:lnTo>
                  <a:lnTo>
                    <a:pt x="2292784" y="300858"/>
                  </a:lnTo>
                  <a:lnTo>
                    <a:pt x="2287338" y="300858"/>
                  </a:lnTo>
                  <a:lnTo>
                    <a:pt x="2281892" y="300858"/>
                  </a:lnTo>
                  <a:lnTo>
                    <a:pt x="2276446" y="300858"/>
                  </a:lnTo>
                  <a:lnTo>
                    <a:pt x="2271000" y="300858"/>
                  </a:lnTo>
                  <a:lnTo>
                    <a:pt x="2265554" y="300858"/>
                  </a:lnTo>
                  <a:lnTo>
                    <a:pt x="2260108" y="300858"/>
                  </a:lnTo>
                  <a:lnTo>
                    <a:pt x="2254662" y="300858"/>
                  </a:lnTo>
                  <a:lnTo>
                    <a:pt x="2249216" y="300858"/>
                  </a:lnTo>
                  <a:lnTo>
                    <a:pt x="2243770" y="300858"/>
                  </a:lnTo>
                  <a:lnTo>
                    <a:pt x="2238324" y="300858"/>
                  </a:lnTo>
                  <a:lnTo>
                    <a:pt x="2232878" y="300858"/>
                  </a:lnTo>
                  <a:lnTo>
                    <a:pt x="2227432" y="300858"/>
                  </a:lnTo>
                  <a:lnTo>
                    <a:pt x="2221986" y="300858"/>
                  </a:lnTo>
                  <a:lnTo>
                    <a:pt x="2216540" y="300858"/>
                  </a:lnTo>
                  <a:lnTo>
                    <a:pt x="2211094" y="300858"/>
                  </a:lnTo>
                  <a:lnTo>
                    <a:pt x="2205648" y="300858"/>
                  </a:lnTo>
                  <a:lnTo>
                    <a:pt x="2200202" y="300858"/>
                  </a:lnTo>
                  <a:lnTo>
                    <a:pt x="2194756" y="300858"/>
                  </a:lnTo>
                  <a:lnTo>
                    <a:pt x="2189310" y="300858"/>
                  </a:lnTo>
                  <a:lnTo>
                    <a:pt x="2183864" y="300858"/>
                  </a:lnTo>
                  <a:lnTo>
                    <a:pt x="2178418" y="300858"/>
                  </a:lnTo>
                  <a:lnTo>
                    <a:pt x="2172971" y="300858"/>
                  </a:lnTo>
                  <a:lnTo>
                    <a:pt x="2167525" y="300858"/>
                  </a:lnTo>
                  <a:lnTo>
                    <a:pt x="2162079" y="300858"/>
                  </a:lnTo>
                  <a:lnTo>
                    <a:pt x="2156633" y="300858"/>
                  </a:lnTo>
                  <a:lnTo>
                    <a:pt x="2151187" y="300858"/>
                  </a:lnTo>
                  <a:lnTo>
                    <a:pt x="2145741" y="300858"/>
                  </a:lnTo>
                  <a:lnTo>
                    <a:pt x="2140295" y="300858"/>
                  </a:lnTo>
                  <a:lnTo>
                    <a:pt x="2134849" y="300858"/>
                  </a:lnTo>
                  <a:lnTo>
                    <a:pt x="2129403" y="300858"/>
                  </a:lnTo>
                  <a:lnTo>
                    <a:pt x="2123957" y="300858"/>
                  </a:lnTo>
                  <a:lnTo>
                    <a:pt x="2118511" y="300858"/>
                  </a:lnTo>
                  <a:lnTo>
                    <a:pt x="2113065" y="300858"/>
                  </a:lnTo>
                  <a:lnTo>
                    <a:pt x="2107619" y="300858"/>
                  </a:lnTo>
                  <a:lnTo>
                    <a:pt x="2102173" y="300858"/>
                  </a:lnTo>
                  <a:lnTo>
                    <a:pt x="2096727" y="300858"/>
                  </a:lnTo>
                  <a:lnTo>
                    <a:pt x="2091281" y="300858"/>
                  </a:lnTo>
                  <a:lnTo>
                    <a:pt x="2085835" y="300858"/>
                  </a:lnTo>
                  <a:lnTo>
                    <a:pt x="2080389" y="300858"/>
                  </a:lnTo>
                  <a:lnTo>
                    <a:pt x="2074943" y="300858"/>
                  </a:lnTo>
                  <a:lnTo>
                    <a:pt x="2069497" y="300858"/>
                  </a:lnTo>
                  <a:lnTo>
                    <a:pt x="2064051" y="300858"/>
                  </a:lnTo>
                  <a:lnTo>
                    <a:pt x="2058605" y="300858"/>
                  </a:lnTo>
                  <a:lnTo>
                    <a:pt x="2053158" y="300858"/>
                  </a:lnTo>
                  <a:lnTo>
                    <a:pt x="2047712" y="300858"/>
                  </a:lnTo>
                  <a:lnTo>
                    <a:pt x="2042266" y="300858"/>
                  </a:lnTo>
                  <a:lnTo>
                    <a:pt x="2036820" y="300858"/>
                  </a:lnTo>
                  <a:lnTo>
                    <a:pt x="2031374" y="300858"/>
                  </a:lnTo>
                  <a:lnTo>
                    <a:pt x="2025928" y="300858"/>
                  </a:lnTo>
                  <a:lnTo>
                    <a:pt x="2020482" y="300858"/>
                  </a:lnTo>
                  <a:lnTo>
                    <a:pt x="2015036" y="300858"/>
                  </a:lnTo>
                  <a:lnTo>
                    <a:pt x="2009590" y="300858"/>
                  </a:lnTo>
                  <a:lnTo>
                    <a:pt x="2004144" y="300858"/>
                  </a:lnTo>
                  <a:lnTo>
                    <a:pt x="1998698" y="300858"/>
                  </a:lnTo>
                  <a:lnTo>
                    <a:pt x="1993252" y="300858"/>
                  </a:lnTo>
                  <a:lnTo>
                    <a:pt x="1987806" y="300858"/>
                  </a:lnTo>
                  <a:lnTo>
                    <a:pt x="1982360" y="300858"/>
                  </a:lnTo>
                  <a:lnTo>
                    <a:pt x="1976914" y="300858"/>
                  </a:lnTo>
                  <a:lnTo>
                    <a:pt x="1971468" y="300858"/>
                  </a:lnTo>
                  <a:lnTo>
                    <a:pt x="1966022" y="300858"/>
                  </a:lnTo>
                  <a:lnTo>
                    <a:pt x="1960576" y="300858"/>
                  </a:lnTo>
                  <a:lnTo>
                    <a:pt x="1955130" y="300858"/>
                  </a:lnTo>
                  <a:lnTo>
                    <a:pt x="1949684" y="300858"/>
                  </a:lnTo>
                  <a:lnTo>
                    <a:pt x="1944238" y="300858"/>
                  </a:lnTo>
                  <a:lnTo>
                    <a:pt x="1938792" y="300858"/>
                  </a:lnTo>
                  <a:lnTo>
                    <a:pt x="1933345" y="300858"/>
                  </a:lnTo>
                  <a:lnTo>
                    <a:pt x="1927899" y="300858"/>
                  </a:lnTo>
                  <a:lnTo>
                    <a:pt x="1922453" y="300858"/>
                  </a:lnTo>
                  <a:lnTo>
                    <a:pt x="1917007" y="300858"/>
                  </a:lnTo>
                  <a:lnTo>
                    <a:pt x="1911561" y="300858"/>
                  </a:lnTo>
                  <a:lnTo>
                    <a:pt x="1906115" y="300858"/>
                  </a:lnTo>
                  <a:lnTo>
                    <a:pt x="1900669" y="300858"/>
                  </a:lnTo>
                  <a:lnTo>
                    <a:pt x="1895223" y="300858"/>
                  </a:lnTo>
                  <a:lnTo>
                    <a:pt x="1889777" y="300858"/>
                  </a:lnTo>
                  <a:lnTo>
                    <a:pt x="1884331" y="300858"/>
                  </a:lnTo>
                  <a:lnTo>
                    <a:pt x="1878885" y="300858"/>
                  </a:lnTo>
                  <a:lnTo>
                    <a:pt x="1873439" y="300858"/>
                  </a:lnTo>
                  <a:lnTo>
                    <a:pt x="1867993" y="300858"/>
                  </a:lnTo>
                  <a:lnTo>
                    <a:pt x="1862547" y="300858"/>
                  </a:lnTo>
                  <a:lnTo>
                    <a:pt x="1857101" y="300858"/>
                  </a:lnTo>
                  <a:lnTo>
                    <a:pt x="1851655" y="300858"/>
                  </a:lnTo>
                  <a:lnTo>
                    <a:pt x="1846209" y="300858"/>
                  </a:lnTo>
                  <a:lnTo>
                    <a:pt x="1840763" y="300858"/>
                  </a:lnTo>
                  <a:lnTo>
                    <a:pt x="1835317" y="300858"/>
                  </a:lnTo>
                  <a:lnTo>
                    <a:pt x="1829871" y="300858"/>
                  </a:lnTo>
                  <a:lnTo>
                    <a:pt x="1824425" y="300858"/>
                  </a:lnTo>
                  <a:lnTo>
                    <a:pt x="1818979" y="300858"/>
                  </a:lnTo>
                  <a:lnTo>
                    <a:pt x="1813532" y="300858"/>
                  </a:lnTo>
                  <a:lnTo>
                    <a:pt x="1808086" y="300858"/>
                  </a:lnTo>
                  <a:lnTo>
                    <a:pt x="1802640" y="300858"/>
                  </a:lnTo>
                  <a:lnTo>
                    <a:pt x="1797194" y="300858"/>
                  </a:lnTo>
                  <a:lnTo>
                    <a:pt x="1791748" y="300858"/>
                  </a:lnTo>
                  <a:lnTo>
                    <a:pt x="1786302" y="300858"/>
                  </a:lnTo>
                  <a:lnTo>
                    <a:pt x="1780856" y="300858"/>
                  </a:lnTo>
                  <a:lnTo>
                    <a:pt x="1775410" y="300858"/>
                  </a:lnTo>
                  <a:lnTo>
                    <a:pt x="1769964" y="300858"/>
                  </a:lnTo>
                  <a:lnTo>
                    <a:pt x="1764518" y="300858"/>
                  </a:lnTo>
                  <a:lnTo>
                    <a:pt x="1759072" y="300858"/>
                  </a:lnTo>
                  <a:lnTo>
                    <a:pt x="1753626" y="300858"/>
                  </a:lnTo>
                  <a:lnTo>
                    <a:pt x="1748180" y="300858"/>
                  </a:lnTo>
                  <a:lnTo>
                    <a:pt x="1742734" y="300858"/>
                  </a:lnTo>
                  <a:lnTo>
                    <a:pt x="1737288" y="300858"/>
                  </a:lnTo>
                  <a:lnTo>
                    <a:pt x="1731842" y="300858"/>
                  </a:lnTo>
                  <a:lnTo>
                    <a:pt x="1726396" y="300858"/>
                  </a:lnTo>
                  <a:lnTo>
                    <a:pt x="1720950" y="300858"/>
                  </a:lnTo>
                  <a:lnTo>
                    <a:pt x="1715504" y="300858"/>
                  </a:lnTo>
                  <a:lnTo>
                    <a:pt x="1710058" y="300858"/>
                  </a:lnTo>
                  <a:lnTo>
                    <a:pt x="1704612" y="300858"/>
                  </a:lnTo>
                  <a:lnTo>
                    <a:pt x="1699166" y="300858"/>
                  </a:lnTo>
                  <a:lnTo>
                    <a:pt x="1693720" y="300858"/>
                  </a:lnTo>
                  <a:lnTo>
                    <a:pt x="1688273" y="300858"/>
                  </a:lnTo>
                  <a:lnTo>
                    <a:pt x="1682827" y="300858"/>
                  </a:lnTo>
                  <a:lnTo>
                    <a:pt x="1677381" y="300858"/>
                  </a:lnTo>
                  <a:lnTo>
                    <a:pt x="1671935" y="300858"/>
                  </a:lnTo>
                  <a:lnTo>
                    <a:pt x="1666489" y="300858"/>
                  </a:lnTo>
                  <a:lnTo>
                    <a:pt x="1661043" y="300858"/>
                  </a:lnTo>
                  <a:lnTo>
                    <a:pt x="1655597" y="300858"/>
                  </a:lnTo>
                  <a:lnTo>
                    <a:pt x="1650151" y="300858"/>
                  </a:lnTo>
                  <a:lnTo>
                    <a:pt x="1644705" y="300858"/>
                  </a:lnTo>
                  <a:lnTo>
                    <a:pt x="1639259" y="300858"/>
                  </a:lnTo>
                  <a:lnTo>
                    <a:pt x="1633813" y="300858"/>
                  </a:lnTo>
                  <a:lnTo>
                    <a:pt x="1628367" y="300858"/>
                  </a:lnTo>
                  <a:lnTo>
                    <a:pt x="1622921" y="300858"/>
                  </a:lnTo>
                  <a:lnTo>
                    <a:pt x="1617475" y="300858"/>
                  </a:lnTo>
                  <a:lnTo>
                    <a:pt x="1612029" y="300858"/>
                  </a:lnTo>
                  <a:lnTo>
                    <a:pt x="1606583" y="300858"/>
                  </a:lnTo>
                  <a:lnTo>
                    <a:pt x="1601137" y="300858"/>
                  </a:lnTo>
                  <a:lnTo>
                    <a:pt x="1595691" y="300858"/>
                  </a:lnTo>
                  <a:lnTo>
                    <a:pt x="1590245" y="300858"/>
                  </a:lnTo>
                  <a:lnTo>
                    <a:pt x="1584799" y="300858"/>
                  </a:lnTo>
                  <a:lnTo>
                    <a:pt x="1579353" y="300858"/>
                  </a:lnTo>
                  <a:lnTo>
                    <a:pt x="1573907" y="300858"/>
                  </a:lnTo>
                  <a:lnTo>
                    <a:pt x="1568460" y="300858"/>
                  </a:lnTo>
                  <a:lnTo>
                    <a:pt x="1563014" y="300858"/>
                  </a:lnTo>
                  <a:lnTo>
                    <a:pt x="1557568" y="300858"/>
                  </a:lnTo>
                  <a:lnTo>
                    <a:pt x="1552122" y="300858"/>
                  </a:lnTo>
                  <a:lnTo>
                    <a:pt x="1546676" y="300858"/>
                  </a:lnTo>
                  <a:lnTo>
                    <a:pt x="1541230" y="300858"/>
                  </a:lnTo>
                  <a:lnTo>
                    <a:pt x="1535784" y="300858"/>
                  </a:lnTo>
                  <a:lnTo>
                    <a:pt x="1530338" y="300858"/>
                  </a:lnTo>
                  <a:lnTo>
                    <a:pt x="1524892" y="300858"/>
                  </a:lnTo>
                  <a:lnTo>
                    <a:pt x="1519446" y="300858"/>
                  </a:lnTo>
                  <a:lnTo>
                    <a:pt x="1514000" y="300858"/>
                  </a:lnTo>
                  <a:lnTo>
                    <a:pt x="1508554" y="300858"/>
                  </a:lnTo>
                  <a:lnTo>
                    <a:pt x="1503108" y="300858"/>
                  </a:lnTo>
                  <a:lnTo>
                    <a:pt x="1497662" y="300858"/>
                  </a:lnTo>
                  <a:lnTo>
                    <a:pt x="1492216" y="300858"/>
                  </a:lnTo>
                  <a:lnTo>
                    <a:pt x="1486770" y="300858"/>
                  </a:lnTo>
                  <a:lnTo>
                    <a:pt x="1481324" y="300858"/>
                  </a:lnTo>
                  <a:lnTo>
                    <a:pt x="1475878" y="300858"/>
                  </a:lnTo>
                  <a:lnTo>
                    <a:pt x="1470432" y="300858"/>
                  </a:lnTo>
                  <a:lnTo>
                    <a:pt x="1464986" y="300858"/>
                  </a:lnTo>
                  <a:lnTo>
                    <a:pt x="1459540" y="300858"/>
                  </a:lnTo>
                  <a:lnTo>
                    <a:pt x="1454094" y="300858"/>
                  </a:lnTo>
                  <a:lnTo>
                    <a:pt x="1448647" y="300858"/>
                  </a:lnTo>
                  <a:lnTo>
                    <a:pt x="1443201" y="300858"/>
                  </a:lnTo>
                  <a:lnTo>
                    <a:pt x="1437755" y="300858"/>
                  </a:lnTo>
                  <a:lnTo>
                    <a:pt x="1432309" y="300858"/>
                  </a:lnTo>
                  <a:lnTo>
                    <a:pt x="1426863" y="300858"/>
                  </a:lnTo>
                  <a:lnTo>
                    <a:pt x="1421417" y="300858"/>
                  </a:lnTo>
                  <a:lnTo>
                    <a:pt x="1415971" y="300858"/>
                  </a:lnTo>
                  <a:lnTo>
                    <a:pt x="1410525" y="300858"/>
                  </a:lnTo>
                  <a:lnTo>
                    <a:pt x="1405079" y="300858"/>
                  </a:lnTo>
                  <a:lnTo>
                    <a:pt x="1399633" y="300858"/>
                  </a:lnTo>
                  <a:lnTo>
                    <a:pt x="1394187" y="300858"/>
                  </a:lnTo>
                  <a:lnTo>
                    <a:pt x="1388741" y="300858"/>
                  </a:lnTo>
                  <a:lnTo>
                    <a:pt x="1383295" y="300858"/>
                  </a:lnTo>
                  <a:lnTo>
                    <a:pt x="1377849" y="300858"/>
                  </a:lnTo>
                  <a:lnTo>
                    <a:pt x="1372403" y="300858"/>
                  </a:lnTo>
                  <a:lnTo>
                    <a:pt x="1366957" y="300858"/>
                  </a:lnTo>
                  <a:lnTo>
                    <a:pt x="1361511" y="300858"/>
                  </a:lnTo>
                  <a:lnTo>
                    <a:pt x="1356065" y="300858"/>
                  </a:lnTo>
                  <a:lnTo>
                    <a:pt x="1350619" y="300858"/>
                  </a:lnTo>
                  <a:lnTo>
                    <a:pt x="1345173" y="300858"/>
                  </a:lnTo>
                  <a:lnTo>
                    <a:pt x="1339727" y="300858"/>
                  </a:lnTo>
                  <a:lnTo>
                    <a:pt x="1334281" y="300858"/>
                  </a:lnTo>
                  <a:lnTo>
                    <a:pt x="1328834" y="300858"/>
                  </a:lnTo>
                  <a:lnTo>
                    <a:pt x="1323388" y="300858"/>
                  </a:lnTo>
                  <a:lnTo>
                    <a:pt x="1317942" y="300858"/>
                  </a:lnTo>
                  <a:lnTo>
                    <a:pt x="1312496" y="300858"/>
                  </a:lnTo>
                  <a:lnTo>
                    <a:pt x="1307050" y="300858"/>
                  </a:lnTo>
                  <a:lnTo>
                    <a:pt x="1301604" y="300858"/>
                  </a:lnTo>
                  <a:lnTo>
                    <a:pt x="1296158" y="300858"/>
                  </a:lnTo>
                  <a:lnTo>
                    <a:pt x="1290712" y="300858"/>
                  </a:lnTo>
                  <a:lnTo>
                    <a:pt x="1285266" y="300858"/>
                  </a:lnTo>
                  <a:lnTo>
                    <a:pt x="1279820" y="300858"/>
                  </a:lnTo>
                  <a:lnTo>
                    <a:pt x="1274374" y="300858"/>
                  </a:lnTo>
                  <a:lnTo>
                    <a:pt x="1268928" y="300858"/>
                  </a:lnTo>
                  <a:lnTo>
                    <a:pt x="1263482" y="300858"/>
                  </a:lnTo>
                  <a:lnTo>
                    <a:pt x="1258036" y="300858"/>
                  </a:lnTo>
                  <a:lnTo>
                    <a:pt x="1252590" y="300858"/>
                  </a:lnTo>
                  <a:lnTo>
                    <a:pt x="1247144" y="300858"/>
                  </a:lnTo>
                  <a:lnTo>
                    <a:pt x="1241698" y="300858"/>
                  </a:lnTo>
                  <a:lnTo>
                    <a:pt x="1236252" y="300858"/>
                  </a:lnTo>
                  <a:lnTo>
                    <a:pt x="1230806" y="300858"/>
                  </a:lnTo>
                  <a:lnTo>
                    <a:pt x="1225360" y="300858"/>
                  </a:lnTo>
                  <a:lnTo>
                    <a:pt x="1219914" y="300858"/>
                  </a:lnTo>
                  <a:lnTo>
                    <a:pt x="1214468" y="300858"/>
                  </a:lnTo>
                  <a:lnTo>
                    <a:pt x="1209021" y="300858"/>
                  </a:lnTo>
                  <a:lnTo>
                    <a:pt x="1203575" y="300858"/>
                  </a:lnTo>
                  <a:lnTo>
                    <a:pt x="1198129" y="300858"/>
                  </a:lnTo>
                  <a:lnTo>
                    <a:pt x="1192683" y="300858"/>
                  </a:lnTo>
                  <a:lnTo>
                    <a:pt x="1187237" y="300858"/>
                  </a:lnTo>
                  <a:lnTo>
                    <a:pt x="1181791" y="300858"/>
                  </a:lnTo>
                  <a:lnTo>
                    <a:pt x="1176345" y="300858"/>
                  </a:lnTo>
                  <a:lnTo>
                    <a:pt x="1170899" y="300858"/>
                  </a:lnTo>
                  <a:lnTo>
                    <a:pt x="1165453" y="300858"/>
                  </a:lnTo>
                  <a:lnTo>
                    <a:pt x="1160007" y="300858"/>
                  </a:lnTo>
                  <a:lnTo>
                    <a:pt x="1154561" y="300858"/>
                  </a:lnTo>
                  <a:lnTo>
                    <a:pt x="1149115" y="300858"/>
                  </a:lnTo>
                  <a:lnTo>
                    <a:pt x="1143669" y="300858"/>
                  </a:lnTo>
                  <a:lnTo>
                    <a:pt x="1138223" y="300858"/>
                  </a:lnTo>
                  <a:lnTo>
                    <a:pt x="1132777" y="300858"/>
                  </a:lnTo>
                  <a:lnTo>
                    <a:pt x="1127331" y="300858"/>
                  </a:lnTo>
                  <a:lnTo>
                    <a:pt x="1121885" y="300858"/>
                  </a:lnTo>
                  <a:lnTo>
                    <a:pt x="1116439" y="300858"/>
                  </a:lnTo>
                  <a:lnTo>
                    <a:pt x="1110993" y="300858"/>
                  </a:lnTo>
                  <a:lnTo>
                    <a:pt x="1105547" y="300858"/>
                  </a:lnTo>
                  <a:lnTo>
                    <a:pt x="1100101" y="300858"/>
                  </a:lnTo>
                  <a:lnTo>
                    <a:pt x="1094655" y="300858"/>
                  </a:lnTo>
                  <a:lnTo>
                    <a:pt x="1089209" y="300858"/>
                  </a:lnTo>
                  <a:lnTo>
                    <a:pt x="1083762" y="300858"/>
                  </a:lnTo>
                  <a:lnTo>
                    <a:pt x="1078316" y="300858"/>
                  </a:lnTo>
                  <a:lnTo>
                    <a:pt x="1072870" y="300858"/>
                  </a:lnTo>
                  <a:lnTo>
                    <a:pt x="1067424" y="300858"/>
                  </a:lnTo>
                  <a:lnTo>
                    <a:pt x="1061978" y="300858"/>
                  </a:lnTo>
                  <a:lnTo>
                    <a:pt x="1056532" y="300858"/>
                  </a:lnTo>
                  <a:lnTo>
                    <a:pt x="1051086" y="300858"/>
                  </a:lnTo>
                  <a:lnTo>
                    <a:pt x="1045640" y="300858"/>
                  </a:lnTo>
                  <a:lnTo>
                    <a:pt x="1040194" y="300858"/>
                  </a:lnTo>
                  <a:lnTo>
                    <a:pt x="1034748" y="300858"/>
                  </a:lnTo>
                  <a:lnTo>
                    <a:pt x="1029302" y="300858"/>
                  </a:lnTo>
                  <a:lnTo>
                    <a:pt x="1023856" y="300858"/>
                  </a:lnTo>
                  <a:lnTo>
                    <a:pt x="1018410" y="300858"/>
                  </a:lnTo>
                  <a:lnTo>
                    <a:pt x="1012964" y="300858"/>
                  </a:lnTo>
                  <a:lnTo>
                    <a:pt x="1007518" y="300858"/>
                  </a:lnTo>
                  <a:lnTo>
                    <a:pt x="1002072" y="300858"/>
                  </a:lnTo>
                  <a:lnTo>
                    <a:pt x="996626" y="300858"/>
                  </a:lnTo>
                  <a:lnTo>
                    <a:pt x="991180" y="300858"/>
                  </a:lnTo>
                  <a:lnTo>
                    <a:pt x="985734" y="300858"/>
                  </a:lnTo>
                  <a:lnTo>
                    <a:pt x="980288" y="300858"/>
                  </a:lnTo>
                  <a:lnTo>
                    <a:pt x="974842" y="300858"/>
                  </a:lnTo>
                  <a:lnTo>
                    <a:pt x="969396" y="300858"/>
                  </a:lnTo>
                  <a:lnTo>
                    <a:pt x="963949" y="300858"/>
                  </a:lnTo>
                  <a:lnTo>
                    <a:pt x="958503" y="300858"/>
                  </a:lnTo>
                  <a:lnTo>
                    <a:pt x="953057" y="300858"/>
                  </a:lnTo>
                  <a:lnTo>
                    <a:pt x="947611" y="300858"/>
                  </a:lnTo>
                  <a:lnTo>
                    <a:pt x="942165" y="300858"/>
                  </a:lnTo>
                  <a:lnTo>
                    <a:pt x="936719" y="300858"/>
                  </a:lnTo>
                  <a:lnTo>
                    <a:pt x="931273" y="300858"/>
                  </a:lnTo>
                  <a:lnTo>
                    <a:pt x="925827" y="300858"/>
                  </a:lnTo>
                  <a:lnTo>
                    <a:pt x="920381" y="300858"/>
                  </a:lnTo>
                  <a:lnTo>
                    <a:pt x="914935" y="300858"/>
                  </a:lnTo>
                  <a:lnTo>
                    <a:pt x="909489" y="300858"/>
                  </a:lnTo>
                  <a:lnTo>
                    <a:pt x="904043" y="300858"/>
                  </a:lnTo>
                  <a:lnTo>
                    <a:pt x="898597" y="300858"/>
                  </a:lnTo>
                  <a:lnTo>
                    <a:pt x="893151" y="300858"/>
                  </a:lnTo>
                  <a:lnTo>
                    <a:pt x="887705" y="300858"/>
                  </a:lnTo>
                  <a:lnTo>
                    <a:pt x="882259" y="300858"/>
                  </a:lnTo>
                  <a:lnTo>
                    <a:pt x="876813" y="300858"/>
                  </a:lnTo>
                  <a:lnTo>
                    <a:pt x="871367" y="300858"/>
                  </a:lnTo>
                  <a:lnTo>
                    <a:pt x="865921" y="300858"/>
                  </a:lnTo>
                  <a:lnTo>
                    <a:pt x="860475" y="300858"/>
                  </a:lnTo>
                  <a:lnTo>
                    <a:pt x="855029" y="300858"/>
                  </a:lnTo>
                  <a:lnTo>
                    <a:pt x="849583" y="300858"/>
                  </a:lnTo>
                  <a:lnTo>
                    <a:pt x="844136" y="300858"/>
                  </a:lnTo>
                  <a:lnTo>
                    <a:pt x="838690" y="300858"/>
                  </a:lnTo>
                  <a:lnTo>
                    <a:pt x="833244" y="300858"/>
                  </a:lnTo>
                  <a:lnTo>
                    <a:pt x="827798" y="300858"/>
                  </a:lnTo>
                  <a:lnTo>
                    <a:pt x="822352" y="300858"/>
                  </a:lnTo>
                  <a:lnTo>
                    <a:pt x="816906" y="300858"/>
                  </a:lnTo>
                  <a:lnTo>
                    <a:pt x="811460" y="300858"/>
                  </a:lnTo>
                  <a:lnTo>
                    <a:pt x="806014" y="300858"/>
                  </a:lnTo>
                  <a:lnTo>
                    <a:pt x="800568" y="300858"/>
                  </a:lnTo>
                  <a:lnTo>
                    <a:pt x="795122" y="300858"/>
                  </a:lnTo>
                  <a:lnTo>
                    <a:pt x="789676" y="300858"/>
                  </a:lnTo>
                  <a:lnTo>
                    <a:pt x="784230" y="300858"/>
                  </a:lnTo>
                  <a:lnTo>
                    <a:pt x="778784" y="300858"/>
                  </a:lnTo>
                  <a:lnTo>
                    <a:pt x="773338" y="300858"/>
                  </a:lnTo>
                  <a:lnTo>
                    <a:pt x="767892" y="300858"/>
                  </a:lnTo>
                  <a:lnTo>
                    <a:pt x="762446" y="300858"/>
                  </a:lnTo>
                  <a:lnTo>
                    <a:pt x="757000" y="300858"/>
                  </a:lnTo>
                  <a:lnTo>
                    <a:pt x="751554" y="300858"/>
                  </a:lnTo>
                  <a:lnTo>
                    <a:pt x="746108" y="300858"/>
                  </a:lnTo>
                  <a:lnTo>
                    <a:pt x="740662" y="300858"/>
                  </a:lnTo>
                  <a:lnTo>
                    <a:pt x="735216" y="300858"/>
                  </a:lnTo>
                  <a:lnTo>
                    <a:pt x="729770" y="300858"/>
                  </a:lnTo>
                  <a:lnTo>
                    <a:pt x="724323" y="300858"/>
                  </a:lnTo>
                  <a:lnTo>
                    <a:pt x="718877" y="300858"/>
                  </a:lnTo>
                  <a:lnTo>
                    <a:pt x="713431" y="300858"/>
                  </a:lnTo>
                  <a:lnTo>
                    <a:pt x="707985" y="300858"/>
                  </a:lnTo>
                  <a:lnTo>
                    <a:pt x="702539" y="300858"/>
                  </a:lnTo>
                  <a:lnTo>
                    <a:pt x="697093" y="300858"/>
                  </a:lnTo>
                  <a:lnTo>
                    <a:pt x="691647" y="300858"/>
                  </a:lnTo>
                  <a:lnTo>
                    <a:pt x="686201" y="300858"/>
                  </a:lnTo>
                  <a:lnTo>
                    <a:pt x="680755" y="300858"/>
                  </a:lnTo>
                  <a:lnTo>
                    <a:pt x="675309" y="300858"/>
                  </a:lnTo>
                  <a:lnTo>
                    <a:pt x="669863" y="300858"/>
                  </a:lnTo>
                  <a:lnTo>
                    <a:pt x="664417" y="300858"/>
                  </a:lnTo>
                  <a:lnTo>
                    <a:pt x="658971" y="300858"/>
                  </a:lnTo>
                  <a:lnTo>
                    <a:pt x="653525" y="300858"/>
                  </a:lnTo>
                  <a:lnTo>
                    <a:pt x="648079" y="300858"/>
                  </a:lnTo>
                  <a:lnTo>
                    <a:pt x="642633" y="300858"/>
                  </a:lnTo>
                  <a:lnTo>
                    <a:pt x="637187" y="300858"/>
                  </a:lnTo>
                  <a:lnTo>
                    <a:pt x="631741" y="300858"/>
                  </a:lnTo>
                  <a:lnTo>
                    <a:pt x="626295" y="300858"/>
                  </a:lnTo>
                  <a:lnTo>
                    <a:pt x="620849" y="300858"/>
                  </a:lnTo>
                  <a:lnTo>
                    <a:pt x="615403" y="300858"/>
                  </a:lnTo>
                  <a:lnTo>
                    <a:pt x="609957" y="300858"/>
                  </a:lnTo>
                  <a:lnTo>
                    <a:pt x="604510" y="300858"/>
                  </a:lnTo>
                  <a:lnTo>
                    <a:pt x="599064" y="300858"/>
                  </a:lnTo>
                  <a:lnTo>
                    <a:pt x="593618" y="300858"/>
                  </a:lnTo>
                  <a:lnTo>
                    <a:pt x="588172" y="300858"/>
                  </a:lnTo>
                  <a:lnTo>
                    <a:pt x="582726" y="300858"/>
                  </a:lnTo>
                  <a:lnTo>
                    <a:pt x="577280" y="300858"/>
                  </a:lnTo>
                  <a:lnTo>
                    <a:pt x="571834" y="300858"/>
                  </a:lnTo>
                  <a:lnTo>
                    <a:pt x="566388" y="300858"/>
                  </a:lnTo>
                  <a:lnTo>
                    <a:pt x="560942" y="300858"/>
                  </a:lnTo>
                  <a:lnTo>
                    <a:pt x="555496" y="300858"/>
                  </a:lnTo>
                  <a:lnTo>
                    <a:pt x="550050" y="300858"/>
                  </a:lnTo>
                  <a:lnTo>
                    <a:pt x="544604" y="300858"/>
                  </a:lnTo>
                  <a:lnTo>
                    <a:pt x="539158" y="300858"/>
                  </a:lnTo>
                  <a:lnTo>
                    <a:pt x="533712" y="300858"/>
                  </a:lnTo>
                  <a:lnTo>
                    <a:pt x="528266" y="300858"/>
                  </a:lnTo>
                  <a:lnTo>
                    <a:pt x="522820" y="300858"/>
                  </a:lnTo>
                  <a:lnTo>
                    <a:pt x="517374" y="300858"/>
                  </a:lnTo>
                  <a:lnTo>
                    <a:pt x="511928" y="300858"/>
                  </a:lnTo>
                  <a:lnTo>
                    <a:pt x="506482" y="300858"/>
                  </a:lnTo>
                  <a:lnTo>
                    <a:pt x="501036" y="300858"/>
                  </a:lnTo>
                  <a:lnTo>
                    <a:pt x="495590" y="300858"/>
                  </a:lnTo>
                  <a:lnTo>
                    <a:pt x="490144" y="300858"/>
                  </a:lnTo>
                  <a:lnTo>
                    <a:pt x="484698" y="300858"/>
                  </a:lnTo>
                  <a:lnTo>
                    <a:pt x="479251" y="300858"/>
                  </a:lnTo>
                  <a:lnTo>
                    <a:pt x="473805" y="300858"/>
                  </a:lnTo>
                  <a:lnTo>
                    <a:pt x="468359" y="300858"/>
                  </a:lnTo>
                  <a:lnTo>
                    <a:pt x="462913" y="300858"/>
                  </a:lnTo>
                  <a:lnTo>
                    <a:pt x="457467" y="300858"/>
                  </a:lnTo>
                  <a:lnTo>
                    <a:pt x="452021" y="300858"/>
                  </a:lnTo>
                  <a:lnTo>
                    <a:pt x="446575" y="300858"/>
                  </a:lnTo>
                  <a:lnTo>
                    <a:pt x="441129" y="300858"/>
                  </a:lnTo>
                  <a:lnTo>
                    <a:pt x="435683" y="300858"/>
                  </a:lnTo>
                  <a:lnTo>
                    <a:pt x="430237" y="300858"/>
                  </a:lnTo>
                  <a:lnTo>
                    <a:pt x="424791" y="300858"/>
                  </a:lnTo>
                  <a:lnTo>
                    <a:pt x="419345" y="300858"/>
                  </a:lnTo>
                  <a:lnTo>
                    <a:pt x="413899" y="300858"/>
                  </a:lnTo>
                  <a:lnTo>
                    <a:pt x="408453" y="300858"/>
                  </a:lnTo>
                  <a:lnTo>
                    <a:pt x="403007" y="300858"/>
                  </a:lnTo>
                  <a:lnTo>
                    <a:pt x="397561" y="300858"/>
                  </a:lnTo>
                  <a:lnTo>
                    <a:pt x="392115" y="300858"/>
                  </a:lnTo>
                  <a:lnTo>
                    <a:pt x="386669" y="300858"/>
                  </a:lnTo>
                  <a:lnTo>
                    <a:pt x="381223" y="300858"/>
                  </a:lnTo>
                  <a:lnTo>
                    <a:pt x="375777" y="300858"/>
                  </a:lnTo>
                  <a:lnTo>
                    <a:pt x="370331" y="300858"/>
                  </a:lnTo>
                  <a:lnTo>
                    <a:pt x="364885" y="300858"/>
                  </a:lnTo>
                  <a:lnTo>
                    <a:pt x="359438" y="300858"/>
                  </a:lnTo>
                  <a:lnTo>
                    <a:pt x="353992" y="300858"/>
                  </a:lnTo>
                  <a:lnTo>
                    <a:pt x="348546" y="300858"/>
                  </a:lnTo>
                  <a:lnTo>
                    <a:pt x="343100" y="300858"/>
                  </a:lnTo>
                  <a:lnTo>
                    <a:pt x="337654" y="300858"/>
                  </a:lnTo>
                  <a:lnTo>
                    <a:pt x="332208" y="300858"/>
                  </a:lnTo>
                  <a:lnTo>
                    <a:pt x="326762" y="300858"/>
                  </a:lnTo>
                  <a:lnTo>
                    <a:pt x="321316" y="300858"/>
                  </a:lnTo>
                  <a:lnTo>
                    <a:pt x="315870" y="300858"/>
                  </a:lnTo>
                  <a:lnTo>
                    <a:pt x="310424" y="300858"/>
                  </a:lnTo>
                  <a:lnTo>
                    <a:pt x="304978" y="300858"/>
                  </a:lnTo>
                  <a:lnTo>
                    <a:pt x="299532" y="300858"/>
                  </a:lnTo>
                  <a:lnTo>
                    <a:pt x="294086" y="300858"/>
                  </a:lnTo>
                  <a:lnTo>
                    <a:pt x="288640" y="300858"/>
                  </a:lnTo>
                  <a:lnTo>
                    <a:pt x="283194" y="300858"/>
                  </a:lnTo>
                  <a:lnTo>
                    <a:pt x="277748" y="300858"/>
                  </a:lnTo>
                  <a:lnTo>
                    <a:pt x="272302" y="300858"/>
                  </a:lnTo>
                  <a:lnTo>
                    <a:pt x="266856" y="300858"/>
                  </a:lnTo>
                  <a:lnTo>
                    <a:pt x="261410" y="300858"/>
                  </a:lnTo>
                  <a:lnTo>
                    <a:pt x="255964" y="300858"/>
                  </a:lnTo>
                  <a:lnTo>
                    <a:pt x="250518" y="300858"/>
                  </a:lnTo>
                  <a:lnTo>
                    <a:pt x="245072" y="300858"/>
                  </a:lnTo>
                  <a:lnTo>
                    <a:pt x="239625" y="300858"/>
                  </a:lnTo>
                  <a:lnTo>
                    <a:pt x="234179" y="300858"/>
                  </a:lnTo>
                  <a:lnTo>
                    <a:pt x="228733" y="300858"/>
                  </a:lnTo>
                  <a:lnTo>
                    <a:pt x="223287" y="300858"/>
                  </a:lnTo>
                  <a:lnTo>
                    <a:pt x="217841" y="300858"/>
                  </a:lnTo>
                  <a:lnTo>
                    <a:pt x="212395" y="300858"/>
                  </a:lnTo>
                  <a:lnTo>
                    <a:pt x="206949" y="300858"/>
                  </a:lnTo>
                  <a:lnTo>
                    <a:pt x="201503" y="300858"/>
                  </a:lnTo>
                  <a:lnTo>
                    <a:pt x="196057" y="300858"/>
                  </a:lnTo>
                  <a:lnTo>
                    <a:pt x="190611" y="300858"/>
                  </a:lnTo>
                  <a:lnTo>
                    <a:pt x="185165" y="300858"/>
                  </a:lnTo>
                  <a:lnTo>
                    <a:pt x="179719" y="300858"/>
                  </a:lnTo>
                  <a:lnTo>
                    <a:pt x="174273" y="300858"/>
                  </a:lnTo>
                  <a:lnTo>
                    <a:pt x="168827" y="300858"/>
                  </a:lnTo>
                  <a:lnTo>
                    <a:pt x="163381" y="300858"/>
                  </a:lnTo>
                  <a:lnTo>
                    <a:pt x="157935" y="300858"/>
                  </a:lnTo>
                  <a:lnTo>
                    <a:pt x="152489" y="300858"/>
                  </a:lnTo>
                  <a:lnTo>
                    <a:pt x="147043" y="300858"/>
                  </a:lnTo>
                  <a:lnTo>
                    <a:pt x="141597" y="300858"/>
                  </a:lnTo>
                  <a:lnTo>
                    <a:pt x="136151" y="300858"/>
                  </a:lnTo>
                  <a:lnTo>
                    <a:pt x="130705" y="300858"/>
                  </a:lnTo>
                  <a:lnTo>
                    <a:pt x="125259" y="300858"/>
                  </a:lnTo>
                  <a:lnTo>
                    <a:pt x="119812" y="300858"/>
                  </a:lnTo>
                  <a:lnTo>
                    <a:pt x="114366" y="300858"/>
                  </a:lnTo>
                  <a:lnTo>
                    <a:pt x="108920" y="300858"/>
                  </a:lnTo>
                  <a:lnTo>
                    <a:pt x="103474" y="300858"/>
                  </a:lnTo>
                  <a:lnTo>
                    <a:pt x="98028" y="300858"/>
                  </a:lnTo>
                  <a:lnTo>
                    <a:pt x="92582" y="300858"/>
                  </a:lnTo>
                  <a:lnTo>
                    <a:pt x="87136" y="300858"/>
                  </a:lnTo>
                  <a:lnTo>
                    <a:pt x="81690" y="300858"/>
                  </a:lnTo>
                  <a:lnTo>
                    <a:pt x="76244" y="300858"/>
                  </a:lnTo>
                  <a:lnTo>
                    <a:pt x="70798" y="300858"/>
                  </a:lnTo>
                  <a:lnTo>
                    <a:pt x="65352" y="300858"/>
                  </a:lnTo>
                  <a:lnTo>
                    <a:pt x="59906" y="300858"/>
                  </a:lnTo>
                  <a:lnTo>
                    <a:pt x="54460" y="300858"/>
                  </a:lnTo>
                  <a:lnTo>
                    <a:pt x="49014" y="300858"/>
                  </a:lnTo>
                  <a:lnTo>
                    <a:pt x="43568" y="300858"/>
                  </a:lnTo>
                  <a:lnTo>
                    <a:pt x="38122" y="300858"/>
                  </a:lnTo>
                  <a:lnTo>
                    <a:pt x="32676" y="300858"/>
                  </a:lnTo>
                  <a:lnTo>
                    <a:pt x="27230" y="300858"/>
                  </a:lnTo>
                  <a:lnTo>
                    <a:pt x="21784" y="300858"/>
                  </a:lnTo>
                  <a:lnTo>
                    <a:pt x="16338" y="300858"/>
                  </a:lnTo>
                  <a:lnTo>
                    <a:pt x="10892" y="300858"/>
                  </a:lnTo>
                  <a:lnTo>
                    <a:pt x="5446" y="30085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957616" y="2264359"/>
              <a:ext cx="2782929" cy="300858"/>
            </a:xfrm>
            <a:custGeom>
              <a:avLst/>
              <a:pathLst>
                <a:path w="2782929" h="300858">
                  <a:moveTo>
                    <a:pt x="0" y="300858"/>
                  </a:moveTo>
                  <a:lnTo>
                    <a:pt x="5446" y="300858"/>
                  </a:lnTo>
                  <a:lnTo>
                    <a:pt x="10892" y="300858"/>
                  </a:lnTo>
                  <a:lnTo>
                    <a:pt x="16338" y="300858"/>
                  </a:lnTo>
                  <a:lnTo>
                    <a:pt x="21784" y="300858"/>
                  </a:lnTo>
                  <a:lnTo>
                    <a:pt x="27230" y="300858"/>
                  </a:lnTo>
                  <a:lnTo>
                    <a:pt x="32676" y="300858"/>
                  </a:lnTo>
                  <a:lnTo>
                    <a:pt x="38122" y="300858"/>
                  </a:lnTo>
                  <a:lnTo>
                    <a:pt x="43568" y="300858"/>
                  </a:lnTo>
                  <a:lnTo>
                    <a:pt x="49014" y="300858"/>
                  </a:lnTo>
                  <a:lnTo>
                    <a:pt x="54460" y="300858"/>
                  </a:lnTo>
                  <a:lnTo>
                    <a:pt x="59906" y="300858"/>
                  </a:lnTo>
                  <a:lnTo>
                    <a:pt x="65352" y="300858"/>
                  </a:lnTo>
                  <a:lnTo>
                    <a:pt x="70798" y="300858"/>
                  </a:lnTo>
                  <a:lnTo>
                    <a:pt x="76244" y="300858"/>
                  </a:lnTo>
                  <a:lnTo>
                    <a:pt x="81690" y="300858"/>
                  </a:lnTo>
                  <a:lnTo>
                    <a:pt x="87136" y="300858"/>
                  </a:lnTo>
                  <a:lnTo>
                    <a:pt x="92582" y="300858"/>
                  </a:lnTo>
                  <a:lnTo>
                    <a:pt x="98028" y="300858"/>
                  </a:lnTo>
                  <a:lnTo>
                    <a:pt x="103474" y="300858"/>
                  </a:lnTo>
                  <a:lnTo>
                    <a:pt x="108920" y="300858"/>
                  </a:lnTo>
                  <a:lnTo>
                    <a:pt x="114366" y="300858"/>
                  </a:lnTo>
                  <a:lnTo>
                    <a:pt x="119812" y="300858"/>
                  </a:lnTo>
                  <a:lnTo>
                    <a:pt x="125259" y="300858"/>
                  </a:lnTo>
                  <a:lnTo>
                    <a:pt x="130705" y="300858"/>
                  </a:lnTo>
                  <a:lnTo>
                    <a:pt x="136151" y="300857"/>
                  </a:lnTo>
                  <a:lnTo>
                    <a:pt x="141597" y="300857"/>
                  </a:lnTo>
                  <a:lnTo>
                    <a:pt x="147043" y="300857"/>
                  </a:lnTo>
                  <a:lnTo>
                    <a:pt x="152489" y="300857"/>
                  </a:lnTo>
                  <a:lnTo>
                    <a:pt x="157935" y="300856"/>
                  </a:lnTo>
                  <a:lnTo>
                    <a:pt x="163381" y="300855"/>
                  </a:lnTo>
                  <a:lnTo>
                    <a:pt x="168827" y="300854"/>
                  </a:lnTo>
                  <a:lnTo>
                    <a:pt x="174273" y="300853"/>
                  </a:lnTo>
                  <a:lnTo>
                    <a:pt x="179719" y="300851"/>
                  </a:lnTo>
                  <a:lnTo>
                    <a:pt x="185165" y="300848"/>
                  </a:lnTo>
                  <a:lnTo>
                    <a:pt x="190611" y="300845"/>
                  </a:lnTo>
                  <a:lnTo>
                    <a:pt x="196057" y="300840"/>
                  </a:lnTo>
                  <a:lnTo>
                    <a:pt x="201503" y="300834"/>
                  </a:lnTo>
                  <a:lnTo>
                    <a:pt x="206949" y="300827"/>
                  </a:lnTo>
                  <a:lnTo>
                    <a:pt x="212395" y="300817"/>
                  </a:lnTo>
                  <a:lnTo>
                    <a:pt x="217841" y="300804"/>
                  </a:lnTo>
                  <a:lnTo>
                    <a:pt x="223287" y="300787"/>
                  </a:lnTo>
                  <a:lnTo>
                    <a:pt x="228733" y="300766"/>
                  </a:lnTo>
                  <a:lnTo>
                    <a:pt x="234179" y="300740"/>
                  </a:lnTo>
                  <a:lnTo>
                    <a:pt x="239625" y="300707"/>
                  </a:lnTo>
                  <a:lnTo>
                    <a:pt x="245072" y="300668"/>
                  </a:lnTo>
                  <a:lnTo>
                    <a:pt x="250518" y="300620"/>
                  </a:lnTo>
                  <a:lnTo>
                    <a:pt x="255964" y="300562"/>
                  </a:lnTo>
                  <a:lnTo>
                    <a:pt x="261410" y="300491"/>
                  </a:lnTo>
                  <a:lnTo>
                    <a:pt x="266856" y="300407"/>
                  </a:lnTo>
                  <a:lnTo>
                    <a:pt x="272302" y="300309"/>
                  </a:lnTo>
                  <a:lnTo>
                    <a:pt x="277748" y="300194"/>
                  </a:lnTo>
                  <a:lnTo>
                    <a:pt x="283194" y="300062"/>
                  </a:lnTo>
                  <a:lnTo>
                    <a:pt x="288640" y="299912"/>
                  </a:lnTo>
                  <a:lnTo>
                    <a:pt x="294086" y="299738"/>
                  </a:lnTo>
                  <a:lnTo>
                    <a:pt x="299532" y="299540"/>
                  </a:lnTo>
                  <a:lnTo>
                    <a:pt x="304978" y="299319"/>
                  </a:lnTo>
                  <a:lnTo>
                    <a:pt x="310424" y="299074"/>
                  </a:lnTo>
                  <a:lnTo>
                    <a:pt x="315870" y="298805"/>
                  </a:lnTo>
                  <a:lnTo>
                    <a:pt x="321316" y="298511"/>
                  </a:lnTo>
                  <a:lnTo>
                    <a:pt x="326762" y="298192"/>
                  </a:lnTo>
                  <a:lnTo>
                    <a:pt x="332208" y="297845"/>
                  </a:lnTo>
                  <a:lnTo>
                    <a:pt x="337654" y="297473"/>
                  </a:lnTo>
                  <a:lnTo>
                    <a:pt x="343100" y="297079"/>
                  </a:lnTo>
                  <a:lnTo>
                    <a:pt x="348546" y="296663"/>
                  </a:lnTo>
                  <a:lnTo>
                    <a:pt x="353992" y="296228"/>
                  </a:lnTo>
                  <a:lnTo>
                    <a:pt x="359438" y="295776"/>
                  </a:lnTo>
                  <a:lnTo>
                    <a:pt x="364885" y="295309"/>
                  </a:lnTo>
                  <a:lnTo>
                    <a:pt x="370331" y="294827"/>
                  </a:lnTo>
                  <a:lnTo>
                    <a:pt x="375777" y="294336"/>
                  </a:lnTo>
                  <a:lnTo>
                    <a:pt x="381223" y="293839"/>
                  </a:lnTo>
                  <a:lnTo>
                    <a:pt x="386669" y="293339"/>
                  </a:lnTo>
                  <a:lnTo>
                    <a:pt x="392115" y="292839"/>
                  </a:lnTo>
                  <a:lnTo>
                    <a:pt x="397561" y="292342"/>
                  </a:lnTo>
                  <a:lnTo>
                    <a:pt x="403007" y="291851"/>
                  </a:lnTo>
                  <a:lnTo>
                    <a:pt x="408453" y="291373"/>
                  </a:lnTo>
                  <a:lnTo>
                    <a:pt x="413899" y="290909"/>
                  </a:lnTo>
                  <a:lnTo>
                    <a:pt x="419345" y="290463"/>
                  </a:lnTo>
                  <a:lnTo>
                    <a:pt x="424791" y="290037"/>
                  </a:lnTo>
                  <a:lnTo>
                    <a:pt x="430237" y="289635"/>
                  </a:lnTo>
                  <a:lnTo>
                    <a:pt x="435683" y="289259"/>
                  </a:lnTo>
                  <a:lnTo>
                    <a:pt x="441129" y="288912"/>
                  </a:lnTo>
                  <a:lnTo>
                    <a:pt x="446575" y="288599"/>
                  </a:lnTo>
                  <a:lnTo>
                    <a:pt x="452021" y="288320"/>
                  </a:lnTo>
                  <a:lnTo>
                    <a:pt x="457467" y="288073"/>
                  </a:lnTo>
                  <a:lnTo>
                    <a:pt x="462913" y="287858"/>
                  </a:lnTo>
                  <a:lnTo>
                    <a:pt x="468359" y="287675"/>
                  </a:lnTo>
                  <a:lnTo>
                    <a:pt x="473805" y="287520"/>
                  </a:lnTo>
                  <a:lnTo>
                    <a:pt x="479251" y="287394"/>
                  </a:lnTo>
                  <a:lnTo>
                    <a:pt x="484698" y="287294"/>
                  </a:lnTo>
                  <a:lnTo>
                    <a:pt x="490144" y="287213"/>
                  </a:lnTo>
                  <a:lnTo>
                    <a:pt x="495590" y="287146"/>
                  </a:lnTo>
                  <a:lnTo>
                    <a:pt x="501036" y="287087"/>
                  </a:lnTo>
                  <a:lnTo>
                    <a:pt x="506482" y="287030"/>
                  </a:lnTo>
                  <a:lnTo>
                    <a:pt x="511928" y="286972"/>
                  </a:lnTo>
                  <a:lnTo>
                    <a:pt x="517374" y="286905"/>
                  </a:lnTo>
                  <a:lnTo>
                    <a:pt x="522820" y="286822"/>
                  </a:lnTo>
                  <a:lnTo>
                    <a:pt x="528266" y="286718"/>
                  </a:lnTo>
                  <a:lnTo>
                    <a:pt x="533712" y="286590"/>
                  </a:lnTo>
                  <a:lnTo>
                    <a:pt x="539158" y="286435"/>
                  </a:lnTo>
                  <a:lnTo>
                    <a:pt x="544604" y="286251"/>
                  </a:lnTo>
                  <a:lnTo>
                    <a:pt x="550050" y="286037"/>
                  </a:lnTo>
                  <a:lnTo>
                    <a:pt x="555496" y="285792"/>
                  </a:lnTo>
                  <a:lnTo>
                    <a:pt x="560942" y="285513"/>
                  </a:lnTo>
                  <a:lnTo>
                    <a:pt x="566388" y="285205"/>
                  </a:lnTo>
                  <a:lnTo>
                    <a:pt x="571834" y="284874"/>
                  </a:lnTo>
                  <a:lnTo>
                    <a:pt x="577280" y="284522"/>
                  </a:lnTo>
                  <a:lnTo>
                    <a:pt x="582726" y="284154"/>
                  </a:lnTo>
                  <a:lnTo>
                    <a:pt x="588172" y="283775"/>
                  </a:lnTo>
                  <a:lnTo>
                    <a:pt x="593618" y="283390"/>
                  </a:lnTo>
                  <a:lnTo>
                    <a:pt x="599064" y="283005"/>
                  </a:lnTo>
                  <a:lnTo>
                    <a:pt x="604510" y="282629"/>
                  </a:lnTo>
                  <a:lnTo>
                    <a:pt x="609957" y="282266"/>
                  </a:lnTo>
                  <a:lnTo>
                    <a:pt x="615403" y="281920"/>
                  </a:lnTo>
                  <a:lnTo>
                    <a:pt x="620849" y="281598"/>
                  </a:lnTo>
                  <a:lnTo>
                    <a:pt x="626295" y="281304"/>
                  </a:lnTo>
                  <a:lnTo>
                    <a:pt x="631741" y="281041"/>
                  </a:lnTo>
                  <a:lnTo>
                    <a:pt x="637187" y="280818"/>
                  </a:lnTo>
                  <a:lnTo>
                    <a:pt x="642633" y="280635"/>
                  </a:lnTo>
                  <a:lnTo>
                    <a:pt x="648079" y="280491"/>
                  </a:lnTo>
                  <a:lnTo>
                    <a:pt x="653525" y="280386"/>
                  </a:lnTo>
                  <a:lnTo>
                    <a:pt x="658971" y="280320"/>
                  </a:lnTo>
                  <a:lnTo>
                    <a:pt x="664417" y="280292"/>
                  </a:lnTo>
                  <a:lnTo>
                    <a:pt x="669863" y="280300"/>
                  </a:lnTo>
                  <a:lnTo>
                    <a:pt x="675309" y="280345"/>
                  </a:lnTo>
                  <a:lnTo>
                    <a:pt x="680755" y="280417"/>
                  </a:lnTo>
                  <a:lnTo>
                    <a:pt x="686201" y="280512"/>
                  </a:lnTo>
                  <a:lnTo>
                    <a:pt x="691647" y="280622"/>
                  </a:lnTo>
                  <a:lnTo>
                    <a:pt x="697093" y="280743"/>
                  </a:lnTo>
                  <a:lnTo>
                    <a:pt x="702539" y="280867"/>
                  </a:lnTo>
                  <a:lnTo>
                    <a:pt x="707985" y="280989"/>
                  </a:lnTo>
                  <a:lnTo>
                    <a:pt x="713431" y="281099"/>
                  </a:lnTo>
                  <a:lnTo>
                    <a:pt x="718877" y="281189"/>
                  </a:lnTo>
                  <a:lnTo>
                    <a:pt x="724323" y="281255"/>
                  </a:lnTo>
                  <a:lnTo>
                    <a:pt x="729770" y="281292"/>
                  </a:lnTo>
                  <a:lnTo>
                    <a:pt x="735216" y="281294"/>
                  </a:lnTo>
                  <a:lnTo>
                    <a:pt x="740662" y="281259"/>
                  </a:lnTo>
                  <a:lnTo>
                    <a:pt x="746108" y="281182"/>
                  </a:lnTo>
                  <a:lnTo>
                    <a:pt x="751554" y="281054"/>
                  </a:lnTo>
                  <a:lnTo>
                    <a:pt x="757000" y="280881"/>
                  </a:lnTo>
                  <a:lnTo>
                    <a:pt x="762446" y="280665"/>
                  </a:lnTo>
                  <a:lnTo>
                    <a:pt x="767892" y="280407"/>
                  </a:lnTo>
                  <a:lnTo>
                    <a:pt x="773338" y="280109"/>
                  </a:lnTo>
                  <a:lnTo>
                    <a:pt x="778784" y="279774"/>
                  </a:lnTo>
                  <a:lnTo>
                    <a:pt x="784230" y="279405"/>
                  </a:lnTo>
                  <a:lnTo>
                    <a:pt x="789676" y="279001"/>
                  </a:lnTo>
                  <a:lnTo>
                    <a:pt x="795122" y="278571"/>
                  </a:lnTo>
                  <a:lnTo>
                    <a:pt x="800568" y="278122"/>
                  </a:lnTo>
                  <a:lnTo>
                    <a:pt x="806014" y="277655"/>
                  </a:lnTo>
                  <a:lnTo>
                    <a:pt x="811460" y="277174"/>
                  </a:lnTo>
                  <a:lnTo>
                    <a:pt x="816906" y="276683"/>
                  </a:lnTo>
                  <a:lnTo>
                    <a:pt x="822352" y="276183"/>
                  </a:lnTo>
                  <a:lnTo>
                    <a:pt x="827798" y="275675"/>
                  </a:lnTo>
                  <a:lnTo>
                    <a:pt x="833244" y="275163"/>
                  </a:lnTo>
                  <a:lnTo>
                    <a:pt x="838690" y="274647"/>
                  </a:lnTo>
                  <a:lnTo>
                    <a:pt x="844136" y="274127"/>
                  </a:lnTo>
                  <a:lnTo>
                    <a:pt x="849583" y="273603"/>
                  </a:lnTo>
                  <a:lnTo>
                    <a:pt x="855029" y="273075"/>
                  </a:lnTo>
                  <a:lnTo>
                    <a:pt x="860475" y="272541"/>
                  </a:lnTo>
                  <a:lnTo>
                    <a:pt x="865921" y="272000"/>
                  </a:lnTo>
                  <a:lnTo>
                    <a:pt x="871367" y="271452"/>
                  </a:lnTo>
                  <a:lnTo>
                    <a:pt x="876813" y="270897"/>
                  </a:lnTo>
                  <a:lnTo>
                    <a:pt x="882259" y="270334"/>
                  </a:lnTo>
                  <a:lnTo>
                    <a:pt x="887705" y="269763"/>
                  </a:lnTo>
                  <a:lnTo>
                    <a:pt x="893151" y="269185"/>
                  </a:lnTo>
                  <a:lnTo>
                    <a:pt x="898597" y="268599"/>
                  </a:lnTo>
                  <a:lnTo>
                    <a:pt x="904043" y="268005"/>
                  </a:lnTo>
                  <a:lnTo>
                    <a:pt x="909489" y="267405"/>
                  </a:lnTo>
                  <a:lnTo>
                    <a:pt x="914935" y="266797"/>
                  </a:lnTo>
                  <a:lnTo>
                    <a:pt x="920381" y="266182"/>
                  </a:lnTo>
                  <a:lnTo>
                    <a:pt x="925827" y="265559"/>
                  </a:lnTo>
                  <a:lnTo>
                    <a:pt x="931273" y="264926"/>
                  </a:lnTo>
                  <a:lnTo>
                    <a:pt x="936719" y="264282"/>
                  </a:lnTo>
                  <a:lnTo>
                    <a:pt x="942165" y="263619"/>
                  </a:lnTo>
                  <a:lnTo>
                    <a:pt x="947611" y="262936"/>
                  </a:lnTo>
                  <a:lnTo>
                    <a:pt x="953057" y="262228"/>
                  </a:lnTo>
                  <a:lnTo>
                    <a:pt x="958503" y="261490"/>
                  </a:lnTo>
                  <a:lnTo>
                    <a:pt x="963949" y="260717"/>
                  </a:lnTo>
                  <a:lnTo>
                    <a:pt x="969396" y="259903"/>
                  </a:lnTo>
                  <a:lnTo>
                    <a:pt x="974842" y="259039"/>
                  </a:lnTo>
                  <a:lnTo>
                    <a:pt x="980288" y="258112"/>
                  </a:lnTo>
                  <a:lnTo>
                    <a:pt x="985734" y="257125"/>
                  </a:lnTo>
                  <a:lnTo>
                    <a:pt x="991180" y="256073"/>
                  </a:lnTo>
                  <a:lnTo>
                    <a:pt x="996626" y="254955"/>
                  </a:lnTo>
                  <a:lnTo>
                    <a:pt x="1002072" y="253767"/>
                  </a:lnTo>
                  <a:lnTo>
                    <a:pt x="1007518" y="252510"/>
                  </a:lnTo>
                  <a:lnTo>
                    <a:pt x="1012964" y="251182"/>
                  </a:lnTo>
                  <a:lnTo>
                    <a:pt x="1018410" y="249777"/>
                  </a:lnTo>
                  <a:lnTo>
                    <a:pt x="1023856" y="248312"/>
                  </a:lnTo>
                  <a:lnTo>
                    <a:pt x="1029302" y="246791"/>
                  </a:lnTo>
                  <a:lnTo>
                    <a:pt x="1034748" y="245220"/>
                  </a:lnTo>
                  <a:lnTo>
                    <a:pt x="1040194" y="243604"/>
                  </a:lnTo>
                  <a:lnTo>
                    <a:pt x="1045640" y="241949"/>
                  </a:lnTo>
                  <a:lnTo>
                    <a:pt x="1051086" y="240259"/>
                  </a:lnTo>
                  <a:lnTo>
                    <a:pt x="1056532" y="238535"/>
                  </a:lnTo>
                  <a:lnTo>
                    <a:pt x="1061978" y="236783"/>
                  </a:lnTo>
                  <a:lnTo>
                    <a:pt x="1067424" y="235002"/>
                  </a:lnTo>
                  <a:lnTo>
                    <a:pt x="1072870" y="233187"/>
                  </a:lnTo>
                  <a:lnTo>
                    <a:pt x="1078316" y="231330"/>
                  </a:lnTo>
                  <a:lnTo>
                    <a:pt x="1083762" y="229419"/>
                  </a:lnTo>
                  <a:lnTo>
                    <a:pt x="1089209" y="227435"/>
                  </a:lnTo>
                  <a:lnTo>
                    <a:pt x="1094655" y="225340"/>
                  </a:lnTo>
                  <a:lnTo>
                    <a:pt x="1100101" y="223118"/>
                  </a:lnTo>
                  <a:lnTo>
                    <a:pt x="1105547" y="220738"/>
                  </a:lnTo>
                  <a:lnTo>
                    <a:pt x="1110993" y="218164"/>
                  </a:lnTo>
                  <a:lnTo>
                    <a:pt x="1116439" y="215360"/>
                  </a:lnTo>
                  <a:lnTo>
                    <a:pt x="1121885" y="212284"/>
                  </a:lnTo>
                  <a:lnTo>
                    <a:pt x="1127331" y="208871"/>
                  </a:lnTo>
                  <a:lnTo>
                    <a:pt x="1132777" y="205029"/>
                  </a:lnTo>
                  <a:lnTo>
                    <a:pt x="1138223" y="200759"/>
                  </a:lnTo>
                  <a:lnTo>
                    <a:pt x="1143669" y="196017"/>
                  </a:lnTo>
                  <a:lnTo>
                    <a:pt x="1149115" y="190764"/>
                  </a:lnTo>
                  <a:lnTo>
                    <a:pt x="1154561" y="184962"/>
                  </a:lnTo>
                  <a:lnTo>
                    <a:pt x="1160007" y="178581"/>
                  </a:lnTo>
                  <a:lnTo>
                    <a:pt x="1165453" y="171557"/>
                  </a:lnTo>
                  <a:lnTo>
                    <a:pt x="1170899" y="163828"/>
                  </a:lnTo>
                  <a:lnTo>
                    <a:pt x="1176345" y="155482"/>
                  </a:lnTo>
                  <a:lnTo>
                    <a:pt x="1181791" y="146538"/>
                  </a:lnTo>
                  <a:lnTo>
                    <a:pt x="1187237" y="137027"/>
                  </a:lnTo>
                  <a:lnTo>
                    <a:pt x="1192683" y="126997"/>
                  </a:lnTo>
                  <a:lnTo>
                    <a:pt x="1198129" y="116509"/>
                  </a:lnTo>
                  <a:lnTo>
                    <a:pt x="1203575" y="105625"/>
                  </a:lnTo>
                  <a:lnTo>
                    <a:pt x="1209021" y="94466"/>
                  </a:lnTo>
                  <a:lnTo>
                    <a:pt x="1214468" y="83207"/>
                  </a:lnTo>
                  <a:lnTo>
                    <a:pt x="1219914" y="71987"/>
                  </a:lnTo>
                  <a:lnTo>
                    <a:pt x="1225360" y="60957"/>
                  </a:lnTo>
                  <a:lnTo>
                    <a:pt x="1230806" y="50277"/>
                  </a:lnTo>
                  <a:lnTo>
                    <a:pt x="1236252" y="40116"/>
                  </a:lnTo>
                  <a:lnTo>
                    <a:pt x="1241698" y="30716"/>
                  </a:lnTo>
                  <a:lnTo>
                    <a:pt x="1247144" y="22354"/>
                  </a:lnTo>
                  <a:lnTo>
                    <a:pt x="1252590" y="15104"/>
                  </a:lnTo>
                  <a:lnTo>
                    <a:pt x="1258036" y="9118"/>
                  </a:lnTo>
                  <a:lnTo>
                    <a:pt x="1263482" y="4531"/>
                  </a:lnTo>
                  <a:lnTo>
                    <a:pt x="1268928" y="1459"/>
                  </a:lnTo>
                  <a:lnTo>
                    <a:pt x="1274374" y="0"/>
                  </a:lnTo>
                  <a:lnTo>
                    <a:pt x="1279820" y="363"/>
                  </a:lnTo>
                  <a:lnTo>
                    <a:pt x="1285266" y="2657"/>
                  </a:lnTo>
                  <a:lnTo>
                    <a:pt x="1290712" y="6665"/>
                  </a:lnTo>
                  <a:lnTo>
                    <a:pt x="1296158" y="12345"/>
                  </a:lnTo>
                  <a:lnTo>
                    <a:pt x="1301604" y="19624"/>
                  </a:lnTo>
                  <a:lnTo>
                    <a:pt x="1307050" y="28404"/>
                  </a:lnTo>
                  <a:lnTo>
                    <a:pt x="1312496" y="38562"/>
                  </a:lnTo>
                  <a:lnTo>
                    <a:pt x="1317942" y="50041"/>
                  </a:lnTo>
                  <a:lnTo>
                    <a:pt x="1323388" y="62632"/>
                  </a:lnTo>
                  <a:lnTo>
                    <a:pt x="1328834" y="76010"/>
                  </a:lnTo>
                  <a:lnTo>
                    <a:pt x="1334281" y="89983"/>
                  </a:lnTo>
                  <a:lnTo>
                    <a:pt x="1339727" y="104355"/>
                  </a:lnTo>
                  <a:lnTo>
                    <a:pt x="1345173" y="118936"/>
                  </a:lnTo>
                  <a:lnTo>
                    <a:pt x="1350619" y="133542"/>
                  </a:lnTo>
                  <a:lnTo>
                    <a:pt x="1356065" y="147963"/>
                  </a:lnTo>
                  <a:lnTo>
                    <a:pt x="1361511" y="161985"/>
                  </a:lnTo>
                  <a:lnTo>
                    <a:pt x="1366957" y="175498"/>
                  </a:lnTo>
                  <a:lnTo>
                    <a:pt x="1372403" y="188393"/>
                  </a:lnTo>
                  <a:lnTo>
                    <a:pt x="1377849" y="200582"/>
                  </a:lnTo>
                  <a:lnTo>
                    <a:pt x="1383295" y="211996"/>
                  </a:lnTo>
                  <a:lnTo>
                    <a:pt x="1388741" y="222586"/>
                  </a:lnTo>
                  <a:lnTo>
                    <a:pt x="1394187" y="232233"/>
                  </a:lnTo>
                  <a:lnTo>
                    <a:pt x="1399633" y="240929"/>
                  </a:lnTo>
                  <a:lnTo>
                    <a:pt x="1405079" y="248776"/>
                  </a:lnTo>
                  <a:lnTo>
                    <a:pt x="1410525" y="255801"/>
                  </a:lnTo>
                  <a:lnTo>
                    <a:pt x="1415971" y="262040"/>
                  </a:lnTo>
                  <a:lnTo>
                    <a:pt x="1421417" y="267536"/>
                  </a:lnTo>
                  <a:lnTo>
                    <a:pt x="1426863" y="272339"/>
                  </a:lnTo>
                  <a:lnTo>
                    <a:pt x="1432309" y="276444"/>
                  </a:lnTo>
                  <a:lnTo>
                    <a:pt x="1437755" y="279935"/>
                  </a:lnTo>
                  <a:lnTo>
                    <a:pt x="1443201" y="282927"/>
                  </a:lnTo>
                  <a:lnTo>
                    <a:pt x="1448647" y="285476"/>
                  </a:lnTo>
                  <a:lnTo>
                    <a:pt x="1454094" y="287631"/>
                  </a:lnTo>
                  <a:lnTo>
                    <a:pt x="1459540" y="289443"/>
                  </a:lnTo>
                  <a:lnTo>
                    <a:pt x="1464986" y="290956"/>
                  </a:lnTo>
                  <a:lnTo>
                    <a:pt x="1470432" y="292188"/>
                  </a:lnTo>
                  <a:lnTo>
                    <a:pt x="1475878" y="293194"/>
                  </a:lnTo>
                  <a:lnTo>
                    <a:pt x="1481324" y="294025"/>
                  </a:lnTo>
                  <a:lnTo>
                    <a:pt x="1486770" y="294708"/>
                  </a:lnTo>
                  <a:lnTo>
                    <a:pt x="1492216" y="295266"/>
                  </a:lnTo>
                  <a:lnTo>
                    <a:pt x="1497662" y="295718"/>
                  </a:lnTo>
                  <a:lnTo>
                    <a:pt x="1503108" y="296080"/>
                  </a:lnTo>
                  <a:lnTo>
                    <a:pt x="1508554" y="296362"/>
                  </a:lnTo>
                  <a:lnTo>
                    <a:pt x="1514000" y="296579"/>
                  </a:lnTo>
                  <a:lnTo>
                    <a:pt x="1519446" y="296747"/>
                  </a:lnTo>
                  <a:lnTo>
                    <a:pt x="1524892" y="296873"/>
                  </a:lnTo>
                  <a:lnTo>
                    <a:pt x="1530338" y="296963"/>
                  </a:lnTo>
                  <a:lnTo>
                    <a:pt x="1535784" y="297020"/>
                  </a:lnTo>
                  <a:lnTo>
                    <a:pt x="1541230" y="297050"/>
                  </a:lnTo>
                  <a:lnTo>
                    <a:pt x="1546676" y="297054"/>
                  </a:lnTo>
                  <a:lnTo>
                    <a:pt x="1552122" y="297034"/>
                  </a:lnTo>
                  <a:lnTo>
                    <a:pt x="1557568" y="296996"/>
                  </a:lnTo>
                  <a:lnTo>
                    <a:pt x="1563014" y="296941"/>
                  </a:lnTo>
                  <a:lnTo>
                    <a:pt x="1568460" y="296869"/>
                  </a:lnTo>
                  <a:lnTo>
                    <a:pt x="1573907" y="296782"/>
                  </a:lnTo>
                  <a:lnTo>
                    <a:pt x="1579353" y="296681"/>
                  </a:lnTo>
                  <a:lnTo>
                    <a:pt x="1584799" y="296564"/>
                  </a:lnTo>
                  <a:lnTo>
                    <a:pt x="1590245" y="296432"/>
                  </a:lnTo>
                  <a:lnTo>
                    <a:pt x="1595691" y="296287"/>
                  </a:lnTo>
                  <a:lnTo>
                    <a:pt x="1601137" y="296129"/>
                  </a:lnTo>
                  <a:lnTo>
                    <a:pt x="1606583" y="295956"/>
                  </a:lnTo>
                  <a:lnTo>
                    <a:pt x="1612029" y="295769"/>
                  </a:lnTo>
                  <a:lnTo>
                    <a:pt x="1617475" y="295567"/>
                  </a:lnTo>
                  <a:lnTo>
                    <a:pt x="1622921" y="295347"/>
                  </a:lnTo>
                  <a:lnTo>
                    <a:pt x="1628367" y="295107"/>
                  </a:lnTo>
                  <a:lnTo>
                    <a:pt x="1633813" y="294849"/>
                  </a:lnTo>
                  <a:lnTo>
                    <a:pt x="1639259" y="294569"/>
                  </a:lnTo>
                  <a:lnTo>
                    <a:pt x="1644705" y="294266"/>
                  </a:lnTo>
                  <a:lnTo>
                    <a:pt x="1650151" y="293937"/>
                  </a:lnTo>
                  <a:lnTo>
                    <a:pt x="1655597" y="293580"/>
                  </a:lnTo>
                  <a:lnTo>
                    <a:pt x="1661043" y="293188"/>
                  </a:lnTo>
                  <a:lnTo>
                    <a:pt x="1666489" y="292759"/>
                  </a:lnTo>
                  <a:lnTo>
                    <a:pt x="1671935" y="292291"/>
                  </a:lnTo>
                  <a:lnTo>
                    <a:pt x="1677381" y="291781"/>
                  </a:lnTo>
                  <a:lnTo>
                    <a:pt x="1682827" y="291226"/>
                  </a:lnTo>
                  <a:lnTo>
                    <a:pt x="1688273" y="290622"/>
                  </a:lnTo>
                  <a:lnTo>
                    <a:pt x="1693720" y="289964"/>
                  </a:lnTo>
                  <a:lnTo>
                    <a:pt x="1699166" y="289242"/>
                  </a:lnTo>
                  <a:lnTo>
                    <a:pt x="1704612" y="288455"/>
                  </a:lnTo>
                  <a:lnTo>
                    <a:pt x="1710058" y="287603"/>
                  </a:lnTo>
                  <a:lnTo>
                    <a:pt x="1715504" y="286684"/>
                  </a:lnTo>
                  <a:lnTo>
                    <a:pt x="1720950" y="285697"/>
                  </a:lnTo>
                  <a:lnTo>
                    <a:pt x="1726396" y="284638"/>
                  </a:lnTo>
                  <a:lnTo>
                    <a:pt x="1731842" y="283508"/>
                  </a:lnTo>
                  <a:lnTo>
                    <a:pt x="1737288" y="282295"/>
                  </a:lnTo>
                  <a:lnTo>
                    <a:pt x="1742734" y="281009"/>
                  </a:lnTo>
                  <a:lnTo>
                    <a:pt x="1748180" y="279656"/>
                  </a:lnTo>
                  <a:lnTo>
                    <a:pt x="1753626" y="278241"/>
                  </a:lnTo>
                  <a:lnTo>
                    <a:pt x="1759072" y="276767"/>
                  </a:lnTo>
                  <a:lnTo>
                    <a:pt x="1764518" y="275243"/>
                  </a:lnTo>
                  <a:lnTo>
                    <a:pt x="1769964" y="273675"/>
                  </a:lnTo>
                  <a:lnTo>
                    <a:pt x="1775410" y="272070"/>
                  </a:lnTo>
                  <a:lnTo>
                    <a:pt x="1780856" y="270446"/>
                  </a:lnTo>
                  <a:lnTo>
                    <a:pt x="1786302" y="268815"/>
                  </a:lnTo>
                  <a:lnTo>
                    <a:pt x="1791748" y="267193"/>
                  </a:lnTo>
                  <a:lnTo>
                    <a:pt x="1797194" y="265592"/>
                  </a:lnTo>
                  <a:lnTo>
                    <a:pt x="1802640" y="264028"/>
                  </a:lnTo>
                  <a:lnTo>
                    <a:pt x="1808086" y="262516"/>
                  </a:lnTo>
                  <a:lnTo>
                    <a:pt x="1813532" y="261085"/>
                  </a:lnTo>
                  <a:lnTo>
                    <a:pt x="1818979" y="259748"/>
                  </a:lnTo>
                  <a:lnTo>
                    <a:pt x="1824425" y="258515"/>
                  </a:lnTo>
                  <a:lnTo>
                    <a:pt x="1829871" y="257402"/>
                  </a:lnTo>
                  <a:lnTo>
                    <a:pt x="1835317" y="256422"/>
                  </a:lnTo>
                  <a:lnTo>
                    <a:pt x="1840763" y="255586"/>
                  </a:lnTo>
                  <a:lnTo>
                    <a:pt x="1846209" y="254906"/>
                  </a:lnTo>
                  <a:lnTo>
                    <a:pt x="1851655" y="254423"/>
                  </a:lnTo>
                  <a:lnTo>
                    <a:pt x="1857101" y="254119"/>
                  </a:lnTo>
                  <a:lnTo>
                    <a:pt x="1862547" y="253996"/>
                  </a:lnTo>
                  <a:lnTo>
                    <a:pt x="1867993" y="254056"/>
                  </a:lnTo>
                  <a:lnTo>
                    <a:pt x="1873439" y="254300"/>
                  </a:lnTo>
                  <a:lnTo>
                    <a:pt x="1878885" y="254726"/>
                  </a:lnTo>
                  <a:lnTo>
                    <a:pt x="1884331" y="255333"/>
                  </a:lnTo>
                  <a:lnTo>
                    <a:pt x="1889777" y="256145"/>
                  </a:lnTo>
                  <a:lnTo>
                    <a:pt x="1895223" y="257125"/>
                  </a:lnTo>
                  <a:lnTo>
                    <a:pt x="1900669" y="258259"/>
                  </a:lnTo>
                  <a:lnTo>
                    <a:pt x="1906115" y="259537"/>
                  </a:lnTo>
                  <a:lnTo>
                    <a:pt x="1911561" y="260947"/>
                  </a:lnTo>
                  <a:lnTo>
                    <a:pt x="1917007" y="262475"/>
                  </a:lnTo>
                  <a:lnTo>
                    <a:pt x="1922453" y="264107"/>
                  </a:lnTo>
                  <a:lnTo>
                    <a:pt x="1927899" y="265840"/>
                  </a:lnTo>
                  <a:lnTo>
                    <a:pt x="1933345" y="267640"/>
                  </a:lnTo>
                  <a:lnTo>
                    <a:pt x="1938792" y="269489"/>
                  </a:lnTo>
                  <a:lnTo>
                    <a:pt x="1944238" y="271370"/>
                  </a:lnTo>
                  <a:lnTo>
                    <a:pt x="1949684" y="273267"/>
                  </a:lnTo>
                  <a:lnTo>
                    <a:pt x="1955130" y="275165"/>
                  </a:lnTo>
                  <a:lnTo>
                    <a:pt x="1960576" y="277048"/>
                  </a:lnTo>
                  <a:lnTo>
                    <a:pt x="1966022" y="278892"/>
                  </a:lnTo>
                  <a:lnTo>
                    <a:pt x="1971468" y="280686"/>
                  </a:lnTo>
                  <a:lnTo>
                    <a:pt x="1976914" y="282419"/>
                  </a:lnTo>
                  <a:lnTo>
                    <a:pt x="1982360" y="284080"/>
                  </a:lnTo>
                  <a:lnTo>
                    <a:pt x="1987806" y="285661"/>
                  </a:lnTo>
                  <a:lnTo>
                    <a:pt x="1993252" y="287152"/>
                  </a:lnTo>
                  <a:lnTo>
                    <a:pt x="1998698" y="288549"/>
                  </a:lnTo>
                  <a:lnTo>
                    <a:pt x="2004144" y="289825"/>
                  </a:lnTo>
                  <a:lnTo>
                    <a:pt x="2009590" y="290998"/>
                  </a:lnTo>
                  <a:lnTo>
                    <a:pt x="2015036" y="292067"/>
                  </a:lnTo>
                  <a:lnTo>
                    <a:pt x="2020482" y="293033"/>
                  </a:lnTo>
                  <a:lnTo>
                    <a:pt x="2025928" y="293897"/>
                  </a:lnTo>
                  <a:lnTo>
                    <a:pt x="2031374" y="294664"/>
                  </a:lnTo>
                  <a:lnTo>
                    <a:pt x="2036820" y="295335"/>
                  </a:lnTo>
                  <a:lnTo>
                    <a:pt x="2042266" y="295902"/>
                  </a:lnTo>
                  <a:lnTo>
                    <a:pt x="2047712" y="296389"/>
                  </a:lnTo>
                  <a:lnTo>
                    <a:pt x="2053158" y="296802"/>
                  </a:lnTo>
                  <a:lnTo>
                    <a:pt x="2058605" y="297147"/>
                  </a:lnTo>
                  <a:lnTo>
                    <a:pt x="2064051" y="297434"/>
                  </a:lnTo>
                  <a:lnTo>
                    <a:pt x="2069497" y="297666"/>
                  </a:lnTo>
                  <a:lnTo>
                    <a:pt x="2074943" y="297853"/>
                  </a:lnTo>
                  <a:lnTo>
                    <a:pt x="2080389" y="297994"/>
                  </a:lnTo>
                  <a:lnTo>
                    <a:pt x="2085835" y="298105"/>
                  </a:lnTo>
                  <a:lnTo>
                    <a:pt x="2091281" y="298192"/>
                  </a:lnTo>
                  <a:lnTo>
                    <a:pt x="2096727" y="298259"/>
                  </a:lnTo>
                  <a:lnTo>
                    <a:pt x="2102173" y="298311"/>
                  </a:lnTo>
                  <a:lnTo>
                    <a:pt x="2107619" y="298353"/>
                  </a:lnTo>
                  <a:lnTo>
                    <a:pt x="2113065" y="298388"/>
                  </a:lnTo>
                  <a:lnTo>
                    <a:pt x="2118511" y="298418"/>
                  </a:lnTo>
                  <a:lnTo>
                    <a:pt x="2123957" y="298449"/>
                  </a:lnTo>
                  <a:lnTo>
                    <a:pt x="2129403" y="298481"/>
                  </a:lnTo>
                  <a:lnTo>
                    <a:pt x="2134849" y="298516"/>
                  </a:lnTo>
                  <a:lnTo>
                    <a:pt x="2140295" y="298554"/>
                  </a:lnTo>
                  <a:lnTo>
                    <a:pt x="2145741" y="298598"/>
                  </a:lnTo>
                  <a:lnTo>
                    <a:pt x="2151187" y="298646"/>
                  </a:lnTo>
                  <a:lnTo>
                    <a:pt x="2156633" y="298701"/>
                  </a:lnTo>
                  <a:lnTo>
                    <a:pt x="2162079" y="298760"/>
                  </a:lnTo>
                  <a:lnTo>
                    <a:pt x="2167525" y="298824"/>
                  </a:lnTo>
                  <a:lnTo>
                    <a:pt x="2172971" y="298893"/>
                  </a:lnTo>
                  <a:lnTo>
                    <a:pt x="2178418" y="298965"/>
                  </a:lnTo>
                  <a:lnTo>
                    <a:pt x="2183864" y="299040"/>
                  </a:lnTo>
                  <a:lnTo>
                    <a:pt x="2189310" y="299118"/>
                  </a:lnTo>
                  <a:lnTo>
                    <a:pt x="2194756" y="299199"/>
                  </a:lnTo>
                  <a:lnTo>
                    <a:pt x="2200202" y="299279"/>
                  </a:lnTo>
                  <a:lnTo>
                    <a:pt x="2205648" y="299360"/>
                  </a:lnTo>
                  <a:lnTo>
                    <a:pt x="2211094" y="299441"/>
                  </a:lnTo>
                  <a:lnTo>
                    <a:pt x="2216540" y="299519"/>
                  </a:lnTo>
                  <a:lnTo>
                    <a:pt x="2221986" y="299595"/>
                  </a:lnTo>
                  <a:lnTo>
                    <a:pt x="2227432" y="299668"/>
                  </a:lnTo>
                  <a:lnTo>
                    <a:pt x="2232878" y="299735"/>
                  </a:lnTo>
                  <a:lnTo>
                    <a:pt x="2238324" y="299797"/>
                  </a:lnTo>
                  <a:lnTo>
                    <a:pt x="2243770" y="299852"/>
                  </a:lnTo>
                  <a:lnTo>
                    <a:pt x="2249216" y="299899"/>
                  </a:lnTo>
                  <a:lnTo>
                    <a:pt x="2254662" y="299938"/>
                  </a:lnTo>
                  <a:lnTo>
                    <a:pt x="2260108" y="299968"/>
                  </a:lnTo>
                  <a:lnTo>
                    <a:pt x="2265554" y="299988"/>
                  </a:lnTo>
                  <a:lnTo>
                    <a:pt x="2271000" y="299995"/>
                  </a:lnTo>
                  <a:lnTo>
                    <a:pt x="2276446" y="299990"/>
                  </a:lnTo>
                  <a:lnTo>
                    <a:pt x="2281892" y="299975"/>
                  </a:lnTo>
                  <a:lnTo>
                    <a:pt x="2287338" y="299948"/>
                  </a:lnTo>
                  <a:lnTo>
                    <a:pt x="2292784" y="299910"/>
                  </a:lnTo>
                  <a:lnTo>
                    <a:pt x="2298231" y="299860"/>
                  </a:lnTo>
                  <a:lnTo>
                    <a:pt x="2303677" y="299800"/>
                  </a:lnTo>
                  <a:lnTo>
                    <a:pt x="2309123" y="299729"/>
                  </a:lnTo>
                  <a:lnTo>
                    <a:pt x="2314569" y="299650"/>
                  </a:lnTo>
                  <a:lnTo>
                    <a:pt x="2320015" y="299564"/>
                  </a:lnTo>
                  <a:lnTo>
                    <a:pt x="2325461" y="299472"/>
                  </a:lnTo>
                  <a:lnTo>
                    <a:pt x="2330907" y="299377"/>
                  </a:lnTo>
                  <a:lnTo>
                    <a:pt x="2336353" y="299278"/>
                  </a:lnTo>
                  <a:lnTo>
                    <a:pt x="2341799" y="299179"/>
                  </a:lnTo>
                  <a:lnTo>
                    <a:pt x="2347245" y="299081"/>
                  </a:lnTo>
                  <a:lnTo>
                    <a:pt x="2352691" y="298985"/>
                  </a:lnTo>
                  <a:lnTo>
                    <a:pt x="2358137" y="298893"/>
                  </a:lnTo>
                  <a:lnTo>
                    <a:pt x="2363583" y="298805"/>
                  </a:lnTo>
                  <a:lnTo>
                    <a:pt x="2369029" y="298723"/>
                  </a:lnTo>
                  <a:lnTo>
                    <a:pt x="2374475" y="298646"/>
                  </a:lnTo>
                  <a:lnTo>
                    <a:pt x="2379921" y="298575"/>
                  </a:lnTo>
                  <a:lnTo>
                    <a:pt x="2385367" y="298512"/>
                  </a:lnTo>
                  <a:lnTo>
                    <a:pt x="2390813" y="298453"/>
                  </a:lnTo>
                  <a:lnTo>
                    <a:pt x="2396259" y="298399"/>
                  </a:lnTo>
                  <a:lnTo>
                    <a:pt x="2401705" y="298349"/>
                  </a:lnTo>
                  <a:lnTo>
                    <a:pt x="2407151" y="298302"/>
                  </a:lnTo>
                  <a:lnTo>
                    <a:pt x="2412597" y="298256"/>
                  </a:lnTo>
                  <a:lnTo>
                    <a:pt x="2418043" y="298210"/>
                  </a:lnTo>
                  <a:lnTo>
                    <a:pt x="2423490" y="298163"/>
                  </a:lnTo>
                  <a:lnTo>
                    <a:pt x="2428936" y="298115"/>
                  </a:lnTo>
                  <a:lnTo>
                    <a:pt x="2434382" y="298064"/>
                  </a:lnTo>
                  <a:lnTo>
                    <a:pt x="2439828" y="298011"/>
                  </a:lnTo>
                  <a:lnTo>
                    <a:pt x="2445274" y="297955"/>
                  </a:lnTo>
                  <a:lnTo>
                    <a:pt x="2450720" y="297897"/>
                  </a:lnTo>
                  <a:lnTo>
                    <a:pt x="2456166" y="297837"/>
                  </a:lnTo>
                  <a:lnTo>
                    <a:pt x="2461612" y="297777"/>
                  </a:lnTo>
                  <a:lnTo>
                    <a:pt x="2467058" y="297719"/>
                  </a:lnTo>
                  <a:lnTo>
                    <a:pt x="2472504" y="297665"/>
                  </a:lnTo>
                  <a:lnTo>
                    <a:pt x="2477950" y="297616"/>
                  </a:lnTo>
                  <a:lnTo>
                    <a:pt x="2483396" y="297575"/>
                  </a:lnTo>
                  <a:lnTo>
                    <a:pt x="2488842" y="297543"/>
                  </a:lnTo>
                  <a:lnTo>
                    <a:pt x="2494288" y="297525"/>
                  </a:lnTo>
                  <a:lnTo>
                    <a:pt x="2499734" y="297523"/>
                  </a:lnTo>
                  <a:lnTo>
                    <a:pt x="2505180" y="297537"/>
                  </a:lnTo>
                  <a:lnTo>
                    <a:pt x="2510626" y="297569"/>
                  </a:lnTo>
                  <a:lnTo>
                    <a:pt x="2516072" y="297618"/>
                  </a:lnTo>
                  <a:lnTo>
                    <a:pt x="2521518" y="297685"/>
                  </a:lnTo>
                  <a:lnTo>
                    <a:pt x="2526964" y="297770"/>
                  </a:lnTo>
                  <a:lnTo>
                    <a:pt x="2532410" y="297873"/>
                  </a:lnTo>
                  <a:lnTo>
                    <a:pt x="2537856" y="297994"/>
                  </a:lnTo>
                  <a:lnTo>
                    <a:pt x="2543303" y="298128"/>
                  </a:lnTo>
                  <a:lnTo>
                    <a:pt x="2548749" y="298272"/>
                  </a:lnTo>
                  <a:lnTo>
                    <a:pt x="2554195" y="298426"/>
                  </a:lnTo>
                  <a:lnTo>
                    <a:pt x="2559641" y="298585"/>
                  </a:lnTo>
                  <a:lnTo>
                    <a:pt x="2565087" y="298747"/>
                  </a:lnTo>
                  <a:lnTo>
                    <a:pt x="2570533" y="298910"/>
                  </a:lnTo>
                  <a:lnTo>
                    <a:pt x="2575979" y="299068"/>
                  </a:lnTo>
                  <a:lnTo>
                    <a:pt x="2581425" y="299221"/>
                  </a:lnTo>
                  <a:lnTo>
                    <a:pt x="2586871" y="299365"/>
                  </a:lnTo>
                  <a:lnTo>
                    <a:pt x="2592317" y="299498"/>
                  </a:lnTo>
                  <a:lnTo>
                    <a:pt x="2597763" y="299620"/>
                  </a:lnTo>
                  <a:lnTo>
                    <a:pt x="2603209" y="299727"/>
                  </a:lnTo>
                  <a:lnTo>
                    <a:pt x="2608655" y="299819"/>
                  </a:lnTo>
                  <a:lnTo>
                    <a:pt x="2614101" y="299893"/>
                  </a:lnTo>
                  <a:lnTo>
                    <a:pt x="2619547" y="299951"/>
                  </a:lnTo>
                  <a:lnTo>
                    <a:pt x="2624993" y="299994"/>
                  </a:lnTo>
                  <a:lnTo>
                    <a:pt x="2630439" y="300021"/>
                  </a:lnTo>
                  <a:lnTo>
                    <a:pt x="2635885" y="300034"/>
                  </a:lnTo>
                  <a:lnTo>
                    <a:pt x="2641331" y="300033"/>
                  </a:lnTo>
                  <a:lnTo>
                    <a:pt x="2646777" y="300018"/>
                  </a:lnTo>
                  <a:lnTo>
                    <a:pt x="2652223" y="299992"/>
                  </a:lnTo>
                  <a:lnTo>
                    <a:pt x="2657669" y="299956"/>
                  </a:lnTo>
                  <a:lnTo>
                    <a:pt x="2663116" y="299913"/>
                  </a:lnTo>
                  <a:lnTo>
                    <a:pt x="2668562" y="299865"/>
                  </a:lnTo>
                  <a:lnTo>
                    <a:pt x="2674008" y="299813"/>
                  </a:lnTo>
                  <a:lnTo>
                    <a:pt x="2679454" y="299758"/>
                  </a:lnTo>
                  <a:lnTo>
                    <a:pt x="2684900" y="299704"/>
                  </a:lnTo>
                  <a:lnTo>
                    <a:pt x="2690346" y="299651"/>
                  </a:lnTo>
                  <a:lnTo>
                    <a:pt x="2695792" y="299602"/>
                  </a:lnTo>
                  <a:lnTo>
                    <a:pt x="2701238" y="299559"/>
                  </a:lnTo>
                  <a:lnTo>
                    <a:pt x="2706684" y="299521"/>
                  </a:lnTo>
                  <a:lnTo>
                    <a:pt x="2712130" y="299491"/>
                  </a:lnTo>
                  <a:lnTo>
                    <a:pt x="2717576" y="299469"/>
                  </a:lnTo>
                  <a:lnTo>
                    <a:pt x="2723022" y="299458"/>
                  </a:lnTo>
                  <a:lnTo>
                    <a:pt x="2728468" y="299456"/>
                  </a:lnTo>
                  <a:lnTo>
                    <a:pt x="2733914" y="299465"/>
                  </a:lnTo>
                  <a:lnTo>
                    <a:pt x="2739360" y="299483"/>
                  </a:lnTo>
                  <a:lnTo>
                    <a:pt x="2744806" y="299511"/>
                  </a:lnTo>
                  <a:lnTo>
                    <a:pt x="2750252" y="299548"/>
                  </a:lnTo>
                  <a:lnTo>
                    <a:pt x="2755698" y="299593"/>
                  </a:lnTo>
                  <a:lnTo>
                    <a:pt x="2761144" y="299647"/>
                  </a:lnTo>
                  <a:lnTo>
                    <a:pt x="2766590" y="299707"/>
                  </a:lnTo>
                  <a:lnTo>
                    <a:pt x="2772036" y="299772"/>
                  </a:lnTo>
                  <a:lnTo>
                    <a:pt x="2777482" y="299841"/>
                  </a:lnTo>
                  <a:lnTo>
                    <a:pt x="2782929" y="299913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957616" y="2342859"/>
              <a:ext cx="2782929" cy="222358"/>
            </a:xfrm>
            <a:custGeom>
              <a:avLst/>
              <a:pathLst>
                <a:path w="2782929" h="222358">
                  <a:moveTo>
                    <a:pt x="0" y="222357"/>
                  </a:moveTo>
                  <a:lnTo>
                    <a:pt x="5446" y="222357"/>
                  </a:lnTo>
                  <a:lnTo>
                    <a:pt x="10892" y="222357"/>
                  </a:lnTo>
                  <a:lnTo>
                    <a:pt x="16338" y="222357"/>
                  </a:lnTo>
                  <a:lnTo>
                    <a:pt x="21784" y="222357"/>
                  </a:lnTo>
                  <a:lnTo>
                    <a:pt x="27230" y="222357"/>
                  </a:lnTo>
                  <a:lnTo>
                    <a:pt x="32676" y="222357"/>
                  </a:lnTo>
                  <a:lnTo>
                    <a:pt x="38122" y="222357"/>
                  </a:lnTo>
                  <a:lnTo>
                    <a:pt x="43568" y="222356"/>
                  </a:lnTo>
                  <a:lnTo>
                    <a:pt x="49014" y="222356"/>
                  </a:lnTo>
                  <a:lnTo>
                    <a:pt x="54460" y="222356"/>
                  </a:lnTo>
                  <a:lnTo>
                    <a:pt x="59906" y="222355"/>
                  </a:lnTo>
                  <a:lnTo>
                    <a:pt x="65352" y="222355"/>
                  </a:lnTo>
                  <a:lnTo>
                    <a:pt x="70798" y="222354"/>
                  </a:lnTo>
                  <a:lnTo>
                    <a:pt x="76244" y="222353"/>
                  </a:lnTo>
                  <a:lnTo>
                    <a:pt x="81690" y="222352"/>
                  </a:lnTo>
                  <a:lnTo>
                    <a:pt x="87136" y="222351"/>
                  </a:lnTo>
                  <a:lnTo>
                    <a:pt x="92582" y="222349"/>
                  </a:lnTo>
                  <a:lnTo>
                    <a:pt x="98028" y="222347"/>
                  </a:lnTo>
                  <a:lnTo>
                    <a:pt x="103474" y="222345"/>
                  </a:lnTo>
                  <a:lnTo>
                    <a:pt x="108920" y="222342"/>
                  </a:lnTo>
                  <a:lnTo>
                    <a:pt x="114366" y="222338"/>
                  </a:lnTo>
                  <a:lnTo>
                    <a:pt x="119812" y="222334"/>
                  </a:lnTo>
                  <a:lnTo>
                    <a:pt x="125259" y="222329"/>
                  </a:lnTo>
                  <a:lnTo>
                    <a:pt x="130705" y="222323"/>
                  </a:lnTo>
                  <a:lnTo>
                    <a:pt x="136151" y="222316"/>
                  </a:lnTo>
                  <a:lnTo>
                    <a:pt x="141597" y="222308"/>
                  </a:lnTo>
                  <a:lnTo>
                    <a:pt x="147043" y="222298"/>
                  </a:lnTo>
                  <a:lnTo>
                    <a:pt x="152489" y="222287"/>
                  </a:lnTo>
                  <a:lnTo>
                    <a:pt x="157935" y="222274"/>
                  </a:lnTo>
                  <a:lnTo>
                    <a:pt x="163381" y="222259"/>
                  </a:lnTo>
                  <a:lnTo>
                    <a:pt x="168827" y="222242"/>
                  </a:lnTo>
                  <a:lnTo>
                    <a:pt x="174273" y="222222"/>
                  </a:lnTo>
                  <a:lnTo>
                    <a:pt x="179719" y="222199"/>
                  </a:lnTo>
                  <a:lnTo>
                    <a:pt x="185165" y="222173"/>
                  </a:lnTo>
                  <a:lnTo>
                    <a:pt x="190611" y="222143"/>
                  </a:lnTo>
                  <a:lnTo>
                    <a:pt x="196057" y="222110"/>
                  </a:lnTo>
                  <a:lnTo>
                    <a:pt x="201503" y="222073"/>
                  </a:lnTo>
                  <a:lnTo>
                    <a:pt x="206949" y="222031"/>
                  </a:lnTo>
                  <a:lnTo>
                    <a:pt x="212395" y="221985"/>
                  </a:lnTo>
                  <a:lnTo>
                    <a:pt x="217841" y="221933"/>
                  </a:lnTo>
                  <a:lnTo>
                    <a:pt x="223287" y="221875"/>
                  </a:lnTo>
                  <a:lnTo>
                    <a:pt x="228733" y="221813"/>
                  </a:lnTo>
                  <a:lnTo>
                    <a:pt x="234179" y="221744"/>
                  </a:lnTo>
                  <a:lnTo>
                    <a:pt x="239625" y="221670"/>
                  </a:lnTo>
                  <a:lnTo>
                    <a:pt x="245072" y="221588"/>
                  </a:lnTo>
                  <a:lnTo>
                    <a:pt x="250518" y="221499"/>
                  </a:lnTo>
                  <a:lnTo>
                    <a:pt x="255964" y="221405"/>
                  </a:lnTo>
                  <a:lnTo>
                    <a:pt x="261410" y="221304"/>
                  </a:lnTo>
                  <a:lnTo>
                    <a:pt x="266856" y="221196"/>
                  </a:lnTo>
                  <a:lnTo>
                    <a:pt x="272302" y="221080"/>
                  </a:lnTo>
                  <a:lnTo>
                    <a:pt x="277748" y="220958"/>
                  </a:lnTo>
                  <a:lnTo>
                    <a:pt x="283194" y="220829"/>
                  </a:lnTo>
                  <a:lnTo>
                    <a:pt x="288640" y="220695"/>
                  </a:lnTo>
                  <a:lnTo>
                    <a:pt x="294086" y="220556"/>
                  </a:lnTo>
                  <a:lnTo>
                    <a:pt x="299532" y="220409"/>
                  </a:lnTo>
                  <a:lnTo>
                    <a:pt x="304978" y="220258"/>
                  </a:lnTo>
                  <a:lnTo>
                    <a:pt x="310424" y="220103"/>
                  </a:lnTo>
                  <a:lnTo>
                    <a:pt x="315870" y="219944"/>
                  </a:lnTo>
                  <a:lnTo>
                    <a:pt x="321316" y="219782"/>
                  </a:lnTo>
                  <a:lnTo>
                    <a:pt x="326762" y="219617"/>
                  </a:lnTo>
                  <a:lnTo>
                    <a:pt x="332208" y="219451"/>
                  </a:lnTo>
                  <a:lnTo>
                    <a:pt x="337654" y="219284"/>
                  </a:lnTo>
                  <a:lnTo>
                    <a:pt x="343100" y="219116"/>
                  </a:lnTo>
                  <a:lnTo>
                    <a:pt x="348546" y="218949"/>
                  </a:lnTo>
                  <a:lnTo>
                    <a:pt x="353992" y="218783"/>
                  </a:lnTo>
                  <a:lnTo>
                    <a:pt x="359438" y="218620"/>
                  </a:lnTo>
                  <a:lnTo>
                    <a:pt x="364885" y="218459"/>
                  </a:lnTo>
                  <a:lnTo>
                    <a:pt x="370331" y="218301"/>
                  </a:lnTo>
                  <a:lnTo>
                    <a:pt x="375777" y="218147"/>
                  </a:lnTo>
                  <a:lnTo>
                    <a:pt x="381223" y="217999"/>
                  </a:lnTo>
                  <a:lnTo>
                    <a:pt x="386669" y="217856"/>
                  </a:lnTo>
                  <a:lnTo>
                    <a:pt x="392115" y="217719"/>
                  </a:lnTo>
                  <a:lnTo>
                    <a:pt x="397561" y="217586"/>
                  </a:lnTo>
                  <a:lnTo>
                    <a:pt x="403007" y="217459"/>
                  </a:lnTo>
                  <a:lnTo>
                    <a:pt x="408453" y="217340"/>
                  </a:lnTo>
                  <a:lnTo>
                    <a:pt x="413899" y="217227"/>
                  </a:lnTo>
                  <a:lnTo>
                    <a:pt x="419345" y="217119"/>
                  </a:lnTo>
                  <a:lnTo>
                    <a:pt x="424791" y="217017"/>
                  </a:lnTo>
                  <a:lnTo>
                    <a:pt x="430237" y="216920"/>
                  </a:lnTo>
                  <a:lnTo>
                    <a:pt x="435683" y="216829"/>
                  </a:lnTo>
                  <a:lnTo>
                    <a:pt x="441129" y="216742"/>
                  </a:lnTo>
                  <a:lnTo>
                    <a:pt x="446575" y="216658"/>
                  </a:lnTo>
                  <a:lnTo>
                    <a:pt x="452021" y="216578"/>
                  </a:lnTo>
                  <a:lnTo>
                    <a:pt x="457467" y="216499"/>
                  </a:lnTo>
                  <a:lnTo>
                    <a:pt x="462913" y="216423"/>
                  </a:lnTo>
                  <a:lnTo>
                    <a:pt x="468359" y="216346"/>
                  </a:lnTo>
                  <a:lnTo>
                    <a:pt x="473805" y="216268"/>
                  </a:lnTo>
                  <a:lnTo>
                    <a:pt x="479251" y="216189"/>
                  </a:lnTo>
                  <a:lnTo>
                    <a:pt x="484698" y="216107"/>
                  </a:lnTo>
                  <a:lnTo>
                    <a:pt x="490144" y="216021"/>
                  </a:lnTo>
                  <a:lnTo>
                    <a:pt x="495590" y="215928"/>
                  </a:lnTo>
                  <a:lnTo>
                    <a:pt x="501036" y="215830"/>
                  </a:lnTo>
                  <a:lnTo>
                    <a:pt x="506482" y="215724"/>
                  </a:lnTo>
                  <a:lnTo>
                    <a:pt x="511928" y="215610"/>
                  </a:lnTo>
                  <a:lnTo>
                    <a:pt x="517374" y="215484"/>
                  </a:lnTo>
                  <a:lnTo>
                    <a:pt x="522820" y="215346"/>
                  </a:lnTo>
                  <a:lnTo>
                    <a:pt x="528266" y="215196"/>
                  </a:lnTo>
                  <a:lnTo>
                    <a:pt x="533712" y="215033"/>
                  </a:lnTo>
                  <a:lnTo>
                    <a:pt x="539158" y="214857"/>
                  </a:lnTo>
                  <a:lnTo>
                    <a:pt x="544604" y="214663"/>
                  </a:lnTo>
                  <a:lnTo>
                    <a:pt x="550050" y="214451"/>
                  </a:lnTo>
                  <a:lnTo>
                    <a:pt x="555496" y="214223"/>
                  </a:lnTo>
                  <a:lnTo>
                    <a:pt x="560942" y="213979"/>
                  </a:lnTo>
                  <a:lnTo>
                    <a:pt x="566388" y="213717"/>
                  </a:lnTo>
                  <a:lnTo>
                    <a:pt x="571834" y="213432"/>
                  </a:lnTo>
                  <a:lnTo>
                    <a:pt x="577280" y="213128"/>
                  </a:lnTo>
                  <a:lnTo>
                    <a:pt x="582726" y="212805"/>
                  </a:lnTo>
                  <a:lnTo>
                    <a:pt x="588172" y="212464"/>
                  </a:lnTo>
                  <a:lnTo>
                    <a:pt x="593618" y="212104"/>
                  </a:lnTo>
                  <a:lnTo>
                    <a:pt x="599064" y="211722"/>
                  </a:lnTo>
                  <a:lnTo>
                    <a:pt x="604510" y="211320"/>
                  </a:lnTo>
                  <a:lnTo>
                    <a:pt x="609957" y="210901"/>
                  </a:lnTo>
                  <a:lnTo>
                    <a:pt x="615403" y="210465"/>
                  </a:lnTo>
                  <a:lnTo>
                    <a:pt x="620849" y="210014"/>
                  </a:lnTo>
                  <a:lnTo>
                    <a:pt x="626295" y="209544"/>
                  </a:lnTo>
                  <a:lnTo>
                    <a:pt x="631741" y="209060"/>
                  </a:lnTo>
                  <a:lnTo>
                    <a:pt x="637187" y="208564"/>
                  </a:lnTo>
                  <a:lnTo>
                    <a:pt x="642633" y="208057"/>
                  </a:lnTo>
                  <a:lnTo>
                    <a:pt x="648079" y="207542"/>
                  </a:lnTo>
                  <a:lnTo>
                    <a:pt x="653525" y="207018"/>
                  </a:lnTo>
                  <a:lnTo>
                    <a:pt x="658971" y="206489"/>
                  </a:lnTo>
                  <a:lnTo>
                    <a:pt x="664417" y="205957"/>
                  </a:lnTo>
                  <a:lnTo>
                    <a:pt x="669863" y="205426"/>
                  </a:lnTo>
                  <a:lnTo>
                    <a:pt x="675309" y="204896"/>
                  </a:lnTo>
                  <a:lnTo>
                    <a:pt x="680755" y="204371"/>
                  </a:lnTo>
                  <a:lnTo>
                    <a:pt x="686201" y="203855"/>
                  </a:lnTo>
                  <a:lnTo>
                    <a:pt x="691647" y="203350"/>
                  </a:lnTo>
                  <a:lnTo>
                    <a:pt x="697093" y="202858"/>
                  </a:lnTo>
                  <a:lnTo>
                    <a:pt x="702539" y="202381"/>
                  </a:lnTo>
                  <a:lnTo>
                    <a:pt x="707985" y="201925"/>
                  </a:lnTo>
                  <a:lnTo>
                    <a:pt x="713431" y="201495"/>
                  </a:lnTo>
                  <a:lnTo>
                    <a:pt x="718877" y="201088"/>
                  </a:lnTo>
                  <a:lnTo>
                    <a:pt x="724323" y="200708"/>
                  </a:lnTo>
                  <a:lnTo>
                    <a:pt x="729770" y="200356"/>
                  </a:lnTo>
                  <a:lnTo>
                    <a:pt x="735216" y="200039"/>
                  </a:lnTo>
                  <a:lnTo>
                    <a:pt x="740662" y="199762"/>
                  </a:lnTo>
                  <a:lnTo>
                    <a:pt x="746108" y="199519"/>
                  </a:lnTo>
                  <a:lnTo>
                    <a:pt x="751554" y="199313"/>
                  </a:lnTo>
                  <a:lnTo>
                    <a:pt x="757000" y="199144"/>
                  </a:lnTo>
                  <a:lnTo>
                    <a:pt x="762446" y="199019"/>
                  </a:lnTo>
                  <a:lnTo>
                    <a:pt x="767892" y="198940"/>
                  </a:lnTo>
                  <a:lnTo>
                    <a:pt x="773338" y="198901"/>
                  </a:lnTo>
                  <a:lnTo>
                    <a:pt x="778784" y="198901"/>
                  </a:lnTo>
                  <a:lnTo>
                    <a:pt x="784230" y="198940"/>
                  </a:lnTo>
                  <a:lnTo>
                    <a:pt x="789676" y="199022"/>
                  </a:lnTo>
                  <a:lnTo>
                    <a:pt x="795122" y="199148"/>
                  </a:lnTo>
                  <a:lnTo>
                    <a:pt x="800568" y="199309"/>
                  </a:lnTo>
                  <a:lnTo>
                    <a:pt x="806014" y="199503"/>
                  </a:lnTo>
                  <a:lnTo>
                    <a:pt x="811460" y="199729"/>
                  </a:lnTo>
                  <a:lnTo>
                    <a:pt x="816906" y="199988"/>
                  </a:lnTo>
                  <a:lnTo>
                    <a:pt x="822352" y="200279"/>
                  </a:lnTo>
                  <a:lnTo>
                    <a:pt x="827798" y="200592"/>
                  </a:lnTo>
                  <a:lnTo>
                    <a:pt x="833244" y="200926"/>
                  </a:lnTo>
                  <a:lnTo>
                    <a:pt x="838690" y="201277"/>
                  </a:lnTo>
                  <a:lnTo>
                    <a:pt x="844136" y="201644"/>
                  </a:lnTo>
                  <a:lnTo>
                    <a:pt x="849583" y="202024"/>
                  </a:lnTo>
                  <a:lnTo>
                    <a:pt x="855029" y="202410"/>
                  </a:lnTo>
                  <a:lnTo>
                    <a:pt x="860475" y="202800"/>
                  </a:lnTo>
                  <a:lnTo>
                    <a:pt x="865921" y="203190"/>
                  </a:lnTo>
                  <a:lnTo>
                    <a:pt x="871367" y="203577"/>
                  </a:lnTo>
                  <a:lnTo>
                    <a:pt x="876813" y="203957"/>
                  </a:lnTo>
                  <a:lnTo>
                    <a:pt x="882259" y="204327"/>
                  </a:lnTo>
                  <a:lnTo>
                    <a:pt x="887705" y="204685"/>
                  </a:lnTo>
                  <a:lnTo>
                    <a:pt x="893151" y="205029"/>
                  </a:lnTo>
                  <a:lnTo>
                    <a:pt x="898597" y="205355"/>
                  </a:lnTo>
                  <a:lnTo>
                    <a:pt x="904043" y="205657"/>
                  </a:lnTo>
                  <a:lnTo>
                    <a:pt x="909489" y="205938"/>
                  </a:lnTo>
                  <a:lnTo>
                    <a:pt x="914935" y="206197"/>
                  </a:lnTo>
                  <a:lnTo>
                    <a:pt x="920381" y="206431"/>
                  </a:lnTo>
                  <a:lnTo>
                    <a:pt x="925827" y="206639"/>
                  </a:lnTo>
                  <a:lnTo>
                    <a:pt x="931273" y="206814"/>
                  </a:lnTo>
                  <a:lnTo>
                    <a:pt x="936719" y="206963"/>
                  </a:lnTo>
                  <a:lnTo>
                    <a:pt x="942165" y="207084"/>
                  </a:lnTo>
                  <a:lnTo>
                    <a:pt x="947611" y="207179"/>
                  </a:lnTo>
                  <a:lnTo>
                    <a:pt x="953057" y="207245"/>
                  </a:lnTo>
                  <a:lnTo>
                    <a:pt x="958503" y="207276"/>
                  </a:lnTo>
                  <a:lnTo>
                    <a:pt x="963949" y="207281"/>
                  </a:lnTo>
                  <a:lnTo>
                    <a:pt x="969396" y="207259"/>
                  </a:lnTo>
                  <a:lnTo>
                    <a:pt x="974842" y="207212"/>
                  </a:lnTo>
                  <a:lnTo>
                    <a:pt x="980288" y="207139"/>
                  </a:lnTo>
                  <a:lnTo>
                    <a:pt x="985734" y="207035"/>
                  </a:lnTo>
                  <a:lnTo>
                    <a:pt x="991180" y="206907"/>
                  </a:lnTo>
                  <a:lnTo>
                    <a:pt x="996626" y="206757"/>
                  </a:lnTo>
                  <a:lnTo>
                    <a:pt x="1002072" y="206584"/>
                  </a:lnTo>
                  <a:lnTo>
                    <a:pt x="1007518" y="206391"/>
                  </a:lnTo>
                  <a:lnTo>
                    <a:pt x="1012964" y="206171"/>
                  </a:lnTo>
                  <a:lnTo>
                    <a:pt x="1018410" y="205932"/>
                  </a:lnTo>
                  <a:lnTo>
                    <a:pt x="1023856" y="205675"/>
                  </a:lnTo>
                  <a:lnTo>
                    <a:pt x="1029302" y="205400"/>
                  </a:lnTo>
                  <a:lnTo>
                    <a:pt x="1034748" y="205108"/>
                  </a:lnTo>
                  <a:lnTo>
                    <a:pt x="1040194" y="204795"/>
                  </a:lnTo>
                  <a:lnTo>
                    <a:pt x="1045640" y="204466"/>
                  </a:lnTo>
                  <a:lnTo>
                    <a:pt x="1051086" y="204124"/>
                  </a:lnTo>
                  <a:lnTo>
                    <a:pt x="1056532" y="203767"/>
                  </a:lnTo>
                  <a:lnTo>
                    <a:pt x="1061978" y="203397"/>
                  </a:lnTo>
                  <a:lnTo>
                    <a:pt x="1067424" y="203010"/>
                  </a:lnTo>
                  <a:lnTo>
                    <a:pt x="1072870" y="202612"/>
                  </a:lnTo>
                  <a:lnTo>
                    <a:pt x="1078316" y="202202"/>
                  </a:lnTo>
                  <a:lnTo>
                    <a:pt x="1083762" y="201781"/>
                  </a:lnTo>
                  <a:lnTo>
                    <a:pt x="1089209" y="201350"/>
                  </a:lnTo>
                  <a:lnTo>
                    <a:pt x="1094655" y="200906"/>
                  </a:lnTo>
                  <a:lnTo>
                    <a:pt x="1100101" y="200452"/>
                  </a:lnTo>
                  <a:lnTo>
                    <a:pt x="1105547" y="199989"/>
                  </a:lnTo>
                  <a:lnTo>
                    <a:pt x="1110993" y="199518"/>
                  </a:lnTo>
                  <a:lnTo>
                    <a:pt x="1116439" y="199038"/>
                  </a:lnTo>
                  <a:lnTo>
                    <a:pt x="1121885" y="198547"/>
                  </a:lnTo>
                  <a:lnTo>
                    <a:pt x="1127331" y="198047"/>
                  </a:lnTo>
                  <a:lnTo>
                    <a:pt x="1132777" y="197539"/>
                  </a:lnTo>
                  <a:lnTo>
                    <a:pt x="1138223" y="197022"/>
                  </a:lnTo>
                  <a:lnTo>
                    <a:pt x="1143669" y="196496"/>
                  </a:lnTo>
                  <a:lnTo>
                    <a:pt x="1149115" y="195958"/>
                  </a:lnTo>
                  <a:lnTo>
                    <a:pt x="1154561" y="195408"/>
                  </a:lnTo>
                  <a:lnTo>
                    <a:pt x="1160007" y="194848"/>
                  </a:lnTo>
                  <a:lnTo>
                    <a:pt x="1165453" y="194276"/>
                  </a:lnTo>
                  <a:lnTo>
                    <a:pt x="1170899" y="193692"/>
                  </a:lnTo>
                  <a:lnTo>
                    <a:pt x="1176345" y="193090"/>
                  </a:lnTo>
                  <a:lnTo>
                    <a:pt x="1181791" y="192472"/>
                  </a:lnTo>
                  <a:lnTo>
                    <a:pt x="1187237" y="191838"/>
                  </a:lnTo>
                  <a:lnTo>
                    <a:pt x="1192683" y="191186"/>
                  </a:lnTo>
                  <a:lnTo>
                    <a:pt x="1198129" y="190515"/>
                  </a:lnTo>
                  <a:lnTo>
                    <a:pt x="1203575" y="189820"/>
                  </a:lnTo>
                  <a:lnTo>
                    <a:pt x="1209021" y="189101"/>
                  </a:lnTo>
                  <a:lnTo>
                    <a:pt x="1214468" y="188359"/>
                  </a:lnTo>
                  <a:lnTo>
                    <a:pt x="1219914" y="187593"/>
                  </a:lnTo>
                  <a:lnTo>
                    <a:pt x="1225360" y="186802"/>
                  </a:lnTo>
                  <a:lnTo>
                    <a:pt x="1230806" y="185979"/>
                  </a:lnTo>
                  <a:lnTo>
                    <a:pt x="1236252" y="185126"/>
                  </a:lnTo>
                  <a:lnTo>
                    <a:pt x="1241698" y="184245"/>
                  </a:lnTo>
                  <a:lnTo>
                    <a:pt x="1247144" y="183335"/>
                  </a:lnTo>
                  <a:lnTo>
                    <a:pt x="1252590" y="182395"/>
                  </a:lnTo>
                  <a:lnTo>
                    <a:pt x="1258036" y="181418"/>
                  </a:lnTo>
                  <a:lnTo>
                    <a:pt x="1263482" y="180407"/>
                  </a:lnTo>
                  <a:lnTo>
                    <a:pt x="1268928" y="179364"/>
                  </a:lnTo>
                  <a:lnTo>
                    <a:pt x="1274374" y="178287"/>
                  </a:lnTo>
                  <a:lnTo>
                    <a:pt x="1279820" y="177178"/>
                  </a:lnTo>
                  <a:lnTo>
                    <a:pt x="1285266" y="176026"/>
                  </a:lnTo>
                  <a:lnTo>
                    <a:pt x="1290712" y="174834"/>
                  </a:lnTo>
                  <a:lnTo>
                    <a:pt x="1296158" y="173603"/>
                  </a:lnTo>
                  <a:lnTo>
                    <a:pt x="1301604" y="172334"/>
                  </a:lnTo>
                  <a:lnTo>
                    <a:pt x="1307050" y="171023"/>
                  </a:lnTo>
                  <a:lnTo>
                    <a:pt x="1312496" y="169658"/>
                  </a:lnTo>
                  <a:lnTo>
                    <a:pt x="1317942" y="168240"/>
                  </a:lnTo>
                  <a:lnTo>
                    <a:pt x="1323388" y="166769"/>
                  </a:lnTo>
                  <a:lnTo>
                    <a:pt x="1328834" y="165243"/>
                  </a:lnTo>
                  <a:lnTo>
                    <a:pt x="1334281" y="163658"/>
                  </a:lnTo>
                  <a:lnTo>
                    <a:pt x="1339727" y="161996"/>
                  </a:lnTo>
                  <a:lnTo>
                    <a:pt x="1345173" y="160252"/>
                  </a:lnTo>
                  <a:lnTo>
                    <a:pt x="1350619" y="158429"/>
                  </a:lnTo>
                  <a:lnTo>
                    <a:pt x="1356065" y="156523"/>
                  </a:lnTo>
                  <a:lnTo>
                    <a:pt x="1361511" y="154526"/>
                  </a:lnTo>
                  <a:lnTo>
                    <a:pt x="1366957" y="152415"/>
                  </a:lnTo>
                  <a:lnTo>
                    <a:pt x="1372403" y="150181"/>
                  </a:lnTo>
                  <a:lnTo>
                    <a:pt x="1377849" y="147833"/>
                  </a:lnTo>
                  <a:lnTo>
                    <a:pt x="1383295" y="145363"/>
                  </a:lnTo>
                  <a:lnTo>
                    <a:pt x="1388741" y="142767"/>
                  </a:lnTo>
                  <a:lnTo>
                    <a:pt x="1394187" y="140014"/>
                  </a:lnTo>
                  <a:lnTo>
                    <a:pt x="1399633" y="137094"/>
                  </a:lnTo>
                  <a:lnTo>
                    <a:pt x="1405079" y="134027"/>
                  </a:lnTo>
                  <a:lnTo>
                    <a:pt x="1410525" y="130806"/>
                  </a:lnTo>
                  <a:lnTo>
                    <a:pt x="1415971" y="127429"/>
                  </a:lnTo>
                  <a:lnTo>
                    <a:pt x="1421417" y="123869"/>
                  </a:lnTo>
                  <a:lnTo>
                    <a:pt x="1426863" y="120119"/>
                  </a:lnTo>
                  <a:lnTo>
                    <a:pt x="1432309" y="116208"/>
                  </a:lnTo>
                  <a:lnTo>
                    <a:pt x="1437755" y="112139"/>
                  </a:lnTo>
                  <a:lnTo>
                    <a:pt x="1443201" y="107913"/>
                  </a:lnTo>
                  <a:lnTo>
                    <a:pt x="1448647" y="103516"/>
                  </a:lnTo>
                  <a:lnTo>
                    <a:pt x="1454094" y="98951"/>
                  </a:lnTo>
                  <a:lnTo>
                    <a:pt x="1459540" y="94256"/>
                  </a:lnTo>
                  <a:lnTo>
                    <a:pt x="1464986" y="89440"/>
                  </a:lnTo>
                  <a:lnTo>
                    <a:pt x="1470432" y="84518"/>
                  </a:lnTo>
                  <a:lnTo>
                    <a:pt x="1475878" y="79491"/>
                  </a:lnTo>
                  <a:lnTo>
                    <a:pt x="1481324" y="74382"/>
                  </a:lnTo>
                  <a:lnTo>
                    <a:pt x="1486770" y="69227"/>
                  </a:lnTo>
                  <a:lnTo>
                    <a:pt x="1492216" y="64045"/>
                  </a:lnTo>
                  <a:lnTo>
                    <a:pt x="1497662" y="58859"/>
                  </a:lnTo>
                  <a:lnTo>
                    <a:pt x="1503108" y="53694"/>
                  </a:lnTo>
                  <a:lnTo>
                    <a:pt x="1508554" y="48595"/>
                  </a:lnTo>
                  <a:lnTo>
                    <a:pt x="1514000" y="43584"/>
                  </a:lnTo>
                  <a:lnTo>
                    <a:pt x="1519446" y="38684"/>
                  </a:lnTo>
                  <a:lnTo>
                    <a:pt x="1524892" y="33923"/>
                  </a:lnTo>
                  <a:lnTo>
                    <a:pt x="1530338" y="29346"/>
                  </a:lnTo>
                  <a:lnTo>
                    <a:pt x="1535784" y="25023"/>
                  </a:lnTo>
                  <a:lnTo>
                    <a:pt x="1541230" y="20941"/>
                  </a:lnTo>
                  <a:lnTo>
                    <a:pt x="1546676" y="17125"/>
                  </a:lnTo>
                  <a:lnTo>
                    <a:pt x="1552122" y="13600"/>
                  </a:lnTo>
                  <a:lnTo>
                    <a:pt x="1557568" y="10419"/>
                  </a:lnTo>
                  <a:lnTo>
                    <a:pt x="1563014" y="7673"/>
                  </a:lnTo>
                  <a:lnTo>
                    <a:pt x="1568460" y="5303"/>
                  </a:lnTo>
                  <a:lnTo>
                    <a:pt x="1573907" y="3328"/>
                  </a:lnTo>
                  <a:lnTo>
                    <a:pt x="1579353" y="1762"/>
                  </a:lnTo>
                  <a:lnTo>
                    <a:pt x="1584799" y="653"/>
                  </a:lnTo>
                  <a:lnTo>
                    <a:pt x="1590245" y="100"/>
                  </a:lnTo>
                  <a:lnTo>
                    <a:pt x="1595691" y="0"/>
                  </a:lnTo>
                  <a:lnTo>
                    <a:pt x="1601137" y="356"/>
                  </a:lnTo>
                  <a:lnTo>
                    <a:pt x="1606583" y="1172"/>
                  </a:lnTo>
                  <a:lnTo>
                    <a:pt x="1612029" y="2475"/>
                  </a:lnTo>
                  <a:lnTo>
                    <a:pt x="1617475" y="4356"/>
                  </a:lnTo>
                  <a:lnTo>
                    <a:pt x="1622921" y="6681"/>
                  </a:lnTo>
                  <a:lnTo>
                    <a:pt x="1628367" y="9441"/>
                  </a:lnTo>
                  <a:lnTo>
                    <a:pt x="1633813" y="12623"/>
                  </a:lnTo>
                  <a:lnTo>
                    <a:pt x="1639259" y="16230"/>
                  </a:lnTo>
                  <a:lnTo>
                    <a:pt x="1644705" y="20328"/>
                  </a:lnTo>
                  <a:lnTo>
                    <a:pt x="1650151" y="24780"/>
                  </a:lnTo>
                  <a:lnTo>
                    <a:pt x="1655597" y="29563"/>
                  </a:lnTo>
                  <a:lnTo>
                    <a:pt x="1661043" y="34655"/>
                  </a:lnTo>
                  <a:lnTo>
                    <a:pt x="1666489" y="40039"/>
                  </a:lnTo>
                  <a:lnTo>
                    <a:pt x="1671935" y="45741"/>
                  </a:lnTo>
                  <a:lnTo>
                    <a:pt x="1677381" y="51649"/>
                  </a:lnTo>
                  <a:lnTo>
                    <a:pt x="1682827" y="57736"/>
                  </a:lnTo>
                  <a:lnTo>
                    <a:pt x="1688273" y="63975"/>
                  </a:lnTo>
                  <a:lnTo>
                    <a:pt x="1693720" y="70338"/>
                  </a:lnTo>
                  <a:lnTo>
                    <a:pt x="1699166" y="76810"/>
                  </a:lnTo>
                  <a:lnTo>
                    <a:pt x="1704612" y="83325"/>
                  </a:lnTo>
                  <a:lnTo>
                    <a:pt x="1710058" y="89858"/>
                  </a:lnTo>
                  <a:lnTo>
                    <a:pt x="1715504" y="96384"/>
                  </a:lnTo>
                  <a:lnTo>
                    <a:pt x="1720950" y="102878"/>
                  </a:lnTo>
                  <a:lnTo>
                    <a:pt x="1726396" y="109287"/>
                  </a:lnTo>
                  <a:lnTo>
                    <a:pt x="1731842" y="115600"/>
                  </a:lnTo>
                  <a:lnTo>
                    <a:pt x="1737288" y="121800"/>
                  </a:lnTo>
                  <a:lnTo>
                    <a:pt x="1742734" y="127868"/>
                  </a:lnTo>
                  <a:lnTo>
                    <a:pt x="1748180" y="133790"/>
                  </a:lnTo>
                  <a:lnTo>
                    <a:pt x="1753626" y="139491"/>
                  </a:lnTo>
                  <a:lnTo>
                    <a:pt x="1759072" y="145005"/>
                  </a:lnTo>
                  <a:lnTo>
                    <a:pt x="1764518" y="150326"/>
                  </a:lnTo>
                  <a:lnTo>
                    <a:pt x="1769964" y="155445"/>
                  </a:lnTo>
                  <a:lnTo>
                    <a:pt x="1775410" y="160356"/>
                  </a:lnTo>
                  <a:lnTo>
                    <a:pt x="1780856" y="164985"/>
                  </a:lnTo>
                  <a:lnTo>
                    <a:pt x="1786302" y="169390"/>
                  </a:lnTo>
                  <a:lnTo>
                    <a:pt x="1791748" y="173575"/>
                  </a:lnTo>
                  <a:lnTo>
                    <a:pt x="1797194" y="177539"/>
                  </a:lnTo>
                  <a:lnTo>
                    <a:pt x="1802640" y="181285"/>
                  </a:lnTo>
                  <a:lnTo>
                    <a:pt x="1808086" y="184751"/>
                  </a:lnTo>
                  <a:lnTo>
                    <a:pt x="1813532" y="188000"/>
                  </a:lnTo>
                  <a:lnTo>
                    <a:pt x="1818979" y="191043"/>
                  </a:lnTo>
                  <a:lnTo>
                    <a:pt x="1824425" y="193886"/>
                  </a:lnTo>
                  <a:lnTo>
                    <a:pt x="1829871" y="196534"/>
                  </a:lnTo>
                  <a:lnTo>
                    <a:pt x="1835317" y="198945"/>
                  </a:lnTo>
                  <a:lnTo>
                    <a:pt x="1840763" y="201172"/>
                  </a:lnTo>
                  <a:lnTo>
                    <a:pt x="1846209" y="203231"/>
                  </a:lnTo>
                  <a:lnTo>
                    <a:pt x="1851655" y="205129"/>
                  </a:lnTo>
                  <a:lnTo>
                    <a:pt x="1857101" y="206874"/>
                  </a:lnTo>
                  <a:lnTo>
                    <a:pt x="1862547" y="208438"/>
                  </a:lnTo>
                  <a:lnTo>
                    <a:pt x="1867993" y="209862"/>
                  </a:lnTo>
                  <a:lnTo>
                    <a:pt x="1873439" y="211162"/>
                  </a:lnTo>
                  <a:lnTo>
                    <a:pt x="1878885" y="212344"/>
                  </a:lnTo>
                  <a:lnTo>
                    <a:pt x="1884331" y="213416"/>
                  </a:lnTo>
                  <a:lnTo>
                    <a:pt x="1889777" y="214362"/>
                  </a:lnTo>
                  <a:lnTo>
                    <a:pt x="1895223" y="215208"/>
                  </a:lnTo>
                  <a:lnTo>
                    <a:pt x="1900669" y="215970"/>
                  </a:lnTo>
                  <a:lnTo>
                    <a:pt x="1906115" y="216651"/>
                  </a:lnTo>
                  <a:lnTo>
                    <a:pt x="1911561" y="217259"/>
                  </a:lnTo>
                  <a:lnTo>
                    <a:pt x="1917007" y="217784"/>
                  </a:lnTo>
                  <a:lnTo>
                    <a:pt x="1922453" y="218243"/>
                  </a:lnTo>
                  <a:lnTo>
                    <a:pt x="1927899" y="218647"/>
                  </a:lnTo>
                  <a:lnTo>
                    <a:pt x="1933345" y="218999"/>
                  </a:lnTo>
                  <a:lnTo>
                    <a:pt x="1938792" y="219304"/>
                  </a:lnTo>
                  <a:lnTo>
                    <a:pt x="1944238" y="219557"/>
                  </a:lnTo>
                  <a:lnTo>
                    <a:pt x="1949684" y="219767"/>
                  </a:lnTo>
                  <a:lnTo>
                    <a:pt x="1955130" y="219943"/>
                  </a:lnTo>
                  <a:lnTo>
                    <a:pt x="1960576" y="220086"/>
                  </a:lnTo>
                  <a:lnTo>
                    <a:pt x="1966022" y="220200"/>
                  </a:lnTo>
                  <a:lnTo>
                    <a:pt x="1971468" y="220281"/>
                  </a:lnTo>
                  <a:lnTo>
                    <a:pt x="1976914" y="220335"/>
                  </a:lnTo>
                  <a:lnTo>
                    <a:pt x="1982360" y="220368"/>
                  </a:lnTo>
                  <a:lnTo>
                    <a:pt x="1987806" y="220380"/>
                  </a:lnTo>
                  <a:lnTo>
                    <a:pt x="1993252" y="220374"/>
                  </a:lnTo>
                  <a:lnTo>
                    <a:pt x="1998698" y="220347"/>
                  </a:lnTo>
                  <a:lnTo>
                    <a:pt x="2004144" y="220303"/>
                  </a:lnTo>
                  <a:lnTo>
                    <a:pt x="2009590" y="220246"/>
                  </a:lnTo>
                  <a:lnTo>
                    <a:pt x="2015036" y="220176"/>
                  </a:lnTo>
                  <a:lnTo>
                    <a:pt x="2020482" y="220094"/>
                  </a:lnTo>
                  <a:lnTo>
                    <a:pt x="2025928" y="220000"/>
                  </a:lnTo>
                  <a:lnTo>
                    <a:pt x="2031374" y="219895"/>
                  </a:lnTo>
                  <a:lnTo>
                    <a:pt x="2036820" y="219782"/>
                  </a:lnTo>
                  <a:lnTo>
                    <a:pt x="2042266" y="219662"/>
                  </a:lnTo>
                  <a:lnTo>
                    <a:pt x="2047712" y="219536"/>
                  </a:lnTo>
                  <a:lnTo>
                    <a:pt x="2053158" y="219404"/>
                  </a:lnTo>
                  <a:lnTo>
                    <a:pt x="2058605" y="219267"/>
                  </a:lnTo>
                  <a:lnTo>
                    <a:pt x="2064051" y="219126"/>
                  </a:lnTo>
                  <a:lnTo>
                    <a:pt x="2069497" y="218984"/>
                  </a:lnTo>
                  <a:lnTo>
                    <a:pt x="2074943" y="218841"/>
                  </a:lnTo>
                  <a:lnTo>
                    <a:pt x="2080389" y="218697"/>
                  </a:lnTo>
                  <a:lnTo>
                    <a:pt x="2085835" y="218555"/>
                  </a:lnTo>
                  <a:lnTo>
                    <a:pt x="2091281" y="218415"/>
                  </a:lnTo>
                  <a:lnTo>
                    <a:pt x="2096727" y="218278"/>
                  </a:lnTo>
                  <a:lnTo>
                    <a:pt x="2102173" y="218145"/>
                  </a:lnTo>
                  <a:lnTo>
                    <a:pt x="2107619" y="218018"/>
                  </a:lnTo>
                  <a:lnTo>
                    <a:pt x="2113065" y="217898"/>
                  </a:lnTo>
                  <a:lnTo>
                    <a:pt x="2118511" y="217786"/>
                  </a:lnTo>
                  <a:lnTo>
                    <a:pt x="2123957" y="217681"/>
                  </a:lnTo>
                  <a:lnTo>
                    <a:pt x="2129403" y="217586"/>
                  </a:lnTo>
                  <a:lnTo>
                    <a:pt x="2134849" y="217501"/>
                  </a:lnTo>
                  <a:lnTo>
                    <a:pt x="2140295" y="217428"/>
                  </a:lnTo>
                  <a:lnTo>
                    <a:pt x="2145741" y="217367"/>
                  </a:lnTo>
                  <a:lnTo>
                    <a:pt x="2151187" y="217316"/>
                  </a:lnTo>
                  <a:lnTo>
                    <a:pt x="2156633" y="217276"/>
                  </a:lnTo>
                  <a:lnTo>
                    <a:pt x="2162079" y="217250"/>
                  </a:lnTo>
                  <a:lnTo>
                    <a:pt x="2167525" y="217238"/>
                  </a:lnTo>
                  <a:lnTo>
                    <a:pt x="2172971" y="217236"/>
                  </a:lnTo>
                  <a:lnTo>
                    <a:pt x="2178418" y="217247"/>
                  </a:lnTo>
                  <a:lnTo>
                    <a:pt x="2183864" y="217268"/>
                  </a:lnTo>
                  <a:lnTo>
                    <a:pt x="2189310" y="217300"/>
                  </a:lnTo>
                  <a:lnTo>
                    <a:pt x="2194756" y="217345"/>
                  </a:lnTo>
                  <a:lnTo>
                    <a:pt x="2200202" y="217398"/>
                  </a:lnTo>
                  <a:lnTo>
                    <a:pt x="2205648" y="217460"/>
                  </a:lnTo>
                  <a:lnTo>
                    <a:pt x="2211094" y="217529"/>
                  </a:lnTo>
                  <a:lnTo>
                    <a:pt x="2216540" y="217605"/>
                  </a:lnTo>
                  <a:lnTo>
                    <a:pt x="2221986" y="217688"/>
                  </a:lnTo>
                  <a:lnTo>
                    <a:pt x="2227432" y="217775"/>
                  </a:lnTo>
                  <a:lnTo>
                    <a:pt x="2232878" y="217866"/>
                  </a:lnTo>
                  <a:lnTo>
                    <a:pt x="2238324" y="217959"/>
                  </a:lnTo>
                  <a:lnTo>
                    <a:pt x="2243770" y="218053"/>
                  </a:lnTo>
                  <a:lnTo>
                    <a:pt x="2249216" y="218148"/>
                  </a:lnTo>
                  <a:lnTo>
                    <a:pt x="2254662" y="218243"/>
                  </a:lnTo>
                  <a:lnTo>
                    <a:pt x="2260108" y="218336"/>
                  </a:lnTo>
                  <a:lnTo>
                    <a:pt x="2265554" y="218427"/>
                  </a:lnTo>
                  <a:lnTo>
                    <a:pt x="2271000" y="218516"/>
                  </a:lnTo>
                  <a:lnTo>
                    <a:pt x="2276446" y="218600"/>
                  </a:lnTo>
                  <a:lnTo>
                    <a:pt x="2281892" y="218681"/>
                  </a:lnTo>
                  <a:lnTo>
                    <a:pt x="2287338" y="218757"/>
                  </a:lnTo>
                  <a:lnTo>
                    <a:pt x="2292784" y="218830"/>
                  </a:lnTo>
                  <a:lnTo>
                    <a:pt x="2298231" y="218898"/>
                  </a:lnTo>
                  <a:lnTo>
                    <a:pt x="2303677" y="218960"/>
                  </a:lnTo>
                  <a:lnTo>
                    <a:pt x="2309123" y="219019"/>
                  </a:lnTo>
                  <a:lnTo>
                    <a:pt x="2314569" y="219073"/>
                  </a:lnTo>
                  <a:lnTo>
                    <a:pt x="2320015" y="219123"/>
                  </a:lnTo>
                  <a:lnTo>
                    <a:pt x="2325461" y="219169"/>
                  </a:lnTo>
                  <a:lnTo>
                    <a:pt x="2330907" y="219212"/>
                  </a:lnTo>
                  <a:lnTo>
                    <a:pt x="2336353" y="219251"/>
                  </a:lnTo>
                  <a:lnTo>
                    <a:pt x="2341799" y="219288"/>
                  </a:lnTo>
                  <a:lnTo>
                    <a:pt x="2347245" y="219324"/>
                  </a:lnTo>
                  <a:lnTo>
                    <a:pt x="2352691" y="219357"/>
                  </a:lnTo>
                  <a:lnTo>
                    <a:pt x="2358137" y="219389"/>
                  </a:lnTo>
                  <a:lnTo>
                    <a:pt x="2363583" y="219420"/>
                  </a:lnTo>
                  <a:lnTo>
                    <a:pt x="2369029" y="219450"/>
                  </a:lnTo>
                  <a:lnTo>
                    <a:pt x="2374475" y="219481"/>
                  </a:lnTo>
                  <a:lnTo>
                    <a:pt x="2379921" y="219511"/>
                  </a:lnTo>
                  <a:lnTo>
                    <a:pt x="2385367" y="219541"/>
                  </a:lnTo>
                  <a:lnTo>
                    <a:pt x="2390813" y="219572"/>
                  </a:lnTo>
                  <a:lnTo>
                    <a:pt x="2396259" y="219603"/>
                  </a:lnTo>
                  <a:lnTo>
                    <a:pt x="2401705" y="219635"/>
                  </a:lnTo>
                  <a:lnTo>
                    <a:pt x="2407151" y="219667"/>
                  </a:lnTo>
                  <a:lnTo>
                    <a:pt x="2412597" y="219700"/>
                  </a:lnTo>
                  <a:lnTo>
                    <a:pt x="2418043" y="219732"/>
                  </a:lnTo>
                  <a:lnTo>
                    <a:pt x="2423490" y="219765"/>
                  </a:lnTo>
                  <a:lnTo>
                    <a:pt x="2428936" y="219797"/>
                  </a:lnTo>
                  <a:lnTo>
                    <a:pt x="2434382" y="219829"/>
                  </a:lnTo>
                  <a:lnTo>
                    <a:pt x="2439828" y="219860"/>
                  </a:lnTo>
                  <a:lnTo>
                    <a:pt x="2445274" y="219890"/>
                  </a:lnTo>
                  <a:lnTo>
                    <a:pt x="2450720" y="219919"/>
                  </a:lnTo>
                  <a:lnTo>
                    <a:pt x="2456166" y="219946"/>
                  </a:lnTo>
                  <a:lnTo>
                    <a:pt x="2461612" y="219972"/>
                  </a:lnTo>
                  <a:lnTo>
                    <a:pt x="2467058" y="219995"/>
                  </a:lnTo>
                  <a:lnTo>
                    <a:pt x="2472504" y="220016"/>
                  </a:lnTo>
                  <a:lnTo>
                    <a:pt x="2477950" y="220034"/>
                  </a:lnTo>
                  <a:lnTo>
                    <a:pt x="2483396" y="220050"/>
                  </a:lnTo>
                  <a:lnTo>
                    <a:pt x="2488842" y="220063"/>
                  </a:lnTo>
                  <a:lnTo>
                    <a:pt x="2494288" y="220073"/>
                  </a:lnTo>
                  <a:lnTo>
                    <a:pt x="2499734" y="220079"/>
                  </a:lnTo>
                  <a:lnTo>
                    <a:pt x="2505180" y="220082"/>
                  </a:lnTo>
                  <a:lnTo>
                    <a:pt x="2510626" y="220082"/>
                  </a:lnTo>
                  <a:lnTo>
                    <a:pt x="2516072" y="220079"/>
                  </a:lnTo>
                  <a:lnTo>
                    <a:pt x="2521518" y="220072"/>
                  </a:lnTo>
                  <a:lnTo>
                    <a:pt x="2526964" y="220062"/>
                  </a:lnTo>
                  <a:lnTo>
                    <a:pt x="2532410" y="220048"/>
                  </a:lnTo>
                  <a:lnTo>
                    <a:pt x="2537856" y="220032"/>
                  </a:lnTo>
                  <a:lnTo>
                    <a:pt x="2543303" y="220012"/>
                  </a:lnTo>
                  <a:lnTo>
                    <a:pt x="2548749" y="219988"/>
                  </a:lnTo>
                  <a:lnTo>
                    <a:pt x="2554195" y="219961"/>
                  </a:lnTo>
                  <a:lnTo>
                    <a:pt x="2559641" y="219931"/>
                  </a:lnTo>
                  <a:lnTo>
                    <a:pt x="2565087" y="219898"/>
                  </a:lnTo>
                  <a:lnTo>
                    <a:pt x="2570533" y="219863"/>
                  </a:lnTo>
                  <a:lnTo>
                    <a:pt x="2575979" y="219824"/>
                  </a:lnTo>
                  <a:lnTo>
                    <a:pt x="2581425" y="219783"/>
                  </a:lnTo>
                  <a:lnTo>
                    <a:pt x="2586871" y="219740"/>
                  </a:lnTo>
                  <a:lnTo>
                    <a:pt x="2592317" y="219695"/>
                  </a:lnTo>
                  <a:lnTo>
                    <a:pt x="2597763" y="219648"/>
                  </a:lnTo>
                  <a:lnTo>
                    <a:pt x="2603209" y="219599"/>
                  </a:lnTo>
                  <a:lnTo>
                    <a:pt x="2608655" y="219550"/>
                  </a:lnTo>
                  <a:lnTo>
                    <a:pt x="2614101" y="219499"/>
                  </a:lnTo>
                  <a:lnTo>
                    <a:pt x="2619547" y="219449"/>
                  </a:lnTo>
                  <a:lnTo>
                    <a:pt x="2624993" y="219398"/>
                  </a:lnTo>
                  <a:lnTo>
                    <a:pt x="2630439" y="219349"/>
                  </a:lnTo>
                  <a:lnTo>
                    <a:pt x="2635885" y="219300"/>
                  </a:lnTo>
                  <a:lnTo>
                    <a:pt x="2641331" y="219254"/>
                  </a:lnTo>
                  <a:lnTo>
                    <a:pt x="2646777" y="219210"/>
                  </a:lnTo>
                  <a:lnTo>
                    <a:pt x="2652223" y="219168"/>
                  </a:lnTo>
                  <a:lnTo>
                    <a:pt x="2657669" y="219131"/>
                  </a:lnTo>
                  <a:lnTo>
                    <a:pt x="2663116" y="219098"/>
                  </a:lnTo>
                  <a:lnTo>
                    <a:pt x="2668562" y="219069"/>
                  </a:lnTo>
                  <a:lnTo>
                    <a:pt x="2674008" y="219046"/>
                  </a:lnTo>
                  <a:lnTo>
                    <a:pt x="2679454" y="219028"/>
                  </a:lnTo>
                  <a:lnTo>
                    <a:pt x="2684900" y="219017"/>
                  </a:lnTo>
                  <a:lnTo>
                    <a:pt x="2690346" y="219014"/>
                  </a:lnTo>
                  <a:lnTo>
                    <a:pt x="2695792" y="219018"/>
                  </a:lnTo>
                  <a:lnTo>
                    <a:pt x="2701238" y="219028"/>
                  </a:lnTo>
                  <a:lnTo>
                    <a:pt x="2706684" y="219046"/>
                  </a:lnTo>
                  <a:lnTo>
                    <a:pt x="2712130" y="219073"/>
                  </a:lnTo>
                  <a:lnTo>
                    <a:pt x="2717576" y="219109"/>
                  </a:lnTo>
                  <a:lnTo>
                    <a:pt x="2723022" y="219153"/>
                  </a:lnTo>
                  <a:lnTo>
                    <a:pt x="2728468" y="219204"/>
                  </a:lnTo>
                  <a:lnTo>
                    <a:pt x="2733914" y="219262"/>
                  </a:lnTo>
                  <a:lnTo>
                    <a:pt x="2739360" y="219329"/>
                  </a:lnTo>
                  <a:lnTo>
                    <a:pt x="2744806" y="219404"/>
                  </a:lnTo>
                  <a:lnTo>
                    <a:pt x="2750252" y="219485"/>
                  </a:lnTo>
                  <a:lnTo>
                    <a:pt x="2755698" y="219572"/>
                  </a:lnTo>
                  <a:lnTo>
                    <a:pt x="2761144" y="219664"/>
                  </a:lnTo>
                  <a:lnTo>
                    <a:pt x="2766590" y="219762"/>
                  </a:lnTo>
                  <a:lnTo>
                    <a:pt x="2772036" y="219865"/>
                  </a:lnTo>
                  <a:lnTo>
                    <a:pt x="2777482" y="219971"/>
                  </a:lnTo>
                  <a:lnTo>
                    <a:pt x="2782929" y="220080"/>
                  </a:lnTo>
                  <a:lnTo>
                    <a:pt x="2782929" y="222358"/>
                  </a:lnTo>
                  <a:lnTo>
                    <a:pt x="2777482" y="222358"/>
                  </a:lnTo>
                  <a:lnTo>
                    <a:pt x="2772036" y="222358"/>
                  </a:lnTo>
                  <a:lnTo>
                    <a:pt x="2766590" y="222358"/>
                  </a:lnTo>
                  <a:lnTo>
                    <a:pt x="2761144" y="222358"/>
                  </a:lnTo>
                  <a:lnTo>
                    <a:pt x="2755698" y="222358"/>
                  </a:lnTo>
                  <a:lnTo>
                    <a:pt x="2750252" y="222358"/>
                  </a:lnTo>
                  <a:lnTo>
                    <a:pt x="2744806" y="222358"/>
                  </a:lnTo>
                  <a:lnTo>
                    <a:pt x="2739360" y="222358"/>
                  </a:lnTo>
                  <a:lnTo>
                    <a:pt x="2733914" y="222358"/>
                  </a:lnTo>
                  <a:lnTo>
                    <a:pt x="2728468" y="222358"/>
                  </a:lnTo>
                  <a:lnTo>
                    <a:pt x="2723022" y="222358"/>
                  </a:lnTo>
                  <a:lnTo>
                    <a:pt x="2717576" y="222358"/>
                  </a:lnTo>
                  <a:lnTo>
                    <a:pt x="2712130" y="222358"/>
                  </a:lnTo>
                  <a:lnTo>
                    <a:pt x="2706684" y="222358"/>
                  </a:lnTo>
                  <a:lnTo>
                    <a:pt x="2701238" y="222358"/>
                  </a:lnTo>
                  <a:lnTo>
                    <a:pt x="2695792" y="222358"/>
                  </a:lnTo>
                  <a:lnTo>
                    <a:pt x="2690346" y="222358"/>
                  </a:lnTo>
                  <a:lnTo>
                    <a:pt x="2684900" y="222358"/>
                  </a:lnTo>
                  <a:lnTo>
                    <a:pt x="2679454" y="222358"/>
                  </a:lnTo>
                  <a:lnTo>
                    <a:pt x="2674008" y="222358"/>
                  </a:lnTo>
                  <a:lnTo>
                    <a:pt x="2668562" y="222358"/>
                  </a:lnTo>
                  <a:lnTo>
                    <a:pt x="2663116" y="222358"/>
                  </a:lnTo>
                  <a:lnTo>
                    <a:pt x="2657669" y="222358"/>
                  </a:lnTo>
                  <a:lnTo>
                    <a:pt x="2652223" y="222358"/>
                  </a:lnTo>
                  <a:lnTo>
                    <a:pt x="2646777" y="222358"/>
                  </a:lnTo>
                  <a:lnTo>
                    <a:pt x="2641331" y="222358"/>
                  </a:lnTo>
                  <a:lnTo>
                    <a:pt x="2635885" y="222358"/>
                  </a:lnTo>
                  <a:lnTo>
                    <a:pt x="2630439" y="222358"/>
                  </a:lnTo>
                  <a:lnTo>
                    <a:pt x="2624993" y="222358"/>
                  </a:lnTo>
                  <a:lnTo>
                    <a:pt x="2619547" y="222358"/>
                  </a:lnTo>
                  <a:lnTo>
                    <a:pt x="2614101" y="222358"/>
                  </a:lnTo>
                  <a:lnTo>
                    <a:pt x="2608655" y="222358"/>
                  </a:lnTo>
                  <a:lnTo>
                    <a:pt x="2603209" y="222358"/>
                  </a:lnTo>
                  <a:lnTo>
                    <a:pt x="2597763" y="222358"/>
                  </a:lnTo>
                  <a:lnTo>
                    <a:pt x="2592317" y="222358"/>
                  </a:lnTo>
                  <a:lnTo>
                    <a:pt x="2586871" y="222358"/>
                  </a:lnTo>
                  <a:lnTo>
                    <a:pt x="2581425" y="222358"/>
                  </a:lnTo>
                  <a:lnTo>
                    <a:pt x="2575979" y="222358"/>
                  </a:lnTo>
                  <a:lnTo>
                    <a:pt x="2570533" y="222358"/>
                  </a:lnTo>
                  <a:lnTo>
                    <a:pt x="2565087" y="222358"/>
                  </a:lnTo>
                  <a:lnTo>
                    <a:pt x="2559641" y="222358"/>
                  </a:lnTo>
                  <a:lnTo>
                    <a:pt x="2554195" y="222358"/>
                  </a:lnTo>
                  <a:lnTo>
                    <a:pt x="2548749" y="222358"/>
                  </a:lnTo>
                  <a:lnTo>
                    <a:pt x="2543303" y="222358"/>
                  </a:lnTo>
                  <a:lnTo>
                    <a:pt x="2537856" y="222358"/>
                  </a:lnTo>
                  <a:lnTo>
                    <a:pt x="2532410" y="222358"/>
                  </a:lnTo>
                  <a:lnTo>
                    <a:pt x="2526964" y="222358"/>
                  </a:lnTo>
                  <a:lnTo>
                    <a:pt x="2521518" y="222358"/>
                  </a:lnTo>
                  <a:lnTo>
                    <a:pt x="2516072" y="222358"/>
                  </a:lnTo>
                  <a:lnTo>
                    <a:pt x="2510626" y="222358"/>
                  </a:lnTo>
                  <a:lnTo>
                    <a:pt x="2505180" y="222358"/>
                  </a:lnTo>
                  <a:lnTo>
                    <a:pt x="2499734" y="222358"/>
                  </a:lnTo>
                  <a:lnTo>
                    <a:pt x="2494288" y="222358"/>
                  </a:lnTo>
                  <a:lnTo>
                    <a:pt x="2488842" y="222358"/>
                  </a:lnTo>
                  <a:lnTo>
                    <a:pt x="2483396" y="222358"/>
                  </a:lnTo>
                  <a:lnTo>
                    <a:pt x="2477950" y="222358"/>
                  </a:lnTo>
                  <a:lnTo>
                    <a:pt x="2472504" y="222358"/>
                  </a:lnTo>
                  <a:lnTo>
                    <a:pt x="2467058" y="222358"/>
                  </a:lnTo>
                  <a:lnTo>
                    <a:pt x="2461612" y="222358"/>
                  </a:lnTo>
                  <a:lnTo>
                    <a:pt x="2456166" y="222358"/>
                  </a:lnTo>
                  <a:lnTo>
                    <a:pt x="2450720" y="222358"/>
                  </a:lnTo>
                  <a:lnTo>
                    <a:pt x="2445274" y="222358"/>
                  </a:lnTo>
                  <a:lnTo>
                    <a:pt x="2439828" y="222358"/>
                  </a:lnTo>
                  <a:lnTo>
                    <a:pt x="2434382" y="222358"/>
                  </a:lnTo>
                  <a:lnTo>
                    <a:pt x="2428936" y="222358"/>
                  </a:lnTo>
                  <a:lnTo>
                    <a:pt x="2423490" y="222358"/>
                  </a:lnTo>
                  <a:lnTo>
                    <a:pt x="2418043" y="222358"/>
                  </a:lnTo>
                  <a:lnTo>
                    <a:pt x="2412597" y="222358"/>
                  </a:lnTo>
                  <a:lnTo>
                    <a:pt x="2407151" y="222358"/>
                  </a:lnTo>
                  <a:lnTo>
                    <a:pt x="2401705" y="222358"/>
                  </a:lnTo>
                  <a:lnTo>
                    <a:pt x="2396259" y="222358"/>
                  </a:lnTo>
                  <a:lnTo>
                    <a:pt x="2390813" y="222358"/>
                  </a:lnTo>
                  <a:lnTo>
                    <a:pt x="2385367" y="222358"/>
                  </a:lnTo>
                  <a:lnTo>
                    <a:pt x="2379921" y="222358"/>
                  </a:lnTo>
                  <a:lnTo>
                    <a:pt x="2374475" y="222358"/>
                  </a:lnTo>
                  <a:lnTo>
                    <a:pt x="2369029" y="222358"/>
                  </a:lnTo>
                  <a:lnTo>
                    <a:pt x="2363583" y="222358"/>
                  </a:lnTo>
                  <a:lnTo>
                    <a:pt x="2358137" y="222358"/>
                  </a:lnTo>
                  <a:lnTo>
                    <a:pt x="2352691" y="222358"/>
                  </a:lnTo>
                  <a:lnTo>
                    <a:pt x="2347245" y="222358"/>
                  </a:lnTo>
                  <a:lnTo>
                    <a:pt x="2341799" y="222358"/>
                  </a:lnTo>
                  <a:lnTo>
                    <a:pt x="2336353" y="222358"/>
                  </a:lnTo>
                  <a:lnTo>
                    <a:pt x="2330907" y="222358"/>
                  </a:lnTo>
                  <a:lnTo>
                    <a:pt x="2325461" y="222358"/>
                  </a:lnTo>
                  <a:lnTo>
                    <a:pt x="2320015" y="222358"/>
                  </a:lnTo>
                  <a:lnTo>
                    <a:pt x="2314569" y="222358"/>
                  </a:lnTo>
                  <a:lnTo>
                    <a:pt x="2309123" y="222358"/>
                  </a:lnTo>
                  <a:lnTo>
                    <a:pt x="2303677" y="222358"/>
                  </a:lnTo>
                  <a:lnTo>
                    <a:pt x="2298231" y="222358"/>
                  </a:lnTo>
                  <a:lnTo>
                    <a:pt x="2292784" y="222358"/>
                  </a:lnTo>
                  <a:lnTo>
                    <a:pt x="2287338" y="222358"/>
                  </a:lnTo>
                  <a:lnTo>
                    <a:pt x="2281892" y="222358"/>
                  </a:lnTo>
                  <a:lnTo>
                    <a:pt x="2276446" y="222358"/>
                  </a:lnTo>
                  <a:lnTo>
                    <a:pt x="2271000" y="222358"/>
                  </a:lnTo>
                  <a:lnTo>
                    <a:pt x="2265554" y="222358"/>
                  </a:lnTo>
                  <a:lnTo>
                    <a:pt x="2260108" y="222358"/>
                  </a:lnTo>
                  <a:lnTo>
                    <a:pt x="2254662" y="222358"/>
                  </a:lnTo>
                  <a:lnTo>
                    <a:pt x="2249216" y="222358"/>
                  </a:lnTo>
                  <a:lnTo>
                    <a:pt x="2243770" y="222358"/>
                  </a:lnTo>
                  <a:lnTo>
                    <a:pt x="2238324" y="222358"/>
                  </a:lnTo>
                  <a:lnTo>
                    <a:pt x="2232878" y="222358"/>
                  </a:lnTo>
                  <a:lnTo>
                    <a:pt x="2227432" y="222358"/>
                  </a:lnTo>
                  <a:lnTo>
                    <a:pt x="2221986" y="222358"/>
                  </a:lnTo>
                  <a:lnTo>
                    <a:pt x="2216540" y="222358"/>
                  </a:lnTo>
                  <a:lnTo>
                    <a:pt x="2211094" y="222358"/>
                  </a:lnTo>
                  <a:lnTo>
                    <a:pt x="2205648" y="222358"/>
                  </a:lnTo>
                  <a:lnTo>
                    <a:pt x="2200202" y="222358"/>
                  </a:lnTo>
                  <a:lnTo>
                    <a:pt x="2194756" y="222358"/>
                  </a:lnTo>
                  <a:lnTo>
                    <a:pt x="2189310" y="222358"/>
                  </a:lnTo>
                  <a:lnTo>
                    <a:pt x="2183864" y="222358"/>
                  </a:lnTo>
                  <a:lnTo>
                    <a:pt x="2178418" y="222358"/>
                  </a:lnTo>
                  <a:lnTo>
                    <a:pt x="2172971" y="222358"/>
                  </a:lnTo>
                  <a:lnTo>
                    <a:pt x="2167525" y="222358"/>
                  </a:lnTo>
                  <a:lnTo>
                    <a:pt x="2162079" y="222358"/>
                  </a:lnTo>
                  <a:lnTo>
                    <a:pt x="2156633" y="222358"/>
                  </a:lnTo>
                  <a:lnTo>
                    <a:pt x="2151187" y="222358"/>
                  </a:lnTo>
                  <a:lnTo>
                    <a:pt x="2145741" y="222358"/>
                  </a:lnTo>
                  <a:lnTo>
                    <a:pt x="2140295" y="222358"/>
                  </a:lnTo>
                  <a:lnTo>
                    <a:pt x="2134849" y="222358"/>
                  </a:lnTo>
                  <a:lnTo>
                    <a:pt x="2129403" y="222358"/>
                  </a:lnTo>
                  <a:lnTo>
                    <a:pt x="2123957" y="222358"/>
                  </a:lnTo>
                  <a:lnTo>
                    <a:pt x="2118511" y="222358"/>
                  </a:lnTo>
                  <a:lnTo>
                    <a:pt x="2113065" y="222358"/>
                  </a:lnTo>
                  <a:lnTo>
                    <a:pt x="2107619" y="222358"/>
                  </a:lnTo>
                  <a:lnTo>
                    <a:pt x="2102173" y="222358"/>
                  </a:lnTo>
                  <a:lnTo>
                    <a:pt x="2096727" y="222358"/>
                  </a:lnTo>
                  <a:lnTo>
                    <a:pt x="2091281" y="222358"/>
                  </a:lnTo>
                  <a:lnTo>
                    <a:pt x="2085835" y="222358"/>
                  </a:lnTo>
                  <a:lnTo>
                    <a:pt x="2080389" y="222358"/>
                  </a:lnTo>
                  <a:lnTo>
                    <a:pt x="2074943" y="222358"/>
                  </a:lnTo>
                  <a:lnTo>
                    <a:pt x="2069497" y="222358"/>
                  </a:lnTo>
                  <a:lnTo>
                    <a:pt x="2064051" y="222358"/>
                  </a:lnTo>
                  <a:lnTo>
                    <a:pt x="2058605" y="222358"/>
                  </a:lnTo>
                  <a:lnTo>
                    <a:pt x="2053158" y="222358"/>
                  </a:lnTo>
                  <a:lnTo>
                    <a:pt x="2047712" y="222358"/>
                  </a:lnTo>
                  <a:lnTo>
                    <a:pt x="2042266" y="222358"/>
                  </a:lnTo>
                  <a:lnTo>
                    <a:pt x="2036820" y="222358"/>
                  </a:lnTo>
                  <a:lnTo>
                    <a:pt x="2031374" y="222358"/>
                  </a:lnTo>
                  <a:lnTo>
                    <a:pt x="2025928" y="222358"/>
                  </a:lnTo>
                  <a:lnTo>
                    <a:pt x="2020482" y="222358"/>
                  </a:lnTo>
                  <a:lnTo>
                    <a:pt x="2015036" y="222358"/>
                  </a:lnTo>
                  <a:lnTo>
                    <a:pt x="2009590" y="222358"/>
                  </a:lnTo>
                  <a:lnTo>
                    <a:pt x="2004144" y="222358"/>
                  </a:lnTo>
                  <a:lnTo>
                    <a:pt x="1998698" y="222358"/>
                  </a:lnTo>
                  <a:lnTo>
                    <a:pt x="1993252" y="222358"/>
                  </a:lnTo>
                  <a:lnTo>
                    <a:pt x="1987806" y="222358"/>
                  </a:lnTo>
                  <a:lnTo>
                    <a:pt x="1982360" y="222358"/>
                  </a:lnTo>
                  <a:lnTo>
                    <a:pt x="1976914" y="222358"/>
                  </a:lnTo>
                  <a:lnTo>
                    <a:pt x="1971468" y="222358"/>
                  </a:lnTo>
                  <a:lnTo>
                    <a:pt x="1966022" y="222358"/>
                  </a:lnTo>
                  <a:lnTo>
                    <a:pt x="1960576" y="222358"/>
                  </a:lnTo>
                  <a:lnTo>
                    <a:pt x="1955130" y="222358"/>
                  </a:lnTo>
                  <a:lnTo>
                    <a:pt x="1949684" y="222358"/>
                  </a:lnTo>
                  <a:lnTo>
                    <a:pt x="1944238" y="222358"/>
                  </a:lnTo>
                  <a:lnTo>
                    <a:pt x="1938792" y="222358"/>
                  </a:lnTo>
                  <a:lnTo>
                    <a:pt x="1933345" y="222358"/>
                  </a:lnTo>
                  <a:lnTo>
                    <a:pt x="1927899" y="222358"/>
                  </a:lnTo>
                  <a:lnTo>
                    <a:pt x="1922453" y="222358"/>
                  </a:lnTo>
                  <a:lnTo>
                    <a:pt x="1917007" y="222358"/>
                  </a:lnTo>
                  <a:lnTo>
                    <a:pt x="1911561" y="222358"/>
                  </a:lnTo>
                  <a:lnTo>
                    <a:pt x="1906115" y="222358"/>
                  </a:lnTo>
                  <a:lnTo>
                    <a:pt x="1900669" y="222358"/>
                  </a:lnTo>
                  <a:lnTo>
                    <a:pt x="1895223" y="222358"/>
                  </a:lnTo>
                  <a:lnTo>
                    <a:pt x="1889777" y="222358"/>
                  </a:lnTo>
                  <a:lnTo>
                    <a:pt x="1884331" y="222358"/>
                  </a:lnTo>
                  <a:lnTo>
                    <a:pt x="1878885" y="222358"/>
                  </a:lnTo>
                  <a:lnTo>
                    <a:pt x="1873439" y="222358"/>
                  </a:lnTo>
                  <a:lnTo>
                    <a:pt x="1867993" y="222358"/>
                  </a:lnTo>
                  <a:lnTo>
                    <a:pt x="1862547" y="222358"/>
                  </a:lnTo>
                  <a:lnTo>
                    <a:pt x="1857101" y="222358"/>
                  </a:lnTo>
                  <a:lnTo>
                    <a:pt x="1851655" y="222358"/>
                  </a:lnTo>
                  <a:lnTo>
                    <a:pt x="1846209" y="222358"/>
                  </a:lnTo>
                  <a:lnTo>
                    <a:pt x="1840763" y="222358"/>
                  </a:lnTo>
                  <a:lnTo>
                    <a:pt x="1835317" y="222358"/>
                  </a:lnTo>
                  <a:lnTo>
                    <a:pt x="1829871" y="222358"/>
                  </a:lnTo>
                  <a:lnTo>
                    <a:pt x="1824425" y="222358"/>
                  </a:lnTo>
                  <a:lnTo>
                    <a:pt x="1818979" y="222358"/>
                  </a:lnTo>
                  <a:lnTo>
                    <a:pt x="1813532" y="222358"/>
                  </a:lnTo>
                  <a:lnTo>
                    <a:pt x="1808086" y="222358"/>
                  </a:lnTo>
                  <a:lnTo>
                    <a:pt x="1802640" y="222358"/>
                  </a:lnTo>
                  <a:lnTo>
                    <a:pt x="1797194" y="222358"/>
                  </a:lnTo>
                  <a:lnTo>
                    <a:pt x="1791748" y="222358"/>
                  </a:lnTo>
                  <a:lnTo>
                    <a:pt x="1786302" y="222358"/>
                  </a:lnTo>
                  <a:lnTo>
                    <a:pt x="1780856" y="222358"/>
                  </a:lnTo>
                  <a:lnTo>
                    <a:pt x="1775410" y="222358"/>
                  </a:lnTo>
                  <a:lnTo>
                    <a:pt x="1769964" y="222358"/>
                  </a:lnTo>
                  <a:lnTo>
                    <a:pt x="1764518" y="222358"/>
                  </a:lnTo>
                  <a:lnTo>
                    <a:pt x="1759072" y="222358"/>
                  </a:lnTo>
                  <a:lnTo>
                    <a:pt x="1753626" y="222358"/>
                  </a:lnTo>
                  <a:lnTo>
                    <a:pt x="1748180" y="222358"/>
                  </a:lnTo>
                  <a:lnTo>
                    <a:pt x="1742734" y="222358"/>
                  </a:lnTo>
                  <a:lnTo>
                    <a:pt x="1737288" y="222358"/>
                  </a:lnTo>
                  <a:lnTo>
                    <a:pt x="1731842" y="222358"/>
                  </a:lnTo>
                  <a:lnTo>
                    <a:pt x="1726396" y="222358"/>
                  </a:lnTo>
                  <a:lnTo>
                    <a:pt x="1720950" y="222358"/>
                  </a:lnTo>
                  <a:lnTo>
                    <a:pt x="1715504" y="222358"/>
                  </a:lnTo>
                  <a:lnTo>
                    <a:pt x="1710058" y="222358"/>
                  </a:lnTo>
                  <a:lnTo>
                    <a:pt x="1704612" y="222358"/>
                  </a:lnTo>
                  <a:lnTo>
                    <a:pt x="1699166" y="222358"/>
                  </a:lnTo>
                  <a:lnTo>
                    <a:pt x="1693720" y="222358"/>
                  </a:lnTo>
                  <a:lnTo>
                    <a:pt x="1688273" y="222358"/>
                  </a:lnTo>
                  <a:lnTo>
                    <a:pt x="1682827" y="222358"/>
                  </a:lnTo>
                  <a:lnTo>
                    <a:pt x="1677381" y="222358"/>
                  </a:lnTo>
                  <a:lnTo>
                    <a:pt x="1671935" y="222358"/>
                  </a:lnTo>
                  <a:lnTo>
                    <a:pt x="1666489" y="222358"/>
                  </a:lnTo>
                  <a:lnTo>
                    <a:pt x="1661043" y="222358"/>
                  </a:lnTo>
                  <a:lnTo>
                    <a:pt x="1655597" y="222358"/>
                  </a:lnTo>
                  <a:lnTo>
                    <a:pt x="1650151" y="222358"/>
                  </a:lnTo>
                  <a:lnTo>
                    <a:pt x="1644705" y="222358"/>
                  </a:lnTo>
                  <a:lnTo>
                    <a:pt x="1639259" y="222358"/>
                  </a:lnTo>
                  <a:lnTo>
                    <a:pt x="1633813" y="222358"/>
                  </a:lnTo>
                  <a:lnTo>
                    <a:pt x="1628367" y="222358"/>
                  </a:lnTo>
                  <a:lnTo>
                    <a:pt x="1622921" y="222358"/>
                  </a:lnTo>
                  <a:lnTo>
                    <a:pt x="1617475" y="222358"/>
                  </a:lnTo>
                  <a:lnTo>
                    <a:pt x="1612029" y="222358"/>
                  </a:lnTo>
                  <a:lnTo>
                    <a:pt x="1606583" y="222358"/>
                  </a:lnTo>
                  <a:lnTo>
                    <a:pt x="1601137" y="222358"/>
                  </a:lnTo>
                  <a:lnTo>
                    <a:pt x="1595691" y="222358"/>
                  </a:lnTo>
                  <a:lnTo>
                    <a:pt x="1590245" y="222358"/>
                  </a:lnTo>
                  <a:lnTo>
                    <a:pt x="1584799" y="222358"/>
                  </a:lnTo>
                  <a:lnTo>
                    <a:pt x="1579353" y="222358"/>
                  </a:lnTo>
                  <a:lnTo>
                    <a:pt x="1573907" y="222358"/>
                  </a:lnTo>
                  <a:lnTo>
                    <a:pt x="1568460" y="222358"/>
                  </a:lnTo>
                  <a:lnTo>
                    <a:pt x="1563014" y="222358"/>
                  </a:lnTo>
                  <a:lnTo>
                    <a:pt x="1557568" y="222358"/>
                  </a:lnTo>
                  <a:lnTo>
                    <a:pt x="1552122" y="222358"/>
                  </a:lnTo>
                  <a:lnTo>
                    <a:pt x="1546676" y="222358"/>
                  </a:lnTo>
                  <a:lnTo>
                    <a:pt x="1541230" y="222358"/>
                  </a:lnTo>
                  <a:lnTo>
                    <a:pt x="1535784" y="222358"/>
                  </a:lnTo>
                  <a:lnTo>
                    <a:pt x="1530338" y="222358"/>
                  </a:lnTo>
                  <a:lnTo>
                    <a:pt x="1524892" y="222358"/>
                  </a:lnTo>
                  <a:lnTo>
                    <a:pt x="1519446" y="222358"/>
                  </a:lnTo>
                  <a:lnTo>
                    <a:pt x="1514000" y="222358"/>
                  </a:lnTo>
                  <a:lnTo>
                    <a:pt x="1508554" y="222358"/>
                  </a:lnTo>
                  <a:lnTo>
                    <a:pt x="1503108" y="222358"/>
                  </a:lnTo>
                  <a:lnTo>
                    <a:pt x="1497662" y="222358"/>
                  </a:lnTo>
                  <a:lnTo>
                    <a:pt x="1492216" y="222358"/>
                  </a:lnTo>
                  <a:lnTo>
                    <a:pt x="1486770" y="222358"/>
                  </a:lnTo>
                  <a:lnTo>
                    <a:pt x="1481324" y="222358"/>
                  </a:lnTo>
                  <a:lnTo>
                    <a:pt x="1475878" y="222358"/>
                  </a:lnTo>
                  <a:lnTo>
                    <a:pt x="1470432" y="222358"/>
                  </a:lnTo>
                  <a:lnTo>
                    <a:pt x="1464986" y="222358"/>
                  </a:lnTo>
                  <a:lnTo>
                    <a:pt x="1459540" y="222358"/>
                  </a:lnTo>
                  <a:lnTo>
                    <a:pt x="1454094" y="222358"/>
                  </a:lnTo>
                  <a:lnTo>
                    <a:pt x="1448647" y="222358"/>
                  </a:lnTo>
                  <a:lnTo>
                    <a:pt x="1443201" y="222358"/>
                  </a:lnTo>
                  <a:lnTo>
                    <a:pt x="1437755" y="222358"/>
                  </a:lnTo>
                  <a:lnTo>
                    <a:pt x="1432309" y="222358"/>
                  </a:lnTo>
                  <a:lnTo>
                    <a:pt x="1426863" y="222358"/>
                  </a:lnTo>
                  <a:lnTo>
                    <a:pt x="1421417" y="222358"/>
                  </a:lnTo>
                  <a:lnTo>
                    <a:pt x="1415971" y="222358"/>
                  </a:lnTo>
                  <a:lnTo>
                    <a:pt x="1410525" y="222358"/>
                  </a:lnTo>
                  <a:lnTo>
                    <a:pt x="1405079" y="222358"/>
                  </a:lnTo>
                  <a:lnTo>
                    <a:pt x="1399633" y="222358"/>
                  </a:lnTo>
                  <a:lnTo>
                    <a:pt x="1394187" y="222358"/>
                  </a:lnTo>
                  <a:lnTo>
                    <a:pt x="1388741" y="222358"/>
                  </a:lnTo>
                  <a:lnTo>
                    <a:pt x="1383295" y="222358"/>
                  </a:lnTo>
                  <a:lnTo>
                    <a:pt x="1377849" y="222358"/>
                  </a:lnTo>
                  <a:lnTo>
                    <a:pt x="1372403" y="222358"/>
                  </a:lnTo>
                  <a:lnTo>
                    <a:pt x="1366957" y="222358"/>
                  </a:lnTo>
                  <a:lnTo>
                    <a:pt x="1361511" y="222358"/>
                  </a:lnTo>
                  <a:lnTo>
                    <a:pt x="1356065" y="222358"/>
                  </a:lnTo>
                  <a:lnTo>
                    <a:pt x="1350619" y="222358"/>
                  </a:lnTo>
                  <a:lnTo>
                    <a:pt x="1345173" y="222358"/>
                  </a:lnTo>
                  <a:lnTo>
                    <a:pt x="1339727" y="222358"/>
                  </a:lnTo>
                  <a:lnTo>
                    <a:pt x="1334281" y="222358"/>
                  </a:lnTo>
                  <a:lnTo>
                    <a:pt x="1328834" y="222358"/>
                  </a:lnTo>
                  <a:lnTo>
                    <a:pt x="1323388" y="222358"/>
                  </a:lnTo>
                  <a:lnTo>
                    <a:pt x="1317942" y="222358"/>
                  </a:lnTo>
                  <a:lnTo>
                    <a:pt x="1312496" y="222358"/>
                  </a:lnTo>
                  <a:lnTo>
                    <a:pt x="1307050" y="222358"/>
                  </a:lnTo>
                  <a:lnTo>
                    <a:pt x="1301604" y="222358"/>
                  </a:lnTo>
                  <a:lnTo>
                    <a:pt x="1296158" y="222358"/>
                  </a:lnTo>
                  <a:lnTo>
                    <a:pt x="1290712" y="222358"/>
                  </a:lnTo>
                  <a:lnTo>
                    <a:pt x="1285266" y="222358"/>
                  </a:lnTo>
                  <a:lnTo>
                    <a:pt x="1279820" y="222358"/>
                  </a:lnTo>
                  <a:lnTo>
                    <a:pt x="1274374" y="222358"/>
                  </a:lnTo>
                  <a:lnTo>
                    <a:pt x="1268928" y="222358"/>
                  </a:lnTo>
                  <a:lnTo>
                    <a:pt x="1263482" y="222358"/>
                  </a:lnTo>
                  <a:lnTo>
                    <a:pt x="1258036" y="222358"/>
                  </a:lnTo>
                  <a:lnTo>
                    <a:pt x="1252590" y="222358"/>
                  </a:lnTo>
                  <a:lnTo>
                    <a:pt x="1247144" y="222358"/>
                  </a:lnTo>
                  <a:lnTo>
                    <a:pt x="1241698" y="222358"/>
                  </a:lnTo>
                  <a:lnTo>
                    <a:pt x="1236252" y="222358"/>
                  </a:lnTo>
                  <a:lnTo>
                    <a:pt x="1230806" y="222358"/>
                  </a:lnTo>
                  <a:lnTo>
                    <a:pt x="1225360" y="222358"/>
                  </a:lnTo>
                  <a:lnTo>
                    <a:pt x="1219914" y="222358"/>
                  </a:lnTo>
                  <a:lnTo>
                    <a:pt x="1214468" y="222358"/>
                  </a:lnTo>
                  <a:lnTo>
                    <a:pt x="1209021" y="222358"/>
                  </a:lnTo>
                  <a:lnTo>
                    <a:pt x="1203575" y="222358"/>
                  </a:lnTo>
                  <a:lnTo>
                    <a:pt x="1198129" y="222358"/>
                  </a:lnTo>
                  <a:lnTo>
                    <a:pt x="1192683" y="222358"/>
                  </a:lnTo>
                  <a:lnTo>
                    <a:pt x="1187237" y="222358"/>
                  </a:lnTo>
                  <a:lnTo>
                    <a:pt x="1181791" y="222358"/>
                  </a:lnTo>
                  <a:lnTo>
                    <a:pt x="1176345" y="222358"/>
                  </a:lnTo>
                  <a:lnTo>
                    <a:pt x="1170899" y="222358"/>
                  </a:lnTo>
                  <a:lnTo>
                    <a:pt x="1165453" y="222358"/>
                  </a:lnTo>
                  <a:lnTo>
                    <a:pt x="1160007" y="222358"/>
                  </a:lnTo>
                  <a:lnTo>
                    <a:pt x="1154561" y="222358"/>
                  </a:lnTo>
                  <a:lnTo>
                    <a:pt x="1149115" y="222358"/>
                  </a:lnTo>
                  <a:lnTo>
                    <a:pt x="1143669" y="222358"/>
                  </a:lnTo>
                  <a:lnTo>
                    <a:pt x="1138223" y="222358"/>
                  </a:lnTo>
                  <a:lnTo>
                    <a:pt x="1132777" y="222358"/>
                  </a:lnTo>
                  <a:lnTo>
                    <a:pt x="1127331" y="222358"/>
                  </a:lnTo>
                  <a:lnTo>
                    <a:pt x="1121885" y="222358"/>
                  </a:lnTo>
                  <a:lnTo>
                    <a:pt x="1116439" y="222358"/>
                  </a:lnTo>
                  <a:lnTo>
                    <a:pt x="1110993" y="222358"/>
                  </a:lnTo>
                  <a:lnTo>
                    <a:pt x="1105547" y="222358"/>
                  </a:lnTo>
                  <a:lnTo>
                    <a:pt x="1100101" y="222358"/>
                  </a:lnTo>
                  <a:lnTo>
                    <a:pt x="1094655" y="222358"/>
                  </a:lnTo>
                  <a:lnTo>
                    <a:pt x="1089209" y="222358"/>
                  </a:lnTo>
                  <a:lnTo>
                    <a:pt x="1083762" y="222358"/>
                  </a:lnTo>
                  <a:lnTo>
                    <a:pt x="1078316" y="222358"/>
                  </a:lnTo>
                  <a:lnTo>
                    <a:pt x="1072870" y="222358"/>
                  </a:lnTo>
                  <a:lnTo>
                    <a:pt x="1067424" y="222358"/>
                  </a:lnTo>
                  <a:lnTo>
                    <a:pt x="1061978" y="222358"/>
                  </a:lnTo>
                  <a:lnTo>
                    <a:pt x="1056532" y="222358"/>
                  </a:lnTo>
                  <a:lnTo>
                    <a:pt x="1051086" y="222358"/>
                  </a:lnTo>
                  <a:lnTo>
                    <a:pt x="1045640" y="222358"/>
                  </a:lnTo>
                  <a:lnTo>
                    <a:pt x="1040194" y="222358"/>
                  </a:lnTo>
                  <a:lnTo>
                    <a:pt x="1034748" y="222358"/>
                  </a:lnTo>
                  <a:lnTo>
                    <a:pt x="1029302" y="222358"/>
                  </a:lnTo>
                  <a:lnTo>
                    <a:pt x="1023856" y="222358"/>
                  </a:lnTo>
                  <a:lnTo>
                    <a:pt x="1018410" y="222358"/>
                  </a:lnTo>
                  <a:lnTo>
                    <a:pt x="1012964" y="222358"/>
                  </a:lnTo>
                  <a:lnTo>
                    <a:pt x="1007518" y="222358"/>
                  </a:lnTo>
                  <a:lnTo>
                    <a:pt x="1002072" y="222358"/>
                  </a:lnTo>
                  <a:lnTo>
                    <a:pt x="996626" y="222358"/>
                  </a:lnTo>
                  <a:lnTo>
                    <a:pt x="991180" y="222358"/>
                  </a:lnTo>
                  <a:lnTo>
                    <a:pt x="985734" y="222358"/>
                  </a:lnTo>
                  <a:lnTo>
                    <a:pt x="980288" y="222358"/>
                  </a:lnTo>
                  <a:lnTo>
                    <a:pt x="974842" y="222358"/>
                  </a:lnTo>
                  <a:lnTo>
                    <a:pt x="969396" y="222358"/>
                  </a:lnTo>
                  <a:lnTo>
                    <a:pt x="963949" y="222358"/>
                  </a:lnTo>
                  <a:lnTo>
                    <a:pt x="958503" y="222358"/>
                  </a:lnTo>
                  <a:lnTo>
                    <a:pt x="953057" y="222358"/>
                  </a:lnTo>
                  <a:lnTo>
                    <a:pt x="947611" y="222358"/>
                  </a:lnTo>
                  <a:lnTo>
                    <a:pt x="942165" y="222358"/>
                  </a:lnTo>
                  <a:lnTo>
                    <a:pt x="936719" y="222358"/>
                  </a:lnTo>
                  <a:lnTo>
                    <a:pt x="931273" y="222358"/>
                  </a:lnTo>
                  <a:lnTo>
                    <a:pt x="925827" y="222358"/>
                  </a:lnTo>
                  <a:lnTo>
                    <a:pt x="920381" y="222358"/>
                  </a:lnTo>
                  <a:lnTo>
                    <a:pt x="914935" y="222358"/>
                  </a:lnTo>
                  <a:lnTo>
                    <a:pt x="909489" y="222358"/>
                  </a:lnTo>
                  <a:lnTo>
                    <a:pt x="904043" y="222358"/>
                  </a:lnTo>
                  <a:lnTo>
                    <a:pt x="898597" y="222358"/>
                  </a:lnTo>
                  <a:lnTo>
                    <a:pt x="893151" y="222358"/>
                  </a:lnTo>
                  <a:lnTo>
                    <a:pt x="887705" y="222358"/>
                  </a:lnTo>
                  <a:lnTo>
                    <a:pt x="882259" y="222358"/>
                  </a:lnTo>
                  <a:lnTo>
                    <a:pt x="876813" y="222358"/>
                  </a:lnTo>
                  <a:lnTo>
                    <a:pt x="871367" y="222358"/>
                  </a:lnTo>
                  <a:lnTo>
                    <a:pt x="865921" y="222358"/>
                  </a:lnTo>
                  <a:lnTo>
                    <a:pt x="860475" y="222358"/>
                  </a:lnTo>
                  <a:lnTo>
                    <a:pt x="855029" y="222358"/>
                  </a:lnTo>
                  <a:lnTo>
                    <a:pt x="849583" y="222358"/>
                  </a:lnTo>
                  <a:lnTo>
                    <a:pt x="844136" y="222358"/>
                  </a:lnTo>
                  <a:lnTo>
                    <a:pt x="838690" y="222358"/>
                  </a:lnTo>
                  <a:lnTo>
                    <a:pt x="833244" y="222358"/>
                  </a:lnTo>
                  <a:lnTo>
                    <a:pt x="827798" y="222358"/>
                  </a:lnTo>
                  <a:lnTo>
                    <a:pt x="822352" y="222358"/>
                  </a:lnTo>
                  <a:lnTo>
                    <a:pt x="816906" y="222358"/>
                  </a:lnTo>
                  <a:lnTo>
                    <a:pt x="811460" y="222358"/>
                  </a:lnTo>
                  <a:lnTo>
                    <a:pt x="806014" y="222358"/>
                  </a:lnTo>
                  <a:lnTo>
                    <a:pt x="800568" y="222358"/>
                  </a:lnTo>
                  <a:lnTo>
                    <a:pt x="795122" y="222358"/>
                  </a:lnTo>
                  <a:lnTo>
                    <a:pt x="789676" y="222358"/>
                  </a:lnTo>
                  <a:lnTo>
                    <a:pt x="784230" y="222358"/>
                  </a:lnTo>
                  <a:lnTo>
                    <a:pt x="778784" y="222358"/>
                  </a:lnTo>
                  <a:lnTo>
                    <a:pt x="773338" y="222358"/>
                  </a:lnTo>
                  <a:lnTo>
                    <a:pt x="767892" y="222358"/>
                  </a:lnTo>
                  <a:lnTo>
                    <a:pt x="762446" y="222358"/>
                  </a:lnTo>
                  <a:lnTo>
                    <a:pt x="757000" y="222358"/>
                  </a:lnTo>
                  <a:lnTo>
                    <a:pt x="751554" y="222358"/>
                  </a:lnTo>
                  <a:lnTo>
                    <a:pt x="746108" y="222358"/>
                  </a:lnTo>
                  <a:lnTo>
                    <a:pt x="740662" y="222358"/>
                  </a:lnTo>
                  <a:lnTo>
                    <a:pt x="735216" y="222358"/>
                  </a:lnTo>
                  <a:lnTo>
                    <a:pt x="729770" y="222358"/>
                  </a:lnTo>
                  <a:lnTo>
                    <a:pt x="724323" y="222358"/>
                  </a:lnTo>
                  <a:lnTo>
                    <a:pt x="718877" y="222358"/>
                  </a:lnTo>
                  <a:lnTo>
                    <a:pt x="713431" y="222358"/>
                  </a:lnTo>
                  <a:lnTo>
                    <a:pt x="707985" y="222358"/>
                  </a:lnTo>
                  <a:lnTo>
                    <a:pt x="702539" y="222358"/>
                  </a:lnTo>
                  <a:lnTo>
                    <a:pt x="697093" y="222358"/>
                  </a:lnTo>
                  <a:lnTo>
                    <a:pt x="691647" y="222358"/>
                  </a:lnTo>
                  <a:lnTo>
                    <a:pt x="686201" y="222358"/>
                  </a:lnTo>
                  <a:lnTo>
                    <a:pt x="680755" y="222358"/>
                  </a:lnTo>
                  <a:lnTo>
                    <a:pt x="675309" y="222358"/>
                  </a:lnTo>
                  <a:lnTo>
                    <a:pt x="669863" y="222358"/>
                  </a:lnTo>
                  <a:lnTo>
                    <a:pt x="664417" y="222358"/>
                  </a:lnTo>
                  <a:lnTo>
                    <a:pt x="658971" y="222358"/>
                  </a:lnTo>
                  <a:lnTo>
                    <a:pt x="653525" y="222358"/>
                  </a:lnTo>
                  <a:lnTo>
                    <a:pt x="648079" y="222358"/>
                  </a:lnTo>
                  <a:lnTo>
                    <a:pt x="642633" y="222358"/>
                  </a:lnTo>
                  <a:lnTo>
                    <a:pt x="637187" y="222358"/>
                  </a:lnTo>
                  <a:lnTo>
                    <a:pt x="631741" y="222358"/>
                  </a:lnTo>
                  <a:lnTo>
                    <a:pt x="626295" y="222358"/>
                  </a:lnTo>
                  <a:lnTo>
                    <a:pt x="620849" y="222358"/>
                  </a:lnTo>
                  <a:lnTo>
                    <a:pt x="615403" y="222358"/>
                  </a:lnTo>
                  <a:lnTo>
                    <a:pt x="609957" y="222358"/>
                  </a:lnTo>
                  <a:lnTo>
                    <a:pt x="604510" y="222358"/>
                  </a:lnTo>
                  <a:lnTo>
                    <a:pt x="599064" y="222358"/>
                  </a:lnTo>
                  <a:lnTo>
                    <a:pt x="593618" y="222358"/>
                  </a:lnTo>
                  <a:lnTo>
                    <a:pt x="588172" y="222358"/>
                  </a:lnTo>
                  <a:lnTo>
                    <a:pt x="582726" y="222358"/>
                  </a:lnTo>
                  <a:lnTo>
                    <a:pt x="577280" y="222358"/>
                  </a:lnTo>
                  <a:lnTo>
                    <a:pt x="571834" y="222358"/>
                  </a:lnTo>
                  <a:lnTo>
                    <a:pt x="566388" y="222358"/>
                  </a:lnTo>
                  <a:lnTo>
                    <a:pt x="560942" y="222358"/>
                  </a:lnTo>
                  <a:lnTo>
                    <a:pt x="555496" y="222358"/>
                  </a:lnTo>
                  <a:lnTo>
                    <a:pt x="550050" y="222358"/>
                  </a:lnTo>
                  <a:lnTo>
                    <a:pt x="544604" y="222358"/>
                  </a:lnTo>
                  <a:lnTo>
                    <a:pt x="539158" y="222358"/>
                  </a:lnTo>
                  <a:lnTo>
                    <a:pt x="533712" y="222358"/>
                  </a:lnTo>
                  <a:lnTo>
                    <a:pt x="528266" y="222358"/>
                  </a:lnTo>
                  <a:lnTo>
                    <a:pt x="522820" y="222358"/>
                  </a:lnTo>
                  <a:lnTo>
                    <a:pt x="517374" y="222358"/>
                  </a:lnTo>
                  <a:lnTo>
                    <a:pt x="511928" y="222358"/>
                  </a:lnTo>
                  <a:lnTo>
                    <a:pt x="506482" y="222358"/>
                  </a:lnTo>
                  <a:lnTo>
                    <a:pt x="501036" y="222358"/>
                  </a:lnTo>
                  <a:lnTo>
                    <a:pt x="495590" y="222358"/>
                  </a:lnTo>
                  <a:lnTo>
                    <a:pt x="490144" y="222358"/>
                  </a:lnTo>
                  <a:lnTo>
                    <a:pt x="484698" y="222358"/>
                  </a:lnTo>
                  <a:lnTo>
                    <a:pt x="479251" y="222358"/>
                  </a:lnTo>
                  <a:lnTo>
                    <a:pt x="473805" y="222358"/>
                  </a:lnTo>
                  <a:lnTo>
                    <a:pt x="468359" y="222358"/>
                  </a:lnTo>
                  <a:lnTo>
                    <a:pt x="462913" y="222358"/>
                  </a:lnTo>
                  <a:lnTo>
                    <a:pt x="457467" y="222358"/>
                  </a:lnTo>
                  <a:lnTo>
                    <a:pt x="452021" y="222358"/>
                  </a:lnTo>
                  <a:lnTo>
                    <a:pt x="446575" y="222358"/>
                  </a:lnTo>
                  <a:lnTo>
                    <a:pt x="441129" y="222358"/>
                  </a:lnTo>
                  <a:lnTo>
                    <a:pt x="435683" y="222358"/>
                  </a:lnTo>
                  <a:lnTo>
                    <a:pt x="430237" y="222358"/>
                  </a:lnTo>
                  <a:lnTo>
                    <a:pt x="424791" y="222358"/>
                  </a:lnTo>
                  <a:lnTo>
                    <a:pt x="419345" y="222358"/>
                  </a:lnTo>
                  <a:lnTo>
                    <a:pt x="413899" y="222358"/>
                  </a:lnTo>
                  <a:lnTo>
                    <a:pt x="408453" y="222358"/>
                  </a:lnTo>
                  <a:lnTo>
                    <a:pt x="403007" y="222358"/>
                  </a:lnTo>
                  <a:lnTo>
                    <a:pt x="397561" y="222358"/>
                  </a:lnTo>
                  <a:lnTo>
                    <a:pt x="392115" y="222358"/>
                  </a:lnTo>
                  <a:lnTo>
                    <a:pt x="386669" y="222358"/>
                  </a:lnTo>
                  <a:lnTo>
                    <a:pt x="381223" y="222358"/>
                  </a:lnTo>
                  <a:lnTo>
                    <a:pt x="375777" y="222358"/>
                  </a:lnTo>
                  <a:lnTo>
                    <a:pt x="370331" y="222358"/>
                  </a:lnTo>
                  <a:lnTo>
                    <a:pt x="364885" y="222358"/>
                  </a:lnTo>
                  <a:lnTo>
                    <a:pt x="359438" y="222358"/>
                  </a:lnTo>
                  <a:lnTo>
                    <a:pt x="353992" y="222358"/>
                  </a:lnTo>
                  <a:lnTo>
                    <a:pt x="348546" y="222358"/>
                  </a:lnTo>
                  <a:lnTo>
                    <a:pt x="343100" y="222358"/>
                  </a:lnTo>
                  <a:lnTo>
                    <a:pt x="337654" y="222358"/>
                  </a:lnTo>
                  <a:lnTo>
                    <a:pt x="332208" y="222358"/>
                  </a:lnTo>
                  <a:lnTo>
                    <a:pt x="326762" y="222358"/>
                  </a:lnTo>
                  <a:lnTo>
                    <a:pt x="321316" y="222358"/>
                  </a:lnTo>
                  <a:lnTo>
                    <a:pt x="315870" y="222358"/>
                  </a:lnTo>
                  <a:lnTo>
                    <a:pt x="310424" y="222358"/>
                  </a:lnTo>
                  <a:lnTo>
                    <a:pt x="304978" y="222358"/>
                  </a:lnTo>
                  <a:lnTo>
                    <a:pt x="299532" y="222358"/>
                  </a:lnTo>
                  <a:lnTo>
                    <a:pt x="294086" y="222358"/>
                  </a:lnTo>
                  <a:lnTo>
                    <a:pt x="288640" y="222358"/>
                  </a:lnTo>
                  <a:lnTo>
                    <a:pt x="283194" y="222358"/>
                  </a:lnTo>
                  <a:lnTo>
                    <a:pt x="277748" y="222358"/>
                  </a:lnTo>
                  <a:lnTo>
                    <a:pt x="272302" y="222358"/>
                  </a:lnTo>
                  <a:lnTo>
                    <a:pt x="266856" y="222358"/>
                  </a:lnTo>
                  <a:lnTo>
                    <a:pt x="261410" y="222358"/>
                  </a:lnTo>
                  <a:lnTo>
                    <a:pt x="255964" y="222358"/>
                  </a:lnTo>
                  <a:lnTo>
                    <a:pt x="250518" y="222358"/>
                  </a:lnTo>
                  <a:lnTo>
                    <a:pt x="245072" y="222358"/>
                  </a:lnTo>
                  <a:lnTo>
                    <a:pt x="239625" y="222358"/>
                  </a:lnTo>
                  <a:lnTo>
                    <a:pt x="234179" y="222358"/>
                  </a:lnTo>
                  <a:lnTo>
                    <a:pt x="228733" y="222358"/>
                  </a:lnTo>
                  <a:lnTo>
                    <a:pt x="223287" y="222358"/>
                  </a:lnTo>
                  <a:lnTo>
                    <a:pt x="217841" y="222358"/>
                  </a:lnTo>
                  <a:lnTo>
                    <a:pt x="212395" y="222358"/>
                  </a:lnTo>
                  <a:lnTo>
                    <a:pt x="206949" y="222358"/>
                  </a:lnTo>
                  <a:lnTo>
                    <a:pt x="201503" y="222358"/>
                  </a:lnTo>
                  <a:lnTo>
                    <a:pt x="196057" y="222358"/>
                  </a:lnTo>
                  <a:lnTo>
                    <a:pt x="190611" y="222358"/>
                  </a:lnTo>
                  <a:lnTo>
                    <a:pt x="185165" y="222358"/>
                  </a:lnTo>
                  <a:lnTo>
                    <a:pt x="179719" y="222358"/>
                  </a:lnTo>
                  <a:lnTo>
                    <a:pt x="174273" y="222358"/>
                  </a:lnTo>
                  <a:lnTo>
                    <a:pt x="168827" y="222358"/>
                  </a:lnTo>
                  <a:lnTo>
                    <a:pt x="163381" y="222358"/>
                  </a:lnTo>
                  <a:lnTo>
                    <a:pt x="157935" y="222358"/>
                  </a:lnTo>
                  <a:lnTo>
                    <a:pt x="152489" y="222358"/>
                  </a:lnTo>
                  <a:lnTo>
                    <a:pt x="147043" y="222358"/>
                  </a:lnTo>
                  <a:lnTo>
                    <a:pt x="141597" y="222358"/>
                  </a:lnTo>
                  <a:lnTo>
                    <a:pt x="136151" y="222358"/>
                  </a:lnTo>
                  <a:lnTo>
                    <a:pt x="130705" y="222358"/>
                  </a:lnTo>
                  <a:lnTo>
                    <a:pt x="125259" y="222358"/>
                  </a:lnTo>
                  <a:lnTo>
                    <a:pt x="119812" y="222358"/>
                  </a:lnTo>
                  <a:lnTo>
                    <a:pt x="114366" y="222358"/>
                  </a:lnTo>
                  <a:lnTo>
                    <a:pt x="108920" y="222358"/>
                  </a:lnTo>
                  <a:lnTo>
                    <a:pt x="103474" y="222358"/>
                  </a:lnTo>
                  <a:lnTo>
                    <a:pt x="98028" y="222358"/>
                  </a:lnTo>
                  <a:lnTo>
                    <a:pt x="92582" y="222358"/>
                  </a:lnTo>
                  <a:lnTo>
                    <a:pt x="87136" y="222358"/>
                  </a:lnTo>
                  <a:lnTo>
                    <a:pt x="81690" y="222358"/>
                  </a:lnTo>
                  <a:lnTo>
                    <a:pt x="76244" y="222358"/>
                  </a:lnTo>
                  <a:lnTo>
                    <a:pt x="70798" y="222358"/>
                  </a:lnTo>
                  <a:lnTo>
                    <a:pt x="65352" y="222358"/>
                  </a:lnTo>
                  <a:lnTo>
                    <a:pt x="59906" y="222358"/>
                  </a:lnTo>
                  <a:lnTo>
                    <a:pt x="54460" y="222358"/>
                  </a:lnTo>
                  <a:lnTo>
                    <a:pt x="49014" y="222358"/>
                  </a:lnTo>
                  <a:lnTo>
                    <a:pt x="43568" y="222358"/>
                  </a:lnTo>
                  <a:lnTo>
                    <a:pt x="38122" y="222358"/>
                  </a:lnTo>
                  <a:lnTo>
                    <a:pt x="32676" y="222358"/>
                  </a:lnTo>
                  <a:lnTo>
                    <a:pt x="27230" y="222358"/>
                  </a:lnTo>
                  <a:lnTo>
                    <a:pt x="21784" y="222358"/>
                  </a:lnTo>
                  <a:lnTo>
                    <a:pt x="16338" y="222358"/>
                  </a:lnTo>
                  <a:lnTo>
                    <a:pt x="10892" y="222358"/>
                  </a:lnTo>
                  <a:lnTo>
                    <a:pt x="5446" y="22235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957616" y="2342859"/>
              <a:ext cx="2782929" cy="222357"/>
            </a:xfrm>
            <a:custGeom>
              <a:avLst/>
              <a:pathLst>
                <a:path w="2782929" h="222357">
                  <a:moveTo>
                    <a:pt x="0" y="222357"/>
                  </a:moveTo>
                  <a:lnTo>
                    <a:pt x="5446" y="222357"/>
                  </a:lnTo>
                  <a:lnTo>
                    <a:pt x="10892" y="222357"/>
                  </a:lnTo>
                  <a:lnTo>
                    <a:pt x="16338" y="222357"/>
                  </a:lnTo>
                  <a:lnTo>
                    <a:pt x="21784" y="222357"/>
                  </a:lnTo>
                  <a:lnTo>
                    <a:pt x="27230" y="222357"/>
                  </a:lnTo>
                  <a:lnTo>
                    <a:pt x="32676" y="222357"/>
                  </a:lnTo>
                  <a:lnTo>
                    <a:pt x="38122" y="222357"/>
                  </a:lnTo>
                  <a:lnTo>
                    <a:pt x="43568" y="222356"/>
                  </a:lnTo>
                  <a:lnTo>
                    <a:pt x="49014" y="222356"/>
                  </a:lnTo>
                  <a:lnTo>
                    <a:pt x="54460" y="222356"/>
                  </a:lnTo>
                  <a:lnTo>
                    <a:pt x="59906" y="222355"/>
                  </a:lnTo>
                  <a:lnTo>
                    <a:pt x="65352" y="222355"/>
                  </a:lnTo>
                  <a:lnTo>
                    <a:pt x="70798" y="222354"/>
                  </a:lnTo>
                  <a:lnTo>
                    <a:pt x="76244" y="222353"/>
                  </a:lnTo>
                  <a:lnTo>
                    <a:pt x="81690" y="222352"/>
                  </a:lnTo>
                  <a:lnTo>
                    <a:pt x="87136" y="222351"/>
                  </a:lnTo>
                  <a:lnTo>
                    <a:pt x="92582" y="222349"/>
                  </a:lnTo>
                  <a:lnTo>
                    <a:pt x="98028" y="222347"/>
                  </a:lnTo>
                  <a:lnTo>
                    <a:pt x="103474" y="222345"/>
                  </a:lnTo>
                  <a:lnTo>
                    <a:pt x="108920" y="222342"/>
                  </a:lnTo>
                  <a:lnTo>
                    <a:pt x="114366" y="222338"/>
                  </a:lnTo>
                  <a:lnTo>
                    <a:pt x="119812" y="222334"/>
                  </a:lnTo>
                  <a:lnTo>
                    <a:pt x="125259" y="222329"/>
                  </a:lnTo>
                  <a:lnTo>
                    <a:pt x="130705" y="222323"/>
                  </a:lnTo>
                  <a:lnTo>
                    <a:pt x="136151" y="222316"/>
                  </a:lnTo>
                  <a:lnTo>
                    <a:pt x="141597" y="222308"/>
                  </a:lnTo>
                  <a:lnTo>
                    <a:pt x="147043" y="222298"/>
                  </a:lnTo>
                  <a:lnTo>
                    <a:pt x="152489" y="222287"/>
                  </a:lnTo>
                  <a:lnTo>
                    <a:pt x="157935" y="222274"/>
                  </a:lnTo>
                  <a:lnTo>
                    <a:pt x="163381" y="222259"/>
                  </a:lnTo>
                  <a:lnTo>
                    <a:pt x="168827" y="222242"/>
                  </a:lnTo>
                  <a:lnTo>
                    <a:pt x="174273" y="222222"/>
                  </a:lnTo>
                  <a:lnTo>
                    <a:pt x="179719" y="222199"/>
                  </a:lnTo>
                  <a:lnTo>
                    <a:pt x="185165" y="222173"/>
                  </a:lnTo>
                  <a:lnTo>
                    <a:pt x="190611" y="222143"/>
                  </a:lnTo>
                  <a:lnTo>
                    <a:pt x="196057" y="222110"/>
                  </a:lnTo>
                  <a:lnTo>
                    <a:pt x="201503" y="222073"/>
                  </a:lnTo>
                  <a:lnTo>
                    <a:pt x="206949" y="222031"/>
                  </a:lnTo>
                  <a:lnTo>
                    <a:pt x="212395" y="221985"/>
                  </a:lnTo>
                  <a:lnTo>
                    <a:pt x="217841" y="221933"/>
                  </a:lnTo>
                  <a:lnTo>
                    <a:pt x="223287" y="221875"/>
                  </a:lnTo>
                  <a:lnTo>
                    <a:pt x="228733" y="221813"/>
                  </a:lnTo>
                  <a:lnTo>
                    <a:pt x="234179" y="221744"/>
                  </a:lnTo>
                  <a:lnTo>
                    <a:pt x="239625" y="221670"/>
                  </a:lnTo>
                  <a:lnTo>
                    <a:pt x="245072" y="221588"/>
                  </a:lnTo>
                  <a:lnTo>
                    <a:pt x="250518" y="221499"/>
                  </a:lnTo>
                  <a:lnTo>
                    <a:pt x="255964" y="221405"/>
                  </a:lnTo>
                  <a:lnTo>
                    <a:pt x="261410" y="221304"/>
                  </a:lnTo>
                  <a:lnTo>
                    <a:pt x="266856" y="221196"/>
                  </a:lnTo>
                  <a:lnTo>
                    <a:pt x="272302" y="221080"/>
                  </a:lnTo>
                  <a:lnTo>
                    <a:pt x="277748" y="220958"/>
                  </a:lnTo>
                  <a:lnTo>
                    <a:pt x="283194" y="220829"/>
                  </a:lnTo>
                  <a:lnTo>
                    <a:pt x="288640" y="220695"/>
                  </a:lnTo>
                  <a:lnTo>
                    <a:pt x="294086" y="220556"/>
                  </a:lnTo>
                  <a:lnTo>
                    <a:pt x="299532" y="220409"/>
                  </a:lnTo>
                  <a:lnTo>
                    <a:pt x="304978" y="220258"/>
                  </a:lnTo>
                  <a:lnTo>
                    <a:pt x="310424" y="220103"/>
                  </a:lnTo>
                  <a:lnTo>
                    <a:pt x="315870" y="219944"/>
                  </a:lnTo>
                  <a:lnTo>
                    <a:pt x="321316" y="219782"/>
                  </a:lnTo>
                  <a:lnTo>
                    <a:pt x="326762" y="219617"/>
                  </a:lnTo>
                  <a:lnTo>
                    <a:pt x="332208" y="219451"/>
                  </a:lnTo>
                  <a:lnTo>
                    <a:pt x="337654" y="219284"/>
                  </a:lnTo>
                  <a:lnTo>
                    <a:pt x="343100" y="219116"/>
                  </a:lnTo>
                  <a:lnTo>
                    <a:pt x="348546" y="218949"/>
                  </a:lnTo>
                  <a:lnTo>
                    <a:pt x="353992" y="218783"/>
                  </a:lnTo>
                  <a:lnTo>
                    <a:pt x="359438" y="218620"/>
                  </a:lnTo>
                  <a:lnTo>
                    <a:pt x="364885" y="218459"/>
                  </a:lnTo>
                  <a:lnTo>
                    <a:pt x="370331" y="218301"/>
                  </a:lnTo>
                  <a:lnTo>
                    <a:pt x="375777" y="218147"/>
                  </a:lnTo>
                  <a:lnTo>
                    <a:pt x="381223" y="217999"/>
                  </a:lnTo>
                  <a:lnTo>
                    <a:pt x="386669" y="217856"/>
                  </a:lnTo>
                  <a:lnTo>
                    <a:pt x="392115" y="217719"/>
                  </a:lnTo>
                  <a:lnTo>
                    <a:pt x="397561" y="217586"/>
                  </a:lnTo>
                  <a:lnTo>
                    <a:pt x="403007" y="217459"/>
                  </a:lnTo>
                  <a:lnTo>
                    <a:pt x="408453" y="217340"/>
                  </a:lnTo>
                  <a:lnTo>
                    <a:pt x="413899" y="217227"/>
                  </a:lnTo>
                  <a:lnTo>
                    <a:pt x="419345" y="217119"/>
                  </a:lnTo>
                  <a:lnTo>
                    <a:pt x="424791" y="217017"/>
                  </a:lnTo>
                  <a:lnTo>
                    <a:pt x="430237" y="216920"/>
                  </a:lnTo>
                  <a:lnTo>
                    <a:pt x="435683" y="216829"/>
                  </a:lnTo>
                  <a:lnTo>
                    <a:pt x="441129" y="216742"/>
                  </a:lnTo>
                  <a:lnTo>
                    <a:pt x="446575" y="216658"/>
                  </a:lnTo>
                  <a:lnTo>
                    <a:pt x="452021" y="216578"/>
                  </a:lnTo>
                  <a:lnTo>
                    <a:pt x="457467" y="216499"/>
                  </a:lnTo>
                  <a:lnTo>
                    <a:pt x="462913" y="216423"/>
                  </a:lnTo>
                  <a:lnTo>
                    <a:pt x="468359" y="216346"/>
                  </a:lnTo>
                  <a:lnTo>
                    <a:pt x="473805" y="216268"/>
                  </a:lnTo>
                  <a:lnTo>
                    <a:pt x="479251" y="216189"/>
                  </a:lnTo>
                  <a:lnTo>
                    <a:pt x="484698" y="216107"/>
                  </a:lnTo>
                  <a:lnTo>
                    <a:pt x="490144" y="216021"/>
                  </a:lnTo>
                  <a:lnTo>
                    <a:pt x="495590" y="215928"/>
                  </a:lnTo>
                  <a:lnTo>
                    <a:pt x="501036" y="215830"/>
                  </a:lnTo>
                  <a:lnTo>
                    <a:pt x="506482" y="215724"/>
                  </a:lnTo>
                  <a:lnTo>
                    <a:pt x="511928" y="215610"/>
                  </a:lnTo>
                  <a:lnTo>
                    <a:pt x="517374" y="215484"/>
                  </a:lnTo>
                  <a:lnTo>
                    <a:pt x="522820" y="215346"/>
                  </a:lnTo>
                  <a:lnTo>
                    <a:pt x="528266" y="215196"/>
                  </a:lnTo>
                  <a:lnTo>
                    <a:pt x="533712" y="215033"/>
                  </a:lnTo>
                  <a:lnTo>
                    <a:pt x="539158" y="214857"/>
                  </a:lnTo>
                  <a:lnTo>
                    <a:pt x="544604" y="214663"/>
                  </a:lnTo>
                  <a:lnTo>
                    <a:pt x="550050" y="214451"/>
                  </a:lnTo>
                  <a:lnTo>
                    <a:pt x="555496" y="214223"/>
                  </a:lnTo>
                  <a:lnTo>
                    <a:pt x="560942" y="213979"/>
                  </a:lnTo>
                  <a:lnTo>
                    <a:pt x="566388" y="213717"/>
                  </a:lnTo>
                  <a:lnTo>
                    <a:pt x="571834" y="213432"/>
                  </a:lnTo>
                  <a:lnTo>
                    <a:pt x="577280" y="213128"/>
                  </a:lnTo>
                  <a:lnTo>
                    <a:pt x="582726" y="212805"/>
                  </a:lnTo>
                  <a:lnTo>
                    <a:pt x="588172" y="212464"/>
                  </a:lnTo>
                  <a:lnTo>
                    <a:pt x="593618" y="212104"/>
                  </a:lnTo>
                  <a:lnTo>
                    <a:pt x="599064" y="211722"/>
                  </a:lnTo>
                  <a:lnTo>
                    <a:pt x="604510" y="211320"/>
                  </a:lnTo>
                  <a:lnTo>
                    <a:pt x="609957" y="210901"/>
                  </a:lnTo>
                  <a:lnTo>
                    <a:pt x="615403" y="210465"/>
                  </a:lnTo>
                  <a:lnTo>
                    <a:pt x="620849" y="210014"/>
                  </a:lnTo>
                  <a:lnTo>
                    <a:pt x="626295" y="209544"/>
                  </a:lnTo>
                  <a:lnTo>
                    <a:pt x="631741" y="209060"/>
                  </a:lnTo>
                  <a:lnTo>
                    <a:pt x="637187" y="208564"/>
                  </a:lnTo>
                  <a:lnTo>
                    <a:pt x="642633" y="208057"/>
                  </a:lnTo>
                  <a:lnTo>
                    <a:pt x="648079" y="207542"/>
                  </a:lnTo>
                  <a:lnTo>
                    <a:pt x="653525" y="207018"/>
                  </a:lnTo>
                  <a:lnTo>
                    <a:pt x="658971" y="206489"/>
                  </a:lnTo>
                  <a:lnTo>
                    <a:pt x="664417" y="205957"/>
                  </a:lnTo>
                  <a:lnTo>
                    <a:pt x="669863" y="205426"/>
                  </a:lnTo>
                  <a:lnTo>
                    <a:pt x="675309" y="204896"/>
                  </a:lnTo>
                  <a:lnTo>
                    <a:pt x="680755" y="204371"/>
                  </a:lnTo>
                  <a:lnTo>
                    <a:pt x="686201" y="203855"/>
                  </a:lnTo>
                  <a:lnTo>
                    <a:pt x="691647" y="203350"/>
                  </a:lnTo>
                  <a:lnTo>
                    <a:pt x="697093" y="202858"/>
                  </a:lnTo>
                  <a:lnTo>
                    <a:pt x="702539" y="202381"/>
                  </a:lnTo>
                  <a:lnTo>
                    <a:pt x="707985" y="201925"/>
                  </a:lnTo>
                  <a:lnTo>
                    <a:pt x="713431" y="201495"/>
                  </a:lnTo>
                  <a:lnTo>
                    <a:pt x="718877" y="201088"/>
                  </a:lnTo>
                  <a:lnTo>
                    <a:pt x="724323" y="200708"/>
                  </a:lnTo>
                  <a:lnTo>
                    <a:pt x="729770" y="200356"/>
                  </a:lnTo>
                  <a:lnTo>
                    <a:pt x="735216" y="200039"/>
                  </a:lnTo>
                  <a:lnTo>
                    <a:pt x="740662" y="199762"/>
                  </a:lnTo>
                  <a:lnTo>
                    <a:pt x="746108" y="199519"/>
                  </a:lnTo>
                  <a:lnTo>
                    <a:pt x="751554" y="199313"/>
                  </a:lnTo>
                  <a:lnTo>
                    <a:pt x="757000" y="199144"/>
                  </a:lnTo>
                  <a:lnTo>
                    <a:pt x="762446" y="199019"/>
                  </a:lnTo>
                  <a:lnTo>
                    <a:pt x="767892" y="198940"/>
                  </a:lnTo>
                  <a:lnTo>
                    <a:pt x="773338" y="198901"/>
                  </a:lnTo>
                  <a:lnTo>
                    <a:pt x="778784" y="198901"/>
                  </a:lnTo>
                  <a:lnTo>
                    <a:pt x="784230" y="198940"/>
                  </a:lnTo>
                  <a:lnTo>
                    <a:pt x="789676" y="199022"/>
                  </a:lnTo>
                  <a:lnTo>
                    <a:pt x="795122" y="199148"/>
                  </a:lnTo>
                  <a:lnTo>
                    <a:pt x="800568" y="199309"/>
                  </a:lnTo>
                  <a:lnTo>
                    <a:pt x="806014" y="199503"/>
                  </a:lnTo>
                  <a:lnTo>
                    <a:pt x="811460" y="199729"/>
                  </a:lnTo>
                  <a:lnTo>
                    <a:pt x="816906" y="199988"/>
                  </a:lnTo>
                  <a:lnTo>
                    <a:pt x="822352" y="200279"/>
                  </a:lnTo>
                  <a:lnTo>
                    <a:pt x="827798" y="200592"/>
                  </a:lnTo>
                  <a:lnTo>
                    <a:pt x="833244" y="200926"/>
                  </a:lnTo>
                  <a:lnTo>
                    <a:pt x="838690" y="201277"/>
                  </a:lnTo>
                  <a:lnTo>
                    <a:pt x="844136" y="201644"/>
                  </a:lnTo>
                  <a:lnTo>
                    <a:pt x="849583" y="202024"/>
                  </a:lnTo>
                  <a:lnTo>
                    <a:pt x="855029" y="202410"/>
                  </a:lnTo>
                  <a:lnTo>
                    <a:pt x="860475" y="202800"/>
                  </a:lnTo>
                  <a:lnTo>
                    <a:pt x="865921" y="203190"/>
                  </a:lnTo>
                  <a:lnTo>
                    <a:pt x="871367" y="203577"/>
                  </a:lnTo>
                  <a:lnTo>
                    <a:pt x="876813" y="203957"/>
                  </a:lnTo>
                  <a:lnTo>
                    <a:pt x="882259" y="204327"/>
                  </a:lnTo>
                  <a:lnTo>
                    <a:pt x="887705" y="204685"/>
                  </a:lnTo>
                  <a:lnTo>
                    <a:pt x="893151" y="205029"/>
                  </a:lnTo>
                  <a:lnTo>
                    <a:pt x="898597" y="205355"/>
                  </a:lnTo>
                  <a:lnTo>
                    <a:pt x="904043" y="205657"/>
                  </a:lnTo>
                  <a:lnTo>
                    <a:pt x="909489" y="205938"/>
                  </a:lnTo>
                  <a:lnTo>
                    <a:pt x="914935" y="206197"/>
                  </a:lnTo>
                  <a:lnTo>
                    <a:pt x="920381" y="206431"/>
                  </a:lnTo>
                  <a:lnTo>
                    <a:pt x="925827" y="206639"/>
                  </a:lnTo>
                  <a:lnTo>
                    <a:pt x="931273" y="206814"/>
                  </a:lnTo>
                  <a:lnTo>
                    <a:pt x="936719" y="206963"/>
                  </a:lnTo>
                  <a:lnTo>
                    <a:pt x="942165" y="207084"/>
                  </a:lnTo>
                  <a:lnTo>
                    <a:pt x="947611" y="207179"/>
                  </a:lnTo>
                  <a:lnTo>
                    <a:pt x="953057" y="207245"/>
                  </a:lnTo>
                  <a:lnTo>
                    <a:pt x="958503" y="207276"/>
                  </a:lnTo>
                  <a:lnTo>
                    <a:pt x="963949" y="207281"/>
                  </a:lnTo>
                  <a:lnTo>
                    <a:pt x="969396" y="207259"/>
                  </a:lnTo>
                  <a:lnTo>
                    <a:pt x="974842" y="207212"/>
                  </a:lnTo>
                  <a:lnTo>
                    <a:pt x="980288" y="207139"/>
                  </a:lnTo>
                  <a:lnTo>
                    <a:pt x="985734" y="207035"/>
                  </a:lnTo>
                  <a:lnTo>
                    <a:pt x="991180" y="206907"/>
                  </a:lnTo>
                  <a:lnTo>
                    <a:pt x="996626" y="206757"/>
                  </a:lnTo>
                  <a:lnTo>
                    <a:pt x="1002072" y="206584"/>
                  </a:lnTo>
                  <a:lnTo>
                    <a:pt x="1007518" y="206391"/>
                  </a:lnTo>
                  <a:lnTo>
                    <a:pt x="1012964" y="206171"/>
                  </a:lnTo>
                  <a:lnTo>
                    <a:pt x="1018410" y="205932"/>
                  </a:lnTo>
                  <a:lnTo>
                    <a:pt x="1023856" y="205675"/>
                  </a:lnTo>
                  <a:lnTo>
                    <a:pt x="1029302" y="205400"/>
                  </a:lnTo>
                  <a:lnTo>
                    <a:pt x="1034748" y="205108"/>
                  </a:lnTo>
                  <a:lnTo>
                    <a:pt x="1040194" y="204795"/>
                  </a:lnTo>
                  <a:lnTo>
                    <a:pt x="1045640" y="204466"/>
                  </a:lnTo>
                  <a:lnTo>
                    <a:pt x="1051086" y="204124"/>
                  </a:lnTo>
                  <a:lnTo>
                    <a:pt x="1056532" y="203767"/>
                  </a:lnTo>
                  <a:lnTo>
                    <a:pt x="1061978" y="203397"/>
                  </a:lnTo>
                  <a:lnTo>
                    <a:pt x="1067424" y="203010"/>
                  </a:lnTo>
                  <a:lnTo>
                    <a:pt x="1072870" y="202612"/>
                  </a:lnTo>
                  <a:lnTo>
                    <a:pt x="1078316" y="202202"/>
                  </a:lnTo>
                  <a:lnTo>
                    <a:pt x="1083762" y="201781"/>
                  </a:lnTo>
                  <a:lnTo>
                    <a:pt x="1089209" y="201350"/>
                  </a:lnTo>
                  <a:lnTo>
                    <a:pt x="1094655" y="200906"/>
                  </a:lnTo>
                  <a:lnTo>
                    <a:pt x="1100101" y="200452"/>
                  </a:lnTo>
                  <a:lnTo>
                    <a:pt x="1105547" y="199989"/>
                  </a:lnTo>
                  <a:lnTo>
                    <a:pt x="1110993" y="199518"/>
                  </a:lnTo>
                  <a:lnTo>
                    <a:pt x="1116439" y="199038"/>
                  </a:lnTo>
                  <a:lnTo>
                    <a:pt x="1121885" y="198547"/>
                  </a:lnTo>
                  <a:lnTo>
                    <a:pt x="1127331" y="198047"/>
                  </a:lnTo>
                  <a:lnTo>
                    <a:pt x="1132777" y="197539"/>
                  </a:lnTo>
                  <a:lnTo>
                    <a:pt x="1138223" y="197022"/>
                  </a:lnTo>
                  <a:lnTo>
                    <a:pt x="1143669" y="196496"/>
                  </a:lnTo>
                  <a:lnTo>
                    <a:pt x="1149115" y="195958"/>
                  </a:lnTo>
                  <a:lnTo>
                    <a:pt x="1154561" y="195408"/>
                  </a:lnTo>
                  <a:lnTo>
                    <a:pt x="1160007" y="194848"/>
                  </a:lnTo>
                  <a:lnTo>
                    <a:pt x="1165453" y="194276"/>
                  </a:lnTo>
                  <a:lnTo>
                    <a:pt x="1170899" y="193692"/>
                  </a:lnTo>
                  <a:lnTo>
                    <a:pt x="1176345" y="193090"/>
                  </a:lnTo>
                  <a:lnTo>
                    <a:pt x="1181791" y="192472"/>
                  </a:lnTo>
                  <a:lnTo>
                    <a:pt x="1187237" y="191838"/>
                  </a:lnTo>
                  <a:lnTo>
                    <a:pt x="1192683" y="191186"/>
                  </a:lnTo>
                  <a:lnTo>
                    <a:pt x="1198129" y="190515"/>
                  </a:lnTo>
                  <a:lnTo>
                    <a:pt x="1203575" y="189820"/>
                  </a:lnTo>
                  <a:lnTo>
                    <a:pt x="1209021" y="189101"/>
                  </a:lnTo>
                  <a:lnTo>
                    <a:pt x="1214468" y="188359"/>
                  </a:lnTo>
                  <a:lnTo>
                    <a:pt x="1219914" y="187593"/>
                  </a:lnTo>
                  <a:lnTo>
                    <a:pt x="1225360" y="186802"/>
                  </a:lnTo>
                  <a:lnTo>
                    <a:pt x="1230806" y="185979"/>
                  </a:lnTo>
                  <a:lnTo>
                    <a:pt x="1236252" y="185126"/>
                  </a:lnTo>
                  <a:lnTo>
                    <a:pt x="1241698" y="184245"/>
                  </a:lnTo>
                  <a:lnTo>
                    <a:pt x="1247144" y="183335"/>
                  </a:lnTo>
                  <a:lnTo>
                    <a:pt x="1252590" y="182395"/>
                  </a:lnTo>
                  <a:lnTo>
                    <a:pt x="1258036" y="181418"/>
                  </a:lnTo>
                  <a:lnTo>
                    <a:pt x="1263482" y="180407"/>
                  </a:lnTo>
                  <a:lnTo>
                    <a:pt x="1268928" y="179364"/>
                  </a:lnTo>
                  <a:lnTo>
                    <a:pt x="1274374" y="178287"/>
                  </a:lnTo>
                  <a:lnTo>
                    <a:pt x="1279820" y="177178"/>
                  </a:lnTo>
                  <a:lnTo>
                    <a:pt x="1285266" y="176026"/>
                  </a:lnTo>
                  <a:lnTo>
                    <a:pt x="1290712" y="174834"/>
                  </a:lnTo>
                  <a:lnTo>
                    <a:pt x="1296158" y="173603"/>
                  </a:lnTo>
                  <a:lnTo>
                    <a:pt x="1301604" y="172334"/>
                  </a:lnTo>
                  <a:lnTo>
                    <a:pt x="1307050" y="171023"/>
                  </a:lnTo>
                  <a:lnTo>
                    <a:pt x="1312496" y="169658"/>
                  </a:lnTo>
                  <a:lnTo>
                    <a:pt x="1317942" y="168240"/>
                  </a:lnTo>
                  <a:lnTo>
                    <a:pt x="1323388" y="166769"/>
                  </a:lnTo>
                  <a:lnTo>
                    <a:pt x="1328834" y="165243"/>
                  </a:lnTo>
                  <a:lnTo>
                    <a:pt x="1334281" y="163658"/>
                  </a:lnTo>
                  <a:lnTo>
                    <a:pt x="1339727" y="161996"/>
                  </a:lnTo>
                  <a:lnTo>
                    <a:pt x="1345173" y="160252"/>
                  </a:lnTo>
                  <a:lnTo>
                    <a:pt x="1350619" y="158429"/>
                  </a:lnTo>
                  <a:lnTo>
                    <a:pt x="1356065" y="156523"/>
                  </a:lnTo>
                  <a:lnTo>
                    <a:pt x="1361511" y="154526"/>
                  </a:lnTo>
                  <a:lnTo>
                    <a:pt x="1366957" y="152415"/>
                  </a:lnTo>
                  <a:lnTo>
                    <a:pt x="1372403" y="150181"/>
                  </a:lnTo>
                  <a:lnTo>
                    <a:pt x="1377849" y="147833"/>
                  </a:lnTo>
                  <a:lnTo>
                    <a:pt x="1383295" y="145363"/>
                  </a:lnTo>
                  <a:lnTo>
                    <a:pt x="1388741" y="142767"/>
                  </a:lnTo>
                  <a:lnTo>
                    <a:pt x="1394187" y="140014"/>
                  </a:lnTo>
                  <a:lnTo>
                    <a:pt x="1399633" y="137094"/>
                  </a:lnTo>
                  <a:lnTo>
                    <a:pt x="1405079" y="134027"/>
                  </a:lnTo>
                  <a:lnTo>
                    <a:pt x="1410525" y="130806"/>
                  </a:lnTo>
                  <a:lnTo>
                    <a:pt x="1415971" y="127429"/>
                  </a:lnTo>
                  <a:lnTo>
                    <a:pt x="1421417" y="123869"/>
                  </a:lnTo>
                  <a:lnTo>
                    <a:pt x="1426863" y="120119"/>
                  </a:lnTo>
                  <a:lnTo>
                    <a:pt x="1432309" y="116208"/>
                  </a:lnTo>
                  <a:lnTo>
                    <a:pt x="1437755" y="112139"/>
                  </a:lnTo>
                  <a:lnTo>
                    <a:pt x="1443201" y="107913"/>
                  </a:lnTo>
                  <a:lnTo>
                    <a:pt x="1448647" y="103516"/>
                  </a:lnTo>
                  <a:lnTo>
                    <a:pt x="1454094" y="98951"/>
                  </a:lnTo>
                  <a:lnTo>
                    <a:pt x="1459540" y="94256"/>
                  </a:lnTo>
                  <a:lnTo>
                    <a:pt x="1464986" y="89440"/>
                  </a:lnTo>
                  <a:lnTo>
                    <a:pt x="1470432" y="84518"/>
                  </a:lnTo>
                  <a:lnTo>
                    <a:pt x="1475878" y="79491"/>
                  </a:lnTo>
                  <a:lnTo>
                    <a:pt x="1481324" y="74382"/>
                  </a:lnTo>
                  <a:lnTo>
                    <a:pt x="1486770" y="69227"/>
                  </a:lnTo>
                  <a:lnTo>
                    <a:pt x="1492216" y="64045"/>
                  </a:lnTo>
                  <a:lnTo>
                    <a:pt x="1497662" y="58859"/>
                  </a:lnTo>
                  <a:lnTo>
                    <a:pt x="1503108" y="53694"/>
                  </a:lnTo>
                  <a:lnTo>
                    <a:pt x="1508554" y="48595"/>
                  </a:lnTo>
                  <a:lnTo>
                    <a:pt x="1514000" y="43584"/>
                  </a:lnTo>
                  <a:lnTo>
                    <a:pt x="1519446" y="38684"/>
                  </a:lnTo>
                  <a:lnTo>
                    <a:pt x="1524892" y="33923"/>
                  </a:lnTo>
                  <a:lnTo>
                    <a:pt x="1530338" y="29346"/>
                  </a:lnTo>
                  <a:lnTo>
                    <a:pt x="1535784" y="25023"/>
                  </a:lnTo>
                  <a:lnTo>
                    <a:pt x="1541230" y="20941"/>
                  </a:lnTo>
                  <a:lnTo>
                    <a:pt x="1546676" y="17125"/>
                  </a:lnTo>
                  <a:lnTo>
                    <a:pt x="1552122" y="13600"/>
                  </a:lnTo>
                  <a:lnTo>
                    <a:pt x="1557568" y="10419"/>
                  </a:lnTo>
                  <a:lnTo>
                    <a:pt x="1563014" y="7673"/>
                  </a:lnTo>
                  <a:lnTo>
                    <a:pt x="1568460" y="5303"/>
                  </a:lnTo>
                  <a:lnTo>
                    <a:pt x="1573907" y="3328"/>
                  </a:lnTo>
                  <a:lnTo>
                    <a:pt x="1579353" y="1762"/>
                  </a:lnTo>
                  <a:lnTo>
                    <a:pt x="1584799" y="653"/>
                  </a:lnTo>
                  <a:lnTo>
                    <a:pt x="1590245" y="100"/>
                  </a:lnTo>
                  <a:lnTo>
                    <a:pt x="1595691" y="0"/>
                  </a:lnTo>
                  <a:lnTo>
                    <a:pt x="1601137" y="356"/>
                  </a:lnTo>
                  <a:lnTo>
                    <a:pt x="1606583" y="1172"/>
                  </a:lnTo>
                  <a:lnTo>
                    <a:pt x="1612029" y="2475"/>
                  </a:lnTo>
                  <a:lnTo>
                    <a:pt x="1617475" y="4356"/>
                  </a:lnTo>
                  <a:lnTo>
                    <a:pt x="1622921" y="6681"/>
                  </a:lnTo>
                  <a:lnTo>
                    <a:pt x="1628367" y="9441"/>
                  </a:lnTo>
                  <a:lnTo>
                    <a:pt x="1633813" y="12623"/>
                  </a:lnTo>
                  <a:lnTo>
                    <a:pt x="1639259" y="16230"/>
                  </a:lnTo>
                  <a:lnTo>
                    <a:pt x="1644705" y="20328"/>
                  </a:lnTo>
                  <a:lnTo>
                    <a:pt x="1650151" y="24780"/>
                  </a:lnTo>
                  <a:lnTo>
                    <a:pt x="1655597" y="29563"/>
                  </a:lnTo>
                  <a:lnTo>
                    <a:pt x="1661043" y="34655"/>
                  </a:lnTo>
                  <a:lnTo>
                    <a:pt x="1666489" y="40039"/>
                  </a:lnTo>
                  <a:lnTo>
                    <a:pt x="1671935" y="45741"/>
                  </a:lnTo>
                  <a:lnTo>
                    <a:pt x="1677381" y="51649"/>
                  </a:lnTo>
                  <a:lnTo>
                    <a:pt x="1682827" y="57736"/>
                  </a:lnTo>
                  <a:lnTo>
                    <a:pt x="1688273" y="63975"/>
                  </a:lnTo>
                  <a:lnTo>
                    <a:pt x="1693720" y="70338"/>
                  </a:lnTo>
                  <a:lnTo>
                    <a:pt x="1699166" y="76810"/>
                  </a:lnTo>
                  <a:lnTo>
                    <a:pt x="1704612" y="83325"/>
                  </a:lnTo>
                  <a:lnTo>
                    <a:pt x="1710058" y="89858"/>
                  </a:lnTo>
                  <a:lnTo>
                    <a:pt x="1715504" y="96384"/>
                  </a:lnTo>
                  <a:lnTo>
                    <a:pt x="1720950" y="102878"/>
                  </a:lnTo>
                  <a:lnTo>
                    <a:pt x="1726396" y="109287"/>
                  </a:lnTo>
                  <a:lnTo>
                    <a:pt x="1731842" y="115600"/>
                  </a:lnTo>
                  <a:lnTo>
                    <a:pt x="1737288" y="121800"/>
                  </a:lnTo>
                  <a:lnTo>
                    <a:pt x="1742734" y="127868"/>
                  </a:lnTo>
                  <a:lnTo>
                    <a:pt x="1748180" y="133790"/>
                  </a:lnTo>
                  <a:lnTo>
                    <a:pt x="1753626" y="139491"/>
                  </a:lnTo>
                  <a:lnTo>
                    <a:pt x="1759072" y="145005"/>
                  </a:lnTo>
                  <a:lnTo>
                    <a:pt x="1764518" y="150326"/>
                  </a:lnTo>
                  <a:lnTo>
                    <a:pt x="1769964" y="155445"/>
                  </a:lnTo>
                  <a:lnTo>
                    <a:pt x="1775410" y="160356"/>
                  </a:lnTo>
                  <a:lnTo>
                    <a:pt x="1780856" y="164985"/>
                  </a:lnTo>
                  <a:lnTo>
                    <a:pt x="1786302" y="169390"/>
                  </a:lnTo>
                  <a:lnTo>
                    <a:pt x="1791748" y="173575"/>
                  </a:lnTo>
                  <a:lnTo>
                    <a:pt x="1797194" y="177539"/>
                  </a:lnTo>
                  <a:lnTo>
                    <a:pt x="1802640" y="181285"/>
                  </a:lnTo>
                  <a:lnTo>
                    <a:pt x="1808086" y="184751"/>
                  </a:lnTo>
                  <a:lnTo>
                    <a:pt x="1813532" y="188000"/>
                  </a:lnTo>
                  <a:lnTo>
                    <a:pt x="1818979" y="191043"/>
                  </a:lnTo>
                  <a:lnTo>
                    <a:pt x="1824425" y="193886"/>
                  </a:lnTo>
                  <a:lnTo>
                    <a:pt x="1829871" y="196534"/>
                  </a:lnTo>
                  <a:lnTo>
                    <a:pt x="1835317" y="198945"/>
                  </a:lnTo>
                  <a:lnTo>
                    <a:pt x="1840763" y="201172"/>
                  </a:lnTo>
                  <a:lnTo>
                    <a:pt x="1846209" y="203231"/>
                  </a:lnTo>
                  <a:lnTo>
                    <a:pt x="1851655" y="205129"/>
                  </a:lnTo>
                  <a:lnTo>
                    <a:pt x="1857101" y="206874"/>
                  </a:lnTo>
                  <a:lnTo>
                    <a:pt x="1862547" y="208438"/>
                  </a:lnTo>
                  <a:lnTo>
                    <a:pt x="1867993" y="209862"/>
                  </a:lnTo>
                  <a:lnTo>
                    <a:pt x="1873439" y="211162"/>
                  </a:lnTo>
                  <a:lnTo>
                    <a:pt x="1878885" y="212344"/>
                  </a:lnTo>
                  <a:lnTo>
                    <a:pt x="1884331" y="213416"/>
                  </a:lnTo>
                  <a:lnTo>
                    <a:pt x="1889777" y="214362"/>
                  </a:lnTo>
                  <a:lnTo>
                    <a:pt x="1895223" y="215208"/>
                  </a:lnTo>
                  <a:lnTo>
                    <a:pt x="1900669" y="215970"/>
                  </a:lnTo>
                  <a:lnTo>
                    <a:pt x="1906115" y="216651"/>
                  </a:lnTo>
                  <a:lnTo>
                    <a:pt x="1911561" y="217259"/>
                  </a:lnTo>
                  <a:lnTo>
                    <a:pt x="1917007" y="217784"/>
                  </a:lnTo>
                  <a:lnTo>
                    <a:pt x="1922453" y="218243"/>
                  </a:lnTo>
                  <a:lnTo>
                    <a:pt x="1927899" y="218647"/>
                  </a:lnTo>
                  <a:lnTo>
                    <a:pt x="1933345" y="218999"/>
                  </a:lnTo>
                  <a:lnTo>
                    <a:pt x="1938792" y="219304"/>
                  </a:lnTo>
                  <a:lnTo>
                    <a:pt x="1944238" y="219557"/>
                  </a:lnTo>
                  <a:lnTo>
                    <a:pt x="1949684" y="219767"/>
                  </a:lnTo>
                  <a:lnTo>
                    <a:pt x="1955130" y="219943"/>
                  </a:lnTo>
                  <a:lnTo>
                    <a:pt x="1960576" y="220086"/>
                  </a:lnTo>
                  <a:lnTo>
                    <a:pt x="1966022" y="220200"/>
                  </a:lnTo>
                  <a:lnTo>
                    <a:pt x="1971468" y="220281"/>
                  </a:lnTo>
                  <a:lnTo>
                    <a:pt x="1976914" y="220335"/>
                  </a:lnTo>
                  <a:lnTo>
                    <a:pt x="1982360" y="220368"/>
                  </a:lnTo>
                  <a:lnTo>
                    <a:pt x="1987806" y="220380"/>
                  </a:lnTo>
                  <a:lnTo>
                    <a:pt x="1993252" y="220374"/>
                  </a:lnTo>
                  <a:lnTo>
                    <a:pt x="1998698" y="220347"/>
                  </a:lnTo>
                  <a:lnTo>
                    <a:pt x="2004144" y="220303"/>
                  </a:lnTo>
                  <a:lnTo>
                    <a:pt x="2009590" y="220246"/>
                  </a:lnTo>
                  <a:lnTo>
                    <a:pt x="2015036" y="220176"/>
                  </a:lnTo>
                  <a:lnTo>
                    <a:pt x="2020482" y="220094"/>
                  </a:lnTo>
                  <a:lnTo>
                    <a:pt x="2025928" y="220000"/>
                  </a:lnTo>
                  <a:lnTo>
                    <a:pt x="2031374" y="219895"/>
                  </a:lnTo>
                  <a:lnTo>
                    <a:pt x="2036820" y="219782"/>
                  </a:lnTo>
                  <a:lnTo>
                    <a:pt x="2042266" y="219662"/>
                  </a:lnTo>
                  <a:lnTo>
                    <a:pt x="2047712" y="219536"/>
                  </a:lnTo>
                  <a:lnTo>
                    <a:pt x="2053158" y="219404"/>
                  </a:lnTo>
                  <a:lnTo>
                    <a:pt x="2058605" y="219267"/>
                  </a:lnTo>
                  <a:lnTo>
                    <a:pt x="2064051" y="219126"/>
                  </a:lnTo>
                  <a:lnTo>
                    <a:pt x="2069497" y="218984"/>
                  </a:lnTo>
                  <a:lnTo>
                    <a:pt x="2074943" y="218841"/>
                  </a:lnTo>
                  <a:lnTo>
                    <a:pt x="2080389" y="218697"/>
                  </a:lnTo>
                  <a:lnTo>
                    <a:pt x="2085835" y="218555"/>
                  </a:lnTo>
                  <a:lnTo>
                    <a:pt x="2091281" y="218415"/>
                  </a:lnTo>
                  <a:lnTo>
                    <a:pt x="2096727" y="218278"/>
                  </a:lnTo>
                  <a:lnTo>
                    <a:pt x="2102173" y="218145"/>
                  </a:lnTo>
                  <a:lnTo>
                    <a:pt x="2107619" y="218018"/>
                  </a:lnTo>
                  <a:lnTo>
                    <a:pt x="2113065" y="217898"/>
                  </a:lnTo>
                  <a:lnTo>
                    <a:pt x="2118511" y="217786"/>
                  </a:lnTo>
                  <a:lnTo>
                    <a:pt x="2123957" y="217681"/>
                  </a:lnTo>
                  <a:lnTo>
                    <a:pt x="2129403" y="217586"/>
                  </a:lnTo>
                  <a:lnTo>
                    <a:pt x="2134849" y="217501"/>
                  </a:lnTo>
                  <a:lnTo>
                    <a:pt x="2140295" y="217428"/>
                  </a:lnTo>
                  <a:lnTo>
                    <a:pt x="2145741" y="217367"/>
                  </a:lnTo>
                  <a:lnTo>
                    <a:pt x="2151187" y="217316"/>
                  </a:lnTo>
                  <a:lnTo>
                    <a:pt x="2156633" y="217276"/>
                  </a:lnTo>
                  <a:lnTo>
                    <a:pt x="2162079" y="217250"/>
                  </a:lnTo>
                  <a:lnTo>
                    <a:pt x="2167525" y="217238"/>
                  </a:lnTo>
                  <a:lnTo>
                    <a:pt x="2172971" y="217236"/>
                  </a:lnTo>
                  <a:lnTo>
                    <a:pt x="2178418" y="217247"/>
                  </a:lnTo>
                  <a:lnTo>
                    <a:pt x="2183864" y="217268"/>
                  </a:lnTo>
                  <a:lnTo>
                    <a:pt x="2189310" y="217300"/>
                  </a:lnTo>
                  <a:lnTo>
                    <a:pt x="2194756" y="217345"/>
                  </a:lnTo>
                  <a:lnTo>
                    <a:pt x="2200202" y="217398"/>
                  </a:lnTo>
                  <a:lnTo>
                    <a:pt x="2205648" y="217460"/>
                  </a:lnTo>
                  <a:lnTo>
                    <a:pt x="2211094" y="217529"/>
                  </a:lnTo>
                  <a:lnTo>
                    <a:pt x="2216540" y="217605"/>
                  </a:lnTo>
                  <a:lnTo>
                    <a:pt x="2221986" y="217688"/>
                  </a:lnTo>
                  <a:lnTo>
                    <a:pt x="2227432" y="217775"/>
                  </a:lnTo>
                  <a:lnTo>
                    <a:pt x="2232878" y="217866"/>
                  </a:lnTo>
                  <a:lnTo>
                    <a:pt x="2238324" y="217959"/>
                  </a:lnTo>
                  <a:lnTo>
                    <a:pt x="2243770" y="218053"/>
                  </a:lnTo>
                  <a:lnTo>
                    <a:pt x="2249216" y="218148"/>
                  </a:lnTo>
                  <a:lnTo>
                    <a:pt x="2254662" y="218243"/>
                  </a:lnTo>
                  <a:lnTo>
                    <a:pt x="2260108" y="218336"/>
                  </a:lnTo>
                  <a:lnTo>
                    <a:pt x="2265554" y="218427"/>
                  </a:lnTo>
                  <a:lnTo>
                    <a:pt x="2271000" y="218516"/>
                  </a:lnTo>
                  <a:lnTo>
                    <a:pt x="2276446" y="218600"/>
                  </a:lnTo>
                  <a:lnTo>
                    <a:pt x="2281892" y="218681"/>
                  </a:lnTo>
                  <a:lnTo>
                    <a:pt x="2287338" y="218757"/>
                  </a:lnTo>
                  <a:lnTo>
                    <a:pt x="2292784" y="218830"/>
                  </a:lnTo>
                  <a:lnTo>
                    <a:pt x="2298231" y="218898"/>
                  </a:lnTo>
                  <a:lnTo>
                    <a:pt x="2303677" y="218960"/>
                  </a:lnTo>
                  <a:lnTo>
                    <a:pt x="2309123" y="219019"/>
                  </a:lnTo>
                  <a:lnTo>
                    <a:pt x="2314569" y="219073"/>
                  </a:lnTo>
                  <a:lnTo>
                    <a:pt x="2320015" y="219123"/>
                  </a:lnTo>
                  <a:lnTo>
                    <a:pt x="2325461" y="219169"/>
                  </a:lnTo>
                  <a:lnTo>
                    <a:pt x="2330907" y="219212"/>
                  </a:lnTo>
                  <a:lnTo>
                    <a:pt x="2336353" y="219251"/>
                  </a:lnTo>
                  <a:lnTo>
                    <a:pt x="2341799" y="219288"/>
                  </a:lnTo>
                  <a:lnTo>
                    <a:pt x="2347245" y="219324"/>
                  </a:lnTo>
                  <a:lnTo>
                    <a:pt x="2352691" y="219357"/>
                  </a:lnTo>
                  <a:lnTo>
                    <a:pt x="2358137" y="219389"/>
                  </a:lnTo>
                  <a:lnTo>
                    <a:pt x="2363583" y="219420"/>
                  </a:lnTo>
                  <a:lnTo>
                    <a:pt x="2369029" y="219450"/>
                  </a:lnTo>
                  <a:lnTo>
                    <a:pt x="2374475" y="219481"/>
                  </a:lnTo>
                  <a:lnTo>
                    <a:pt x="2379921" y="219511"/>
                  </a:lnTo>
                  <a:lnTo>
                    <a:pt x="2385367" y="219541"/>
                  </a:lnTo>
                  <a:lnTo>
                    <a:pt x="2390813" y="219572"/>
                  </a:lnTo>
                  <a:lnTo>
                    <a:pt x="2396259" y="219603"/>
                  </a:lnTo>
                  <a:lnTo>
                    <a:pt x="2401705" y="219635"/>
                  </a:lnTo>
                  <a:lnTo>
                    <a:pt x="2407151" y="219667"/>
                  </a:lnTo>
                  <a:lnTo>
                    <a:pt x="2412597" y="219700"/>
                  </a:lnTo>
                  <a:lnTo>
                    <a:pt x="2418043" y="219732"/>
                  </a:lnTo>
                  <a:lnTo>
                    <a:pt x="2423490" y="219765"/>
                  </a:lnTo>
                  <a:lnTo>
                    <a:pt x="2428936" y="219797"/>
                  </a:lnTo>
                  <a:lnTo>
                    <a:pt x="2434382" y="219829"/>
                  </a:lnTo>
                  <a:lnTo>
                    <a:pt x="2439828" y="219860"/>
                  </a:lnTo>
                  <a:lnTo>
                    <a:pt x="2445274" y="219890"/>
                  </a:lnTo>
                  <a:lnTo>
                    <a:pt x="2450720" y="219919"/>
                  </a:lnTo>
                  <a:lnTo>
                    <a:pt x="2456166" y="219946"/>
                  </a:lnTo>
                  <a:lnTo>
                    <a:pt x="2461612" y="219972"/>
                  </a:lnTo>
                  <a:lnTo>
                    <a:pt x="2467058" y="219995"/>
                  </a:lnTo>
                  <a:lnTo>
                    <a:pt x="2472504" y="220016"/>
                  </a:lnTo>
                  <a:lnTo>
                    <a:pt x="2477950" y="220034"/>
                  </a:lnTo>
                  <a:lnTo>
                    <a:pt x="2483396" y="220050"/>
                  </a:lnTo>
                  <a:lnTo>
                    <a:pt x="2488842" y="220063"/>
                  </a:lnTo>
                  <a:lnTo>
                    <a:pt x="2494288" y="220073"/>
                  </a:lnTo>
                  <a:lnTo>
                    <a:pt x="2499734" y="220079"/>
                  </a:lnTo>
                  <a:lnTo>
                    <a:pt x="2505180" y="220082"/>
                  </a:lnTo>
                  <a:lnTo>
                    <a:pt x="2510626" y="220082"/>
                  </a:lnTo>
                  <a:lnTo>
                    <a:pt x="2516072" y="220079"/>
                  </a:lnTo>
                  <a:lnTo>
                    <a:pt x="2521518" y="220072"/>
                  </a:lnTo>
                  <a:lnTo>
                    <a:pt x="2526964" y="220062"/>
                  </a:lnTo>
                  <a:lnTo>
                    <a:pt x="2532410" y="220048"/>
                  </a:lnTo>
                  <a:lnTo>
                    <a:pt x="2537856" y="220032"/>
                  </a:lnTo>
                  <a:lnTo>
                    <a:pt x="2543303" y="220012"/>
                  </a:lnTo>
                  <a:lnTo>
                    <a:pt x="2548749" y="219988"/>
                  </a:lnTo>
                  <a:lnTo>
                    <a:pt x="2554195" y="219961"/>
                  </a:lnTo>
                  <a:lnTo>
                    <a:pt x="2559641" y="219931"/>
                  </a:lnTo>
                  <a:lnTo>
                    <a:pt x="2565087" y="219898"/>
                  </a:lnTo>
                  <a:lnTo>
                    <a:pt x="2570533" y="219863"/>
                  </a:lnTo>
                  <a:lnTo>
                    <a:pt x="2575979" y="219824"/>
                  </a:lnTo>
                  <a:lnTo>
                    <a:pt x="2581425" y="219783"/>
                  </a:lnTo>
                  <a:lnTo>
                    <a:pt x="2586871" y="219740"/>
                  </a:lnTo>
                  <a:lnTo>
                    <a:pt x="2592317" y="219695"/>
                  </a:lnTo>
                  <a:lnTo>
                    <a:pt x="2597763" y="219648"/>
                  </a:lnTo>
                  <a:lnTo>
                    <a:pt x="2603209" y="219599"/>
                  </a:lnTo>
                  <a:lnTo>
                    <a:pt x="2608655" y="219550"/>
                  </a:lnTo>
                  <a:lnTo>
                    <a:pt x="2614101" y="219499"/>
                  </a:lnTo>
                  <a:lnTo>
                    <a:pt x="2619547" y="219449"/>
                  </a:lnTo>
                  <a:lnTo>
                    <a:pt x="2624993" y="219398"/>
                  </a:lnTo>
                  <a:lnTo>
                    <a:pt x="2630439" y="219349"/>
                  </a:lnTo>
                  <a:lnTo>
                    <a:pt x="2635885" y="219300"/>
                  </a:lnTo>
                  <a:lnTo>
                    <a:pt x="2641331" y="219254"/>
                  </a:lnTo>
                  <a:lnTo>
                    <a:pt x="2646777" y="219210"/>
                  </a:lnTo>
                  <a:lnTo>
                    <a:pt x="2652223" y="219168"/>
                  </a:lnTo>
                  <a:lnTo>
                    <a:pt x="2657669" y="219131"/>
                  </a:lnTo>
                  <a:lnTo>
                    <a:pt x="2663116" y="219098"/>
                  </a:lnTo>
                  <a:lnTo>
                    <a:pt x="2668562" y="219069"/>
                  </a:lnTo>
                  <a:lnTo>
                    <a:pt x="2674008" y="219046"/>
                  </a:lnTo>
                  <a:lnTo>
                    <a:pt x="2679454" y="219028"/>
                  </a:lnTo>
                  <a:lnTo>
                    <a:pt x="2684900" y="219017"/>
                  </a:lnTo>
                  <a:lnTo>
                    <a:pt x="2690346" y="219014"/>
                  </a:lnTo>
                  <a:lnTo>
                    <a:pt x="2695792" y="219018"/>
                  </a:lnTo>
                  <a:lnTo>
                    <a:pt x="2701238" y="219028"/>
                  </a:lnTo>
                  <a:lnTo>
                    <a:pt x="2706684" y="219046"/>
                  </a:lnTo>
                  <a:lnTo>
                    <a:pt x="2712130" y="219073"/>
                  </a:lnTo>
                  <a:lnTo>
                    <a:pt x="2717576" y="219109"/>
                  </a:lnTo>
                  <a:lnTo>
                    <a:pt x="2723022" y="219153"/>
                  </a:lnTo>
                  <a:lnTo>
                    <a:pt x="2728468" y="219204"/>
                  </a:lnTo>
                  <a:lnTo>
                    <a:pt x="2733914" y="219262"/>
                  </a:lnTo>
                  <a:lnTo>
                    <a:pt x="2739360" y="219329"/>
                  </a:lnTo>
                  <a:lnTo>
                    <a:pt x="2744806" y="219404"/>
                  </a:lnTo>
                  <a:lnTo>
                    <a:pt x="2750252" y="219485"/>
                  </a:lnTo>
                  <a:lnTo>
                    <a:pt x="2755698" y="219572"/>
                  </a:lnTo>
                  <a:lnTo>
                    <a:pt x="2761144" y="219664"/>
                  </a:lnTo>
                  <a:lnTo>
                    <a:pt x="2766590" y="219762"/>
                  </a:lnTo>
                  <a:lnTo>
                    <a:pt x="2772036" y="219865"/>
                  </a:lnTo>
                  <a:lnTo>
                    <a:pt x="2777482" y="219971"/>
                  </a:lnTo>
                  <a:lnTo>
                    <a:pt x="2782929" y="220080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957616" y="2413148"/>
              <a:ext cx="2782929" cy="152069"/>
            </a:xfrm>
            <a:custGeom>
              <a:avLst/>
              <a:pathLst>
                <a:path w="2782929" h="152069">
                  <a:moveTo>
                    <a:pt x="0" y="152067"/>
                  </a:moveTo>
                  <a:lnTo>
                    <a:pt x="5446" y="152066"/>
                  </a:lnTo>
                  <a:lnTo>
                    <a:pt x="10892" y="152066"/>
                  </a:lnTo>
                  <a:lnTo>
                    <a:pt x="16338" y="152065"/>
                  </a:lnTo>
                  <a:lnTo>
                    <a:pt x="21784" y="152064"/>
                  </a:lnTo>
                  <a:lnTo>
                    <a:pt x="27230" y="152063"/>
                  </a:lnTo>
                  <a:lnTo>
                    <a:pt x="32676" y="152062"/>
                  </a:lnTo>
                  <a:lnTo>
                    <a:pt x="38122" y="152061"/>
                  </a:lnTo>
                  <a:lnTo>
                    <a:pt x="43568" y="152060"/>
                  </a:lnTo>
                  <a:lnTo>
                    <a:pt x="49014" y="152058"/>
                  </a:lnTo>
                  <a:lnTo>
                    <a:pt x="54460" y="152057"/>
                  </a:lnTo>
                  <a:lnTo>
                    <a:pt x="59906" y="152055"/>
                  </a:lnTo>
                  <a:lnTo>
                    <a:pt x="65352" y="152052"/>
                  </a:lnTo>
                  <a:lnTo>
                    <a:pt x="70798" y="152050"/>
                  </a:lnTo>
                  <a:lnTo>
                    <a:pt x="76244" y="152047"/>
                  </a:lnTo>
                  <a:lnTo>
                    <a:pt x="81690" y="152044"/>
                  </a:lnTo>
                  <a:lnTo>
                    <a:pt x="87136" y="152040"/>
                  </a:lnTo>
                  <a:lnTo>
                    <a:pt x="92582" y="152036"/>
                  </a:lnTo>
                  <a:lnTo>
                    <a:pt x="98028" y="152031"/>
                  </a:lnTo>
                  <a:lnTo>
                    <a:pt x="103474" y="152026"/>
                  </a:lnTo>
                  <a:lnTo>
                    <a:pt x="108920" y="152020"/>
                  </a:lnTo>
                  <a:lnTo>
                    <a:pt x="114366" y="152013"/>
                  </a:lnTo>
                  <a:lnTo>
                    <a:pt x="119812" y="152006"/>
                  </a:lnTo>
                  <a:lnTo>
                    <a:pt x="125259" y="151998"/>
                  </a:lnTo>
                  <a:lnTo>
                    <a:pt x="130705" y="151989"/>
                  </a:lnTo>
                  <a:lnTo>
                    <a:pt x="136151" y="151979"/>
                  </a:lnTo>
                  <a:lnTo>
                    <a:pt x="141597" y="151968"/>
                  </a:lnTo>
                  <a:lnTo>
                    <a:pt x="147043" y="151956"/>
                  </a:lnTo>
                  <a:lnTo>
                    <a:pt x="152489" y="151942"/>
                  </a:lnTo>
                  <a:lnTo>
                    <a:pt x="157935" y="151927"/>
                  </a:lnTo>
                  <a:lnTo>
                    <a:pt x="163381" y="151911"/>
                  </a:lnTo>
                  <a:lnTo>
                    <a:pt x="168827" y="151894"/>
                  </a:lnTo>
                  <a:lnTo>
                    <a:pt x="174273" y="151875"/>
                  </a:lnTo>
                  <a:lnTo>
                    <a:pt x="179719" y="151854"/>
                  </a:lnTo>
                  <a:lnTo>
                    <a:pt x="185165" y="151831"/>
                  </a:lnTo>
                  <a:lnTo>
                    <a:pt x="190611" y="151807"/>
                  </a:lnTo>
                  <a:lnTo>
                    <a:pt x="196057" y="151781"/>
                  </a:lnTo>
                  <a:lnTo>
                    <a:pt x="201503" y="151753"/>
                  </a:lnTo>
                  <a:lnTo>
                    <a:pt x="206949" y="151723"/>
                  </a:lnTo>
                  <a:lnTo>
                    <a:pt x="212395" y="151691"/>
                  </a:lnTo>
                  <a:lnTo>
                    <a:pt x="217841" y="151656"/>
                  </a:lnTo>
                  <a:lnTo>
                    <a:pt x="223287" y="151619"/>
                  </a:lnTo>
                  <a:lnTo>
                    <a:pt x="228733" y="151581"/>
                  </a:lnTo>
                  <a:lnTo>
                    <a:pt x="234179" y="151540"/>
                  </a:lnTo>
                  <a:lnTo>
                    <a:pt x="239625" y="151496"/>
                  </a:lnTo>
                  <a:lnTo>
                    <a:pt x="245072" y="151450"/>
                  </a:lnTo>
                  <a:lnTo>
                    <a:pt x="250518" y="151402"/>
                  </a:lnTo>
                  <a:lnTo>
                    <a:pt x="255964" y="151352"/>
                  </a:lnTo>
                  <a:lnTo>
                    <a:pt x="261410" y="151299"/>
                  </a:lnTo>
                  <a:lnTo>
                    <a:pt x="266856" y="151244"/>
                  </a:lnTo>
                  <a:lnTo>
                    <a:pt x="272302" y="151188"/>
                  </a:lnTo>
                  <a:lnTo>
                    <a:pt x="277748" y="151129"/>
                  </a:lnTo>
                  <a:lnTo>
                    <a:pt x="283194" y="151068"/>
                  </a:lnTo>
                  <a:lnTo>
                    <a:pt x="288640" y="151005"/>
                  </a:lnTo>
                  <a:lnTo>
                    <a:pt x="294086" y="150941"/>
                  </a:lnTo>
                  <a:lnTo>
                    <a:pt x="299532" y="150876"/>
                  </a:lnTo>
                  <a:lnTo>
                    <a:pt x="304978" y="150808"/>
                  </a:lnTo>
                  <a:lnTo>
                    <a:pt x="310424" y="150740"/>
                  </a:lnTo>
                  <a:lnTo>
                    <a:pt x="315870" y="150671"/>
                  </a:lnTo>
                  <a:lnTo>
                    <a:pt x="321316" y="150601"/>
                  </a:lnTo>
                  <a:lnTo>
                    <a:pt x="326762" y="150530"/>
                  </a:lnTo>
                  <a:lnTo>
                    <a:pt x="332208" y="150459"/>
                  </a:lnTo>
                  <a:lnTo>
                    <a:pt x="337654" y="150388"/>
                  </a:lnTo>
                  <a:lnTo>
                    <a:pt x="343100" y="150317"/>
                  </a:lnTo>
                  <a:lnTo>
                    <a:pt x="348546" y="150247"/>
                  </a:lnTo>
                  <a:lnTo>
                    <a:pt x="353992" y="150177"/>
                  </a:lnTo>
                  <a:lnTo>
                    <a:pt x="359438" y="150108"/>
                  </a:lnTo>
                  <a:lnTo>
                    <a:pt x="364885" y="150040"/>
                  </a:lnTo>
                  <a:lnTo>
                    <a:pt x="370331" y="149974"/>
                  </a:lnTo>
                  <a:lnTo>
                    <a:pt x="375777" y="149910"/>
                  </a:lnTo>
                  <a:lnTo>
                    <a:pt x="381223" y="149847"/>
                  </a:lnTo>
                  <a:lnTo>
                    <a:pt x="386669" y="149786"/>
                  </a:lnTo>
                  <a:lnTo>
                    <a:pt x="392115" y="149728"/>
                  </a:lnTo>
                  <a:lnTo>
                    <a:pt x="397561" y="149672"/>
                  </a:lnTo>
                  <a:lnTo>
                    <a:pt x="403007" y="149618"/>
                  </a:lnTo>
                  <a:lnTo>
                    <a:pt x="408453" y="149567"/>
                  </a:lnTo>
                  <a:lnTo>
                    <a:pt x="413899" y="149519"/>
                  </a:lnTo>
                  <a:lnTo>
                    <a:pt x="419345" y="149473"/>
                  </a:lnTo>
                  <a:lnTo>
                    <a:pt x="424791" y="149430"/>
                  </a:lnTo>
                  <a:lnTo>
                    <a:pt x="430237" y="149390"/>
                  </a:lnTo>
                  <a:lnTo>
                    <a:pt x="435683" y="149353"/>
                  </a:lnTo>
                  <a:lnTo>
                    <a:pt x="441129" y="149318"/>
                  </a:lnTo>
                  <a:lnTo>
                    <a:pt x="446575" y="149286"/>
                  </a:lnTo>
                  <a:lnTo>
                    <a:pt x="452021" y="149256"/>
                  </a:lnTo>
                  <a:lnTo>
                    <a:pt x="457467" y="149228"/>
                  </a:lnTo>
                  <a:lnTo>
                    <a:pt x="462913" y="149203"/>
                  </a:lnTo>
                  <a:lnTo>
                    <a:pt x="468359" y="149178"/>
                  </a:lnTo>
                  <a:lnTo>
                    <a:pt x="473805" y="149155"/>
                  </a:lnTo>
                  <a:lnTo>
                    <a:pt x="479251" y="149134"/>
                  </a:lnTo>
                  <a:lnTo>
                    <a:pt x="484698" y="149113"/>
                  </a:lnTo>
                  <a:lnTo>
                    <a:pt x="490144" y="149092"/>
                  </a:lnTo>
                  <a:lnTo>
                    <a:pt x="495590" y="149071"/>
                  </a:lnTo>
                  <a:lnTo>
                    <a:pt x="501036" y="149049"/>
                  </a:lnTo>
                  <a:lnTo>
                    <a:pt x="506482" y="149026"/>
                  </a:lnTo>
                  <a:lnTo>
                    <a:pt x="511928" y="149002"/>
                  </a:lnTo>
                  <a:lnTo>
                    <a:pt x="517374" y="148976"/>
                  </a:lnTo>
                  <a:lnTo>
                    <a:pt x="522820" y="148947"/>
                  </a:lnTo>
                  <a:lnTo>
                    <a:pt x="528266" y="148916"/>
                  </a:lnTo>
                  <a:lnTo>
                    <a:pt x="533712" y="148881"/>
                  </a:lnTo>
                  <a:lnTo>
                    <a:pt x="539158" y="148843"/>
                  </a:lnTo>
                  <a:lnTo>
                    <a:pt x="544604" y="148799"/>
                  </a:lnTo>
                  <a:lnTo>
                    <a:pt x="550050" y="148751"/>
                  </a:lnTo>
                  <a:lnTo>
                    <a:pt x="555496" y="148697"/>
                  </a:lnTo>
                  <a:lnTo>
                    <a:pt x="560942" y="148639"/>
                  </a:lnTo>
                  <a:lnTo>
                    <a:pt x="566388" y="148573"/>
                  </a:lnTo>
                  <a:lnTo>
                    <a:pt x="571834" y="148501"/>
                  </a:lnTo>
                  <a:lnTo>
                    <a:pt x="577280" y="148423"/>
                  </a:lnTo>
                  <a:lnTo>
                    <a:pt x="582726" y="148338"/>
                  </a:lnTo>
                  <a:lnTo>
                    <a:pt x="588172" y="148244"/>
                  </a:lnTo>
                  <a:lnTo>
                    <a:pt x="593618" y="148143"/>
                  </a:lnTo>
                  <a:lnTo>
                    <a:pt x="599064" y="148034"/>
                  </a:lnTo>
                  <a:lnTo>
                    <a:pt x="604510" y="147918"/>
                  </a:lnTo>
                  <a:lnTo>
                    <a:pt x="609957" y="147792"/>
                  </a:lnTo>
                  <a:lnTo>
                    <a:pt x="615403" y="147658"/>
                  </a:lnTo>
                  <a:lnTo>
                    <a:pt x="620849" y="147517"/>
                  </a:lnTo>
                  <a:lnTo>
                    <a:pt x="626295" y="147368"/>
                  </a:lnTo>
                  <a:lnTo>
                    <a:pt x="631741" y="147207"/>
                  </a:lnTo>
                  <a:lnTo>
                    <a:pt x="637187" y="147040"/>
                  </a:lnTo>
                  <a:lnTo>
                    <a:pt x="642633" y="146865"/>
                  </a:lnTo>
                  <a:lnTo>
                    <a:pt x="648079" y="146683"/>
                  </a:lnTo>
                  <a:lnTo>
                    <a:pt x="653525" y="146490"/>
                  </a:lnTo>
                  <a:lnTo>
                    <a:pt x="658971" y="146291"/>
                  </a:lnTo>
                  <a:lnTo>
                    <a:pt x="664417" y="146085"/>
                  </a:lnTo>
                  <a:lnTo>
                    <a:pt x="669863" y="145872"/>
                  </a:lnTo>
                  <a:lnTo>
                    <a:pt x="675309" y="145650"/>
                  </a:lnTo>
                  <a:lnTo>
                    <a:pt x="680755" y="145422"/>
                  </a:lnTo>
                  <a:lnTo>
                    <a:pt x="686201" y="145189"/>
                  </a:lnTo>
                  <a:lnTo>
                    <a:pt x="691647" y="144950"/>
                  </a:lnTo>
                  <a:lnTo>
                    <a:pt x="697093" y="144704"/>
                  </a:lnTo>
                  <a:lnTo>
                    <a:pt x="702539" y="144453"/>
                  </a:lnTo>
                  <a:lnTo>
                    <a:pt x="707985" y="144199"/>
                  </a:lnTo>
                  <a:lnTo>
                    <a:pt x="713431" y="143940"/>
                  </a:lnTo>
                  <a:lnTo>
                    <a:pt x="718877" y="143676"/>
                  </a:lnTo>
                  <a:lnTo>
                    <a:pt x="724323" y="143409"/>
                  </a:lnTo>
                  <a:lnTo>
                    <a:pt x="729770" y="143139"/>
                  </a:lnTo>
                  <a:lnTo>
                    <a:pt x="735216" y="142867"/>
                  </a:lnTo>
                  <a:lnTo>
                    <a:pt x="740662" y="142592"/>
                  </a:lnTo>
                  <a:lnTo>
                    <a:pt x="746108" y="142316"/>
                  </a:lnTo>
                  <a:lnTo>
                    <a:pt x="751554" y="142039"/>
                  </a:lnTo>
                  <a:lnTo>
                    <a:pt x="757000" y="141762"/>
                  </a:lnTo>
                  <a:lnTo>
                    <a:pt x="762446" y="141484"/>
                  </a:lnTo>
                  <a:lnTo>
                    <a:pt x="767892" y="141207"/>
                  </a:lnTo>
                  <a:lnTo>
                    <a:pt x="773338" y="140931"/>
                  </a:lnTo>
                  <a:lnTo>
                    <a:pt x="778784" y="140656"/>
                  </a:lnTo>
                  <a:lnTo>
                    <a:pt x="784230" y="140383"/>
                  </a:lnTo>
                  <a:lnTo>
                    <a:pt x="789676" y="140114"/>
                  </a:lnTo>
                  <a:lnTo>
                    <a:pt x="795122" y="139847"/>
                  </a:lnTo>
                  <a:lnTo>
                    <a:pt x="800568" y="139583"/>
                  </a:lnTo>
                  <a:lnTo>
                    <a:pt x="806014" y="139324"/>
                  </a:lnTo>
                  <a:lnTo>
                    <a:pt x="811460" y="139071"/>
                  </a:lnTo>
                  <a:lnTo>
                    <a:pt x="816906" y="138821"/>
                  </a:lnTo>
                  <a:lnTo>
                    <a:pt x="822352" y="138577"/>
                  </a:lnTo>
                  <a:lnTo>
                    <a:pt x="827798" y="138342"/>
                  </a:lnTo>
                  <a:lnTo>
                    <a:pt x="833244" y="138113"/>
                  </a:lnTo>
                  <a:lnTo>
                    <a:pt x="838690" y="137890"/>
                  </a:lnTo>
                  <a:lnTo>
                    <a:pt x="844136" y="137675"/>
                  </a:lnTo>
                  <a:lnTo>
                    <a:pt x="849583" y="137471"/>
                  </a:lnTo>
                  <a:lnTo>
                    <a:pt x="855029" y="137275"/>
                  </a:lnTo>
                  <a:lnTo>
                    <a:pt x="860475" y="137088"/>
                  </a:lnTo>
                  <a:lnTo>
                    <a:pt x="865921" y="136910"/>
                  </a:lnTo>
                  <a:lnTo>
                    <a:pt x="871367" y="136745"/>
                  </a:lnTo>
                  <a:lnTo>
                    <a:pt x="876813" y="136591"/>
                  </a:lnTo>
                  <a:lnTo>
                    <a:pt x="882259" y="136447"/>
                  </a:lnTo>
                  <a:lnTo>
                    <a:pt x="887705" y="136314"/>
                  </a:lnTo>
                  <a:lnTo>
                    <a:pt x="893151" y="136196"/>
                  </a:lnTo>
                  <a:lnTo>
                    <a:pt x="898597" y="136089"/>
                  </a:lnTo>
                  <a:lnTo>
                    <a:pt x="904043" y="135994"/>
                  </a:lnTo>
                  <a:lnTo>
                    <a:pt x="909489" y="135911"/>
                  </a:lnTo>
                  <a:lnTo>
                    <a:pt x="914935" y="135844"/>
                  </a:lnTo>
                  <a:lnTo>
                    <a:pt x="920381" y="135790"/>
                  </a:lnTo>
                  <a:lnTo>
                    <a:pt x="925827" y="135747"/>
                  </a:lnTo>
                  <a:lnTo>
                    <a:pt x="931273" y="135716"/>
                  </a:lnTo>
                  <a:lnTo>
                    <a:pt x="936719" y="135702"/>
                  </a:lnTo>
                  <a:lnTo>
                    <a:pt x="942165" y="135700"/>
                  </a:lnTo>
                  <a:lnTo>
                    <a:pt x="947611" y="135710"/>
                  </a:lnTo>
                  <a:lnTo>
                    <a:pt x="953057" y="135732"/>
                  </a:lnTo>
                  <a:lnTo>
                    <a:pt x="958503" y="135768"/>
                  </a:lnTo>
                  <a:lnTo>
                    <a:pt x="963949" y="135817"/>
                  </a:lnTo>
                  <a:lnTo>
                    <a:pt x="969396" y="135876"/>
                  </a:lnTo>
                  <a:lnTo>
                    <a:pt x="974842" y="135944"/>
                  </a:lnTo>
                  <a:lnTo>
                    <a:pt x="980288" y="136026"/>
                  </a:lnTo>
                  <a:lnTo>
                    <a:pt x="985734" y="136118"/>
                  </a:lnTo>
                  <a:lnTo>
                    <a:pt x="991180" y="136218"/>
                  </a:lnTo>
                  <a:lnTo>
                    <a:pt x="996626" y="136326"/>
                  </a:lnTo>
                  <a:lnTo>
                    <a:pt x="1002072" y="136444"/>
                  </a:lnTo>
                  <a:lnTo>
                    <a:pt x="1007518" y="136568"/>
                  </a:lnTo>
                  <a:lnTo>
                    <a:pt x="1012964" y="136699"/>
                  </a:lnTo>
                  <a:lnTo>
                    <a:pt x="1018410" y="136835"/>
                  </a:lnTo>
                  <a:lnTo>
                    <a:pt x="1023856" y="136976"/>
                  </a:lnTo>
                  <a:lnTo>
                    <a:pt x="1029302" y="137121"/>
                  </a:lnTo>
                  <a:lnTo>
                    <a:pt x="1034748" y="137269"/>
                  </a:lnTo>
                  <a:lnTo>
                    <a:pt x="1040194" y="137418"/>
                  </a:lnTo>
                  <a:lnTo>
                    <a:pt x="1045640" y="137569"/>
                  </a:lnTo>
                  <a:lnTo>
                    <a:pt x="1051086" y="137720"/>
                  </a:lnTo>
                  <a:lnTo>
                    <a:pt x="1056532" y="137870"/>
                  </a:lnTo>
                  <a:lnTo>
                    <a:pt x="1061978" y="138019"/>
                  </a:lnTo>
                  <a:lnTo>
                    <a:pt x="1067424" y="138165"/>
                  </a:lnTo>
                  <a:lnTo>
                    <a:pt x="1072870" y="138308"/>
                  </a:lnTo>
                  <a:lnTo>
                    <a:pt x="1078316" y="138446"/>
                  </a:lnTo>
                  <a:lnTo>
                    <a:pt x="1083762" y="138580"/>
                  </a:lnTo>
                  <a:lnTo>
                    <a:pt x="1089209" y="138708"/>
                  </a:lnTo>
                  <a:lnTo>
                    <a:pt x="1094655" y="138828"/>
                  </a:lnTo>
                  <a:lnTo>
                    <a:pt x="1100101" y="138943"/>
                  </a:lnTo>
                  <a:lnTo>
                    <a:pt x="1105547" y="139050"/>
                  </a:lnTo>
                  <a:lnTo>
                    <a:pt x="1110993" y="139147"/>
                  </a:lnTo>
                  <a:lnTo>
                    <a:pt x="1116439" y="139235"/>
                  </a:lnTo>
                  <a:lnTo>
                    <a:pt x="1121885" y="139315"/>
                  </a:lnTo>
                  <a:lnTo>
                    <a:pt x="1127331" y="139385"/>
                  </a:lnTo>
                  <a:lnTo>
                    <a:pt x="1132777" y="139444"/>
                  </a:lnTo>
                  <a:lnTo>
                    <a:pt x="1138223" y="139492"/>
                  </a:lnTo>
                  <a:lnTo>
                    <a:pt x="1143669" y="139530"/>
                  </a:lnTo>
                  <a:lnTo>
                    <a:pt x="1149115" y="139559"/>
                  </a:lnTo>
                  <a:lnTo>
                    <a:pt x="1154561" y="139574"/>
                  </a:lnTo>
                  <a:lnTo>
                    <a:pt x="1160007" y="139578"/>
                  </a:lnTo>
                  <a:lnTo>
                    <a:pt x="1165453" y="139572"/>
                  </a:lnTo>
                  <a:lnTo>
                    <a:pt x="1170899" y="139555"/>
                  </a:lnTo>
                  <a:lnTo>
                    <a:pt x="1176345" y="139526"/>
                  </a:lnTo>
                  <a:lnTo>
                    <a:pt x="1181791" y="139485"/>
                  </a:lnTo>
                  <a:lnTo>
                    <a:pt x="1187237" y="139434"/>
                  </a:lnTo>
                  <a:lnTo>
                    <a:pt x="1192683" y="139374"/>
                  </a:lnTo>
                  <a:lnTo>
                    <a:pt x="1198129" y="139301"/>
                  </a:lnTo>
                  <a:lnTo>
                    <a:pt x="1203575" y="139217"/>
                  </a:lnTo>
                  <a:lnTo>
                    <a:pt x="1209021" y="139125"/>
                  </a:lnTo>
                  <a:lnTo>
                    <a:pt x="1214468" y="139024"/>
                  </a:lnTo>
                  <a:lnTo>
                    <a:pt x="1219914" y="138911"/>
                  </a:lnTo>
                  <a:lnTo>
                    <a:pt x="1225360" y="138789"/>
                  </a:lnTo>
                  <a:lnTo>
                    <a:pt x="1230806" y="138659"/>
                  </a:lnTo>
                  <a:lnTo>
                    <a:pt x="1236252" y="138521"/>
                  </a:lnTo>
                  <a:lnTo>
                    <a:pt x="1241698" y="138373"/>
                  </a:lnTo>
                  <a:lnTo>
                    <a:pt x="1247144" y="138217"/>
                  </a:lnTo>
                  <a:lnTo>
                    <a:pt x="1252590" y="138055"/>
                  </a:lnTo>
                  <a:lnTo>
                    <a:pt x="1258036" y="137885"/>
                  </a:lnTo>
                  <a:lnTo>
                    <a:pt x="1263482" y="137708"/>
                  </a:lnTo>
                  <a:lnTo>
                    <a:pt x="1268928" y="137523"/>
                  </a:lnTo>
                  <a:lnTo>
                    <a:pt x="1274374" y="137332"/>
                  </a:lnTo>
                  <a:lnTo>
                    <a:pt x="1279820" y="137136"/>
                  </a:lnTo>
                  <a:lnTo>
                    <a:pt x="1285266" y="136932"/>
                  </a:lnTo>
                  <a:lnTo>
                    <a:pt x="1290712" y="136722"/>
                  </a:lnTo>
                  <a:lnTo>
                    <a:pt x="1296158" y="136507"/>
                  </a:lnTo>
                  <a:lnTo>
                    <a:pt x="1301604" y="136287"/>
                  </a:lnTo>
                  <a:lnTo>
                    <a:pt x="1307050" y="136061"/>
                  </a:lnTo>
                  <a:lnTo>
                    <a:pt x="1312496" y="135829"/>
                  </a:lnTo>
                  <a:lnTo>
                    <a:pt x="1317942" y="135592"/>
                  </a:lnTo>
                  <a:lnTo>
                    <a:pt x="1323388" y="135350"/>
                  </a:lnTo>
                  <a:lnTo>
                    <a:pt x="1328834" y="135103"/>
                  </a:lnTo>
                  <a:lnTo>
                    <a:pt x="1334281" y="134850"/>
                  </a:lnTo>
                  <a:lnTo>
                    <a:pt x="1339727" y="134592"/>
                  </a:lnTo>
                  <a:lnTo>
                    <a:pt x="1345173" y="134329"/>
                  </a:lnTo>
                  <a:lnTo>
                    <a:pt x="1350619" y="134061"/>
                  </a:lnTo>
                  <a:lnTo>
                    <a:pt x="1356065" y="133787"/>
                  </a:lnTo>
                  <a:lnTo>
                    <a:pt x="1361511" y="133507"/>
                  </a:lnTo>
                  <a:lnTo>
                    <a:pt x="1366957" y="133223"/>
                  </a:lnTo>
                  <a:lnTo>
                    <a:pt x="1372403" y="132932"/>
                  </a:lnTo>
                  <a:lnTo>
                    <a:pt x="1377849" y="132634"/>
                  </a:lnTo>
                  <a:lnTo>
                    <a:pt x="1383295" y="132331"/>
                  </a:lnTo>
                  <a:lnTo>
                    <a:pt x="1388741" y="132022"/>
                  </a:lnTo>
                  <a:lnTo>
                    <a:pt x="1394187" y="131706"/>
                  </a:lnTo>
                  <a:lnTo>
                    <a:pt x="1399633" y="131381"/>
                  </a:lnTo>
                  <a:lnTo>
                    <a:pt x="1405079" y="131051"/>
                  </a:lnTo>
                  <a:lnTo>
                    <a:pt x="1410525" y="130713"/>
                  </a:lnTo>
                  <a:lnTo>
                    <a:pt x="1415971" y="130367"/>
                  </a:lnTo>
                  <a:lnTo>
                    <a:pt x="1421417" y="130011"/>
                  </a:lnTo>
                  <a:lnTo>
                    <a:pt x="1426863" y="129648"/>
                  </a:lnTo>
                  <a:lnTo>
                    <a:pt x="1432309" y="129276"/>
                  </a:lnTo>
                  <a:lnTo>
                    <a:pt x="1437755" y="128894"/>
                  </a:lnTo>
                  <a:lnTo>
                    <a:pt x="1443201" y="128502"/>
                  </a:lnTo>
                  <a:lnTo>
                    <a:pt x="1448647" y="128099"/>
                  </a:lnTo>
                  <a:lnTo>
                    <a:pt x="1454094" y="127688"/>
                  </a:lnTo>
                  <a:lnTo>
                    <a:pt x="1459540" y="127264"/>
                  </a:lnTo>
                  <a:lnTo>
                    <a:pt x="1464986" y="126828"/>
                  </a:lnTo>
                  <a:lnTo>
                    <a:pt x="1470432" y="126380"/>
                  </a:lnTo>
                  <a:lnTo>
                    <a:pt x="1475878" y="125922"/>
                  </a:lnTo>
                  <a:lnTo>
                    <a:pt x="1481324" y="125449"/>
                  </a:lnTo>
                  <a:lnTo>
                    <a:pt x="1486770" y="124962"/>
                  </a:lnTo>
                  <a:lnTo>
                    <a:pt x="1492216" y="124462"/>
                  </a:lnTo>
                  <a:lnTo>
                    <a:pt x="1497662" y="123950"/>
                  </a:lnTo>
                  <a:lnTo>
                    <a:pt x="1503108" y="123423"/>
                  </a:lnTo>
                  <a:lnTo>
                    <a:pt x="1508554" y="122878"/>
                  </a:lnTo>
                  <a:lnTo>
                    <a:pt x="1514000" y="122319"/>
                  </a:lnTo>
                  <a:lnTo>
                    <a:pt x="1519446" y="121747"/>
                  </a:lnTo>
                  <a:lnTo>
                    <a:pt x="1524892" y="121157"/>
                  </a:lnTo>
                  <a:lnTo>
                    <a:pt x="1530338" y="120548"/>
                  </a:lnTo>
                  <a:lnTo>
                    <a:pt x="1535784" y="119925"/>
                  </a:lnTo>
                  <a:lnTo>
                    <a:pt x="1541230" y="119285"/>
                  </a:lnTo>
                  <a:lnTo>
                    <a:pt x="1546676" y="118627"/>
                  </a:lnTo>
                  <a:lnTo>
                    <a:pt x="1552122" y="117947"/>
                  </a:lnTo>
                  <a:lnTo>
                    <a:pt x="1557568" y="117251"/>
                  </a:lnTo>
                  <a:lnTo>
                    <a:pt x="1563014" y="116537"/>
                  </a:lnTo>
                  <a:lnTo>
                    <a:pt x="1568460" y="115803"/>
                  </a:lnTo>
                  <a:lnTo>
                    <a:pt x="1573907" y="115045"/>
                  </a:lnTo>
                  <a:lnTo>
                    <a:pt x="1579353" y="114268"/>
                  </a:lnTo>
                  <a:lnTo>
                    <a:pt x="1584799" y="113472"/>
                  </a:lnTo>
                  <a:lnTo>
                    <a:pt x="1590245" y="112652"/>
                  </a:lnTo>
                  <a:lnTo>
                    <a:pt x="1595691" y="111805"/>
                  </a:lnTo>
                  <a:lnTo>
                    <a:pt x="1601137" y="110937"/>
                  </a:lnTo>
                  <a:lnTo>
                    <a:pt x="1606583" y="110047"/>
                  </a:lnTo>
                  <a:lnTo>
                    <a:pt x="1612029" y="109130"/>
                  </a:lnTo>
                  <a:lnTo>
                    <a:pt x="1617475" y="108182"/>
                  </a:lnTo>
                  <a:lnTo>
                    <a:pt x="1622921" y="107208"/>
                  </a:lnTo>
                  <a:lnTo>
                    <a:pt x="1628367" y="106209"/>
                  </a:lnTo>
                  <a:lnTo>
                    <a:pt x="1633813" y="105179"/>
                  </a:lnTo>
                  <a:lnTo>
                    <a:pt x="1639259" y="104112"/>
                  </a:lnTo>
                  <a:lnTo>
                    <a:pt x="1644705" y="103016"/>
                  </a:lnTo>
                  <a:lnTo>
                    <a:pt x="1650151" y="101890"/>
                  </a:lnTo>
                  <a:lnTo>
                    <a:pt x="1655597" y="100728"/>
                  </a:lnTo>
                  <a:lnTo>
                    <a:pt x="1661043" y="99522"/>
                  </a:lnTo>
                  <a:lnTo>
                    <a:pt x="1666489" y="98283"/>
                  </a:lnTo>
                  <a:lnTo>
                    <a:pt x="1671935" y="97010"/>
                  </a:lnTo>
                  <a:lnTo>
                    <a:pt x="1677381" y="95695"/>
                  </a:lnTo>
                  <a:lnTo>
                    <a:pt x="1682827" y="94331"/>
                  </a:lnTo>
                  <a:lnTo>
                    <a:pt x="1688273" y="92929"/>
                  </a:lnTo>
                  <a:lnTo>
                    <a:pt x="1693720" y="91489"/>
                  </a:lnTo>
                  <a:lnTo>
                    <a:pt x="1699166" y="90002"/>
                  </a:lnTo>
                  <a:lnTo>
                    <a:pt x="1704612" y="88461"/>
                  </a:lnTo>
                  <a:lnTo>
                    <a:pt x="1710058" y="86879"/>
                  </a:lnTo>
                  <a:lnTo>
                    <a:pt x="1715504" y="85256"/>
                  </a:lnTo>
                  <a:lnTo>
                    <a:pt x="1720950" y="83584"/>
                  </a:lnTo>
                  <a:lnTo>
                    <a:pt x="1726396" y="81855"/>
                  </a:lnTo>
                  <a:lnTo>
                    <a:pt x="1731842" y="80084"/>
                  </a:lnTo>
                  <a:lnTo>
                    <a:pt x="1737288" y="78271"/>
                  </a:lnTo>
                  <a:lnTo>
                    <a:pt x="1742734" y="76411"/>
                  </a:lnTo>
                  <a:lnTo>
                    <a:pt x="1748180" y="74494"/>
                  </a:lnTo>
                  <a:lnTo>
                    <a:pt x="1753626" y="72538"/>
                  </a:lnTo>
                  <a:lnTo>
                    <a:pt x="1759072" y="70543"/>
                  </a:lnTo>
                  <a:lnTo>
                    <a:pt x="1764518" y="68505"/>
                  </a:lnTo>
                  <a:lnTo>
                    <a:pt x="1769964" y="66417"/>
                  </a:lnTo>
                  <a:lnTo>
                    <a:pt x="1775410" y="64296"/>
                  </a:lnTo>
                  <a:lnTo>
                    <a:pt x="1780856" y="62143"/>
                  </a:lnTo>
                  <a:lnTo>
                    <a:pt x="1786302" y="59957"/>
                  </a:lnTo>
                  <a:lnTo>
                    <a:pt x="1791748" y="57734"/>
                  </a:lnTo>
                  <a:lnTo>
                    <a:pt x="1797194" y="55488"/>
                  </a:lnTo>
                  <a:lnTo>
                    <a:pt x="1802640" y="53221"/>
                  </a:lnTo>
                  <a:lnTo>
                    <a:pt x="1808086" y="50935"/>
                  </a:lnTo>
                  <a:lnTo>
                    <a:pt x="1813532" y="48632"/>
                  </a:lnTo>
                  <a:lnTo>
                    <a:pt x="1818979" y="46320"/>
                  </a:lnTo>
                  <a:lnTo>
                    <a:pt x="1824425" y="44004"/>
                  </a:lnTo>
                  <a:lnTo>
                    <a:pt x="1829871" y="41687"/>
                  </a:lnTo>
                  <a:lnTo>
                    <a:pt x="1835317" y="39376"/>
                  </a:lnTo>
                  <a:lnTo>
                    <a:pt x="1840763" y="37077"/>
                  </a:lnTo>
                  <a:lnTo>
                    <a:pt x="1846209" y="34791"/>
                  </a:lnTo>
                  <a:lnTo>
                    <a:pt x="1851655" y="32527"/>
                  </a:lnTo>
                  <a:lnTo>
                    <a:pt x="1857101" y="30297"/>
                  </a:lnTo>
                  <a:lnTo>
                    <a:pt x="1862547" y="28100"/>
                  </a:lnTo>
                  <a:lnTo>
                    <a:pt x="1867993" y="25939"/>
                  </a:lnTo>
                  <a:lnTo>
                    <a:pt x="1873439" y="23822"/>
                  </a:lnTo>
                  <a:lnTo>
                    <a:pt x="1878885" y="21771"/>
                  </a:lnTo>
                  <a:lnTo>
                    <a:pt x="1884331" y="19774"/>
                  </a:lnTo>
                  <a:lnTo>
                    <a:pt x="1889777" y="17836"/>
                  </a:lnTo>
                  <a:lnTo>
                    <a:pt x="1895223" y="15964"/>
                  </a:lnTo>
                  <a:lnTo>
                    <a:pt x="1900669" y="14190"/>
                  </a:lnTo>
                  <a:lnTo>
                    <a:pt x="1906115" y="12491"/>
                  </a:lnTo>
                  <a:lnTo>
                    <a:pt x="1911561" y="10871"/>
                  </a:lnTo>
                  <a:lnTo>
                    <a:pt x="1917007" y="9340"/>
                  </a:lnTo>
                  <a:lnTo>
                    <a:pt x="1922453" y="7934"/>
                  </a:lnTo>
                  <a:lnTo>
                    <a:pt x="1927899" y="6623"/>
                  </a:lnTo>
                  <a:lnTo>
                    <a:pt x="1933345" y="5407"/>
                  </a:lnTo>
                  <a:lnTo>
                    <a:pt x="1938792" y="4298"/>
                  </a:lnTo>
                  <a:lnTo>
                    <a:pt x="1944238" y="3338"/>
                  </a:lnTo>
                  <a:lnTo>
                    <a:pt x="1949684" y="2486"/>
                  </a:lnTo>
                  <a:lnTo>
                    <a:pt x="1955130" y="1744"/>
                  </a:lnTo>
                  <a:lnTo>
                    <a:pt x="1960576" y="1121"/>
                  </a:lnTo>
                  <a:lnTo>
                    <a:pt x="1966022" y="663"/>
                  </a:lnTo>
                  <a:lnTo>
                    <a:pt x="1971468" y="321"/>
                  </a:lnTo>
                  <a:lnTo>
                    <a:pt x="1976914" y="98"/>
                  </a:lnTo>
                  <a:lnTo>
                    <a:pt x="1982360" y="0"/>
                  </a:lnTo>
                  <a:lnTo>
                    <a:pt x="1987806" y="74"/>
                  </a:lnTo>
                  <a:lnTo>
                    <a:pt x="1993252" y="267"/>
                  </a:lnTo>
                  <a:lnTo>
                    <a:pt x="1998698" y="581"/>
                  </a:lnTo>
                  <a:lnTo>
                    <a:pt x="2004144" y="1020"/>
                  </a:lnTo>
                  <a:lnTo>
                    <a:pt x="2009590" y="1630"/>
                  </a:lnTo>
                  <a:lnTo>
                    <a:pt x="2015036" y="2356"/>
                  </a:lnTo>
                  <a:lnTo>
                    <a:pt x="2020482" y="3197"/>
                  </a:lnTo>
                  <a:lnTo>
                    <a:pt x="2025928" y="4158"/>
                  </a:lnTo>
                  <a:lnTo>
                    <a:pt x="2031374" y="5279"/>
                  </a:lnTo>
                  <a:lnTo>
                    <a:pt x="2036820" y="6508"/>
                  </a:lnTo>
                  <a:lnTo>
                    <a:pt x="2042266" y="7843"/>
                  </a:lnTo>
                  <a:lnTo>
                    <a:pt x="2047712" y="9284"/>
                  </a:lnTo>
                  <a:lnTo>
                    <a:pt x="2053158" y="10870"/>
                  </a:lnTo>
                  <a:lnTo>
                    <a:pt x="2058605" y="12549"/>
                  </a:lnTo>
                  <a:lnTo>
                    <a:pt x="2064051" y="14319"/>
                  </a:lnTo>
                  <a:lnTo>
                    <a:pt x="2069497" y="16180"/>
                  </a:lnTo>
                  <a:lnTo>
                    <a:pt x="2074943" y="18162"/>
                  </a:lnTo>
                  <a:lnTo>
                    <a:pt x="2080389" y="20220"/>
                  </a:lnTo>
                  <a:lnTo>
                    <a:pt x="2085835" y="22352"/>
                  </a:lnTo>
                  <a:lnTo>
                    <a:pt x="2091281" y="24555"/>
                  </a:lnTo>
                  <a:lnTo>
                    <a:pt x="2096727" y="26852"/>
                  </a:lnTo>
                  <a:lnTo>
                    <a:pt x="2102173" y="29206"/>
                  </a:lnTo>
                  <a:lnTo>
                    <a:pt x="2107619" y="31615"/>
                  </a:lnTo>
                  <a:lnTo>
                    <a:pt x="2113065" y="34074"/>
                  </a:lnTo>
                  <a:lnTo>
                    <a:pt x="2118511" y="36599"/>
                  </a:lnTo>
                  <a:lnTo>
                    <a:pt x="2123957" y="39161"/>
                  </a:lnTo>
                  <a:lnTo>
                    <a:pt x="2129403" y="41756"/>
                  </a:lnTo>
                  <a:lnTo>
                    <a:pt x="2134849" y="44383"/>
                  </a:lnTo>
                  <a:lnTo>
                    <a:pt x="2140295" y="47046"/>
                  </a:lnTo>
                  <a:lnTo>
                    <a:pt x="2145741" y="49727"/>
                  </a:lnTo>
                  <a:lnTo>
                    <a:pt x="2151187" y="52422"/>
                  </a:lnTo>
                  <a:lnTo>
                    <a:pt x="2156633" y="55130"/>
                  </a:lnTo>
                  <a:lnTo>
                    <a:pt x="2162079" y="57846"/>
                  </a:lnTo>
                  <a:lnTo>
                    <a:pt x="2167525" y="60563"/>
                  </a:lnTo>
                  <a:lnTo>
                    <a:pt x="2172971" y="63276"/>
                  </a:lnTo>
                  <a:lnTo>
                    <a:pt x="2178418" y="65985"/>
                  </a:lnTo>
                  <a:lnTo>
                    <a:pt x="2183864" y="68678"/>
                  </a:lnTo>
                  <a:lnTo>
                    <a:pt x="2189310" y="71355"/>
                  </a:lnTo>
                  <a:lnTo>
                    <a:pt x="2194756" y="74015"/>
                  </a:lnTo>
                  <a:lnTo>
                    <a:pt x="2200202" y="76655"/>
                  </a:lnTo>
                  <a:lnTo>
                    <a:pt x="2205648" y="79259"/>
                  </a:lnTo>
                  <a:lnTo>
                    <a:pt x="2211094" y="81834"/>
                  </a:lnTo>
                  <a:lnTo>
                    <a:pt x="2216540" y="84379"/>
                  </a:lnTo>
                  <a:lnTo>
                    <a:pt x="2221986" y="86892"/>
                  </a:lnTo>
                  <a:lnTo>
                    <a:pt x="2227432" y="89353"/>
                  </a:lnTo>
                  <a:lnTo>
                    <a:pt x="2232878" y="91775"/>
                  </a:lnTo>
                  <a:lnTo>
                    <a:pt x="2238324" y="94157"/>
                  </a:lnTo>
                  <a:lnTo>
                    <a:pt x="2243770" y="96499"/>
                  </a:lnTo>
                  <a:lnTo>
                    <a:pt x="2249216" y="98776"/>
                  </a:lnTo>
                  <a:lnTo>
                    <a:pt x="2254662" y="101007"/>
                  </a:lnTo>
                  <a:lnTo>
                    <a:pt x="2260108" y="103191"/>
                  </a:lnTo>
                  <a:lnTo>
                    <a:pt x="2265554" y="105328"/>
                  </a:lnTo>
                  <a:lnTo>
                    <a:pt x="2271000" y="107393"/>
                  </a:lnTo>
                  <a:lnTo>
                    <a:pt x="2276446" y="109407"/>
                  </a:lnTo>
                  <a:lnTo>
                    <a:pt x="2281892" y="111370"/>
                  </a:lnTo>
                  <a:lnTo>
                    <a:pt x="2287338" y="113282"/>
                  </a:lnTo>
                  <a:lnTo>
                    <a:pt x="2292784" y="115119"/>
                  </a:lnTo>
                  <a:lnTo>
                    <a:pt x="2298231" y="116901"/>
                  </a:lnTo>
                  <a:lnTo>
                    <a:pt x="2303677" y="118632"/>
                  </a:lnTo>
                  <a:lnTo>
                    <a:pt x="2309123" y="120309"/>
                  </a:lnTo>
                  <a:lnTo>
                    <a:pt x="2314569" y="121912"/>
                  </a:lnTo>
                  <a:lnTo>
                    <a:pt x="2320015" y="123459"/>
                  </a:lnTo>
                  <a:lnTo>
                    <a:pt x="2325461" y="124955"/>
                  </a:lnTo>
                  <a:lnTo>
                    <a:pt x="2330907" y="126399"/>
                  </a:lnTo>
                  <a:lnTo>
                    <a:pt x="2336353" y="127770"/>
                  </a:lnTo>
                  <a:lnTo>
                    <a:pt x="2341799" y="129088"/>
                  </a:lnTo>
                  <a:lnTo>
                    <a:pt x="2347245" y="130357"/>
                  </a:lnTo>
                  <a:lnTo>
                    <a:pt x="2352691" y="131576"/>
                  </a:lnTo>
                  <a:lnTo>
                    <a:pt x="2358137" y="132727"/>
                  </a:lnTo>
                  <a:lnTo>
                    <a:pt x="2363583" y="133828"/>
                  </a:lnTo>
                  <a:lnTo>
                    <a:pt x="2369029" y="134883"/>
                  </a:lnTo>
                  <a:lnTo>
                    <a:pt x="2374475" y="135892"/>
                  </a:lnTo>
                  <a:lnTo>
                    <a:pt x="2379921" y="136839"/>
                  </a:lnTo>
                  <a:lnTo>
                    <a:pt x="2385367" y="137741"/>
                  </a:lnTo>
                  <a:lnTo>
                    <a:pt x="2390813" y="138601"/>
                  </a:lnTo>
                  <a:lnTo>
                    <a:pt x="2396259" y="139421"/>
                  </a:lnTo>
                  <a:lnTo>
                    <a:pt x="2401705" y="140185"/>
                  </a:lnTo>
                  <a:lnTo>
                    <a:pt x="2407151" y="140909"/>
                  </a:lnTo>
                  <a:lnTo>
                    <a:pt x="2412597" y="141597"/>
                  </a:lnTo>
                  <a:lnTo>
                    <a:pt x="2418043" y="142249"/>
                  </a:lnTo>
                  <a:lnTo>
                    <a:pt x="2423490" y="142853"/>
                  </a:lnTo>
                  <a:lnTo>
                    <a:pt x="2428936" y="143423"/>
                  </a:lnTo>
                  <a:lnTo>
                    <a:pt x="2434382" y="143961"/>
                  </a:lnTo>
                  <a:lnTo>
                    <a:pt x="2439828" y="144469"/>
                  </a:lnTo>
                  <a:lnTo>
                    <a:pt x="2445274" y="144937"/>
                  </a:lnTo>
                  <a:lnTo>
                    <a:pt x="2450720" y="145375"/>
                  </a:lnTo>
                  <a:lnTo>
                    <a:pt x="2456166" y="145788"/>
                  </a:lnTo>
                  <a:lnTo>
                    <a:pt x="2461612" y="146175"/>
                  </a:lnTo>
                  <a:lnTo>
                    <a:pt x="2467058" y="146529"/>
                  </a:lnTo>
                  <a:lnTo>
                    <a:pt x="2472504" y="146858"/>
                  </a:lnTo>
                  <a:lnTo>
                    <a:pt x="2477950" y="147167"/>
                  </a:lnTo>
                  <a:lnTo>
                    <a:pt x="2483396" y="147455"/>
                  </a:lnTo>
                  <a:lnTo>
                    <a:pt x="2488842" y="147716"/>
                  </a:lnTo>
                  <a:lnTo>
                    <a:pt x="2494288" y="147957"/>
                  </a:lnTo>
                  <a:lnTo>
                    <a:pt x="2499734" y="148182"/>
                  </a:lnTo>
                  <a:lnTo>
                    <a:pt x="2505180" y="148390"/>
                  </a:lnTo>
                  <a:lnTo>
                    <a:pt x="2510626" y="148577"/>
                  </a:lnTo>
                  <a:lnTo>
                    <a:pt x="2516072" y="148749"/>
                  </a:lnTo>
                  <a:lnTo>
                    <a:pt x="2521518" y="148907"/>
                  </a:lnTo>
                  <a:lnTo>
                    <a:pt x="2526964" y="149053"/>
                  </a:lnTo>
                  <a:lnTo>
                    <a:pt x="2532410" y="149182"/>
                  </a:lnTo>
                  <a:lnTo>
                    <a:pt x="2537856" y="149300"/>
                  </a:lnTo>
                  <a:lnTo>
                    <a:pt x="2543303" y="149408"/>
                  </a:lnTo>
                  <a:lnTo>
                    <a:pt x="2548749" y="149506"/>
                  </a:lnTo>
                  <a:lnTo>
                    <a:pt x="2554195" y="149592"/>
                  </a:lnTo>
                  <a:lnTo>
                    <a:pt x="2559641" y="149670"/>
                  </a:lnTo>
                  <a:lnTo>
                    <a:pt x="2565087" y="149740"/>
                  </a:lnTo>
                  <a:lnTo>
                    <a:pt x="2570533" y="149804"/>
                  </a:lnTo>
                  <a:lnTo>
                    <a:pt x="2575979" y="149859"/>
                  </a:lnTo>
                  <a:lnTo>
                    <a:pt x="2581425" y="149908"/>
                  </a:lnTo>
                  <a:lnTo>
                    <a:pt x="2586871" y="149952"/>
                  </a:lnTo>
                  <a:lnTo>
                    <a:pt x="2592317" y="149991"/>
                  </a:lnTo>
                  <a:lnTo>
                    <a:pt x="2597763" y="150026"/>
                  </a:lnTo>
                  <a:lnTo>
                    <a:pt x="2603209" y="150056"/>
                  </a:lnTo>
                  <a:lnTo>
                    <a:pt x="2608655" y="150083"/>
                  </a:lnTo>
                  <a:lnTo>
                    <a:pt x="2614101" y="150107"/>
                  </a:lnTo>
                  <a:lnTo>
                    <a:pt x="2619547" y="150129"/>
                  </a:lnTo>
                  <a:lnTo>
                    <a:pt x="2624993" y="150148"/>
                  </a:lnTo>
                  <a:lnTo>
                    <a:pt x="2630439" y="150166"/>
                  </a:lnTo>
                  <a:lnTo>
                    <a:pt x="2635885" y="150183"/>
                  </a:lnTo>
                  <a:lnTo>
                    <a:pt x="2641331" y="150199"/>
                  </a:lnTo>
                  <a:lnTo>
                    <a:pt x="2646777" y="150214"/>
                  </a:lnTo>
                  <a:lnTo>
                    <a:pt x="2652223" y="150229"/>
                  </a:lnTo>
                  <a:lnTo>
                    <a:pt x="2657669" y="150244"/>
                  </a:lnTo>
                  <a:lnTo>
                    <a:pt x="2663116" y="150259"/>
                  </a:lnTo>
                  <a:lnTo>
                    <a:pt x="2668562" y="150275"/>
                  </a:lnTo>
                  <a:lnTo>
                    <a:pt x="2674008" y="150291"/>
                  </a:lnTo>
                  <a:lnTo>
                    <a:pt x="2679454" y="150308"/>
                  </a:lnTo>
                  <a:lnTo>
                    <a:pt x="2684900" y="150327"/>
                  </a:lnTo>
                  <a:lnTo>
                    <a:pt x="2690346" y="150346"/>
                  </a:lnTo>
                  <a:lnTo>
                    <a:pt x="2695792" y="150367"/>
                  </a:lnTo>
                  <a:lnTo>
                    <a:pt x="2701238" y="150389"/>
                  </a:lnTo>
                  <a:lnTo>
                    <a:pt x="2706684" y="150413"/>
                  </a:lnTo>
                  <a:lnTo>
                    <a:pt x="2712130" y="150438"/>
                  </a:lnTo>
                  <a:lnTo>
                    <a:pt x="2717576" y="150465"/>
                  </a:lnTo>
                  <a:lnTo>
                    <a:pt x="2723022" y="150493"/>
                  </a:lnTo>
                  <a:lnTo>
                    <a:pt x="2728468" y="150523"/>
                  </a:lnTo>
                  <a:lnTo>
                    <a:pt x="2733914" y="150555"/>
                  </a:lnTo>
                  <a:lnTo>
                    <a:pt x="2739360" y="150587"/>
                  </a:lnTo>
                  <a:lnTo>
                    <a:pt x="2744806" y="150621"/>
                  </a:lnTo>
                  <a:lnTo>
                    <a:pt x="2750252" y="150657"/>
                  </a:lnTo>
                  <a:lnTo>
                    <a:pt x="2755698" y="150694"/>
                  </a:lnTo>
                  <a:lnTo>
                    <a:pt x="2761144" y="150732"/>
                  </a:lnTo>
                  <a:lnTo>
                    <a:pt x="2766590" y="150771"/>
                  </a:lnTo>
                  <a:lnTo>
                    <a:pt x="2772036" y="150811"/>
                  </a:lnTo>
                  <a:lnTo>
                    <a:pt x="2777482" y="150852"/>
                  </a:lnTo>
                  <a:lnTo>
                    <a:pt x="2782929" y="150893"/>
                  </a:lnTo>
                  <a:lnTo>
                    <a:pt x="2782929" y="152069"/>
                  </a:lnTo>
                  <a:lnTo>
                    <a:pt x="2777482" y="152069"/>
                  </a:lnTo>
                  <a:lnTo>
                    <a:pt x="2772036" y="152069"/>
                  </a:lnTo>
                  <a:lnTo>
                    <a:pt x="2766590" y="152069"/>
                  </a:lnTo>
                  <a:lnTo>
                    <a:pt x="2761144" y="152069"/>
                  </a:lnTo>
                  <a:lnTo>
                    <a:pt x="2755698" y="152069"/>
                  </a:lnTo>
                  <a:lnTo>
                    <a:pt x="2750252" y="152069"/>
                  </a:lnTo>
                  <a:lnTo>
                    <a:pt x="2744806" y="152069"/>
                  </a:lnTo>
                  <a:lnTo>
                    <a:pt x="2739360" y="152069"/>
                  </a:lnTo>
                  <a:lnTo>
                    <a:pt x="2733914" y="152069"/>
                  </a:lnTo>
                  <a:lnTo>
                    <a:pt x="2728468" y="152069"/>
                  </a:lnTo>
                  <a:lnTo>
                    <a:pt x="2723022" y="152069"/>
                  </a:lnTo>
                  <a:lnTo>
                    <a:pt x="2717576" y="152069"/>
                  </a:lnTo>
                  <a:lnTo>
                    <a:pt x="2712130" y="152069"/>
                  </a:lnTo>
                  <a:lnTo>
                    <a:pt x="2706684" y="152069"/>
                  </a:lnTo>
                  <a:lnTo>
                    <a:pt x="2701238" y="152069"/>
                  </a:lnTo>
                  <a:lnTo>
                    <a:pt x="2695792" y="152069"/>
                  </a:lnTo>
                  <a:lnTo>
                    <a:pt x="2690346" y="152069"/>
                  </a:lnTo>
                  <a:lnTo>
                    <a:pt x="2684900" y="152069"/>
                  </a:lnTo>
                  <a:lnTo>
                    <a:pt x="2679454" y="152069"/>
                  </a:lnTo>
                  <a:lnTo>
                    <a:pt x="2674008" y="152069"/>
                  </a:lnTo>
                  <a:lnTo>
                    <a:pt x="2668562" y="152069"/>
                  </a:lnTo>
                  <a:lnTo>
                    <a:pt x="2663116" y="152069"/>
                  </a:lnTo>
                  <a:lnTo>
                    <a:pt x="2657669" y="152069"/>
                  </a:lnTo>
                  <a:lnTo>
                    <a:pt x="2652223" y="152069"/>
                  </a:lnTo>
                  <a:lnTo>
                    <a:pt x="2646777" y="152069"/>
                  </a:lnTo>
                  <a:lnTo>
                    <a:pt x="2641331" y="152069"/>
                  </a:lnTo>
                  <a:lnTo>
                    <a:pt x="2635885" y="152069"/>
                  </a:lnTo>
                  <a:lnTo>
                    <a:pt x="2630439" y="152069"/>
                  </a:lnTo>
                  <a:lnTo>
                    <a:pt x="2624993" y="152069"/>
                  </a:lnTo>
                  <a:lnTo>
                    <a:pt x="2619547" y="152069"/>
                  </a:lnTo>
                  <a:lnTo>
                    <a:pt x="2614101" y="152069"/>
                  </a:lnTo>
                  <a:lnTo>
                    <a:pt x="2608655" y="152069"/>
                  </a:lnTo>
                  <a:lnTo>
                    <a:pt x="2603209" y="152069"/>
                  </a:lnTo>
                  <a:lnTo>
                    <a:pt x="2597763" y="152069"/>
                  </a:lnTo>
                  <a:lnTo>
                    <a:pt x="2592317" y="152069"/>
                  </a:lnTo>
                  <a:lnTo>
                    <a:pt x="2586871" y="152069"/>
                  </a:lnTo>
                  <a:lnTo>
                    <a:pt x="2581425" y="152069"/>
                  </a:lnTo>
                  <a:lnTo>
                    <a:pt x="2575979" y="152069"/>
                  </a:lnTo>
                  <a:lnTo>
                    <a:pt x="2570533" y="152069"/>
                  </a:lnTo>
                  <a:lnTo>
                    <a:pt x="2565087" y="152069"/>
                  </a:lnTo>
                  <a:lnTo>
                    <a:pt x="2559641" y="152069"/>
                  </a:lnTo>
                  <a:lnTo>
                    <a:pt x="2554195" y="152069"/>
                  </a:lnTo>
                  <a:lnTo>
                    <a:pt x="2548749" y="152069"/>
                  </a:lnTo>
                  <a:lnTo>
                    <a:pt x="2543303" y="152069"/>
                  </a:lnTo>
                  <a:lnTo>
                    <a:pt x="2537856" y="152069"/>
                  </a:lnTo>
                  <a:lnTo>
                    <a:pt x="2532410" y="152069"/>
                  </a:lnTo>
                  <a:lnTo>
                    <a:pt x="2526964" y="152069"/>
                  </a:lnTo>
                  <a:lnTo>
                    <a:pt x="2521518" y="152069"/>
                  </a:lnTo>
                  <a:lnTo>
                    <a:pt x="2516072" y="152069"/>
                  </a:lnTo>
                  <a:lnTo>
                    <a:pt x="2510626" y="152069"/>
                  </a:lnTo>
                  <a:lnTo>
                    <a:pt x="2505180" y="152069"/>
                  </a:lnTo>
                  <a:lnTo>
                    <a:pt x="2499734" y="152069"/>
                  </a:lnTo>
                  <a:lnTo>
                    <a:pt x="2494288" y="152069"/>
                  </a:lnTo>
                  <a:lnTo>
                    <a:pt x="2488842" y="152069"/>
                  </a:lnTo>
                  <a:lnTo>
                    <a:pt x="2483396" y="152069"/>
                  </a:lnTo>
                  <a:lnTo>
                    <a:pt x="2477950" y="152069"/>
                  </a:lnTo>
                  <a:lnTo>
                    <a:pt x="2472504" y="152069"/>
                  </a:lnTo>
                  <a:lnTo>
                    <a:pt x="2467058" y="152069"/>
                  </a:lnTo>
                  <a:lnTo>
                    <a:pt x="2461612" y="152069"/>
                  </a:lnTo>
                  <a:lnTo>
                    <a:pt x="2456166" y="152069"/>
                  </a:lnTo>
                  <a:lnTo>
                    <a:pt x="2450720" y="152069"/>
                  </a:lnTo>
                  <a:lnTo>
                    <a:pt x="2445274" y="152069"/>
                  </a:lnTo>
                  <a:lnTo>
                    <a:pt x="2439828" y="152069"/>
                  </a:lnTo>
                  <a:lnTo>
                    <a:pt x="2434382" y="152069"/>
                  </a:lnTo>
                  <a:lnTo>
                    <a:pt x="2428936" y="152069"/>
                  </a:lnTo>
                  <a:lnTo>
                    <a:pt x="2423490" y="152069"/>
                  </a:lnTo>
                  <a:lnTo>
                    <a:pt x="2418043" y="152069"/>
                  </a:lnTo>
                  <a:lnTo>
                    <a:pt x="2412597" y="152069"/>
                  </a:lnTo>
                  <a:lnTo>
                    <a:pt x="2407151" y="152069"/>
                  </a:lnTo>
                  <a:lnTo>
                    <a:pt x="2401705" y="152069"/>
                  </a:lnTo>
                  <a:lnTo>
                    <a:pt x="2396259" y="152069"/>
                  </a:lnTo>
                  <a:lnTo>
                    <a:pt x="2390813" y="152069"/>
                  </a:lnTo>
                  <a:lnTo>
                    <a:pt x="2385367" y="152069"/>
                  </a:lnTo>
                  <a:lnTo>
                    <a:pt x="2379921" y="152069"/>
                  </a:lnTo>
                  <a:lnTo>
                    <a:pt x="2374475" y="152069"/>
                  </a:lnTo>
                  <a:lnTo>
                    <a:pt x="2369029" y="152069"/>
                  </a:lnTo>
                  <a:lnTo>
                    <a:pt x="2363583" y="152069"/>
                  </a:lnTo>
                  <a:lnTo>
                    <a:pt x="2358137" y="152069"/>
                  </a:lnTo>
                  <a:lnTo>
                    <a:pt x="2352691" y="152069"/>
                  </a:lnTo>
                  <a:lnTo>
                    <a:pt x="2347245" y="152069"/>
                  </a:lnTo>
                  <a:lnTo>
                    <a:pt x="2341799" y="152069"/>
                  </a:lnTo>
                  <a:lnTo>
                    <a:pt x="2336353" y="152069"/>
                  </a:lnTo>
                  <a:lnTo>
                    <a:pt x="2330907" y="152069"/>
                  </a:lnTo>
                  <a:lnTo>
                    <a:pt x="2325461" y="152069"/>
                  </a:lnTo>
                  <a:lnTo>
                    <a:pt x="2320015" y="152069"/>
                  </a:lnTo>
                  <a:lnTo>
                    <a:pt x="2314569" y="152069"/>
                  </a:lnTo>
                  <a:lnTo>
                    <a:pt x="2309123" y="152069"/>
                  </a:lnTo>
                  <a:lnTo>
                    <a:pt x="2303677" y="152069"/>
                  </a:lnTo>
                  <a:lnTo>
                    <a:pt x="2298231" y="152069"/>
                  </a:lnTo>
                  <a:lnTo>
                    <a:pt x="2292784" y="152069"/>
                  </a:lnTo>
                  <a:lnTo>
                    <a:pt x="2287338" y="152069"/>
                  </a:lnTo>
                  <a:lnTo>
                    <a:pt x="2281892" y="152069"/>
                  </a:lnTo>
                  <a:lnTo>
                    <a:pt x="2276446" y="152069"/>
                  </a:lnTo>
                  <a:lnTo>
                    <a:pt x="2271000" y="152069"/>
                  </a:lnTo>
                  <a:lnTo>
                    <a:pt x="2265554" y="152069"/>
                  </a:lnTo>
                  <a:lnTo>
                    <a:pt x="2260108" y="152069"/>
                  </a:lnTo>
                  <a:lnTo>
                    <a:pt x="2254662" y="152069"/>
                  </a:lnTo>
                  <a:lnTo>
                    <a:pt x="2249216" y="152069"/>
                  </a:lnTo>
                  <a:lnTo>
                    <a:pt x="2243770" y="152069"/>
                  </a:lnTo>
                  <a:lnTo>
                    <a:pt x="2238324" y="152069"/>
                  </a:lnTo>
                  <a:lnTo>
                    <a:pt x="2232878" y="152069"/>
                  </a:lnTo>
                  <a:lnTo>
                    <a:pt x="2227432" y="152069"/>
                  </a:lnTo>
                  <a:lnTo>
                    <a:pt x="2221986" y="152069"/>
                  </a:lnTo>
                  <a:lnTo>
                    <a:pt x="2216540" y="152069"/>
                  </a:lnTo>
                  <a:lnTo>
                    <a:pt x="2211094" y="152069"/>
                  </a:lnTo>
                  <a:lnTo>
                    <a:pt x="2205648" y="152069"/>
                  </a:lnTo>
                  <a:lnTo>
                    <a:pt x="2200202" y="152069"/>
                  </a:lnTo>
                  <a:lnTo>
                    <a:pt x="2194756" y="152069"/>
                  </a:lnTo>
                  <a:lnTo>
                    <a:pt x="2189310" y="152069"/>
                  </a:lnTo>
                  <a:lnTo>
                    <a:pt x="2183864" y="152069"/>
                  </a:lnTo>
                  <a:lnTo>
                    <a:pt x="2178418" y="152069"/>
                  </a:lnTo>
                  <a:lnTo>
                    <a:pt x="2172971" y="152069"/>
                  </a:lnTo>
                  <a:lnTo>
                    <a:pt x="2167525" y="152069"/>
                  </a:lnTo>
                  <a:lnTo>
                    <a:pt x="2162079" y="152069"/>
                  </a:lnTo>
                  <a:lnTo>
                    <a:pt x="2156633" y="152069"/>
                  </a:lnTo>
                  <a:lnTo>
                    <a:pt x="2151187" y="152069"/>
                  </a:lnTo>
                  <a:lnTo>
                    <a:pt x="2145741" y="152069"/>
                  </a:lnTo>
                  <a:lnTo>
                    <a:pt x="2140295" y="152069"/>
                  </a:lnTo>
                  <a:lnTo>
                    <a:pt x="2134849" y="152069"/>
                  </a:lnTo>
                  <a:lnTo>
                    <a:pt x="2129403" y="152069"/>
                  </a:lnTo>
                  <a:lnTo>
                    <a:pt x="2123957" y="152069"/>
                  </a:lnTo>
                  <a:lnTo>
                    <a:pt x="2118511" y="152069"/>
                  </a:lnTo>
                  <a:lnTo>
                    <a:pt x="2113065" y="152069"/>
                  </a:lnTo>
                  <a:lnTo>
                    <a:pt x="2107619" y="152069"/>
                  </a:lnTo>
                  <a:lnTo>
                    <a:pt x="2102173" y="152069"/>
                  </a:lnTo>
                  <a:lnTo>
                    <a:pt x="2096727" y="152069"/>
                  </a:lnTo>
                  <a:lnTo>
                    <a:pt x="2091281" y="152069"/>
                  </a:lnTo>
                  <a:lnTo>
                    <a:pt x="2085835" y="152069"/>
                  </a:lnTo>
                  <a:lnTo>
                    <a:pt x="2080389" y="152069"/>
                  </a:lnTo>
                  <a:lnTo>
                    <a:pt x="2074943" y="152069"/>
                  </a:lnTo>
                  <a:lnTo>
                    <a:pt x="2069497" y="152069"/>
                  </a:lnTo>
                  <a:lnTo>
                    <a:pt x="2064051" y="152069"/>
                  </a:lnTo>
                  <a:lnTo>
                    <a:pt x="2058605" y="152069"/>
                  </a:lnTo>
                  <a:lnTo>
                    <a:pt x="2053158" y="152069"/>
                  </a:lnTo>
                  <a:lnTo>
                    <a:pt x="2047712" y="152069"/>
                  </a:lnTo>
                  <a:lnTo>
                    <a:pt x="2042266" y="152069"/>
                  </a:lnTo>
                  <a:lnTo>
                    <a:pt x="2036820" y="152069"/>
                  </a:lnTo>
                  <a:lnTo>
                    <a:pt x="2031374" y="152069"/>
                  </a:lnTo>
                  <a:lnTo>
                    <a:pt x="2025928" y="152069"/>
                  </a:lnTo>
                  <a:lnTo>
                    <a:pt x="2020482" y="152069"/>
                  </a:lnTo>
                  <a:lnTo>
                    <a:pt x="2015036" y="152069"/>
                  </a:lnTo>
                  <a:lnTo>
                    <a:pt x="2009590" y="152069"/>
                  </a:lnTo>
                  <a:lnTo>
                    <a:pt x="2004144" y="152069"/>
                  </a:lnTo>
                  <a:lnTo>
                    <a:pt x="1998698" y="152069"/>
                  </a:lnTo>
                  <a:lnTo>
                    <a:pt x="1993252" y="152069"/>
                  </a:lnTo>
                  <a:lnTo>
                    <a:pt x="1987806" y="152069"/>
                  </a:lnTo>
                  <a:lnTo>
                    <a:pt x="1982360" y="152069"/>
                  </a:lnTo>
                  <a:lnTo>
                    <a:pt x="1976914" y="152069"/>
                  </a:lnTo>
                  <a:lnTo>
                    <a:pt x="1971468" y="152069"/>
                  </a:lnTo>
                  <a:lnTo>
                    <a:pt x="1966022" y="152069"/>
                  </a:lnTo>
                  <a:lnTo>
                    <a:pt x="1960576" y="152069"/>
                  </a:lnTo>
                  <a:lnTo>
                    <a:pt x="1955130" y="152069"/>
                  </a:lnTo>
                  <a:lnTo>
                    <a:pt x="1949684" y="152069"/>
                  </a:lnTo>
                  <a:lnTo>
                    <a:pt x="1944238" y="152069"/>
                  </a:lnTo>
                  <a:lnTo>
                    <a:pt x="1938792" y="152069"/>
                  </a:lnTo>
                  <a:lnTo>
                    <a:pt x="1933345" y="152069"/>
                  </a:lnTo>
                  <a:lnTo>
                    <a:pt x="1927899" y="152069"/>
                  </a:lnTo>
                  <a:lnTo>
                    <a:pt x="1922453" y="152069"/>
                  </a:lnTo>
                  <a:lnTo>
                    <a:pt x="1917007" y="152069"/>
                  </a:lnTo>
                  <a:lnTo>
                    <a:pt x="1911561" y="152069"/>
                  </a:lnTo>
                  <a:lnTo>
                    <a:pt x="1906115" y="152069"/>
                  </a:lnTo>
                  <a:lnTo>
                    <a:pt x="1900669" y="152069"/>
                  </a:lnTo>
                  <a:lnTo>
                    <a:pt x="1895223" y="152069"/>
                  </a:lnTo>
                  <a:lnTo>
                    <a:pt x="1889777" y="152069"/>
                  </a:lnTo>
                  <a:lnTo>
                    <a:pt x="1884331" y="152069"/>
                  </a:lnTo>
                  <a:lnTo>
                    <a:pt x="1878885" y="152069"/>
                  </a:lnTo>
                  <a:lnTo>
                    <a:pt x="1873439" y="152069"/>
                  </a:lnTo>
                  <a:lnTo>
                    <a:pt x="1867993" y="152069"/>
                  </a:lnTo>
                  <a:lnTo>
                    <a:pt x="1862547" y="152069"/>
                  </a:lnTo>
                  <a:lnTo>
                    <a:pt x="1857101" y="152069"/>
                  </a:lnTo>
                  <a:lnTo>
                    <a:pt x="1851655" y="152069"/>
                  </a:lnTo>
                  <a:lnTo>
                    <a:pt x="1846209" y="152069"/>
                  </a:lnTo>
                  <a:lnTo>
                    <a:pt x="1840763" y="152069"/>
                  </a:lnTo>
                  <a:lnTo>
                    <a:pt x="1835317" y="152069"/>
                  </a:lnTo>
                  <a:lnTo>
                    <a:pt x="1829871" y="152069"/>
                  </a:lnTo>
                  <a:lnTo>
                    <a:pt x="1824425" y="152069"/>
                  </a:lnTo>
                  <a:lnTo>
                    <a:pt x="1818979" y="152069"/>
                  </a:lnTo>
                  <a:lnTo>
                    <a:pt x="1813532" y="152069"/>
                  </a:lnTo>
                  <a:lnTo>
                    <a:pt x="1808086" y="152069"/>
                  </a:lnTo>
                  <a:lnTo>
                    <a:pt x="1802640" y="152069"/>
                  </a:lnTo>
                  <a:lnTo>
                    <a:pt x="1797194" y="152069"/>
                  </a:lnTo>
                  <a:lnTo>
                    <a:pt x="1791748" y="152069"/>
                  </a:lnTo>
                  <a:lnTo>
                    <a:pt x="1786302" y="152069"/>
                  </a:lnTo>
                  <a:lnTo>
                    <a:pt x="1780856" y="152069"/>
                  </a:lnTo>
                  <a:lnTo>
                    <a:pt x="1775410" y="152069"/>
                  </a:lnTo>
                  <a:lnTo>
                    <a:pt x="1769964" y="152069"/>
                  </a:lnTo>
                  <a:lnTo>
                    <a:pt x="1764518" y="152069"/>
                  </a:lnTo>
                  <a:lnTo>
                    <a:pt x="1759072" y="152069"/>
                  </a:lnTo>
                  <a:lnTo>
                    <a:pt x="1753626" y="152069"/>
                  </a:lnTo>
                  <a:lnTo>
                    <a:pt x="1748180" y="152069"/>
                  </a:lnTo>
                  <a:lnTo>
                    <a:pt x="1742734" y="152069"/>
                  </a:lnTo>
                  <a:lnTo>
                    <a:pt x="1737288" y="152069"/>
                  </a:lnTo>
                  <a:lnTo>
                    <a:pt x="1731842" y="152069"/>
                  </a:lnTo>
                  <a:lnTo>
                    <a:pt x="1726396" y="152069"/>
                  </a:lnTo>
                  <a:lnTo>
                    <a:pt x="1720950" y="152069"/>
                  </a:lnTo>
                  <a:lnTo>
                    <a:pt x="1715504" y="152069"/>
                  </a:lnTo>
                  <a:lnTo>
                    <a:pt x="1710058" y="152069"/>
                  </a:lnTo>
                  <a:lnTo>
                    <a:pt x="1704612" y="152069"/>
                  </a:lnTo>
                  <a:lnTo>
                    <a:pt x="1699166" y="152069"/>
                  </a:lnTo>
                  <a:lnTo>
                    <a:pt x="1693720" y="152069"/>
                  </a:lnTo>
                  <a:lnTo>
                    <a:pt x="1688273" y="152069"/>
                  </a:lnTo>
                  <a:lnTo>
                    <a:pt x="1682827" y="152069"/>
                  </a:lnTo>
                  <a:lnTo>
                    <a:pt x="1677381" y="152069"/>
                  </a:lnTo>
                  <a:lnTo>
                    <a:pt x="1671935" y="152069"/>
                  </a:lnTo>
                  <a:lnTo>
                    <a:pt x="1666489" y="152069"/>
                  </a:lnTo>
                  <a:lnTo>
                    <a:pt x="1661043" y="152069"/>
                  </a:lnTo>
                  <a:lnTo>
                    <a:pt x="1655597" y="152069"/>
                  </a:lnTo>
                  <a:lnTo>
                    <a:pt x="1650151" y="152069"/>
                  </a:lnTo>
                  <a:lnTo>
                    <a:pt x="1644705" y="152069"/>
                  </a:lnTo>
                  <a:lnTo>
                    <a:pt x="1639259" y="152069"/>
                  </a:lnTo>
                  <a:lnTo>
                    <a:pt x="1633813" y="152069"/>
                  </a:lnTo>
                  <a:lnTo>
                    <a:pt x="1628367" y="152069"/>
                  </a:lnTo>
                  <a:lnTo>
                    <a:pt x="1622921" y="152069"/>
                  </a:lnTo>
                  <a:lnTo>
                    <a:pt x="1617475" y="152069"/>
                  </a:lnTo>
                  <a:lnTo>
                    <a:pt x="1612029" y="152069"/>
                  </a:lnTo>
                  <a:lnTo>
                    <a:pt x="1606583" y="152069"/>
                  </a:lnTo>
                  <a:lnTo>
                    <a:pt x="1601137" y="152069"/>
                  </a:lnTo>
                  <a:lnTo>
                    <a:pt x="1595691" y="152069"/>
                  </a:lnTo>
                  <a:lnTo>
                    <a:pt x="1590245" y="152069"/>
                  </a:lnTo>
                  <a:lnTo>
                    <a:pt x="1584799" y="152069"/>
                  </a:lnTo>
                  <a:lnTo>
                    <a:pt x="1579353" y="152069"/>
                  </a:lnTo>
                  <a:lnTo>
                    <a:pt x="1573907" y="152069"/>
                  </a:lnTo>
                  <a:lnTo>
                    <a:pt x="1568460" y="152069"/>
                  </a:lnTo>
                  <a:lnTo>
                    <a:pt x="1563014" y="152069"/>
                  </a:lnTo>
                  <a:lnTo>
                    <a:pt x="1557568" y="152069"/>
                  </a:lnTo>
                  <a:lnTo>
                    <a:pt x="1552122" y="152069"/>
                  </a:lnTo>
                  <a:lnTo>
                    <a:pt x="1546676" y="152069"/>
                  </a:lnTo>
                  <a:lnTo>
                    <a:pt x="1541230" y="152069"/>
                  </a:lnTo>
                  <a:lnTo>
                    <a:pt x="1535784" y="152069"/>
                  </a:lnTo>
                  <a:lnTo>
                    <a:pt x="1530338" y="152069"/>
                  </a:lnTo>
                  <a:lnTo>
                    <a:pt x="1524892" y="152069"/>
                  </a:lnTo>
                  <a:lnTo>
                    <a:pt x="1519446" y="152069"/>
                  </a:lnTo>
                  <a:lnTo>
                    <a:pt x="1514000" y="152069"/>
                  </a:lnTo>
                  <a:lnTo>
                    <a:pt x="1508554" y="152069"/>
                  </a:lnTo>
                  <a:lnTo>
                    <a:pt x="1503108" y="152069"/>
                  </a:lnTo>
                  <a:lnTo>
                    <a:pt x="1497662" y="152069"/>
                  </a:lnTo>
                  <a:lnTo>
                    <a:pt x="1492216" y="152069"/>
                  </a:lnTo>
                  <a:lnTo>
                    <a:pt x="1486770" y="152069"/>
                  </a:lnTo>
                  <a:lnTo>
                    <a:pt x="1481324" y="152069"/>
                  </a:lnTo>
                  <a:lnTo>
                    <a:pt x="1475878" y="152069"/>
                  </a:lnTo>
                  <a:lnTo>
                    <a:pt x="1470432" y="152069"/>
                  </a:lnTo>
                  <a:lnTo>
                    <a:pt x="1464986" y="152069"/>
                  </a:lnTo>
                  <a:lnTo>
                    <a:pt x="1459540" y="152069"/>
                  </a:lnTo>
                  <a:lnTo>
                    <a:pt x="1454094" y="152069"/>
                  </a:lnTo>
                  <a:lnTo>
                    <a:pt x="1448647" y="152069"/>
                  </a:lnTo>
                  <a:lnTo>
                    <a:pt x="1443201" y="152069"/>
                  </a:lnTo>
                  <a:lnTo>
                    <a:pt x="1437755" y="152069"/>
                  </a:lnTo>
                  <a:lnTo>
                    <a:pt x="1432309" y="152069"/>
                  </a:lnTo>
                  <a:lnTo>
                    <a:pt x="1426863" y="152069"/>
                  </a:lnTo>
                  <a:lnTo>
                    <a:pt x="1421417" y="152069"/>
                  </a:lnTo>
                  <a:lnTo>
                    <a:pt x="1415971" y="152069"/>
                  </a:lnTo>
                  <a:lnTo>
                    <a:pt x="1410525" y="152069"/>
                  </a:lnTo>
                  <a:lnTo>
                    <a:pt x="1405079" y="152069"/>
                  </a:lnTo>
                  <a:lnTo>
                    <a:pt x="1399633" y="152069"/>
                  </a:lnTo>
                  <a:lnTo>
                    <a:pt x="1394187" y="152069"/>
                  </a:lnTo>
                  <a:lnTo>
                    <a:pt x="1388741" y="152069"/>
                  </a:lnTo>
                  <a:lnTo>
                    <a:pt x="1383295" y="152069"/>
                  </a:lnTo>
                  <a:lnTo>
                    <a:pt x="1377849" y="152069"/>
                  </a:lnTo>
                  <a:lnTo>
                    <a:pt x="1372403" y="152069"/>
                  </a:lnTo>
                  <a:lnTo>
                    <a:pt x="1366957" y="152069"/>
                  </a:lnTo>
                  <a:lnTo>
                    <a:pt x="1361511" y="152069"/>
                  </a:lnTo>
                  <a:lnTo>
                    <a:pt x="1356065" y="152069"/>
                  </a:lnTo>
                  <a:lnTo>
                    <a:pt x="1350619" y="152069"/>
                  </a:lnTo>
                  <a:lnTo>
                    <a:pt x="1345173" y="152069"/>
                  </a:lnTo>
                  <a:lnTo>
                    <a:pt x="1339727" y="152069"/>
                  </a:lnTo>
                  <a:lnTo>
                    <a:pt x="1334281" y="152069"/>
                  </a:lnTo>
                  <a:lnTo>
                    <a:pt x="1328834" y="152069"/>
                  </a:lnTo>
                  <a:lnTo>
                    <a:pt x="1323388" y="152069"/>
                  </a:lnTo>
                  <a:lnTo>
                    <a:pt x="1317942" y="152069"/>
                  </a:lnTo>
                  <a:lnTo>
                    <a:pt x="1312496" y="152069"/>
                  </a:lnTo>
                  <a:lnTo>
                    <a:pt x="1307050" y="152069"/>
                  </a:lnTo>
                  <a:lnTo>
                    <a:pt x="1301604" y="152069"/>
                  </a:lnTo>
                  <a:lnTo>
                    <a:pt x="1296158" y="152069"/>
                  </a:lnTo>
                  <a:lnTo>
                    <a:pt x="1290712" y="152069"/>
                  </a:lnTo>
                  <a:lnTo>
                    <a:pt x="1285266" y="152069"/>
                  </a:lnTo>
                  <a:lnTo>
                    <a:pt x="1279820" y="152069"/>
                  </a:lnTo>
                  <a:lnTo>
                    <a:pt x="1274374" y="152069"/>
                  </a:lnTo>
                  <a:lnTo>
                    <a:pt x="1268928" y="152069"/>
                  </a:lnTo>
                  <a:lnTo>
                    <a:pt x="1263482" y="152069"/>
                  </a:lnTo>
                  <a:lnTo>
                    <a:pt x="1258036" y="152069"/>
                  </a:lnTo>
                  <a:lnTo>
                    <a:pt x="1252590" y="152069"/>
                  </a:lnTo>
                  <a:lnTo>
                    <a:pt x="1247144" y="152069"/>
                  </a:lnTo>
                  <a:lnTo>
                    <a:pt x="1241698" y="152069"/>
                  </a:lnTo>
                  <a:lnTo>
                    <a:pt x="1236252" y="152069"/>
                  </a:lnTo>
                  <a:lnTo>
                    <a:pt x="1230806" y="152069"/>
                  </a:lnTo>
                  <a:lnTo>
                    <a:pt x="1225360" y="152069"/>
                  </a:lnTo>
                  <a:lnTo>
                    <a:pt x="1219914" y="152069"/>
                  </a:lnTo>
                  <a:lnTo>
                    <a:pt x="1214468" y="152069"/>
                  </a:lnTo>
                  <a:lnTo>
                    <a:pt x="1209021" y="152069"/>
                  </a:lnTo>
                  <a:lnTo>
                    <a:pt x="1203575" y="152069"/>
                  </a:lnTo>
                  <a:lnTo>
                    <a:pt x="1198129" y="152069"/>
                  </a:lnTo>
                  <a:lnTo>
                    <a:pt x="1192683" y="152069"/>
                  </a:lnTo>
                  <a:lnTo>
                    <a:pt x="1187237" y="152069"/>
                  </a:lnTo>
                  <a:lnTo>
                    <a:pt x="1181791" y="152069"/>
                  </a:lnTo>
                  <a:lnTo>
                    <a:pt x="1176345" y="152069"/>
                  </a:lnTo>
                  <a:lnTo>
                    <a:pt x="1170899" y="152069"/>
                  </a:lnTo>
                  <a:lnTo>
                    <a:pt x="1165453" y="152069"/>
                  </a:lnTo>
                  <a:lnTo>
                    <a:pt x="1160007" y="152069"/>
                  </a:lnTo>
                  <a:lnTo>
                    <a:pt x="1154561" y="152069"/>
                  </a:lnTo>
                  <a:lnTo>
                    <a:pt x="1149115" y="152069"/>
                  </a:lnTo>
                  <a:lnTo>
                    <a:pt x="1143669" y="152069"/>
                  </a:lnTo>
                  <a:lnTo>
                    <a:pt x="1138223" y="152069"/>
                  </a:lnTo>
                  <a:lnTo>
                    <a:pt x="1132777" y="152069"/>
                  </a:lnTo>
                  <a:lnTo>
                    <a:pt x="1127331" y="152069"/>
                  </a:lnTo>
                  <a:lnTo>
                    <a:pt x="1121885" y="152069"/>
                  </a:lnTo>
                  <a:lnTo>
                    <a:pt x="1116439" y="152069"/>
                  </a:lnTo>
                  <a:lnTo>
                    <a:pt x="1110993" y="152069"/>
                  </a:lnTo>
                  <a:lnTo>
                    <a:pt x="1105547" y="152069"/>
                  </a:lnTo>
                  <a:lnTo>
                    <a:pt x="1100101" y="152069"/>
                  </a:lnTo>
                  <a:lnTo>
                    <a:pt x="1094655" y="152069"/>
                  </a:lnTo>
                  <a:lnTo>
                    <a:pt x="1089209" y="152069"/>
                  </a:lnTo>
                  <a:lnTo>
                    <a:pt x="1083762" y="152069"/>
                  </a:lnTo>
                  <a:lnTo>
                    <a:pt x="1078316" y="152069"/>
                  </a:lnTo>
                  <a:lnTo>
                    <a:pt x="1072870" y="152069"/>
                  </a:lnTo>
                  <a:lnTo>
                    <a:pt x="1067424" y="152069"/>
                  </a:lnTo>
                  <a:lnTo>
                    <a:pt x="1061978" y="152069"/>
                  </a:lnTo>
                  <a:lnTo>
                    <a:pt x="1056532" y="152069"/>
                  </a:lnTo>
                  <a:lnTo>
                    <a:pt x="1051086" y="152069"/>
                  </a:lnTo>
                  <a:lnTo>
                    <a:pt x="1045640" y="152069"/>
                  </a:lnTo>
                  <a:lnTo>
                    <a:pt x="1040194" y="152069"/>
                  </a:lnTo>
                  <a:lnTo>
                    <a:pt x="1034748" y="152069"/>
                  </a:lnTo>
                  <a:lnTo>
                    <a:pt x="1029302" y="152069"/>
                  </a:lnTo>
                  <a:lnTo>
                    <a:pt x="1023856" y="152069"/>
                  </a:lnTo>
                  <a:lnTo>
                    <a:pt x="1018410" y="152069"/>
                  </a:lnTo>
                  <a:lnTo>
                    <a:pt x="1012964" y="152069"/>
                  </a:lnTo>
                  <a:lnTo>
                    <a:pt x="1007518" y="152069"/>
                  </a:lnTo>
                  <a:lnTo>
                    <a:pt x="1002072" y="152069"/>
                  </a:lnTo>
                  <a:lnTo>
                    <a:pt x="996626" y="152069"/>
                  </a:lnTo>
                  <a:lnTo>
                    <a:pt x="991180" y="152069"/>
                  </a:lnTo>
                  <a:lnTo>
                    <a:pt x="985734" y="152069"/>
                  </a:lnTo>
                  <a:lnTo>
                    <a:pt x="980288" y="152069"/>
                  </a:lnTo>
                  <a:lnTo>
                    <a:pt x="974842" y="152069"/>
                  </a:lnTo>
                  <a:lnTo>
                    <a:pt x="969396" y="152069"/>
                  </a:lnTo>
                  <a:lnTo>
                    <a:pt x="963949" y="152069"/>
                  </a:lnTo>
                  <a:lnTo>
                    <a:pt x="958503" y="152069"/>
                  </a:lnTo>
                  <a:lnTo>
                    <a:pt x="953057" y="152069"/>
                  </a:lnTo>
                  <a:lnTo>
                    <a:pt x="947611" y="152069"/>
                  </a:lnTo>
                  <a:lnTo>
                    <a:pt x="942165" y="152069"/>
                  </a:lnTo>
                  <a:lnTo>
                    <a:pt x="936719" y="152069"/>
                  </a:lnTo>
                  <a:lnTo>
                    <a:pt x="931273" y="152069"/>
                  </a:lnTo>
                  <a:lnTo>
                    <a:pt x="925827" y="152069"/>
                  </a:lnTo>
                  <a:lnTo>
                    <a:pt x="920381" y="152069"/>
                  </a:lnTo>
                  <a:lnTo>
                    <a:pt x="914935" y="152069"/>
                  </a:lnTo>
                  <a:lnTo>
                    <a:pt x="909489" y="152069"/>
                  </a:lnTo>
                  <a:lnTo>
                    <a:pt x="904043" y="152069"/>
                  </a:lnTo>
                  <a:lnTo>
                    <a:pt x="898597" y="152069"/>
                  </a:lnTo>
                  <a:lnTo>
                    <a:pt x="893151" y="152069"/>
                  </a:lnTo>
                  <a:lnTo>
                    <a:pt x="887705" y="152069"/>
                  </a:lnTo>
                  <a:lnTo>
                    <a:pt x="882259" y="152069"/>
                  </a:lnTo>
                  <a:lnTo>
                    <a:pt x="876813" y="152069"/>
                  </a:lnTo>
                  <a:lnTo>
                    <a:pt x="871367" y="152069"/>
                  </a:lnTo>
                  <a:lnTo>
                    <a:pt x="865921" y="152069"/>
                  </a:lnTo>
                  <a:lnTo>
                    <a:pt x="860475" y="152069"/>
                  </a:lnTo>
                  <a:lnTo>
                    <a:pt x="855029" y="152069"/>
                  </a:lnTo>
                  <a:lnTo>
                    <a:pt x="849583" y="152069"/>
                  </a:lnTo>
                  <a:lnTo>
                    <a:pt x="844136" y="152069"/>
                  </a:lnTo>
                  <a:lnTo>
                    <a:pt x="838690" y="152069"/>
                  </a:lnTo>
                  <a:lnTo>
                    <a:pt x="833244" y="152069"/>
                  </a:lnTo>
                  <a:lnTo>
                    <a:pt x="827798" y="152069"/>
                  </a:lnTo>
                  <a:lnTo>
                    <a:pt x="822352" y="152069"/>
                  </a:lnTo>
                  <a:lnTo>
                    <a:pt x="816906" y="152069"/>
                  </a:lnTo>
                  <a:lnTo>
                    <a:pt x="811460" y="152069"/>
                  </a:lnTo>
                  <a:lnTo>
                    <a:pt x="806014" y="152069"/>
                  </a:lnTo>
                  <a:lnTo>
                    <a:pt x="800568" y="152069"/>
                  </a:lnTo>
                  <a:lnTo>
                    <a:pt x="795122" y="152069"/>
                  </a:lnTo>
                  <a:lnTo>
                    <a:pt x="789676" y="152069"/>
                  </a:lnTo>
                  <a:lnTo>
                    <a:pt x="784230" y="152069"/>
                  </a:lnTo>
                  <a:lnTo>
                    <a:pt x="778784" y="152069"/>
                  </a:lnTo>
                  <a:lnTo>
                    <a:pt x="773338" y="152069"/>
                  </a:lnTo>
                  <a:lnTo>
                    <a:pt x="767892" y="152069"/>
                  </a:lnTo>
                  <a:lnTo>
                    <a:pt x="762446" y="152069"/>
                  </a:lnTo>
                  <a:lnTo>
                    <a:pt x="757000" y="152069"/>
                  </a:lnTo>
                  <a:lnTo>
                    <a:pt x="751554" y="152069"/>
                  </a:lnTo>
                  <a:lnTo>
                    <a:pt x="746108" y="152069"/>
                  </a:lnTo>
                  <a:lnTo>
                    <a:pt x="740662" y="152069"/>
                  </a:lnTo>
                  <a:lnTo>
                    <a:pt x="735216" y="152069"/>
                  </a:lnTo>
                  <a:lnTo>
                    <a:pt x="729770" y="152069"/>
                  </a:lnTo>
                  <a:lnTo>
                    <a:pt x="724323" y="152069"/>
                  </a:lnTo>
                  <a:lnTo>
                    <a:pt x="718877" y="152069"/>
                  </a:lnTo>
                  <a:lnTo>
                    <a:pt x="713431" y="152069"/>
                  </a:lnTo>
                  <a:lnTo>
                    <a:pt x="707985" y="152069"/>
                  </a:lnTo>
                  <a:lnTo>
                    <a:pt x="702539" y="152069"/>
                  </a:lnTo>
                  <a:lnTo>
                    <a:pt x="697093" y="152069"/>
                  </a:lnTo>
                  <a:lnTo>
                    <a:pt x="691647" y="152069"/>
                  </a:lnTo>
                  <a:lnTo>
                    <a:pt x="686201" y="152069"/>
                  </a:lnTo>
                  <a:lnTo>
                    <a:pt x="680755" y="152069"/>
                  </a:lnTo>
                  <a:lnTo>
                    <a:pt x="675309" y="152069"/>
                  </a:lnTo>
                  <a:lnTo>
                    <a:pt x="669863" y="152069"/>
                  </a:lnTo>
                  <a:lnTo>
                    <a:pt x="664417" y="152069"/>
                  </a:lnTo>
                  <a:lnTo>
                    <a:pt x="658971" y="152069"/>
                  </a:lnTo>
                  <a:lnTo>
                    <a:pt x="653525" y="152069"/>
                  </a:lnTo>
                  <a:lnTo>
                    <a:pt x="648079" y="152069"/>
                  </a:lnTo>
                  <a:lnTo>
                    <a:pt x="642633" y="152069"/>
                  </a:lnTo>
                  <a:lnTo>
                    <a:pt x="637187" y="152069"/>
                  </a:lnTo>
                  <a:lnTo>
                    <a:pt x="631741" y="152069"/>
                  </a:lnTo>
                  <a:lnTo>
                    <a:pt x="626295" y="152069"/>
                  </a:lnTo>
                  <a:lnTo>
                    <a:pt x="620849" y="152069"/>
                  </a:lnTo>
                  <a:lnTo>
                    <a:pt x="615403" y="152069"/>
                  </a:lnTo>
                  <a:lnTo>
                    <a:pt x="609957" y="152069"/>
                  </a:lnTo>
                  <a:lnTo>
                    <a:pt x="604510" y="152069"/>
                  </a:lnTo>
                  <a:lnTo>
                    <a:pt x="599064" y="152069"/>
                  </a:lnTo>
                  <a:lnTo>
                    <a:pt x="593618" y="152069"/>
                  </a:lnTo>
                  <a:lnTo>
                    <a:pt x="588172" y="152069"/>
                  </a:lnTo>
                  <a:lnTo>
                    <a:pt x="582726" y="152069"/>
                  </a:lnTo>
                  <a:lnTo>
                    <a:pt x="577280" y="152069"/>
                  </a:lnTo>
                  <a:lnTo>
                    <a:pt x="571834" y="152069"/>
                  </a:lnTo>
                  <a:lnTo>
                    <a:pt x="566388" y="152069"/>
                  </a:lnTo>
                  <a:lnTo>
                    <a:pt x="560942" y="152069"/>
                  </a:lnTo>
                  <a:lnTo>
                    <a:pt x="555496" y="152069"/>
                  </a:lnTo>
                  <a:lnTo>
                    <a:pt x="550050" y="152069"/>
                  </a:lnTo>
                  <a:lnTo>
                    <a:pt x="544604" y="152069"/>
                  </a:lnTo>
                  <a:lnTo>
                    <a:pt x="539158" y="152069"/>
                  </a:lnTo>
                  <a:lnTo>
                    <a:pt x="533712" y="152069"/>
                  </a:lnTo>
                  <a:lnTo>
                    <a:pt x="528266" y="152069"/>
                  </a:lnTo>
                  <a:lnTo>
                    <a:pt x="522820" y="152069"/>
                  </a:lnTo>
                  <a:lnTo>
                    <a:pt x="517374" y="152069"/>
                  </a:lnTo>
                  <a:lnTo>
                    <a:pt x="511928" y="152069"/>
                  </a:lnTo>
                  <a:lnTo>
                    <a:pt x="506482" y="152069"/>
                  </a:lnTo>
                  <a:lnTo>
                    <a:pt x="501036" y="152069"/>
                  </a:lnTo>
                  <a:lnTo>
                    <a:pt x="495590" y="152069"/>
                  </a:lnTo>
                  <a:lnTo>
                    <a:pt x="490144" y="152069"/>
                  </a:lnTo>
                  <a:lnTo>
                    <a:pt x="484698" y="152069"/>
                  </a:lnTo>
                  <a:lnTo>
                    <a:pt x="479251" y="152069"/>
                  </a:lnTo>
                  <a:lnTo>
                    <a:pt x="473805" y="152069"/>
                  </a:lnTo>
                  <a:lnTo>
                    <a:pt x="468359" y="152069"/>
                  </a:lnTo>
                  <a:lnTo>
                    <a:pt x="462913" y="152069"/>
                  </a:lnTo>
                  <a:lnTo>
                    <a:pt x="457467" y="152069"/>
                  </a:lnTo>
                  <a:lnTo>
                    <a:pt x="452021" y="152069"/>
                  </a:lnTo>
                  <a:lnTo>
                    <a:pt x="446575" y="152069"/>
                  </a:lnTo>
                  <a:lnTo>
                    <a:pt x="441129" y="152069"/>
                  </a:lnTo>
                  <a:lnTo>
                    <a:pt x="435683" y="152069"/>
                  </a:lnTo>
                  <a:lnTo>
                    <a:pt x="430237" y="152069"/>
                  </a:lnTo>
                  <a:lnTo>
                    <a:pt x="424791" y="152069"/>
                  </a:lnTo>
                  <a:lnTo>
                    <a:pt x="419345" y="152069"/>
                  </a:lnTo>
                  <a:lnTo>
                    <a:pt x="413899" y="152069"/>
                  </a:lnTo>
                  <a:lnTo>
                    <a:pt x="408453" y="152069"/>
                  </a:lnTo>
                  <a:lnTo>
                    <a:pt x="403007" y="152069"/>
                  </a:lnTo>
                  <a:lnTo>
                    <a:pt x="397561" y="152069"/>
                  </a:lnTo>
                  <a:lnTo>
                    <a:pt x="392115" y="152069"/>
                  </a:lnTo>
                  <a:lnTo>
                    <a:pt x="386669" y="152069"/>
                  </a:lnTo>
                  <a:lnTo>
                    <a:pt x="381223" y="152069"/>
                  </a:lnTo>
                  <a:lnTo>
                    <a:pt x="375777" y="152069"/>
                  </a:lnTo>
                  <a:lnTo>
                    <a:pt x="370331" y="152069"/>
                  </a:lnTo>
                  <a:lnTo>
                    <a:pt x="364885" y="152069"/>
                  </a:lnTo>
                  <a:lnTo>
                    <a:pt x="359438" y="152069"/>
                  </a:lnTo>
                  <a:lnTo>
                    <a:pt x="353992" y="152069"/>
                  </a:lnTo>
                  <a:lnTo>
                    <a:pt x="348546" y="152069"/>
                  </a:lnTo>
                  <a:lnTo>
                    <a:pt x="343100" y="152069"/>
                  </a:lnTo>
                  <a:lnTo>
                    <a:pt x="337654" y="152069"/>
                  </a:lnTo>
                  <a:lnTo>
                    <a:pt x="332208" y="152069"/>
                  </a:lnTo>
                  <a:lnTo>
                    <a:pt x="326762" y="152069"/>
                  </a:lnTo>
                  <a:lnTo>
                    <a:pt x="321316" y="152069"/>
                  </a:lnTo>
                  <a:lnTo>
                    <a:pt x="315870" y="152069"/>
                  </a:lnTo>
                  <a:lnTo>
                    <a:pt x="310424" y="152069"/>
                  </a:lnTo>
                  <a:lnTo>
                    <a:pt x="304978" y="152069"/>
                  </a:lnTo>
                  <a:lnTo>
                    <a:pt x="299532" y="152069"/>
                  </a:lnTo>
                  <a:lnTo>
                    <a:pt x="294086" y="152069"/>
                  </a:lnTo>
                  <a:lnTo>
                    <a:pt x="288640" y="152069"/>
                  </a:lnTo>
                  <a:lnTo>
                    <a:pt x="283194" y="152069"/>
                  </a:lnTo>
                  <a:lnTo>
                    <a:pt x="277748" y="152069"/>
                  </a:lnTo>
                  <a:lnTo>
                    <a:pt x="272302" y="152069"/>
                  </a:lnTo>
                  <a:lnTo>
                    <a:pt x="266856" y="152069"/>
                  </a:lnTo>
                  <a:lnTo>
                    <a:pt x="261410" y="152069"/>
                  </a:lnTo>
                  <a:lnTo>
                    <a:pt x="255964" y="152069"/>
                  </a:lnTo>
                  <a:lnTo>
                    <a:pt x="250518" y="152069"/>
                  </a:lnTo>
                  <a:lnTo>
                    <a:pt x="245072" y="152069"/>
                  </a:lnTo>
                  <a:lnTo>
                    <a:pt x="239625" y="152069"/>
                  </a:lnTo>
                  <a:lnTo>
                    <a:pt x="234179" y="152069"/>
                  </a:lnTo>
                  <a:lnTo>
                    <a:pt x="228733" y="152069"/>
                  </a:lnTo>
                  <a:lnTo>
                    <a:pt x="223287" y="152069"/>
                  </a:lnTo>
                  <a:lnTo>
                    <a:pt x="217841" y="152069"/>
                  </a:lnTo>
                  <a:lnTo>
                    <a:pt x="212395" y="152069"/>
                  </a:lnTo>
                  <a:lnTo>
                    <a:pt x="206949" y="152069"/>
                  </a:lnTo>
                  <a:lnTo>
                    <a:pt x="201503" y="152069"/>
                  </a:lnTo>
                  <a:lnTo>
                    <a:pt x="196057" y="152069"/>
                  </a:lnTo>
                  <a:lnTo>
                    <a:pt x="190611" y="152069"/>
                  </a:lnTo>
                  <a:lnTo>
                    <a:pt x="185165" y="152069"/>
                  </a:lnTo>
                  <a:lnTo>
                    <a:pt x="179719" y="152069"/>
                  </a:lnTo>
                  <a:lnTo>
                    <a:pt x="174273" y="152069"/>
                  </a:lnTo>
                  <a:lnTo>
                    <a:pt x="168827" y="152069"/>
                  </a:lnTo>
                  <a:lnTo>
                    <a:pt x="163381" y="152069"/>
                  </a:lnTo>
                  <a:lnTo>
                    <a:pt x="157935" y="152069"/>
                  </a:lnTo>
                  <a:lnTo>
                    <a:pt x="152489" y="152069"/>
                  </a:lnTo>
                  <a:lnTo>
                    <a:pt x="147043" y="152069"/>
                  </a:lnTo>
                  <a:lnTo>
                    <a:pt x="141597" y="152069"/>
                  </a:lnTo>
                  <a:lnTo>
                    <a:pt x="136151" y="152069"/>
                  </a:lnTo>
                  <a:lnTo>
                    <a:pt x="130705" y="152069"/>
                  </a:lnTo>
                  <a:lnTo>
                    <a:pt x="125259" y="152069"/>
                  </a:lnTo>
                  <a:lnTo>
                    <a:pt x="119812" y="152069"/>
                  </a:lnTo>
                  <a:lnTo>
                    <a:pt x="114366" y="152069"/>
                  </a:lnTo>
                  <a:lnTo>
                    <a:pt x="108920" y="152069"/>
                  </a:lnTo>
                  <a:lnTo>
                    <a:pt x="103474" y="152069"/>
                  </a:lnTo>
                  <a:lnTo>
                    <a:pt x="98028" y="152069"/>
                  </a:lnTo>
                  <a:lnTo>
                    <a:pt x="92582" y="152069"/>
                  </a:lnTo>
                  <a:lnTo>
                    <a:pt x="87136" y="152069"/>
                  </a:lnTo>
                  <a:lnTo>
                    <a:pt x="81690" y="152069"/>
                  </a:lnTo>
                  <a:lnTo>
                    <a:pt x="76244" y="152069"/>
                  </a:lnTo>
                  <a:lnTo>
                    <a:pt x="70798" y="152069"/>
                  </a:lnTo>
                  <a:lnTo>
                    <a:pt x="65352" y="152069"/>
                  </a:lnTo>
                  <a:lnTo>
                    <a:pt x="59906" y="152069"/>
                  </a:lnTo>
                  <a:lnTo>
                    <a:pt x="54460" y="152069"/>
                  </a:lnTo>
                  <a:lnTo>
                    <a:pt x="49014" y="152069"/>
                  </a:lnTo>
                  <a:lnTo>
                    <a:pt x="43568" y="152069"/>
                  </a:lnTo>
                  <a:lnTo>
                    <a:pt x="38122" y="152069"/>
                  </a:lnTo>
                  <a:lnTo>
                    <a:pt x="32676" y="152069"/>
                  </a:lnTo>
                  <a:lnTo>
                    <a:pt x="27230" y="152069"/>
                  </a:lnTo>
                  <a:lnTo>
                    <a:pt x="21784" y="152069"/>
                  </a:lnTo>
                  <a:lnTo>
                    <a:pt x="16338" y="152069"/>
                  </a:lnTo>
                  <a:lnTo>
                    <a:pt x="10892" y="152069"/>
                  </a:lnTo>
                  <a:lnTo>
                    <a:pt x="5446" y="15206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957616" y="2413148"/>
              <a:ext cx="2782929" cy="152067"/>
            </a:xfrm>
            <a:custGeom>
              <a:avLst/>
              <a:pathLst>
                <a:path w="2782929" h="152067">
                  <a:moveTo>
                    <a:pt x="0" y="152067"/>
                  </a:moveTo>
                  <a:lnTo>
                    <a:pt x="5446" y="152066"/>
                  </a:lnTo>
                  <a:lnTo>
                    <a:pt x="10892" y="152066"/>
                  </a:lnTo>
                  <a:lnTo>
                    <a:pt x="16338" y="152065"/>
                  </a:lnTo>
                  <a:lnTo>
                    <a:pt x="21784" y="152064"/>
                  </a:lnTo>
                  <a:lnTo>
                    <a:pt x="27230" y="152063"/>
                  </a:lnTo>
                  <a:lnTo>
                    <a:pt x="32676" y="152062"/>
                  </a:lnTo>
                  <a:lnTo>
                    <a:pt x="38122" y="152061"/>
                  </a:lnTo>
                  <a:lnTo>
                    <a:pt x="43568" y="152060"/>
                  </a:lnTo>
                  <a:lnTo>
                    <a:pt x="49014" y="152058"/>
                  </a:lnTo>
                  <a:lnTo>
                    <a:pt x="54460" y="152057"/>
                  </a:lnTo>
                  <a:lnTo>
                    <a:pt x="59906" y="152055"/>
                  </a:lnTo>
                  <a:lnTo>
                    <a:pt x="65352" y="152052"/>
                  </a:lnTo>
                  <a:lnTo>
                    <a:pt x="70798" y="152050"/>
                  </a:lnTo>
                  <a:lnTo>
                    <a:pt x="76244" y="152047"/>
                  </a:lnTo>
                  <a:lnTo>
                    <a:pt x="81690" y="152044"/>
                  </a:lnTo>
                  <a:lnTo>
                    <a:pt x="87136" y="152040"/>
                  </a:lnTo>
                  <a:lnTo>
                    <a:pt x="92582" y="152036"/>
                  </a:lnTo>
                  <a:lnTo>
                    <a:pt x="98028" y="152031"/>
                  </a:lnTo>
                  <a:lnTo>
                    <a:pt x="103474" y="152026"/>
                  </a:lnTo>
                  <a:lnTo>
                    <a:pt x="108920" y="152020"/>
                  </a:lnTo>
                  <a:lnTo>
                    <a:pt x="114366" y="152013"/>
                  </a:lnTo>
                  <a:lnTo>
                    <a:pt x="119812" y="152006"/>
                  </a:lnTo>
                  <a:lnTo>
                    <a:pt x="125259" y="151998"/>
                  </a:lnTo>
                  <a:lnTo>
                    <a:pt x="130705" y="151989"/>
                  </a:lnTo>
                  <a:lnTo>
                    <a:pt x="136151" y="151979"/>
                  </a:lnTo>
                  <a:lnTo>
                    <a:pt x="141597" y="151968"/>
                  </a:lnTo>
                  <a:lnTo>
                    <a:pt x="147043" y="151956"/>
                  </a:lnTo>
                  <a:lnTo>
                    <a:pt x="152489" y="151942"/>
                  </a:lnTo>
                  <a:lnTo>
                    <a:pt x="157935" y="151927"/>
                  </a:lnTo>
                  <a:lnTo>
                    <a:pt x="163381" y="151911"/>
                  </a:lnTo>
                  <a:lnTo>
                    <a:pt x="168827" y="151894"/>
                  </a:lnTo>
                  <a:lnTo>
                    <a:pt x="174273" y="151875"/>
                  </a:lnTo>
                  <a:lnTo>
                    <a:pt x="179719" y="151854"/>
                  </a:lnTo>
                  <a:lnTo>
                    <a:pt x="185165" y="151831"/>
                  </a:lnTo>
                  <a:lnTo>
                    <a:pt x="190611" y="151807"/>
                  </a:lnTo>
                  <a:lnTo>
                    <a:pt x="196057" y="151781"/>
                  </a:lnTo>
                  <a:lnTo>
                    <a:pt x="201503" y="151753"/>
                  </a:lnTo>
                  <a:lnTo>
                    <a:pt x="206949" y="151723"/>
                  </a:lnTo>
                  <a:lnTo>
                    <a:pt x="212395" y="151691"/>
                  </a:lnTo>
                  <a:lnTo>
                    <a:pt x="217841" y="151656"/>
                  </a:lnTo>
                  <a:lnTo>
                    <a:pt x="223287" y="151619"/>
                  </a:lnTo>
                  <a:lnTo>
                    <a:pt x="228733" y="151581"/>
                  </a:lnTo>
                  <a:lnTo>
                    <a:pt x="234179" y="151540"/>
                  </a:lnTo>
                  <a:lnTo>
                    <a:pt x="239625" y="151496"/>
                  </a:lnTo>
                  <a:lnTo>
                    <a:pt x="245072" y="151450"/>
                  </a:lnTo>
                  <a:lnTo>
                    <a:pt x="250518" y="151402"/>
                  </a:lnTo>
                  <a:lnTo>
                    <a:pt x="255964" y="151352"/>
                  </a:lnTo>
                  <a:lnTo>
                    <a:pt x="261410" y="151299"/>
                  </a:lnTo>
                  <a:lnTo>
                    <a:pt x="266856" y="151244"/>
                  </a:lnTo>
                  <a:lnTo>
                    <a:pt x="272302" y="151188"/>
                  </a:lnTo>
                  <a:lnTo>
                    <a:pt x="277748" y="151129"/>
                  </a:lnTo>
                  <a:lnTo>
                    <a:pt x="283194" y="151068"/>
                  </a:lnTo>
                  <a:lnTo>
                    <a:pt x="288640" y="151005"/>
                  </a:lnTo>
                  <a:lnTo>
                    <a:pt x="294086" y="150941"/>
                  </a:lnTo>
                  <a:lnTo>
                    <a:pt x="299532" y="150876"/>
                  </a:lnTo>
                  <a:lnTo>
                    <a:pt x="304978" y="150808"/>
                  </a:lnTo>
                  <a:lnTo>
                    <a:pt x="310424" y="150740"/>
                  </a:lnTo>
                  <a:lnTo>
                    <a:pt x="315870" y="150671"/>
                  </a:lnTo>
                  <a:lnTo>
                    <a:pt x="321316" y="150601"/>
                  </a:lnTo>
                  <a:lnTo>
                    <a:pt x="326762" y="150530"/>
                  </a:lnTo>
                  <a:lnTo>
                    <a:pt x="332208" y="150459"/>
                  </a:lnTo>
                  <a:lnTo>
                    <a:pt x="337654" y="150388"/>
                  </a:lnTo>
                  <a:lnTo>
                    <a:pt x="343100" y="150317"/>
                  </a:lnTo>
                  <a:lnTo>
                    <a:pt x="348546" y="150247"/>
                  </a:lnTo>
                  <a:lnTo>
                    <a:pt x="353992" y="150177"/>
                  </a:lnTo>
                  <a:lnTo>
                    <a:pt x="359438" y="150108"/>
                  </a:lnTo>
                  <a:lnTo>
                    <a:pt x="364885" y="150040"/>
                  </a:lnTo>
                  <a:lnTo>
                    <a:pt x="370331" y="149974"/>
                  </a:lnTo>
                  <a:lnTo>
                    <a:pt x="375777" y="149910"/>
                  </a:lnTo>
                  <a:lnTo>
                    <a:pt x="381223" y="149847"/>
                  </a:lnTo>
                  <a:lnTo>
                    <a:pt x="386669" y="149786"/>
                  </a:lnTo>
                  <a:lnTo>
                    <a:pt x="392115" y="149728"/>
                  </a:lnTo>
                  <a:lnTo>
                    <a:pt x="397561" y="149672"/>
                  </a:lnTo>
                  <a:lnTo>
                    <a:pt x="403007" y="149618"/>
                  </a:lnTo>
                  <a:lnTo>
                    <a:pt x="408453" y="149567"/>
                  </a:lnTo>
                  <a:lnTo>
                    <a:pt x="413899" y="149519"/>
                  </a:lnTo>
                  <a:lnTo>
                    <a:pt x="419345" y="149473"/>
                  </a:lnTo>
                  <a:lnTo>
                    <a:pt x="424791" y="149430"/>
                  </a:lnTo>
                  <a:lnTo>
                    <a:pt x="430237" y="149390"/>
                  </a:lnTo>
                  <a:lnTo>
                    <a:pt x="435683" y="149353"/>
                  </a:lnTo>
                  <a:lnTo>
                    <a:pt x="441129" y="149318"/>
                  </a:lnTo>
                  <a:lnTo>
                    <a:pt x="446575" y="149286"/>
                  </a:lnTo>
                  <a:lnTo>
                    <a:pt x="452021" y="149256"/>
                  </a:lnTo>
                  <a:lnTo>
                    <a:pt x="457467" y="149228"/>
                  </a:lnTo>
                  <a:lnTo>
                    <a:pt x="462913" y="149203"/>
                  </a:lnTo>
                  <a:lnTo>
                    <a:pt x="468359" y="149178"/>
                  </a:lnTo>
                  <a:lnTo>
                    <a:pt x="473805" y="149155"/>
                  </a:lnTo>
                  <a:lnTo>
                    <a:pt x="479251" y="149134"/>
                  </a:lnTo>
                  <a:lnTo>
                    <a:pt x="484698" y="149113"/>
                  </a:lnTo>
                  <a:lnTo>
                    <a:pt x="490144" y="149092"/>
                  </a:lnTo>
                  <a:lnTo>
                    <a:pt x="495590" y="149071"/>
                  </a:lnTo>
                  <a:lnTo>
                    <a:pt x="501036" y="149049"/>
                  </a:lnTo>
                  <a:lnTo>
                    <a:pt x="506482" y="149026"/>
                  </a:lnTo>
                  <a:lnTo>
                    <a:pt x="511928" y="149002"/>
                  </a:lnTo>
                  <a:lnTo>
                    <a:pt x="517374" y="148976"/>
                  </a:lnTo>
                  <a:lnTo>
                    <a:pt x="522820" y="148947"/>
                  </a:lnTo>
                  <a:lnTo>
                    <a:pt x="528266" y="148916"/>
                  </a:lnTo>
                  <a:lnTo>
                    <a:pt x="533712" y="148881"/>
                  </a:lnTo>
                  <a:lnTo>
                    <a:pt x="539158" y="148843"/>
                  </a:lnTo>
                  <a:lnTo>
                    <a:pt x="544604" y="148799"/>
                  </a:lnTo>
                  <a:lnTo>
                    <a:pt x="550050" y="148751"/>
                  </a:lnTo>
                  <a:lnTo>
                    <a:pt x="555496" y="148697"/>
                  </a:lnTo>
                  <a:lnTo>
                    <a:pt x="560942" y="148639"/>
                  </a:lnTo>
                  <a:lnTo>
                    <a:pt x="566388" y="148573"/>
                  </a:lnTo>
                  <a:lnTo>
                    <a:pt x="571834" y="148501"/>
                  </a:lnTo>
                  <a:lnTo>
                    <a:pt x="577280" y="148423"/>
                  </a:lnTo>
                  <a:lnTo>
                    <a:pt x="582726" y="148338"/>
                  </a:lnTo>
                  <a:lnTo>
                    <a:pt x="588172" y="148244"/>
                  </a:lnTo>
                  <a:lnTo>
                    <a:pt x="593618" y="148143"/>
                  </a:lnTo>
                  <a:lnTo>
                    <a:pt x="599064" y="148034"/>
                  </a:lnTo>
                  <a:lnTo>
                    <a:pt x="604510" y="147918"/>
                  </a:lnTo>
                  <a:lnTo>
                    <a:pt x="609957" y="147792"/>
                  </a:lnTo>
                  <a:lnTo>
                    <a:pt x="615403" y="147658"/>
                  </a:lnTo>
                  <a:lnTo>
                    <a:pt x="620849" y="147517"/>
                  </a:lnTo>
                  <a:lnTo>
                    <a:pt x="626295" y="147368"/>
                  </a:lnTo>
                  <a:lnTo>
                    <a:pt x="631741" y="147207"/>
                  </a:lnTo>
                  <a:lnTo>
                    <a:pt x="637187" y="147040"/>
                  </a:lnTo>
                  <a:lnTo>
                    <a:pt x="642633" y="146865"/>
                  </a:lnTo>
                  <a:lnTo>
                    <a:pt x="648079" y="146683"/>
                  </a:lnTo>
                  <a:lnTo>
                    <a:pt x="653525" y="146490"/>
                  </a:lnTo>
                  <a:lnTo>
                    <a:pt x="658971" y="146291"/>
                  </a:lnTo>
                  <a:lnTo>
                    <a:pt x="664417" y="146085"/>
                  </a:lnTo>
                  <a:lnTo>
                    <a:pt x="669863" y="145872"/>
                  </a:lnTo>
                  <a:lnTo>
                    <a:pt x="675309" y="145650"/>
                  </a:lnTo>
                  <a:lnTo>
                    <a:pt x="680755" y="145422"/>
                  </a:lnTo>
                  <a:lnTo>
                    <a:pt x="686201" y="145189"/>
                  </a:lnTo>
                  <a:lnTo>
                    <a:pt x="691647" y="144950"/>
                  </a:lnTo>
                  <a:lnTo>
                    <a:pt x="697093" y="144704"/>
                  </a:lnTo>
                  <a:lnTo>
                    <a:pt x="702539" y="144453"/>
                  </a:lnTo>
                  <a:lnTo>
                    <a:pt x="707985" y="144199"/>
                  </a:lnTo>
                  <a:lnTo>
                    <a:pt x="713431" y="143940"/>
                  </a:lnTo>
                  <a:lnTo>
                    <a:pt x="718877" y="143676"/>
                  </a:lnTo>
                  <a:lnTo>
                    <a:pt x="724323" y="143409"/>
                  </a:lnTo>
                  <a:lnTo>
                    <a:pt x="729770" y="143139"/>
                  </a:lnTo>
                  <a:lnTo>
                    <a:pt x="735216" y="142867"/>
                  </a:lnTo>
                  <a:lnTo>
                    <a:pt x="740662" y="142592"/>
                  </a:lnTo>
                  <a:lnTo>
                    <a:pt x="746108" y="142316"/>
                  </a:lnTo>
                  <a:lnTo>
                    <a:pt x="751554" y="142039"/>
                  </a:lnTo>
                  <a:lnTo>
                    <a:pt x="757000" y="141762"/>
                  </a:lnTo>
                  <a:lnTo>
                    <a:pt x="762446" y="141484"/>
                  </a:lnTo>
                  <a:lnTo>
                    <a:pt x="767892" y="141207"/>
                  </a:lnTo>
                  <a:lnTo>
                    <a:pt x="773338" y="140931"/>
                  </a:lnTo>
                  <a:lnTo>
                    <a:pt x="778784" y="140656"/>
                  </a:lnTo>
                  <a:lnTo>
                    <a:pt x="784230" y="140383"/>
                  </a:lnTo>
                  <a:lnTo>
                    <a:pt x="789676" y="140114"/>
                  </a:lnTo>
                  <a:lnTo>
                    <a:pt x="795122" y="139847"/>
                  </a:lnTo>
                  <a:lnTo>
                    <a:pt x="800568" y="139583"/>
                  </a:lnTo>
                  <a:lnTo>
                    <a:pt x="806014" y="139324"/>
                  </a:lnTo>
                  <a:lnTo>
                    <a:pt x="811460" y="139071"/>
                  </a:lnTo>
                  <a:lnTo>
                    <a:pt x="816906" y="138821"/>
                  </a:lnTo>
                  <a:lnTo>
                    <a:pt x="822352" y="138577"/>
                  </a:lnTo>
                  <a:lnTo>
                    <a:pt x="827798" y="138342"/>
                  </a:lnTo>
                  <a:lnTo>
                    <a:pt x="833244" y="138113"/>
                  </a:lnTo>
                  <a:lnTo>
                    <a:pt x="838690" y="137890"/>
                  </a:lnTo>
                  <a:lnTo>
                    <a:pt x="844136" y="137675"/>
                  </a:lnTo>
                  <a:lnTo>
                    <a:pt x="849583" y="137471"/>
                  </a:lnTo>
                  <a:lnTo>
                    <a:pt x="855029" y="137275"/>
                  </a:lnTo>
                  <a:lnTo>
                    <a:pt x="860475" y="137088"/>
                  </a:lnTo>
                  <a:lnTo>
                    <a:pt x="865921" y="136910"/>
                  </a:lnTo>
                  <a:lnTo>
                    <a:pt x="871367" y="136745"/>
                  </a:lnTo>
                  <a:lnTo>
                    <a:pt x="876813" y="136591"/>
                  </a:lnTo>
                  <a:lnTo>
                    <a:pt x="882259" y="136447"/>
                  </a:lnTo>
                  <a:lnTo>
                    <a:pt x="887705" y="136314"/>
                  </a:lnTo>
                  <a:lnTo>
                    <a:pt x="893151" y="136196"/>
                  </a:lnTo>
                  <a:lnTo>
                    <a:pt x="898597" y="136089"/>
                  </a:lnTo>
                  <a:lnTo>
                    <a:pt x="904043" y="135994"/>
                  </a:lnTo>
                  <a:lnTo>
                    <a:pt x="909489" y="135911"/>
                  </a:lnTo>
                  <a:lnTo>
                    <a:pt x="914935" y="135844"/>
                  </a:lnTo>
                  <a:lnTo>
                    <a:pt x="920381" y="135790"/>
                  </a:lnTo>
                  <a:lnTo>
                    <a:pt x="925827" y="135747"/>
                  </a:lnTo>
                  <a:lnTo>
                    <a:pt x="931273" y="135716"/>
                  </a:lnTo>
                  <a:lnTo>
                    <a:pt x="936719" y="135702"/>
                  </a:lnTo>
                  <a:lnTo>
                    <a:pt x="942165" y="135700"/>
                  </a:lnTo>
                  <a:lnTo>
                    <a:pt x="947611" y="135710"/>
                  </a:lnTo>
                  <a:lnTo>
                    <a:pt x="953057" y="135732"/>
                  </a:lnTo>
                  <a:lnTo>
                    <a:pt x="958503" y="135768"/>
                  </a:lnTo>
                  <a:lnTo>
                    <a:pt x="963949" y="135817"/>
                  </a:lnTo>
                  <a:lnTo>
                    <a:pt x="969396" y="135876"/>
                  </a:lnTo>
                  <a:lnTo>
                    <a:pt x="974842" y="135944"/>
                  </a:lnTo>
                  <a:lnTo>
                    <a:pt x="980288" y="136026"/>
                  </a:lnTo>
                  <a:lnTo>
                    <a:pt x="985734" y="136118"/>
                  </a:lnTo>
                  <a:lnTo>
                    <a:pt x="991180" y="136218"/>
                  </a:lnTo>
                  <a:lnTo>
                    <a:pt x="996626" y="136326"/>
                  </a:lnTo>
                  <a:lnTo>
                    <a:pt x="1002072" y="136444"/>
                  </a:lnTo>
                  <a:lnTo>
                    <a:pt x="1007518" y="136568"/>
                  </a:lnTo>
                  <a:lnTo>
                    <a:pt x="1012964" y="136699"/>
                  </a:lnTo>
                  <a:lnTo>
                    <a:pt x="1018410" y="136835"/>
                  </a:lnTo>
                  <a:lnTo>
                    <a:pt x="1023856" y="136976"/>
                  </a:lnTo>
                  <a:lnTo>
                    <a:pt x="1029302" y="137121"/>
                  </a:lnTo>
                  <a:lnTo>
                    <a:pt x="1034748" y="137269"/>
                  </a:lnTo>
                  <a:lnTo>
                    <a:pt x="1040194" y="137418"/>
                  </a:lnTo>
                  <a:lnTo>
                    <a:pt x="1045640" y="137569"/>
                  </a:lnTo>
                  <a:lnTo>
                    <a:pt x="1051086" y="137720"/>
                  </a:lnTo>
                  <a:lnTo>
                    <a:pt x="1056532" y="137870"/>
                  </a:lnTo>
                  <a:lnTo>
                    <a:pt x="1061978" y="138019"/>
                  </a:lnTo>
                  <a:lnTo>
                    <a:pt x="1067424" y="138165"/>
                  </a:lnTo>
                  <a:lnTo>
                    <a:pt x="1072870" y="138308"/>
                  </a:lnTo>
                  <a:lnTo>
                    <a:pt x="1078316" y="138446"/>
                  </a:lnTo>
                  <a:lnTo>
                    <a:pt x="1083762" y="138580"/>
                  </a:lnTo>
                  <a:lnTo>
                    <a:pt x="1089209" y="138708"/>
                  </a:lnTo>
                  <a:lnTo>
                    <a:pt x="1094655" y="138828"/>
                  </a:lnTo>
                  <a:lnTo>
                    <a:pt x="1100101" y="138943"/>
                  </a:lnTo>
                  <a:lnTo>
                    <a:pt x="1105547" y="139050"/>
                  </a:lnTo>
                  <a:lnTo>
                    <a:pt x="1110993" y="139147"/>
                  </a:lnTo>
                  <a:lnTo>
                    <a:pt x="1116439" y="139235"/>
                  </a:lnTo>
                  <a:lnTo>
                    <a:pt x="1121885" y="139315"/>
                  </a:lnTo>
                  <a:lnTo>
                    <a:pt x="1127331" y="139385"/>
                  </a:lnTo>
                  <a:lnTo>
                    <a:pt x="1132777" y="139444"/>
                  </a:lnTo>
                  <a:lnTo>
                    <a:pt x="1138223" y="139492"/>
                  </a:lnTo>
                  <a:lnTo>
                    <a:pt x="1143669" y="139530"/>
                  </a:lnTo>
                  <a:lnTo>
                    <a:pt x="1149115" y="139559"/>
                  </a:lnTo>
                  <a:lnTo>
                    <a:pt x="1154561" y="139574"/>
                  </a:lnTo>
                  <a:lnTo>
                    <a:pt x="1160007" y="139578"/>
                  </a:lnTo>
                  <a:lnTo>
                    <a:pt x="1165453" y="139572"/>
                  </a:lnTo>
                  <a:lnTo>
                    <a:pt x="1170899" y="139555"/>
                  </a:lnTo>
                  <a:lnTo>
                    <a:pt x="1176345" y="139526"/>
                  </a:lnTo>
                  <a:lnTo>
                    <a:pt x="1181791" y="139485"/>
                  </a:lnTo>
                  <a:lnTo>
                    <a:pt x="1187237" y="139434"/>
                  </a:lnTo>
                  <a:lnTo>
                    <a:pt x="1192683" y="139374"/>
                  </a:lnTo>
                  <a:lnTo>
                    <a:pt x="1198129" y="139301"/>
                  </a:lnTo>
                  <a:lnTo>
                    <a:pt x="1203575" y="139217"/>
                  </a:lnTo>
                  <a:lnTo>
                    <a:pt x="1209021" y="139125"/>
                  </a:lnTo>
                  <a:lnTo>
                    <a:pt x="1214468" y="139024"/>
                  </a:lnTo>
                  <a:lnTo>
                    <a:pt x="1219914" y="138911"/>
                  </a:lnTo>
                  <a:lnTo>
                    <a:pt x="1225360" y="138789"/>
                  </a:lnTo>
                  <a:lnTo>
                    <a:pt x="1230806" y="138659"/>
                  </a:lnTo>
                  <a:lnTo>
                    <a:pt x="1236252" y="138521"/>
                  </a:lnTo>
                  <a:lnTo>
                    <a:pt x="1241698" y="138373"/>
                  </a:lnTo>
                  <a:lnTo>
                    <a:pt x="1247144" y="138217"/>
                  </a:lnTo>
                  <a:lnTo>
                    <a:pt x="1252590" y="138055"/>
                  </a:lnTo>
                  <a:lnTo>
                    <a:pt x="1258036" y="137885"/>
                  </a:lnTo>
                  <a:lnTo>
                    <a:pt x="1263482" y="137708"/>
                  </a:lnTo>
                  <a:lnTo>
                    <a:pt x="1268928" y="137523"/>
                  </a:lnTo>
                  <a:lnTo>
                    <a:pt x="1274374" y="137332"/>
                  </a:lnTo>
                  <a:lnTo>
                    <a:pt x="1279820" y="137136"/>
                  </a:lnTo>
                  <a:lnTo>
                    <a:pt x="1285266" y="136932"/>
                  </a:lnTo>
                  <a:lnTo>
                    <a:pt x="1290712" y="136722"/>
                  </a:lnTo>
                  <a:lnTo>
                    <a:pt x="1296158" y="136507"/>
                  </a:lnTo>
                  <a:lnTo>
                    <a:pt x="1301604" y="136287"/>
                  </a:lnTo>
                  <a:lnTo>
                    <a:pt x="1307050" y="136061"/>
                  </a:lnTo>
                  <a:lnTo>
                    <a:pt x="1312496" y="135829"/>
                  </a:lnTo>
                  <a:lnTo>
                    <a:pt x="1317942" y="135592"/>
                  </a:lnTo>
                  <a:lnTo>
                    <a:pt x="1323388" y="135350"/>
                  </a:lnTo>
                  <a:lnTo>
                    <a:pt x="1328834" y="135103"/>
                  </a:lnTo>
                  <a:lnTo>
                    <a:pt x="1334281" y="134850"/>
                  </a:lnTo>
                  <a:lnTo>
                    <a:pt x="1339727" y="134592"/>
                  </a:lnTo>
                  <a:lnTo>
                    <a:pt x="1345173" y="134329"/>
                  </a:lnTo>
                  <a:lnTo>
                    <a:pt x="1350619" y="134061"/>
                  </a:lnTo>
                  <a:lnTo>
                    <a:pt x="1356065" y="133787"/>
                  </a:lnTo>
                  <a:lnTo>
                    <a:pt x="1361511" y="133507"/>
                  </a:lnTo>
                  <a:lnTo>
                    <a:pt x="1366957" y="133223"/>
                  </a:lnTo>
                  <a:lnTo>
                    <a:pt x="1372403" y="132932"/>
                  </a:lnTo>
                  <a:lnTo>
                    <a:pt x="1377849" y="132634"/>
                  </a:lnTo>
                  <a:lnTo>
                    <a:pt x="1383295" y="132331"/>
                  </a:lnTo>
                  <a:lnTo>
                    <a:pt x="1388741" y="132022"/>
                  </a:lnTo>
                  <a:lnTo>
                    <a:pt x="1394187" y="131706"/>
                  </a:lnTo>
                  <a:lnTo>
                    <a:pt x="1399633" y="131381"/>
                  </a:lnTo>
                  <a:lnTo>
                    <a:pt x="1405079" y="131051"/>
                  </a:lnTo>
                  <a:lnTo>
                    <a:pt x="1410525" y="130713"/>
                  </a:lnTo>
                  <a:lnTo>
                    <a:pt x="1415971" y="130367"/>
                  </a:lnTo>
                  <a:lnTo>
                    <a:pt x="1421417" y="130011"/>
                  </a:lnTo>
                  <a:lnTo>
                    <a:pt x="1426863" y="129648"/>
                  </a:lnTo>
                  <a:lnTo>
                    <a:pt x="1432309" y="129276"/>
                  </a:lnTo>
                  <a:lnTo>
                    <a:pt x="1437755" y="128894"/>
                  </a:lnTo>
                  <a:lnTo>
                    <a:pt x="1443201" y="128502"/>
                  </a:lnTo>
                  <a:lnTo>
                    <a:pt x="1448647" y="128099"/>
                  </a:lnTo>
                  <a:lnTo>
                    <a:pt x="1454094" y="127688"/>
                  </a:lnTo>
                  <a:lnTo>
                    <a:pt x="1459540" y="127264"/>
                  </a:lnTo>
                  <a:lnTo>
                    <a:pt x="1464986" y="126828"/>
                  </a:lnTo>
                  <a:lnTo>
                    <a:pt x="1470432" y="126380"/>
                  </a:lnTo>
                  <a:lnTo>
                    <a:pt x="1475878" y="125922"/>
                  </a:lnTo>
                  <a:lnTo>
                    <a:pt x="1481324" y="125449"/>
                  </a:lnTo>
                  <a:lnTo>
                    <a:pt x="1486770" y="124962"/>
                  </a:lnTo>
                  <a:lnTo>
                    <a:pt x="1492216" y="124462"/>
                  </a:lnTo>
                  <a:lnTo>
                    <a:pt x="1497662" y="123950"/>
                  </a:lnTo>
                  <a:lnTo>
                    <a:pt x="1503108" y="123423"/>
                  </a:lnTo>
                  <a:lnTo>
                    <a:pt x="1508554" y="122878"/>
                  </a:lnTo>
                  <a:lnTo>
                    <a:pt x="1514000" y="122319"/>
                  </a:lnTo>
                  <a:lnTo>
                    <a:pt x="1519446" y="121747"/>
                  </a:lnTo>
                  <a:lnTo>
                    <a:pt x="1524892" y="121157"/>
                  </a:lnTo>
                  <a:lnTo>
                    <a:pt x="1530338" y="120548"/>
                  </a:lnTo>
                  <a:lnTo>
                    <a:pt x="1535784" y="119925"/>
                  </a:lnTo>
                  <a:lnTo>
                    <a:pt x="1541230" y="119285"/>
                  </a:lnTo>
                  <a:lnTo>
                    <a:pt x="1546676" y="118627"/>
                  </a:lnTo>
                  <a:lnTo>
                    <a:pt x="1552122" y="117947"/>
                  </a:lnTo>
                  <a:lnTo>
                    <a:pt x="1557568" y="117251"/>
                  </a:lnTo>
                  <a:lnTo>
                    <a:pt x="1563014" y="116537"/>
                  </a:lnTo>
                  <a:lnTo>
                    <a:pt x="1568460" y="115803"/>
                  </a:lnTo>
                  <a:lnTo>
                    <a:pt x="1573907" y="115045"/>
                  </a:lnTo>
                  <a:lnTo>
                    <a:pt x="1579353" y="114268"/>
                  </a:lnTo>
                  <a:lnTo>
                    <a:pt x="1584799" y="113472"/>
                  </a:lnTo>
                  <a:lnTo>
                    <a:pt x="1590245" y="112652"/>
                  </a:lnTo>
                  <a:lnTo>
                    <a:pt x="1595691" y="111805"/>
                  </a:lnTo>
                  <a:lnTo>
                    <a:pt x="1601137" y="110937"/>
                  </a:lnTo>
                  <a:lnTo>
                    <a:pt x="1606583" y="110047"/>
                  </a:lnTo>
                  <a:lnTo>
                    <a:pt x="1612029" y="109130"/>
                  </a:lnTo>
                  <a:lnTo>
                    <a:pt x="1617475" y="108182"/>
                  </a:lnTo>
                  <a:lnTo>
                    <a:pt x="1622921" y="107208"/>
                  </a:lnTo>
                  <a:lnTo>
                    <a:pt x="1628367" y="106209"/>
                  </a:lnTo>
                  <a:lnTo>
                    <a:pt x="1633813" y="105179"/>
                  </a:lnTo>
                  <a:lnTo>
                    <a:pt x="1639259" y="104112"/>
                  </a:lnTo>
                  <a:lnTo>
                    <a:pt x="1644705" y="103016"/>
                  </a:lnTo>
                  <a:lnTo>
                    <a:pt x="1650151" y="101890"/>
                  </a:lnTo>
                  <a:lnTo>
                    <a:pt x="1655597" y="100728"/>
                  </a:lnTo>
                  <a:lnTo>
                    <a:pt x="1661043" y="99522"/>
                  </a:lnTo>
                  <a:lnTo>
                    <a:pt x="1666489" y="98283"/>
                  </a:lnTo>
                  <a:lnTo>
                    <a:pt x="1671935" y="97010"/>
                  </a:lnTo>
                  <a:lnTo>
                    <a:pt x="1677381" y="95695"/>
                  </a:lnTo>
                  <a:lnTo>
                    <a:pt x="1682827" y="94331"/>
                  </a:lnTo>
                  <a:lnTo>
                    <a:pt x="1688273" y="92929"/>
                  </a:lnTo>
                  <a:lnTo>
                    <a:pt x="1693720" y="91489"/>
                  </a:lnTo>
                  <a:lnTo>
                    <a:pt x="1699166" y="90002"/>
                  </a:lnTo>
                  <a:lnTo>
                    <a:pt x="1704612" y="88461"/>
                  </a:lnTo>
                  <a:lnTo>
                    <a:pt x="1710058" y="86879"/>
                  </a:lnTo>
                  <a:lnTo>
                    <a:pt x="1715504" y="85256"/>
                  </a:lnTo>
                  <a:lnTo>
                    <a:pt x="1720950" y="83584"/>
                  </a:lnTo>
                  <a:lnTo>
                    <a:pt x="1726396" y="81855"/>
                  </a:lnTo>
                  <a:lnTo>
                    <a:pt x="1731842" y="80084"/>
                  </a:lnTo>
                  <a:lnTo>
                    <a:pt x="1737288" y="78271"/>
                  </a:lnTo>
                  <a:lnTo>
                    <a:pt x="1742734" y="76411"/>
                  </a:lnTo>
                  <a:lnTo>
                    <a:pt x="1748180" y="74494"/>
                  </a:lnTo>
                  <a:lnTo>
                    <a:pt x="1753626" y="72538"/>
                  </a:lnTo>
                  <a:lnTo>
                    <a:pt x="1759072" y="70543"/>
                  </a:lnTo>
                  <a:lnTo>
                    <a:pt x="1764518" y="68505"/>
                  </a:lnTo>
                  <a:lnTo>
                    <a:pt x="1769964" y="66417"/>
                  </a:lnTo>
                  <a:lnTo>
                    <a:pt x="1775410" y="64296"/>
                  </a:lnTo>
                  <a:lnTo>
                    <a:pt x="1780856" y="62143"/>
                  </a:lnTo>
                  <a:lnTo>
                    <a:pt x="1786302" y="59957"/>
                  </a:lnTo>
                  <a:lnTo>
                    <a:pt x="1791748" y="57734"/>
                  </a:lnTo>
                  <a:lnTo>
                    <a:pt x="1797194" y="55488"/>
                  </a:lnTo>
                  <a:lnTo>
                    <a:pt x="1802640" y="53221"/>
                  </a:lnTo>
                  <a:lnTo>
                    <a:pt x="1808086" y="50935"/>
                  </a:lnTo>
                  <a:lnTo>
                    <a:pt x="1813532" y="48632"/>
                  </a:lnTo>
                  <a:lnTo>
                    <a:pt x="1818979" y="46320"/>
                  </a:lnTo>
                  <a:lnTo>
                    <a:pt x="1824425" y="44004"/>
                  </a:lnTo>
                  <a:lnTo>
                    <a:pt x="1829871" y="41687"/>
                  </a:lnTo>
                  <a:lnTo>
                    <a:pt x="1835317" y="39376"/>
                  </a:lnTo>
                  <a:lnTo>
                    <a:pt x="1840763" y="37077"/>
                  </a:lnTo>
                  <a:lnTo>
                    <a:pt x="1846209" y="34791"/>
                  </a:lnTo>
                  <a:lnTo>
                    <a:pt x="1851655" y="32527"/>
                  </a:lnTo>
                  <a:lnTo>
                    <a:pt x="1857101" y="30297"/>
                  </a:lnTo>
                  <a:lnTo>
                    <a:pt x="1862547" y="28100"/>
                  </a:lnTo>
                  <a:lnTo>
                    <a:pt x="1867993" y="25939"/>
                  </a:lnTo>
                  <a:lnTo>
                    <a:pt x="1873439" y="23822"/>
                  </a:lnTo>
                  <a:lnTo>
                    <a:pt x="1878885" y="21771"/>
                  </a:lnTo>
                  <a:lnTo>
                    <a:pt x="1884331" y="19774"/>
                  </a:lnTo>
                  <a:lnTo>
                    <a:pt x="1889777" y="17836"/>
                  </a:lnTo>
                  <a:lnTo>
                    <a:pt x="1895223" y="15964"/>
                  </a:lnTo>
                  <a:lnTo>
                    <a:pt x="1900669" y="14190"/>
                  </a:lnTo>
                  <a:lnTo>
                    <a:pt x="1906115" y="12491"/>
                  </a:lnTo>
                  <a:lnTo>
                    <a:pt x="1911561" y="10871"/>
                  </a:lnTo>
                  <a:lnTo>
                    <a:pt x="1917007" y="9340"/>
                  </a:lnTo>
                  <a:lnTo>
                    <a:pt x="1922453" y="7934"/>
                  </a:lnTo>
                  <a:lnTo>
                    <a:pt x="1927899" y="6623"/>
                  </a:lnTo>
                  <a:lnTo>
                    <a:pt x="1933345" y="5407"/>
                  </a:lnTo>
                  <a:lnTo>
                    <a:pt x="1938792" y="4298"/>
                  </a:lnTo>
                  <a:lnTo>
                    <a:pt x="1944238" y="3338"/>
                  </a:lnTo>
                  <a:lnTo>
                    <a:pt x="1949684" y="2486"/>
                  </a:lnTo>
                  <a:lnTo>
                    <a:pt x="1955130" y="1744"/>
                  </a:lnTo>
                  <a:lnTo>
                    <a:pt x="1960576" y="1121"/>
                  </a:lnTo>
                  <a:lnTo>
                    <a:pt x="1966022" y="663"/>
                  </a:lnTo>
                  <a:lnTo>
                    <a:pt x="1971468" y="321"/>
                  </a:lnTo>
                  <a:lnTo>
                    <a:pt x="1976914" y="98"/>
                  </a:lnTo>
                  <a:lnTo>
                    <a:pt x="1982360" y="0"/>
                  </a:lnTo>
                  <a:lnTo>
                    <a:pt x="1987806" y="74"/>
                  </a:lnTo>
                  <a:lnTo>
                    <a:pt x="1993252" y="267"/>
                  </a:lnTo>
                  <a:lnTo>
                    <a:pt x="1998698" y="581"/>
                  </a:lnTo>
                  <a:lnTo>
                    <a:pt x="2004144" y="1020"/>
                  </a:lnTo>
                  <a:lnTo>
                    <a:pt x="2009590" y="1630"/>
                  </a:lnTo>
                  <a:lnTo>
                    <a:pt x="2015036" y="2356"/>
                  </a:lnTo>
                  <a:lnTo>
                    <a:pt x="2020482" y="3197"/>
                  </a:lnTo>
                  <a:lnTo>
                    <a:pt x="2025928" y="4158"/>
                  </a:lnTo>
                  <a:lnTo>
                    <a:pt x="2031374" y="5279"/>
                  </a:lnTo>
                  <a:lnTo>
                    <a:pt x="2036820" y="6508"/>
                  </a:lnTo>
                  <a:lnTo>
                    <a:pt x="2042266" y="7843"/>
                  </a:lnTo>
                  <a:lnTo>
                    <a:pt x="2047712" y="9284"/>
                  </a:lnTo>
                  <a:lnTo>
                    <a:pt x="2053158" y="10870"/>
                  </a:lnTo>
                  <a:lnTo>
                    <a:pt x="2058605" y="12549"/>
                  </a:lnTo>
                  <a:lnTo>
                    <a:pt x="2064051" y="14319"/>
                  </a:lnTo>
                  <a:lnTo>
                    <a:pt x="2069497" y="16180"/>
                  </a:lnTo>
                  <a:lnTo>
                    <a:pt x="2074943" y="18162"/>
                  </a:lnTo>
                  <a:lnTo>
                    <a:pt x="2080389" y="20220"/>
                  </a:lnTo>
                  <a:lnTo>
                    <a:pt x="2085835" y="22352"/>
                  </a:lnTo>
                  <a:lnTo>
                    <a:pt x="2091281" y="24555"/>
                  </a:lnTo>
                  <a:lnTo>
                    <a:pt x="2096727" y="26852"/>
                  </a:lnTo>
                  <a:lnTo>
                    <a:pt x="2102173" y="29206"/>
                  </a:lnTo>
                  <a:lnTo>
                    <a:pt x="2107619" y="31615"/>
                  </a:lnTo>
                  <a:lnTo>
                    <a:pt x="2113065" y="34074"/>
                  </a:lnTo>
                  <a:lnTo>
                    <a:pt x="2118511" y="36599"/>
                  </a:lnTo>
                  <a:lnTo>
                    <a:pt x="2123957" y="39161"/>
                  </a:lnTo>
                  <a:lnTo>
                    <a:pt x="2129403" y="41756"/>
                  </a:lnTo>
                  <a:lnTo>
                    <a:pt x="2134849" y="44383"/>
                  </a:lnTo>
                  <a:lnTo>
                    <a:pt x="2140295" y="47046"/>
                  </a:lnTo>
                  <a:lnTo>
                    <a:pt x="2145741" y="49727"/>
                  </a:lnTo>
                  <a:lnTo>
                    <a:pt x="2151187" y="52422"/>
                  </a:lnTo>
                  <a:lnTo>
                    <a:pt x="2156633" y="55130"/>
                  </a:lnTo>
                  <a:lnTo>
                    <a:pt x="2162079" y="57846"/>
                  </a:lnTo>
                  <a:lnTo>
                    <a:pt x="2167525" y="60563"/>
                  </a:lnTo>
                  <a:lnTo>
                    <a:pt x="2172971" y="63276"/>
                  </a:lnTo>
                  <a:lnTo>
                    <a:pt x="2178418" y="65985"/>
                  </a:lnTo>
                  <a:lnTo>
                    <a:pt x="2183864" y="68678"/>
                  </a:lnTo>
                  <a:lnTo>
                    <a:pt x="2189310" y="71355"/>
                  </a:lnTo>
                  <a:lnTo>
                    <a:pt x="2194756" y="74015"/>
                  </a:lnTo>
                  <a:lnTo>
                    <a:pt x="2200202" y="76655"/>
                  </a:lnTo>
                  <a:lnTo>
                    <a:pt x="2205648" y="79259"/>
                  </a:lnTo>
                  <a:lnTo>
                    <a:pt x="2211094" y="81834"/>
                  </a:lnTo>
                  <a:lnTo>
                    <a:pt x="2216540" y="84379"/>
                  </a:lnTo>
                  <a:lnTo>
                    <a:pt x="2221986" y="86892"/>
                  </a:lnTo>
                  <a:lnTo>
                    <a:pt x="2227432" y="89353"/>
                  </a:lnTo>
                  <a:lnTo>
                    <a:pt x="2232878" y="91775"/>
                  </a:lnTo>
                  <a:lnTo>
                    <a:pt x="2238324" y="94157"/>
                  </a:lnTo>
                  <a:lnTo>
                    <a:pt x="2243770" y="96499"/>
                  </a:lnTo>
                  <a:lnTo>
                    <a:pt x="2249216" y="98776"/>
                  </a:lnTo>
                  <a:lnTo>
                    <a:pt x="2254662" y="101007"/>
                  </a:lnTo>
                  <a:lnTo>
                    <a:pt x="2260108" y="103191"/>
                  </a:lnTo>
                  <a:lnTo>
                    <a:pt x="2265554" y="105328"/>
                  </a:lnTo>
                  <a:lnTo>
                    <a:pt x="2271000" y="107393"/>
                  </a:lnTo>
                  <a:lnTo>
                    <a:pt x="2276446" y="109407"/>
                  </a:lnTo>
                  <a:lnTo>
                    <a:pt x="2281892" y="111370"/>
                  </a:lnTo>
                  <a:lnTo>
                    <a:pt x="2287338" y="113282"/>
                  </a:lnTo>
                  <a:lnTo>
                    <a:pt x="2292784" y="115119"/>
                  </a:lnTo>
                  <a:lnTo>
                    <a:pt x="2298231" y="116901"/>
                  </a:lnTo>
                  <a:lnTo>
                    <a:pt x="2303677" y="118632"/>
                  </a:lnTo>
                  <a:lnTo>
                    <a:pt x="2309123" y="120309"/>
                  </a:lnTo>
                  <a:lnTo>
                    <a:pt x="2314569" y="121912"/>
                  </a:lnTo>
                  <a:lnTo>
                    <a:pt x="2320015" y="123459"/>
                  </a:lnTo>
                  <a:lnTo>
                    <a:pt x="2325461" y="124955"/>
                  </a:lnTo>
                  <a:lnTo>
                    <a:pt x="2330907" y="126399"/>
                  </a:lnTo>
                  <a:lnTo>
                    <a:pt x="2336353" y="127770"/>
                  </a:lnTo>
                  <a:lnTo>
                    <a:pt x="2341799" y="129088"/>
                  </a:lnTo>
                  <a:lnTo>
                    <a:pt x="2347245" y="130357"/>
                  </a:lnTo>
                  <a:lnTo>
                    <a:pt x="2352691" y="131576"/>
                  </a:lnTo>
                  <a:lnTo>
                    <a:pt x="2358137" y="132727"/>
                  </a:lnTo>
                  <a:lnTo>
                    <a:pt x="2363583" y="133828"/>
                  </a:lnTo>
                  <a:lnTo>
                    <a:pt x="2369029" y="134883"/>
                  </a:lnTo>
                  <a:lnTo>
                    <a:pt x="2374475" y="135892"/>
                  </a:lnTo>
                  <a:lnTo>
                    <a:pt x="2379921" y="136839"/>
                  </a:lnTo>
                  <a:lnTo>
                    <a:pt x="2385367" y="137741"/>
                  </a:lnTo>
                  <a:lnTo>
                    <a:pt x="2390813" y="138601"/>
                  </a:lnTo>
                  <a:lnTo>
                    <a:pt x="2396259" y="139421"/>
                  </a:lnTo>
                  <a:lnTo>
                    <a:pt x="2401705" y="140185"/>
                  </a:lnTo>
                  <a:lnTo>
                    <a:pt x="2407151" y="140909"/>
                  </a:lnTo>
                  <a:lnTo>
                    <a:pt x="2412597" y="141597"/>
                  </a:lnTo>
                  <a:lnTo>
                    <a:pt x="2418043" y="142249"/>
                  </a:lnTo>
                  <a:lnTo>
                    <a:pt x="2423490" y="142853"/>
                  </a:lnTo>
                  <a:lnTo>
                    <a:pt x="2428936" y="143423"/>
                  </a:lnTo>
                  <a:lnTo>
                    <a:pt x="2434382" y="143961"/>
                  </a:lnTo>
                  <a:lnTo>
                    <a:pt x="2439828" y="144469"/>
                  </a:lnTo>
                  <a:lnTo>
                    <a:pt x="2445274" y="144937"/>
                  </a:lnTo>
                  <a:lnTo>
                    <a:pt x="2450720" y="145375"/>
                  </a:lnTo>
                  <a:lnTo>
                    <a:pt x="2456166" y="145788"/>
                  </a:lnTo>
                  <a:lnTo>
                    <a:pt x="2461612" y="146175"/>
                  </a:lnTo>
                  <a:lnTo>
                    <a:pt x="2467058" y="146529"/>
                  </a:lnTo>
                  <a:lnTo>
                    <a:pt x="2472504" y="146858"/>
                  </a:lnTo>
                  <a:lnTo>
                    <a:pt x="2477950" y="147167"/>
                  </a:lnTo>
                  <a:lnTo>
                    <a:pt x="2483396" y="147455"/>
                  </a:lnTo>
                  <a:lnTo>
                    <a:pt x="2488842" y="147716"/>
                  </a:lnTo>
                  <a:lnTo>
                    <a:pt x="2494288" y="147957"/>
                  </a:lnTo>
                  <a:lnTo>
                    <a:pt x="2499734" y="148182"/>
                  </a:lnTo>
                  <a:lnTo>
                    <a:pt x="2505180" y="148390"/>
                  </a:lnTo>
                  <a:lnTo>
                    <a:pt x="2510626" y="148577"/>
                  </a:lnTo>
                  <a:lnTo>
                    <a:pt x="2516072" y="148749"/>
                  </a:lnTo>
                  <a:lnTo>
                    <a:pt x="2521518" y="148907"/>
                  </a:lnTo>
                  <a:lnTo>
                    <a:pt x="2526964" y="149053"/>
                  </a:lnTo>
                  <a:lnTo>
                    <a:pt x="2532410" y="149182"/>
                  </a:lnTo>
                  <a:lnTo>
                    <a:pt x="2537856" y="149300"/>
                  </a:lnTo>
                  <a:lnTo>
                    <a:pt x="2543303" y="149408"/>
                  </a:lnTo>
                  <a:lnTo>
                    <a:pt x="2548749" y="149506"/>
                  </a:lnTo>
                  <a:lnTo>
                    <a:pt x="2554195" y="149592"/>
                  </a:lnTo>
                  <a:lnTo>
                    <a:pt x="2559641" y="149670"/>
                  </a:lnTo>
                  <a:lnTo>
                    <a:pt x="2565087" y="149740"/>
                  </a:lnTo>
                  <a:lnTo>
                    <a:pt x="2570533" y="149804"/>
                  </a:lnTo>
                  <a:lnTo>
                    <a:pt x="2575979" y="149859"/>
                  </a:lnTo>
                  <a:lnTo>
                    <a:pt x="2581425" y="149908"/>
                  </a:lnTo>
                  <a:lnTo>
                    <a:pt x="2586871" y="149952"/>
                  </a:lnTo>
                  <a:lnTo>
                    <a:pt x="2592317" y="149991"/>
                  </a:lnTo>
                  <a:lnTo>
                    <a:pt x="2597763" y="150026"/>
                  </a:lnTo>
                  <a:lnTo>
                    <a:pt x="2603209" y="150056"/>
                  </a:lnTo>
                  <a:lnTo>
                    <a:pt x="2608655" y="150083"/>
                  </a:lnTo>
                  <a:lnTo>
                    <a:pt x="2614101" y="150107"/>
                  </a:lnTo>
                  <a:lnTo>
                    <a:pt x="2619547" y="150129"/>
                  </a:lnTo>
                  <a:lnTo>
                    <a:pt x="2624993" y="150148"/>
                  </a:lnTo>
                  <a:lnTo>
                    <a:pt x="2630439" y="150166"/>
                  </a:lnTo>
                  <a:lnTo>
                    <a:pt x="2635885" y="150183"/>
                  </a:lnTo>
                  <a:lnTo>
                    <a:pt x="2641331" y="150199"/>
                  </a:lnTo>
                  <a:lnTo>
                    <a:pt x="2646777" y="150214"/>
                  </a:lnTo>
                  <a:lnTo>
                    <a:pt x="2652223" y="150229"/>
                  </a:lnTo>
                  <a:lnTo>
                    <a:pt x="2657669" y="150244"/>
                  </a:lnTo>
                  <a:lnTo>
                    <a:pt x="2663116" y="150259"/>
                  </a:lnTo>
                  <a:lnTo>
                    <a:pt x="2668562" y="150275"/>
                  </a:lnTo>
                  <a:lnTo>
                    <a:pt x="2674008" y="150291"/>
                  </a:lnTo>
                  <a:lnTo>
                    <a:pt x="2679454" y="150308"/>
                  </a:lnTo>
                  <a:lnTo>
                    <a:pt x="2684900" y="150327"/>
                  </a:lnTo>
                  <a:lnTo>
                    <a:pt x="2690346" y="150346"/>
                  </a:lnTo>
                  <a:lnTo>
                    <a:pt x="2695792" y="150367"/>
                  </a:lnTo>
                  <a:lnTo>
                    <a:pt x="2701238" y="150389"/>
                  </a:lnTo>
                  <a:lnTo>
                    <a:pt x="2706684" y="150413"/>
                  </a:lnTo>
                  <a:lnTo>
                    <a:pt x="2712130" y="150438"/>
                  </a:lnTo>
                  <a:lnTo>
                    <a:pt x="2717576" y="150465"/>
                  </a:lnTo>
                  <a:lnTo>
                    <a:pt x="2723022" y="150493"/>
                  </a:lnTo>
                  <a:lnTo>
                    <a:pt x="2728468" y="150523"/>
                  </a:lnTo>
                  <a:lnTo>
                    <a:pt x="2733914" y="150555"/>
                  </a:lnTo>
                  <a:lnTo>
                    <a:pt x="2739360" y="150587"/>
                  </a:lnTo>
                  <a:lnTo>
                    <a:pt x="2744806" y="150621"/>
                  </a:lnTo>
                  <a:lnTo>
                    <a:pt x="2750252" y="150657"/>
                  </a:lnTo>
                  <a:lnTo>
                    <a:pt x="2755698" y="150694"/>
                  </a:lnTo>
                  <a:lnTo>
                    <a:pt x="2761144" y="150732"/>
                  </a:lnTo>
                  <a:lnTo>
                    <a:pt x="2766590" y="150771"/>
                  </a:lnTo>
                  <a:lnTo>
                    <a:pt x="2772036" y="150811"/>
                  </a:lnTo>
                  <a:lnTo>
                    <a:pt x="2777482" y="150852"/>
                  </a:lnTo>
                  <a:lnTo>
                    <a:pt x="2782929" y="150893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818470" y="2588002"/>
              <a:ext cx="3061221" cy="0"/>
            </a:xfrm>
            <a:custGeom>
              <a:avLst/>
              <a:pathLst>
                <a:path w="3061221" h="0">
                  <a:moveTo>
                    <a:pt x="0" y="0"/>
                  </a:moveTo>
                  <a:lnTo>
                    <a:pt x="30612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957616" y="25880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52739" y="25880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547862" y="25880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342984" y="25880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926539" y="264894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721661" y="265030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516784" y="2650632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311906" y="264894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6414" y="2799727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48" name="rc48"/>
            <p:cNvSpPr/>
            <p:nvPr/>
          </p:nvSpPr>
          <p:spPr>
            <a:xfrm>
              <a:off x="3748881" y="2997891"/>
              <a:ext cx="3200400" cy="1208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818470" y="3295169"/>
              <a:ext cx="3061221" cy="501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957616" y="3470563"/>
              <a:ext cx="2782929" cy="303087"/>
            </a:xfrm>
            <a:custGeom>
              <a:avLst/>
              <a:pathLst>
                <a:path w="2782929" h="303087">
                  <a:moveTo>
                    <a:pt x="0" y="303087"/>
                  </a:moveTo>
                  <a:lnTo>
                    <a:pt x="5446" y="303087"/>
                  </a:lnTo>
                  <a:lnTo>
                    <a:pt x="10892" y="303087"/>
                  </a:lnTo>
                  <a:lnTo>
                    <a:pt x="16338" y="303087"/>
                  </a:lnTo>
                  <a:lnTo>
                    <a:pt x="21784" y="303087"/>
                  </a:lnTo>
                  <a:lnTo>
                    <a:pt x="27230" y="303087"/>
                  </a:lnTo>
                  <a:lnTo>
                    <a:pt x="32676" y="303087"/>
                  </a:lnTo>
                  <a:lnTo>
                    <a:pt x="38122" y="303087"/>
                  </a:lnTo>
                  <a:lnTo>
                    <a:pt x="43568" y="303087"/>
                  </a:lnTo>
                  <a:lnTo>
                    <a:pt x="49014" y="303087"/>
                  </a:lnTo>
                  <a:lnTo>
                    <a:pt x="54460" y="303086"/>
                  </a:lnTo>
                  <a:lnTo>
                    <a:pt x="59906" y="303086"/>
                  </a:lnTo>
                  <a:lnTo>
                    <a:pt x="65352" y="303086"/>
                  </a:lnTo>
                  <a:lnTo>
                    <a:pt x="70798" y="303086"/>
                  </a:lnTo>
                  <a:lnTo>
                    <a:pt x="76244" y="303086"/>
                  </a:lnTo>
                  <a:lnTo>
                    <a:pt x="81690" y="303086"/>
                  </a:lnTo>
                  <a:lnTo>
                    <a:pt x="87136" y="303086"/>
                  </a:lnTo>
                  <a:lnTo>
                    <a:pt x="92582" y="303086"/>
                  </a:lnTo>
                  <a:lnTo>
                    <a:pt x="98028" y="303086"/>
                  </a:lnTo>
                  <a:lnTo>
                    <a:pt x="103474" y="303086"/>
                  </a:lnTo>
                  <a:lnTo>
                    <a:pt x="108920" y="303086"/>
                  </a:lnTo>
                  <a:lnTo>
                    <a:pt x="114366" y="303086"/>
                  </a:lnTo>
                  <a:lnTo>
                    <a:pt x="119812" y="303086"/>
                  </a:lnTo>
                  <a:lnTo>
                    <a:pt x="125259" y="303086"/>
                  </a:lnTo>
                  <a:lnTo>
                    <a:pt x="130705" y="303085"/>
                  </a:lnTo>
                  <a:lnTo>
                    <a:pt x="136151" y="303084"/>
                  </a:lnTo>
                  <a:lnTo>
                    <a:pt x="141597" y="303083"/>
                  </a:lnTo>
                  <a:lnTo>
                    <a:pt x="147043" y="303082"/>
                  </a:lnTo>
                  <a:lnTo>
                    <a:pt x="152489" y="303079"/>
                  </a:lnTo>
                  <a:lnTo>
                    <a:pt x="157935" y="303076"/>
                  </a:lnTo>
                  <a:lnTo>
                    <a:pt x="163381" y="303072"/>
                  </a:lnTo>
                  <a:lnTo>
                    <a:pt x="168827" y="303066"/>
                  </a:lnTo>
                  <a:lnTo>
                    <a:pt x="174273" y="303057"/>
                  </a:lnTo>
                  <a:lnTo>
                    <a:pt x="179719" y="303045"/>
                  </a:lnTo>
                  <a:lnTo>
                    <a:pt x="185165" y="303029"/>
                  </a:lnTo>
                  <a:lnTo>
                    <a:pt x="190611" y="303008"/>
                  </a:lnTo>
                  <a:lnTo>
                    <a:pt x="196057" y="302979"/>
                  </a:lnTo>
                  <a:lnTo>
                    <a:pt x="201503" y="302942"/>
                  </a:lnTo>
                  <a:lnTo>
                    <a:pt x="206949" y="302894"/>
                  </a:lnTo>
                  <a:lnTo>
                    <a:pt x="212395" y="302830"/>
                  </a:lnTo>
                  <a:lnTo>
                    <a:pt x="217841" y="302747"/>
                  </a:lnTo>
                  <a:lnTo>
                    <a:pt x="223287" y="302641"/>
                  </a:lnTo>
                  <a:lnTo>
                    <a:pt x="228733" y="302509"/>
                  </a:lnTo>
                  <a:lnTo>
                    <a:pt x="234179" y="302343"/>
                  </a:lnTo>
                  <a:lnTo>
                    <a:pt x="239625" y="302140"/>
                  </a:lnTo>
                  <a:lnTo>
                    <a:pt x="245072" y="301892"/>
                  </a:lnTo>
                  <a:lnTo>
                    <a:pt x="250518" y="301582"/>
                  </a:lnTo>
                  <a:lnTo>
                    <a:pt x="255964" y="301207"/>
                  </a:lnTo>
                  <a:lnTo>
                    <a:pt x="261410" y="300759"/>
                  </a:lnTo>
                  <a:lnTo>
                    <a:pt x="266856" y="300230"/>
                  </a:lnTo>
                  <a:lnTo>
                    <a:pt x="272302" y="299612"/>
                  </a:lnTo>
                  <a:lnTo>
                    <a:pt x="277748" y="298895"/>
                  </a:lnTo>
                  <a:lnTo>
                    <a:pt x="283194" y="298073"/>
                  </a:lnTo>
                  <a:lnTo>
                    <a:pt x="288640" y="297119"/>
                  </a:lnTo>
                  <a:lnTo>
                    <a:pt x="294086" y="296035"/>
                  </a:lnTo>
                  <a:lnTo>
                    <a:pt x="299532" y="294825"/>
                  </a:lnTo>
                  <a:lnTo>
                    <a:pt x="304978" y="293486"/>
                  </a:lnTo>
                  <a:lnTo>
                    <a:pt x="310424" y="292018"/>
                  </a:lnTo>
                  <a:lnTo>
                    <a:pt x="315870" y="290423"/>
                  </a:lnTo>
                  <a:lnTo>
                    <a:pt x="321316" y="288705"/>
                  </a:lnTo>
                  <a:lnTo>
                    <a:pt x="326762" y="286858"/>
                  </a:lnTo>
                  <a:lnTo>
                    <a:pt x="332208" y="284907"/>
                  </a:lnTo>
                  <a:lnTo>
                    <a:pt x="337654" y="282872"/>
                  </a:lnTo>
                  <a:lnTo>
                    <a:pt x="343100" y="280773"/>
                  </a:lnTo>
                  <a:lnTo>
                    <a:pt x="348546" y="278627"/>
                  </a:lnTo>
                  <a:lnTo>
                    <a:pt x="353992" y="276457"/>
                  </a:lnTo>
                  <a:lnTo>
                    <a:pt x="359438" y="274286"/>
                  </a:lnTo>
                  <a:lnTo>
                    <a:pt x="364885" y="272144"/>
                  </a:lnTo>
                  <a:lnTo>
                    <a:pt x="370331" y="270062"/>
                  </a:lnTo>
                  <a:lnTo>
                    <a:pt x="375777" y="268060"/>
                  </a:lnTo>
                  <a:lnTo>
                    <a:pt x="381223" y="266159"/>
                  </a:lnTo>
                  <a:lnTo>
                    <a:pt x="386669" y="264378"/>
                  </a:lnTo>
                  <a:lnTo>
                    <a:pt x="392115" y="262733"/>
                  </a:lnTo>
                  <a:lnTo>
                    <a:pt x="397561" y="261235"/>
                  </a:lnTo>
                  <a:lnTo>
                    <a:pt x="403007" y="259916"/>
                  </a:lnTo>
                  <a:lnTo>
                    <a:pt x="408453" y="258765"/>
                  </a:lnTo>
                  <a:lnTo>
                    <a:pt x="413899" y="257769"/>
                  </a:lnTo>
                  <a:lnTo>
                    <a:pt x="419345" y="256918"/>
                  </a:lnTo>
                  <a:lnTo>
                    <a:pt x="424791" y="256199"/>
                  </a:lnTo>
                  <a:lnTo>
                    <a:pt x="430237" y="255593"/>
                  </a:lnTo>
                  <a:lnTo>
                    <a:pt x="435683" y="255080"/>
                  </a:lnTo>
                  <a:lnTo>
                    <a:pt x="441129" y="254637"/>
                  </a:lnTo>
                  <a:lnTo>
                    <a:pt x="446575" y="254221"/>
                  </a:lnTo>
                  <a:lnTo>
                    <a:pt x="452021" y="253797"/>
                  </a:lnTo>
                  <a:lnTo>
                    <a:pt x="457467" y="253333"/>
                  </a:lnTo>
                  <a:lnTo>
                    <a:pt x="462913" y="252797"/>
                  </a:lnTo>
                  <a:lnTo>
                    <a:pt x="468359" y="252161"/>
                  </a:lnTo>
                  <a:lnTo>
                    <a:pt x="473805" y="251394"/>
                  </a:lnTo>
                  <a:lnTo>
                    <a:pt x="479251" y="250444"/>
                  </a:lnTo>
                  <a:lnTo>
                    <a:pt x="484698" y="249297"/>
                  </a:lnTo>
                  <a:lnTo>
                    <a:pt x="490144" y="247948"/>
                  </a:lnTo>
                  <a:lnTo>
                    <a:pt x="495590" y="246387"/>
                  </a:lnTo>
                  <a:lnTo>
                    <a:pt x="501036" y="244609"/>
                  </a:lnTo>
                  <a:lnTo>
                    <a:pt x="506482" y="242614"/>
                  </a:lnTo>
                  <a:lnTo>
                    <a:pt x="511928" y="240407"/>
                  </a:lnTo>
                  <a:lnTo>
                    <a:pt x="517374" y="237974"/>
                  </a:lnTo>
                  <a:lnTo>
                    <a:pt x="522820" y="235354"/>
                  </a:lnTo>
                  <a:lnTo>
                    <a:pt x="528266" y="232580"/>
                  </a:lnTo>
                  <a:lnTo>
                    <a:pt x="533712" y="229680"/>
                  </a:lnTo>
                  <a:lnTo>
                    <a:pt x="539158" y="226682"/>
                  </a:lnTo>
                  <a:lnTo>
                    <a:pt x="544604" y="223614"/>
                  </a:lnTo>
                  <a:lnTo>
                    <a:pt x="550050" y="220509"/>
                  </a:lnTo>
                  <a:lnTo>
                    <a:pt x="555496" y="217399"/>
                  </a:lnTo>
                  <a:lnTo>
                    <a:pt x="560942" y="214323"/>
                  </a:lnTo>
                  <a:lnTo>
                    <a:pt x="566388" y="211304"/>
                  </a:lnTo>
                  <a:lnTo>
                    <a:pt x="571834" y="208362"/>
                  </a:lnTo>
                  <a:lnTo>
                    <a:pt x="577280" y="205510"/>
                  </a:lnTo>
                  <a:lnTo>
                    <a:pt x="582726" y="202757"/>
                  </a:lnTo>
                  <a:lnTo>
                    <a:pt x="588172" y="200105"/>
                  </a:lnTo>
                  <a:lnTo>
                    <a:pt x="593618" y="197558"/>
                  </a:lnTo>
                  <a:lnTo>
                    <a:pt x="599064" y="195089"/>
                  </a:lnTo>
                  <a:lnTo>
                    <a:pt x="604510" y="192664"/>
                  </a:lnTo>
                  <a:lnTo>
                    <a:pt x="609957" y="190249"/>
                  </a:lnTo>
                  <a:lnTo>
                    <a:pt x="615403" y="187803"/>
                  </a:lnTo>
                  <a:lnTo>
                    <a:pt x="620849" y="185278"/>
                  </a:lnTo>
                  <a:lnTo>
                    <a:pt x="626295" y="182622"/>
                  </a:lnTo>
                  <a:lnTo>
                    <a:pt x="631741" y="179742"/>
                  </a:lnTo>
                  <a:lnTo>
                    <a:pt x="637187" y="176569"/>
                  </a:lnTo>
                  <a:lnTo>
                    <a:pt x="642633" y="173058"/>
                  </a:lnTo>
                  <a:lnTo>
                    <a:pt x="648079" y="169149"/>
                  </a:lnTo>
                  <a:lnTo>
                    <a:pt x="653525" y="164787"/>
                  </a:lnTo>
                  <a:lnTo>
                    <a:pt x="658971" y="159925"/>
                  </a:lnTo>
                  <a:lnTo>
                    <a:pt x="664417" y="154521"/>
                  </a:lnTo>
                  <a:lnTo>
                    <a:pt x="669863" y="148463"/>
                  </a:lnTo>
                  <a:lnTo>
                    <a:pt x="675309" y="141769"/>
                  </a:lnTo>
                  <a:lnTo>
                    <a:pt x="680755" y="134482"/>
                  </a:lnTo>
                  <a:lnTo>
                    <a:pt x="686201" y="126620"/>
                  </a:lnTo>
                  <a:lnTo>
                    <a:pt x="691647" y="118220"/>
                  </a:lnTo>
                  <a:lnTo>
                    <a:pt x="697093" y="109331"/>
                  </a:lnTo>
                  <a:lnTo>
                    <a:pt x="702539" y="100018"/>
                  </a:lnTo>
                  <a:lnTo>
                    <a:pt x="707985" y="90340"/>
                  </a:lnTo>
                  <a:lnTo>
                    <a:pt x="713431" y="80454"/>
                  </a:lnTo>
                  <a:lnTo>
                    <a:pt x="718877" y="70507"/>
                  </a:lnTo>
                  <a:lnTo>
                    <a:pt x="724323" y="60631"/>
                  </a:lnTo>
                  <a:lnTo>
                    <a:pt x="729770" y="50967"/>
                  </a:lnTo>
                  <a:lnTo>
                    <a:pt x="735216" y="41665"/>
                  </a:lnTo>
                  <a:lnTo>
                    <a:pt x="740662" y="32874"/>
                  </a:lnTo>
                  <a:lnTo>
                    <a:pt x="746108" y="24859"/>
                  </a:lnTo>
                  <a:lnTo>
                    <a:pt x="751554" y="17780"/>
                  </a:lnTo>
                  <a:lnTo>
                    <a:pt x="757000" y="11723"/>
                  </a:lnTo>
                  <a:lnTo>
                    <a:pt x="762446" y="6814"/>
                  </a:lnTo>
                  <a:lnTo>
                    <a:pt x="767892" y="3163"/>
                  </a:lnTo>
                  <a:lnTo>
                    <a:pt x="773338" y="866"/>
                  </a:lnTo>
                  <a:lnTo>
                    <a:pt x="778784" y="0"/>
                  </a:lnTo>
                  <a:lnTo>
                    <a:pt x="784230" y="812"/>
                  </a:lnTo>
                  <a:lnTo>
                    <a:pt x="789676" y="3254"/>
                  </a:lnTo>
                  <a:lnTo>
                    <a:pt x="795122" y="7206"/>
                  </a:lnTo>
                  <a:lnTo>
                    <a:pt x="800568" y="12633"/>
                  </a:lnTo>
                  <a:lnTo>
                    <a:pt x="806014" y="19481"/>
                  </a:lnTo>
                  <a:lnTo>
                    <a:pt x="811460" y="27672"/>
                  </a:lnTo>
                  <a:lnTo>
                    <a:pt x="816906" y="37108"/>
                  </a:lnTo>
                  <a:lnTo>
                    <a:pt x="822352" y="47794"/>
                  </a:lnTo>
                  <a:lnTo>
                    <a:pt x="827798" y="59488"/>
                  </a:lnTo>
                  <a:lnTo>
                    <a:pt x="833244" y="71957"/>
                  </a:lnTo>
                  <a:lnTo>
                    <a:pt x="838690" y="85041"/>
                  </a:lnTo>
                  <a:lnTo>
                    <a:pt x="844136" y="98582"/>
                  </a:lnTo>
                  <a:lnTo>
                    <a:pt x="849583" y="112417"/>
                  </a:lnTo>
                  <a:lnTo>
                    <a:pt x="855029" y="126387"/>
                  </a:lnTo>
                  <a:lnTo>
                    <a:pt x="860475" y="140313"/>
                  </a:lnTo>
                  <a:lnTo>
                    <a:pt x="865921" y="154008"/>
                  </a:lnTo>
                  <a:lnTo>
                    <a:pt x="871367" y="167353"/>
                  </a:lnTo>
                  <a:lnTo>
                    <a:pt x="876813" y="180238"/>
                  </a:lnTo>
                  <a:lnTo>
                    <a:pt x="882259" y="192570"/>
                  </a:lnTo>
                  <a:lnTo>
                    <a:pt x="887705" y="204269"/>
                  </a:lnTo>
                  <a:lnTo>
                    <a:pt x="893151" y="215272"/>
                  </a:lnTo>
                  <a:lnTo>
                    <a:pt x="898597" y="225437"/>
                  </a:lnTo>
                  <a:lnTo>
                    <a:pt x="904043" y="234763"/>
                  </a:lnTo>
                  <a:lnTo>
                    <a:pt x="909489" y="243301"/>
                  </a:lnTo>
                  <a:lnTo>
                    <a:pt x="914935" y="251059"/>
                  </a:lnTo>
                  <a:lnTo>
                    <a:pt x="920381" y="258053"/>
                  </a:lnTo>
                  <a:lnTo>
                    <a:pt x="925827" y="264307"/>
                  </a:lnTo>
                  <a:lnTo>
                    <a:pt x="931273" y="269857"/>
                  </a:lnTo>
                  <a:lnTo>
                    <a:pt x="936719" y="274668"/>
                  </a:lnTo>
                  <a:lnTo>
                    <a:pt x="942165" y="278829"/>
                  </a:lnTo>
                  <a:lnTo>
                    <a:pt x="947611" y="282440"/>
                  </a:lnTo>
                  <a:lnTo>
                    <a:pt x="953057" y="285552"/>
                  </a:lnTo>
                  <a:lnTo>
                    <a:pt x="958503" y="288213"/>
                  </a:lnTo>
                  <a:lnTo>
                    <a:pt x="963949" y="290471"/>
                  </a:lnTo>
                  <a:lnTo>
                    <a:pt x="969396" y="292372"/>
                  </a:lnTo>
                  <a:lnTo>
                    <a:pt x="974842" y="293928"/>
                  </a:lnTo>
                  <a:lnTo>
                    <a:pt x="980288" y="295204"/>
                  </a:lnTo>
                  <a:lnTo>
                    <a:pt x="985734" y="296259"/>
                  </a:lnTo>
                  <a:lnTo>
                    <a:pt x="991180" y="297126"/>
                  </a:lnTo>
                  <a:lnTo>
                    <a:pt x="996626" y="297831"/>
                  </a:lnTo>
                  <a:lnTo>
                    <a:pt x="1002072" y="298401"/>
                  </a:lnTo>
                  <a:lnTo>
                    <a:pt x="1007518" y="298858"/>
                  </a:lnTo>
                  <a:lnTo>
                    <a:pt x="1012964" y="299212"/>
                  </a:lnTo>
                  <a:lnTo>
                    <a:pt x="1018410" y="299487"/>
                  </a:lnTo>
                  <a:lnTo>
                    <a:pt x="1023856" y="299705"/>
                  </a:lnTo>
                  <a:lnTo>
                    <a:pt x="1029302" y="299875"/>
                  </a:lnTo>
                  <a:lnTo>
                    <a:pt x="1034748" y="300007"/>
                  </a:lnTo>
                  <a:lnTo>
                    <a:pt x="1040194" y="300108"/>
                  </a:lnTo>
                  <a:lnTo>
                    <a:pt x="1045640" y="300186"/>
                  </a:lnTo>
                  <a:lnTo>
                    <a:pt x="1051086" y="300242"/>
                  </a:lnTo>
                  <a:lnTo>
                    <a:pt x="1056532" y="300284"/>
                  </a:lnTo>
                  <a:lnTo>
                    <a:pt x="1061978" y="300316"/>
                  </a:lnTo>
                  <a:lnTo>
                    <a:pt x="1067424" y="300339"/>
                  </a:lnTo>
                  <a:lnTo>
                    <a:pt x="1072870" y="300354"/>
                  </a:lnTo>
                  <a:lnTo>
                    <a:pt x="1078316" y="300364"/>
                  </a:lnTo>
                  <a:lnTo>
                    <a:pt x="1083762" y="300368"/>
                  </a:lnTo>
                  <a:lnTo>
                    <a:pt x="1089209" y="300367"/>
                  </a:lnTo>
                  <a:lnTo>
                    <a:pt x="1094655" y="300360"/>
                  </a:lnTo>
                  <a:lnTo>
                    <a:pt x="1100101" y="300348"/>
                  </a:lnTo>
                  <a:lnTo>
                    <a:pt x="1105547" y="300330"/>
                  </a:lnTo>
                  <a:lnTo>
                    <a:pt x="1110993" y="300306"/>
                  </a:lnTo>
                  <a:lnTo>
                    <a:pt x="1116439" y="300276"/>
                  </a:lnTo>
                  <a:lnTo>
                    <a:pt x="1121885" y="300240"/>
                  </a:lnTo>
                  <a:lnTo>
                    <a:pt x="1127331" y="300197"/>
                  </a:lnTo>
                  <a:lnTo>
                    <a:pt x="1132777" y="300147"/>
                  </a:lnTo>
                  <a:lnTo>
                    <a:pt x="1138223" y="300092"/>
                  </a:lnTo>
                  <a:lnTo>
                    <a:pt x="1143669" y="300034"/>
                  </a:lnTo>
                  <a:lnTo>
                    <a:pt x="1149115" y="299972"/>
                  </a:lnTo>
                  <a:lnTo>
                    <a:pt x="1154561" y="299908"/>
                  </a:lnTo>
                  <a:lnTo>
                    <a:pt x="1160007" y="299845"/>
                  </a:lnTo>
                  <a:lnTo>
                    <a:pt x="1165453" y="299783"/>
                  </a:lnTo>
                  <a:lnTo>
                    <a:pt x="1170899" y="299726"/>
                  </a:lnTo>
                  <a:lnTo>
                    <a:pt x="1176345" y="299676"/>
                  </a:lnTo>
                  <a:lnTo>
                    <a:pt x="1181791" y="299634"/>
                  </a:lnTo>
                  <a:lnTo>
                    <a:pt x="1187237" y="299601"/>
                  </a:lnTo>
                  <a:lnTo>
                    <a:pt x="1192683" y="299581"/>
                  </a:lnTo>
                  <a:lnTo>
                    <a:pt x="1198129" y="299573"/>
                  </a:lnTo>
                  <a:lnTo>
                    <a:pt x="1203575" y="299581"/>
                  </a:lnTo>
                  <a:lnTo>
                    <a:pt x="1209021" y="299606"/>
                  </a:lnTo>
                  <a:lnTo>
                    <a:pt x="1214468" y="299646"/>
                  </a:lnTo>
                  <a:lnTo>
                    <a:pt x="1219914" y="299700"/>
                  </a:lnTo>
                  <a:lnTo>
                    <a:pt x="1225360" y="299769"/>
                  </a:lnTo>
                  <a:lnTo>
                    <a:pt x="1230806" y="299852"/>
                  </a:lnTo>
                  <a:lnTo>
                    <a:pt x="1236252" y="299946"/>
                  </a:lnTo>
                  <a:lnTo>
                    <a:pt x="1241698" y="300051"/>
                  </a:lnTo>
                  <a:lnTo>
                    <a:pt x="1247144" y="300165"/>
                  </a:lnTo>
                  <a:lnTo>
                    <a:pt x="1252590" y="300284"/>
                  </a:lnTo>
                  <a:lnTo>
                    <a:pt x="1258036" y="300405"/>
                  </a:lnTo>
                  <a:lnTo>
                    <a:pt x="1263482" y="300528"/>
                  </a:lnTo>
                  <a:lnTo>
                    <a:pt x="1268928" y="300648"/>
                  </a:lnTo>
                  <a:lnTo>
                    <a:pt x="1274374" y="300764"/>
                  </a:lnTo>
                  <a:lnTo>
                    <a:pt x="1279820" y="300874"/>
                  </a:lnTo>
                  <a:lnTo>
                    <a:pt x="1285266" y="300975"/>
                  </a:lnTo>
                  <a:lnTo>
                    <a:pt x="1290712" y="301067"/>
                  </a:lnTo>
                  <a:lnTo>
                    <a:pt x="1296158" y="301148"/>
                  </a:lnTo>
                  <a:lnTo>
                    <a:pt x="1301604" y="301219"/>
                  </a:lnTo>
                  <a:lnTo>
                    <a:pt x="1307050" y="301279"/>
                  </a:lnTo>
                  <a:lnTo>
                    <a:pt x="1312496" y="301329"/>
                  </a:lnTo>
                  <a:lnTo>
                    <a:pt x="1317942" y="301368"/>
                  </a:lnTo>
                  <a:lnTo>
                    <a:pt x="1323388" y="301397"/>
                  </a:lnTo>
                  <a:lnTo>
                    <a:pt x="1328834" y="301418"/>
                  </a:lnTo>
                  <a:lnTo>
                    <a:pt x="1334281" y="301433"/>
                  </a:lnTo>
                  <a:lnTo>
                    <a:pt x="1339727" y="301443"/>
                  </a:lnTo>
                  <a:lnTo>
                    <a:pt x="1345173" y="301449"/>
                  </a:lnTo>
                  <a:lnTo>
                    <a:pt x="1350619" y="301452"/>
                  </a:lnTo>
                  <a:lnTo>
                    <a:pt x="1356065" y="301454"/>
                  </a:lnTo>
                  <a:lnTo>
                    <a:pt x="1361511" y="301455"/>
                  </a:lnTo>
                  <a:lnTo>
                    <a:pt x="1366957" y="301456"/>
                  </a:lnTo>
                  <a:lnTo>
                    <a:pt x="1372403" y="301458"/>
                  </a:lnTo>
                  <a:lnTo>
                    <a:pt x="1377849" y="301461"/>
                  </a:lnTo>
                  <a:lnTo>
                    <a:pt x="1383295" y="301466"/>
                  </a:lnTo>
                  <a:lnTo>
                    <a:pt x="1388741" y="301471"/>
                  </a:lnTo>
                  <a:lnTo>
                    <a:pt x="1394187" y="301477"/>
                  </a:lnTo>
                  <a:lnTo>
                    <a:pt x="1399633" y="301484"/>
                  </a:lnTo>
                  <a:lnTo>
                    <a:pt x="1405079" y="301492"/>
                  </a:lnTo>
                  <a:lnTo>
                    <a:pt x="1410525" y="301499"/>
                  </a:lnTo>
                  <a:lnTo>
                    <a:pt x="1415971" y="301506"/>
                  </a:lnTo>
                  <a:lnTo>
                    <a:pt x="1421417" y="301513"/>
                  </a:lnTo>
                  <a:lnTo>
                    <a:pt x="1426863" y="301519"/>
                  </a:lnTo>
                  <a:lnTo>
                    <a:pt x="1432309" y="301525"/>
                  </a:lnTo>
                  <a:lnTo>
                    <a:pt x="1437755" y="301532"/>
                  </a:lnTo>
                  <a:lnTo>
                    <a:pt x="1443201" y="301540"/>
                  </a:lnTo>
                  <a:lnTo>
                    <a:pt x="1448647" y="301549"/>
                  </a:lnTo>
                  <a:lnTo>
                    <a:pt x="1454094" y="301560"/>
                  </a:lnTo>
                  <a:lnTo>
                    <a:pt x="1459540" y="301573"/>
                  </a:lnTo>
                  <a:lnTo>
                    <a:pt x="1464986" y="301590"/>
                  </a:lnTo>
                  <a:lnTo>
                    <a:pt x="1470432" y="301610"/>
                  </a:lnTo>
                  <a:lnTo>
                    <a:pt x="1475878" y="301635"/>
                  </a:lnTo>
                  <a:lnTo>
                    <a:pt x="1481324" y="301665"/>
                  </a:lnTo>
                  <a:lnTo>
                    <a:pt x="1486770" y="301698"/>
                  </a:lnTo>
                  <a:lnTo>
                    <a:pt x="1492216" y="301736"/>
                  </a:lnTo>
                  <a:lnTo>
                    <a:pt x="1497662" y="301777"/>
                  </a:lnTo>
                  <a:lnTo>
                    <a:pt x="1503108" y="301821"/>
                  </a:lnTo>
                  <a:lnTo>
                    <a:pt x="1508554" y="301868"/>
                  </a:lnTo>
                  <a:lnTo>
                    <a:pt x="1514000" y="301915"/>
                  </a:lnTo>
                  <a:lnTo>
                    <a:pt x="1519446" y="301962"/>
                  </a:lnTo>
                  <a:lnTo>
                    <a:pt x="1524892" y="302007"/>
                  </a:lnTo>
                  <a:lnTo>
                    <a:pt x="1530338" y="302050"/>
                  </a:lnTo>
                  <a:lnTo>
                    <a:pt x="1535784" y="302088"/>
                  </a:lnTo>
                  <a:lnTo>
                    <a:pt x="1541230" y="302121"/>
                  </a:lnTo>
                  <a:lnTo>
                    <a:pt x="1546676" y="302147"/>
                  </a:lnTo>
                  <a:lnTo>
                    <a:pt x="1552122" y="302166"/>
                  </a:lnTo>
                  <a:lnTo>
                    <a:pt x="1557568" y="302176"/>
                  </a:lnTo>
                  <a:lnTo>
                    <a:pt x="1563014" y="302179"/>
                  </a:lnTo>
                  <a:lnTo>
                    <a:pt x="1568460" y="302173"/>
                  </a:lnTo>
                  <a:lnTo>
                    <a:pt x="1573907" y="302160"/>
                  </a:lnTo>
                  <a:lnTo>
                    <a:pt x="1579353" y="302140"/>
                  </a:lnTo>
                  <a:lnTo>
                    <a:pt x="1584799" y="302112"/>
                  </a:lnTo>
                  <a:lnTo>
                    <a:pt x="1590245" y="302079"/>
                  </a:lnTo>
                  <a:lnTo>
                    <a:pt x="1595691" y="302043"/>
                  </a:lnTo>
                  <a:lnTo>
                    <a:pt x="1601137" y="302004"/>
                  </a:lnTo>
                  <a:lnTo>
                    <a:pt x="1606583" y="301965"/>
                  </a:lnTo>
                  <a:lnTo>
                    <a:pt x="1612029" y="301927"/>
                  </a:lnTo>
                  <a:lnTo>
                    <a:pt x="1617475" y="301891"/>
                  </a:lnTo>
                  <a:lnTo>
                    <a:pt x="1622921" y="301860"/>
                  </a:lnTo>
                  <a:lnTo>
                    <a:pt x="1628367" y="301835"/>
                  </a:lnTo>
                  <a:lnTo>
                    <a:pt x="1633813" y="301817"/>
                  </a:lnTo>
                  <a:lnTo>
                    <a:pt x="1639259" y="301807"/>
                  </a:lnTo>
                  <a:lnTo>
                    <a:pt x="1644705" y="301806"/>
                  </a:lnTo>
                  <a:lnTo>
                    <a:pt x="1650151" y="301815"/>
                  </a:lnTo>
                  <a:lnTo>
                    <a:pt x="1655597" y="301832"/>
                  </a:lnTo>
                  <a:lnTo>
                    <a:pt x="1661043" y="301860"/>
                  </a:lnTo>
                  <a:lnTo>
                    <a:pt x="1666489" y="301897"/>
                  </a:lnTo>
                  <a:lnTo>
                    <a:pt x="1671935" y="301943"/>
                  </a:lnTo>
                  <a:lnTo>
                    <a:pt x="1677381" y="301995"/>
                  </a:lnTo>
                  <a:lnTo>
                    <a:pt x="1682827" y="302054"/>
                  </a:lnTo>
                  <a:lnTo>
                    <a:pt x="1688273" y="302117"/>
                  </a:lnTo>
                  <a:lnTo>
                    <a:pt x="1693720" y="302185"/>
                  </a:lnTo>
                  <a:lnTo>
                    <a:pt x="1699166" y="302255"/>
                  </a:lnTo>
                  <a:lnTo>
                    <a:pt x="1704612" y="302326"/>
                  </a:lnTo>
                  <a:lnTo>
                    <a:pt x="1710058" y="302397"/>
                  </a:lnTo>
                  <a:lnTo>
                    <a:pt x="1715504" y="302466"/>
                  </a:lnTo>
                  <a:lnTo>
                    <a:pt x="1720950" y="302534"/>
                  </a:lnTo>
                  <a:lnTo>
                    <a:pt x="1726396" y="302598"/>
                  </a:lnTo>
                  <a:lnTo>
                    <a:pt x="1731842" y="302659"/>
                  </a:lnTo>
                  <a:lnTo>
                    <a:pt x="1737288" y="302715"/>
                  </a:lnTo>
                  <a:lnTo>
                    <a:pt x="1742734" y="302767"/>
                  </a:lnTo>
                  <a:lnTo>
                    <a:pt x="1748180" y="302813"/>
                  </a:lnTo>
                  <a:lnTo>
                    <a:pt x="1753626" y="302855"/>
                  </a:lnTo>
                  <a:lnTo>
                    <a:pt x="1759072" y="302893"/>
                  </a:lnTo>
                  <a:lnTo>
                    <a:pt x="1764518" y="302925"/>
                  </a:lnTo>
                  <a:lnTo>
                    <a:pt x="1769964" y="302954"/>
                  </a:lnTo>
                  <a:lnTo>
                    <a:pt x="1775410" y="302978"/>
                  </a:lnTo>
                  <a:lnTo>
                    <a:pt x="1780856" y="302999"/>
                  </a:lnTo>
                  <a:lnTo>
                    <a:pt x="1786302" y="303016"/>
                  </a:lnTo>
                  <a:lnTo>
                    <a:pt x="1791748" y="303030"/>
                  </a:lnTo>
                  <a:lnTo>
                    <a:pt x="1797194" y="303042"/>
                  </a:lnTo>
                  <a:lnTo>
                    <a:pt x="1802640" y="303052"/>
                  </a:lnTo>
                  <a:lnTo>
                    <a:pt x="1808086" y="303060"/>
                  </a:lnTo>
                  <a:lnTo>
                    <a:pt x="1813532" y="303066"/>
                  </a:lnTo>
                  <a:lnTo>
                    <a:pt x="1818979" y="303071"/>
                  </a:lnTo>
                  <a:lnTo>
                    <a:pt x="1824425" y="303074"/>
                  </a:lnTo>
                  <a:lnTo>
                    <a:pt x="1829871" y="303077"/>
                  </a:lnTo>
                  <a:lnTo>
                    <a:pt x="1835317" y="303080"/>
                  </a:lnTo>
                  <a:lnTo>
                    <a:pt x="1840763" y="303082"/>
                  </a:lnTo>
                  <a:lnTo>
                    <a:pt x="1846209" y="303083"/>
                  </a:lnTo>
                  <a:lnTo>
                    <a:pt x="1851655" y="303084"/>
                  </a:lnTo>
                  <a:lnTo>
                    <a:pt x="1857101" y="303085"/>
                  </a:lnTo>
                  <a:lnTo>
                    <a:pt x="1862547" y="303085"/>
                  </a:lnTo>
                  <a:lnTo>
                    <a:pt x="1867993" y="303086"/>
                  </a:lnTo>
                  <a:lnTo>
                    <a:pt x="1873439" y="303086"/>
                  </a:lnTo>
                  <a:lnTo>
                    <a:pt x="1878885" y="303086"/>
                  </a:lnTo>
                  <a:lnTo>
                    <a:pt x="1884331" y="303086"/>
                  </a:lnTo>
                  <a:lnTo>
                    <a:pt x="1889777" y="303086"/>
                  </a:lnTo>
                  <a:lnTo>
                    <a:pt x="1895223" y="303086"/>
                  </a:lnTo>
                  <a:lnTo>
                    <a:pt x="1900669" y="303086"/>
                  </a:lnTo>
                  <a:lnTo>
                    <a:pt x="1906115" y="303086"/>
                  </a:lnTo>
                  <a:lnTo>
                    <a:pt x="1911561" y="303086"/>
                  </a:lnTo>
                  <a:lnTo>
                    <a:pt x="1917007" y="303086"/>
                  </a:lnTo>
                  <a:lnTo>
                    <a:pt x="1922453" y="303086"/>
                  </a:lnTo>
                  <a:lnTo>
                    <a:pt x="1927899" y="303086"/>
                  </a:lnTo>
                  <a:lnTo>
                    <a:pt x="1933345" y="303086"/>
                  </a:lnTo>
                  <a:lnTo>
                    <a:pt x="1938792" y="303086"/>
                  </a:lnTo>
                  <a:lnTo>
                    <a:pt x="1944238" y="303086"/>
                  </a:lnTo>
                  <a:lnTo>
                    <a:pt x="1949684" y="303086"/>
                  </a:lnTo>
                  <a:lnTo>
                    <a:pt x="1955130" y="303085"/>
                  </a:lnTo>
                  <a:lnTo>
                    <a:pt x="1960576" y="303085"/>
                  </a:lnTo>
                  <a:lnTo>
                    <a:pt x="1966022" y="303084"/>
                  </a:lnTo>
                  <a:lnTo>
                    <a:pt x="1971468" y="303084"/>
                  </a:lnTo>
                  <a:lnTo>
                    <a:pt x="1976914" y="303082"/>
                  </a:lnTo>
                  <a:lnTo>
                    <a:pt x="1982360" y="303081"/>
                  </a:lnTo>
                  <a:lnTo>
                    <a:pt x="1987806" y="303079"/>
                  </a:lnTo>
                  <a:lnTo>
                    <a:pt x="1993252" y="303077"/>
                  </a:lnTo>
                  <a:lnTo>
                    <a:pt x="1998698" y="303074"/>
                  </a:lnTo>
                  <a:lnTo>
                    <a:pt x="2004144" y="303070"/>
                  </a:lnTo>
                  <a:lnTo>
                    <a:pt x="2009590" y="303066"/>
                  </a:lnTo>
                  <a:lnTo>
                    <a:pt x="2015036" y="303060"/>
                  </a:lnTo>
                  <a:lnTo>
                    <a:pt x="2020482" y="303053"/>
                  </a:lnTo>
                  <a:lnTo>
                    <a:pt x="2025928" y="303045"/>
                  </a:lnTo>
                  <a:lnTo>
                    <a:pt x="2031374" y="303035"/>
                  </a:lnTo>
                  <a:lnTo>
                    <a:pt x="2036820" y="303023"/>
                  </a:lnTo>
                  <a:lnTo>
                    <a:pt x="2042266" y="303009"/>
                  </a:lnTo>
                  <a:lnTo>
                    <a:pt x="2047712" y="302992"/>
                  </a:lnTo>
                  <a:lnTo>
                    <a:pt x="2053158" y="302973"/>
                  </a:lnTo>
                  <a:lnTo>
                    <a:pt x="2058605" y="302952"/>
                  </a:lnTo>
                  <a:lnTo>
                    <a:pt x="2064051" y="302927"/>
                  </a:lnTo>
                  <a:lnTo>
                    <a:pt x="2069497" y="302900"/>
                  </a:lnTo>
                  <a:lnTo>
                    <a:pt x="2074943" y="302870"/>
                  </a:lnTo>
                  <a:lnTo>
                    <a:pt x="2080389" y="302838"/>
                  </a:lnTo>
                  <a:lnTo>
                    <a:pt x="2085835" y="302802"/>
                  </a:lnTo>
                  <a:lnTo>
                    <a:pt x="2091281" y="302764"/>
                  </a:lnTo>
                  <a:lnTo>
                    <a:pt x="2096727" y="302723"/>
                  </a:lnTo>
                  <a:lnTo>
                    <a:pt x="2102173" y="302681"/>
                  </a:lnTo>
                  <a:lnTo>
                    <a:pt x="2107619" y="302638"/>
                  </a:lnTo>
                  <a:lnTo>
                    <a:pt x="2113065" y="302593"/>
                  </a:lnTo>
                  <a:lnTo>
                    <a:pt x="2118511" y="302548"/>
                  </a:lnTo>
                  <a:lnTo>
                    <a:pt x="2123957" y="302502"/>
                  </a:lnTo>
                  <a:lnTo>
                    <a:pt x="2129403" y="302458"/>
                  </a:lnTo>
                  <a:lnTo>
                    <a:pt x="2134849" y="302414"/>
                  </a:lnTo>
                  <a:lnTo>
                    <a:pt x="2140295" y="302372"/>
                  </a:lnTo>
                  <a:lnTo>
                    <a:pt x="2145741" y="302332"/>
                  </a:lnTo>
                  <a:lnTo>
                    <a:pt x="2151187" y="302294"/>
                  </a:lnTo>
                  <a:lnTo>
                    <a:pt x="2156633" y="302258"/>
                  </a:lnTo>
                  <a:lnTo>
                    <a:pt x="2162079" y="302227"/>
                  </a:lnTo>
                  <a:lnTo>
                    <a:pt x="2167525" y="302198"/>
                  </a:lnTo>
                  <a:lnTo>
                    <a:pt x="2172971" y="302173"/>
                  </a:lnTo>
                  <a:lnTo>
                    <a:pt x="2178418" y="302152"/>
                  </a:lnTo>
                  <a:lnTo>
                    <a:pt x="2183864" y="302133"/>
                  </a:lnTo>
                  <a:lnTo>
                    <a:pt x="2189310" y="302119"/>
                  </a:lnTo>
                  <a:lnTo>
                    <a:pt x="2194756" y="302108"/>
                  </a:lnTo>
                  <a:lnTo>
                    <a:pt x="2200202" y="302101"/>
                  </a:lnTo>
                  <a:lnTo>
                    <a:pt x="2205648" y="302097"/>
                  </a:lnTo>
                  <a:lnTo>
                    <a:pt x="2211094" y="302096"/>
                  </a:lnTo>
                  <a:lnTo>
                    <a:pt x="2216540" y="302099"/>
                  </a:lnTo>
                  <a:lnTo>
                    <a:pt x="2221986" y="302104"/>
                  </a:lnTo>
                  <a:lnTo>
                    <a:pt x="2227432" y="302112"/>
                  </a:lnTo>
                  <a:lnTo>
                    <a:pt x="2232878" y="302122"/>
                  </a:lnTo>
                  <a:lnTo>
                    <a:pt x="2238324" y="302134"/>
                  </a:lnTo>
                  <a:lnTo>
                    <a:pt x="2243770" y="302148"/>
                  </a:lnTo>
                  <a:lnTo>
                    <a:pt x="2249216" y="302164"/>
                  </a:lnTo>
                  <a:lnTo>
                    <a:pt x="2254662" y="302180"/>
                  </a:lnTo>
                  <a:lnTo>
                    <a:pt x="2260108" y="302196"/>
                  </a:lnTo>
                  <a:lnTo>
                    <a:pt x="2265554" y="302213"/>
                  </a:lnTo>
                  <a:lnTo>
                    <a:pt x="2271000" y="302229"/>
                  </a:lnTo>
                  <a:lnTo>
                    <a:pt x="2276446" y="302243"/>
                  </a:lnTo>
                  <a:lnTo>
                    <a:pt x="2281892" y="302256"/>
                  </a:lnTo>
                  <a:lnTo>
                    <a:pt x="2287338" y="302267"/>
                  </a:lnTo>
                  <a:lnTo>
                    <a:pt x="2292784" y="302276"/>
                  </a:lnTo>
                  <a:lnTo>
                    <a:pt x="2298231" y="302282"/>
                  </a:lnTo>
                  <a:lnTo>
                    <a:pt x="2303677" y="302285"/>
                  </a:lnTo>
                  <a:lnTo>
                    <a:pt x="2309123" y="302285"/>
                  </a:lnTo>
                  <a:lnTo>
                    <a:pt x="2314569" y="302281"/>
                  </a:lnTo>
                  <a:lnTo>
                    <a:pt x="2320015" y="302275"/>
                  </a:lnTo>
                  <a:lnTo>
                    <a:pt x="2325461" y="302267"/>
                  </a:lnTo>
                  <a:lnTo>
                    <a:pt x="2330907" y="302256"/>
                  </a:lnTo>
                  <a:lnTo>
                    <a:pt x="2336353" y="302243"/>
                  </a:lnTo>
                  <a:lnTo>
                    <a:pt x="2341799" y="302229"/>
                  </a:lnTo>
                  <a:lnTo>
                    <a:pt x="2347245" y="302214"/>
                  </a:lnTo>
                  <a:lnTo>
                    <a:pt x="2352691" y="302198"/>
                  </a:lnTo>
                  <a:lnTo>
                    <a:pt x="2358137" y="302182"/>
                  </a:lnTo>
                  <a:lnTo>
                    <a:pt x="2363583" y="302167"/>
                  </a:lnTo>
                  <a:lnTo>
                    <a:pt x="2369029" y="302153"/>
                  </a:lnTo>
                  <a:lnTo>
                    <a:pt x="2374475" y="302140"/>
                  </a:lnTo>
                  <a:lnTo>
                    <a:pt x="2379921" y="302129"/>
                  </a:lnTo>
                  <a:lnTo>
                    <a:pt x="2385367" y="302119"/>
                  </a:lnTo>
                  <a:lnTo>
                    <a:pt x="2390813" y="302113"/>
                  </a:lnTo>
                  <a:lnTo>
                    <a:pt x="2396259" y="302108"/>
                  </a:lnTo>
                  <a:lnTo>
                    <a:pt x="2401705" y="302107"/>
                  </a:lnTo>
                  <a:lnTo>
                    <a:pt x="2407151" y="302108"/>
                  </a:lnTo>
                  <a:lnTo>
                    <a:pt x="2412597" y="302112"/>
                  </a:lnTo>
                  <a:lnTo>
                    <a:pt x="2418043" y="302120"/>
                  </a:lnTo>
                  <a:lnTo>
                    <a:pt x="2423490" y="302130"/>
                  </a:lnTo>
                  <a:lnTo>
                    <a:pt x="2428936" y="302145"/>
                  </a:lnTo>
                  <a:lnTo>
                    <a:pt x="2434382" y="302163"/>
                  </a:lnTo>
                  <a:lnTo>
                    <a:pt x="2439828" y="302184"/>
                  </a:lnTo>
                  <a:lnTo>
                    <a:pt x="2445274" y="302209"/>
                  </a:lnTo>
                  <a:lnTo>
                    <a:pt x="2450720" y="302237"/>
                  </a:lnTo>
                  <a:lnTo>
                    <a:pt x="2456166" y="302268"/>
                  </a:lnTo>
                  <a:lnTo>
                    <a:pt x="2461612" y="302302"/>
                  </a:lnTo>
                  <a:lnTo>
                    <a:pt x="2467058" y="302340"/>
                  </a:lnTo>
                  <a:lnTo>
                    <a:pt x="2472504" y="302379"/>
                  </a:lnTo>
                  <a:lnTo>
                    <a:pt x="2477950" y="302421"/>
                  </a:lnTo>
                  <a:lnTo>
                    <a:pt x="2483396" y="302464"/>
                  </a:lnTo>
                  <a:lnTo>
                    <a:pt x="2488842" y="302508"/>
                  </a:lnTo>
                  <a:lnTo>
                    <a:pt x="2494288" y="302553"/>
                  </a:lnTo>
                  <a:lnTo>
                    <a:pt x="2499734" y="302598"/>
                  </a:lnTo>
                  <a:lnTo>
                    <a:pt x="2505180" y="302642"/>
                  </a:lnTo>
                  <a:lnTo>
                    <a:pt x="2510626" y="302685"/>
                  </a:lnTo>
                  <a:lnTo>
                    <a:pt x="2516072" y="302727"/>
                  </a:lnTo>
                  <a:lnTo>
                    <a:pt x="2521518" y="302767"/>
                  </a:lnTo>
                  <a:lnTo>
                    <a:pt x="2526964" y="302804"/>
                  </a:lnTo>
                  <a:lnTo>
                    <a:pt x="2532410" y="302840"/>
                  </a:lnTo>
                  <a:lnTo>
                    <a:pt x="2537856" y="302872"/>
                  </a:lnTo>
                  <a:lnTo>
                    <a:pt x="2543303" y="302902"/>
                  </a:lnTo>
                  <a:lnTo>
                    <a:pt x="2548749" y="302929"/>
                  </a:lnTo>
                  <a:lnTo>
                    <a:pt x="2554195" y="302953"/>
                  </a:lnTo>
                  <a:lnTo>
                    <a:pt x="2559641" y="302974"/>
                  </a:lnTo>
                  <a:lnTo>
                    <a:pt x="2565087" y="302993"/>
                  </a:lnTo>
                  <a:lnTo>
                    <a:pt x="2570533" y="303009"/>
                  </a:lnTo>
                  <a:lnTo>
                    <a:pt x="2575979" y="303024"/>
                  </a:lnTo>
                  <a:lnTo>
                    <a:pt x="2581425" y="303035"/>
                  </a:lnTo>
                  <a:lnTo>
                    <a:pt x="2586871" y="303045"/>
                  </a:lnTo>
                  <a:lnTo>
                    <a:pt x="2592317" y="303053"/>
                  </a:lnTo>
                  <a:lnTo>
                    <a:pt x="2597763" y="303060"/>
                  </a:lnTo>
                  <a:lnTo>
                    <a:pt x="2603209" y="303066"/>
                  </a:lnTo>
                  <a:lnTo>
                    <a:pt x="2608655" y="303071"/>
                  </a:lnTo>
                  <a:lnTo>
                    <a:pt x="2614101" y="303074"/>
                  </a:lnTo>
                  <a:lnTo>
                    <a:pt x="2619547" y="303077"/>
                  </a:lnTo>
                  <a:lnTo>
                    <a:pt x="2624993" y="303079"/>
                  </a:lnTo>
                  <a:lnTo>
                    <a:pt x="2630439" y="303081"/>
                  </a:lnTo>
                  <a:lnTo>
                    <a:pt x="2635885" y="303083"/>
                  </a:lnTo>
                  <a:lnTo>
                    <a:pt x="2641331" y="303084"/>
                  </a:lnTo>
                  <a:lnTo>
                    <a:pt x="2646777" y="303084"/>
                  </a:lnTo>
                  <a:lnTo>
                    <a:pt x="2652223" y="303085"/>
                  </a:lnTo>
                  <a:lnTo>
                    <a:pt x="2657669" y="303085"/>
                  </a:lnTo>
                  <a:lnTo>
                    <a:pt x="2663116" y="303086"/>
                  </a:lnTo>
                  <a:lnTo>
                    <a:pt x="2668562" y="303086"/>
                  </a:lnTo>
                  <a:lnTo>
                    <a:pt x="2674008" y="303086"/>
                  </a:lnTo>
                  <a:lnTo>
                    <a:pt x="2679454" y="303086"/>
                  </a:lnTo>
                  <a:lnTo>
                    <a:pt x="2684900" y="303086"/>
                  </a:lnTo>
                  <a:lnTo>
                    <a:pt x="2690346" y="303086"/>
                  </a:lnTo>
                  <a:lnTo>
                    <a:pt x="2695792" y="303086"/>
                  </a:lnTo>
                  <a:lnTo>
                    <a:pt x="2701238" y="303086"/>
                  </a:lnTo>
                  <a:lnTo>
                    <a:pt x="2706684" y="303086"/>
                  </a:lnTo>
                  <a:lnTo>
                    <a:pt x="2712130" y="303086"/>
                  </a:lnTo>
                  <a:lnTo>
                    <a:pt x="2717576" y="303086"/>
                  </a:lnTo>
                  <a:lnTo>
                    <a:pt x="2723022" y="303086"/>
                  </a:lnTo>
                  <a:lnTo>
                    <a:pt x="2728468" y="303086"/>
                  </a:lnTo>
                  <a:lnTo>
                    <a:pt x="2733914" y="303086"/>
                  </a:lnTo>
                  <a:lnTo>
                    <a:pt x="2739360" y="303086"/>
                  </a:lnTo>
                  <a:lnTo>
                    <a:pt x="2744806" y="303086"/>
                  </a:lnTo>
                  <a:lnTo>
                    <a:pt x="2750252" y="303087"/>
                  </a:lnTo>
                  <a:lnTo>
                    <a:pt x="2755698" y="303087"/>
                  </a:lnTo>
                  <a:lnTo>
                    <a:pt x="2761144" y="303087"/>
                  </a:lnTo>
                  <a:lnTo>
                    <a:pt x="2766590" y="303087"/>
                  </a:lnTo>
                  <a:lnTo>
                    <a:pt x="2772036" y="303087"/>
                  </a:lnTo>
                  <a:lnTo>
                    <a:pt x="2777482" y="303087"/>
                  </a:lnTo>
                  <a:lnTo>
                    <a:pt x="2782929" y="303087"/>
                  </a:lnTo>
                  <a:lnTo>
                    <a:pt x="2777482" y="303087"/>
                  </a:lnTo>
                  <a:lnTo>
                    <a:pt x="2772036" y="303087"/>
                  </a:lnTo>
                  <a:lnTo>
                    <a:pt x="2766590" y="303087"/>
                  </a:lnTo>
                  <a:lnTo>
                    <a:pt x="2761144" y="303087"/>
                  </a:lnTo>
                  <a:lnTo>
                    <a:pt x="2755698" y="303087"/>
                  </a:lnTo>
                  <a:lnTo>
                    <a:pt x="2750252" y="303087"/>
                  </a:lnTo>
                  <a:lnTo>
                    <a:pt x="2744806" y="303087"/>
                  </a:lnTo>
                  <a:lnTo>
                    <a:pt x="2739360" y="303087"/>
                  </a:lnTo>
                  <a:lnTo>
                    <a:pt x="2733914" y="303087"/>
                  </a:lnTo>
                  <a:lnTo>
                    <a:pt x="2728468" y="303087"/>
                  </a:lnTo>
                  <a:lnTo>
                    <a:pt x="2723022" y="303087"/>
                  </a:lnTo>
                  <a:lnTo>
                    <a:pt x="2717576" y="303087"/>
                  </a:lnTo>
                  <a:lnTo>
                    <a:pt x="2712130" y="303087"/>
                  </a:lnTo>
                  <a:lnTo>
                    <a:pt x="2706684" y="303087"/>
                  </a:lnTo>
                  <a:lnTo>
                    <a:pt x="2701238" y="303087"/>
                  </a:lnTo>
                  <a:lnTo>
                    <a:pt x="2695792" y="303087"/>
                  </a:lnTo>
                  <a:lnTo>
                    <a:pt x="2690346" y="303087"/>
                  </a:lnTo>
                  <a:lnTo>
                    <a:pt x="2684900" y="303087"/>
                  </a:lnTo>
                  <a:lnTo>
                    <a:pt x="2679454" y="303087"/>
                  </a:lnTo>
                  <a:lnTo>
                    <a:pt x="2674008" y="303087"/>
                  </a:lnTo>
                  <a:lnTo>
                    <a:pt x="2668562" y="303087"/>
                  </a:lnTo>
                  <a:lnTo>
                    <a:pt x="2663116" y="303087"/>
                  </a:lnTo>
                  <a:lnTo>
                    <a:pt x="2657669" y="303087"/>
                  </a:lnTo>
                  <a:lnTo>
                    <a:pt x="2652223" y="303087"/>
                  </a:lnTo>
                  <a:lnTo>
                    <a:pt x="2646777" y="303087"/>
                  </a:lnTo>
                  <a:lnTo>
                    <a:pt x="2641331" y="303087"/>
                  </a:lnTo>
                  <a:lnTo>
                    <a:pt x="2635885" y="303087"/>
                  </a:lnTo>
                  <a:lnTo>
                    <a:pt x="2630439" y="303087"/>
                  </a:lnTo>
                  <a:lnTo>
                    <a:pt x="2624993" y="303087"/>
                  </a:lnTo>
                  <a:lnTo>
                    <a:pt x="2619547" y="303087"/>
                  </a:lnTo>
                  <a:lnTo>
                    <a:pt x="2614101" y="303087"/>
                  </a:lnTo>
                  <a:lnTo>
                    <a:pt x="2608655" y="303087"/>
                  </a:lnTo>
                  <a:lnTo>
                    <a:pt x="2603209" y="303087"/>
                  </a:lnTo>
                  <a:lnTo>
                    <a:pt x="2597763" y="303087"/>
                  </a:lnTo>
                  <a:lnTo>
                    <a:pt x="2592317" y="303087"/>
                  </a:lnTo>
                  <a:lnTo>
                    <a:pt x="2586871" y="303087"/>
                  </a:lnTo>
                  <a:lnTo>
                    <a:pt x="2581425" y="303087"/>
                  </a:lnTo>
                  <a:lnTo>
                    <a:pt x="2575979" y="303087"/>
                  </a:lnTo>
                  <a:lnTo>
                    <a:pt x="2570533" y="303087"/>
                  </a:lnTo>
                  <a:lnTo>
                    <a:pt x="2565087" y="303087"/>
                  </a:lnTo>
                  <a:lnTo>
                    <a:pt x="2559641" y="303087"/>
                  </a:lnTo>
                  <a:lnTo>
                    <a:pt x="2554195" y="303087"/>
                  </a:lnTo>
                  <a:lnTo>
                    <a:pt x="2548749" y="303087"/>
                  </a:lnTo>
                  <a:lnTo>
                    <a:pt x="2543303" y="303087"/>
                  </a:lnTo>
                  <a:lnTo>
                    <a:pt x="2537856" y="303087"/>
                  </a:lnTo>
                  <a:lnTo>
                    <a:pt x="2532410" y="303087"/>
                  </a:lnTo>
                  <a:lnTo>
                    <a:pt x="2526964" y="303087"/>
                  </a:lnTo>
                  <a:lnTo>
                    <a:pt x="2521518" y="303087"/>
                  </a:lnTo>
                  <a:lnTo>
                    <a:pt x="2516072" y="303087"/>
                  </a:lnTo>
                  <a:lnTo>
                    <a:pt x="2510626" y="303087"/>
                  </a:lnTo>
                  <a:lnTo>
                    <a:pt x="2505180" y="303087"/>
                  </a:lnTo>
                  <a:lnTo>
                    <a:pt x="2499734" y="303087"/>
                  </a:lnTo>
                  <a:lnTo>
                    <a:pt x="2494288" y="303087"/>
                  </a:lnTo>
                  <a:lnTo>
                    <a:pt x="2488842" y="303087"/>
                  </a:lnTo>
                  <a:lnTo>
                    <a:pt x="2483396" y="303087"/>
                  </a:lnTo>
                  <a:lnTo>
                    <a:pt x="2477950" y="303087"/>
                  </a:lnTo>
                  <a:lnTo>
                    <a:pt x="2472504" y="303087"/>
                  </a:lnTo>
                  <a:lnTo>
                    <a:pt x="2467058" y="303087"/>
                  </a:lnTo>
                  <a:lnTo>
                    <a:pt x="2461612" y="303087"/>
                  </a:lnTo>
                  <a:lnTo>
                    <a:pt x="2456166" y="303087"/>
                  </a:lnTo>
                  <a:lnTo>
                    <a:pt x="2450720" y="303087"/>
                  </a:lnTo>
                  <a:lnTo>
                    <a:pt x="2445274" y="303087"/>
                  </a:lnTo>
                  <a:lnTo>
                    <a:pt x="2439828" y="303087"/>
                  </a:lnTo>
                  <a:lnTo>
                    <a:pt x="2434382" y="303087"/>
                  </a:lnTo>
                  <a:lnTo>
                    <a:pt x="2428936" y="303087"/>
                  </a:lnTo>
                  <a:lnTo>
                    <a:pt x="2423490" y="303087"/>
                  </a:lnTo>
                  <a:lnTo>
                    <a:pt x="2418043" y="303087"/>
                  </a:lnTo>
                  <a:lnTo>
                    <a:pt x="2412597" y="303087"/>
                  </a:lnTo>
                  <a:lnTo>
                    <a:pt x="2407151" y="303087"/>
                  </a:lnTo>
                  <a:lnTo>
                    <a:pt x="2401705" y="303087"/>
                  </a:lnTo>
                  <a:lnTo>
                    <a:pt x="2396259" y="303087"/>
                  </a:lnTo>
                  <a:lnTo>
                    <a:pt x="2390813" y="303087"/>
                  </a:lnTo>
                  <a:lnTo>
                    <a:pt x="2385367" y="303087"/>
                  </a:lnTo>
                  <a:lnTo>
                    <a:pt x="2379921" y="303087"/>
                  </a:lnTo>
                  <a:lnTo>
                    <a:pt x="2374475" y="303087"/>
                  </a:lnTo>
                  <a:lnTo>
                    <a:pt x="2369029" y="303087"/>
                  </a:lnTo>
                  <a:lnTo>
                    <a:pt x="2363583" y="303087"/>
                  </a:lnTo>
                  <a:lnTo>
                    <a:pt x="2358137" y="303087"/>
                  </a:lnTo>
                  <a:lnTo>
                    <a:pt x="2352691" y="303087"/>
                  </a:lnTo>
                  <a:lnTo>
                    <a:pt x="2347245" y="303087"/>
                  </a:lnTo>
                  <a:lnTo>
                    <a:pt x="2341799" y="303087"/>
                  </a:lnTo>
                  <a:lnTo>
                    <a:pt x="2336353" y="303087"/>
                  </a:lnTo>
                  <a:lnTo>
                    <a:pt x="2330907" y="303087"/>
                  </a:lnTo>
                  <a:lnTo>
                    <a:pt x="2325461" y="303087"/>
                  </a:lnTo>
                  <a:lnTo>
                    <a:pt x="2320015" y="303087"/>
                  </a:lnTo>
                  <a:lnTo>
                    <a:pt x="2314569" y="303087"/>
                  </a:lnTo>
                  <a:lnTo>
                    <a:pt x="2309123" y="303087"/>
                  </a:lnTo>
                  <a:lnTo>
                    <a:pt x="2303677" y="303087"/>
                  </a:lnTo>
                  <a:lnTo>
                    <a:pt x="2298231" y="303087"/>
                  </a:lnTo>
                  <a:lnTo>
                    <a:pt x="2292784" y="303087"/>
                  </a:lnTo>
                  <a:lnTo>
                    <a:pt x="2287338" y="303087"/>
                  </a:lnTo>
                  <a:lnTo>
                    <a:pt x="2281892" y="303087"/>
                  </a:lnTo>
                  <a:lnTo>
                    <a:pt x="2276446" y="303087"/>
                  </a:lnTo>
                  <a:lnTo>
                    <a:pt x="2271000" y="303087"/>
                  </a:lnTo>
                  <a:lnTo>
                    <a:pt x="2265554" y="303087"/>
                  </a:lnTo>
                  <a:lnTo>
                    <a:pt x="2260108" y="303087"/>
                  </a:lnTo>
                  <a:lnTo>
                    <a:pt x="2254662" y="303087"/>
                  </a:lnTo>
                  <a:lnTo>
                    <a:pt x="2249216" y="303087"/>
                  </a:lnTo>
                  <a:lnTo>
                    <a:pt x="2243770" y="303087"/>
                  </a:lnTo>
                  <a:lnTo>
                    <a:pt x="2238324" y="303087"/>
                  </a:lnTo>
                  <a:lnTo>
                    <a:pt x="2232878" y="303087"/>
                  </a:lnTo>
                  <a:lnTo>
                    <a:pt x="2227432" y="303087"/>
                  </a:lnTo>
                  <a:lnTo>
                    <a:pt x="2221986" y="303087"/>
                  </a:lnTo>
                  <a:lnTo>
                    <a:pt x="2216540" y="303087"/>
                  </a:lnTo>
                  <a:lnTo>
                    <a:pt x="2211094" y="303087"/>
                  </a:lnTo>
                  <a:lnTo>
                    <a:pt x="2205648" y="303087"/>
                  </a:lnTo>
                  <a:lnTo>
                    <a:pt x="2200202" y="303087"/>
                  </a:lnTo>
                  <a:lnTo>
                    <a:pt x="2194756" y="303087"/>
                  </a:lnTo>
                  <a:lnTo>
                    <a:pt x="2189310" y="303087"/>
                  </a:lnTo>
                  <a:lnTo>
                    <a:pt x="2183864" y="303087"/>
                  </a:lnTo>
                  <a:lnTo>
                    <a:pt x="2178418" y="303087"/>
                  </a:lnTo>
                  <a:lnTo>
                    <a:pt x="2172971" y="303087"/>
                  </a:lnTo>
                  <a:lnTo>
                    <a:pt x="2167525" y="303087"/>
                  </a:lnTo>
                  <a:lnTo>
                    <a:pt x="2162079" y="303087"/>
                  </a:lnTo>
                  <a:lnTo>
                    <a:pt x="2156633" y="303087"/>
                  </a:lnTo>
                  <a:lnTo>
                    <a:pt x="2151187" y="303087"/>
                  </a:lnTo>
                  <a:lnTo>
                    <a:pt x="2145741" y="303087"/>
                  </a:lnTo>
                  <a:lnTo>
                    <a:pt x="2140295" y="303087"/>
                  </a:lnTo>
                  <a:lnTo>
                    <a:pt x="2134849" y="303087"/>
                  </a:lnTo>
                  <a:lnTo>
                    <a:pt x="2129403" y="303087"/>
                  </a:lnTo>
                  <a:lnTo>
                    <a:pt x="2123957" y="303087"/>
                  </a:lnTo>
                  <a:lnTo>
                    <a:pt x="2118511" y="303087"/>
                  </a:lnTo>
                  <a:lnTo>
                    <a:pt x="2113065" y="303087"/>
                  </a:lnTo>
                  <a:lnTo>
                    <a:pt x="2107619" y="303087"/>
                  </a:lnTo>
                  <a:lnTo>
                    <a:pt x="2102173" y="303087"/>
                  </a:lnTo>
                  <a:lnTo>
                    <a:pt x="2096727" y="303087"/>
                  </a:lnTo>
                  <a:lnTo>
                    <a:pt x="2091281" y="303087"/>
                  </a:lnTo>
                  <a:lnTo>
                    <a:pt x="2085835" y="303087"/>
                  </a:lnTo>
                  <a:lnTo>
                    <a:pt x="2080389" y="303087"/>
                  </a:lnTo>
                  <a:lnTo>
                    <a:pt x="2074943" y="303087"/>
                  </a:lnTo>
                  <a:lnTo>
                    <a:pt x="2069497" y="303087"/>
                  </a:lnTo>
                  <a:lnTo>
                    <a:pt x="2064051" y="303087"/>
                  </a:lnTo>
                  <a:lnTo>
                    <a:pt x="2058605" y="303087"/>
                  </a:lnTo>
                  <a:lnTo>
                    <a:pt x="2053158" y="303087"/>
                  </a:lnTo>
                  <a:lnTo>
                    <a:pt x="2047712" y="303087"/>
                  </a:lnTo>
                  <a:lnTo>
                    <a:pt x="2042266" y="303087"/>
                  </a:lnTo>
                  <a:lnTo>
                    <a:pt x="2036820" y="303087"/>
                  </a:lnTo>
                  <a:lnTo>
                    <a:pt x="2031374" y="303087"/>
                  </a:lnTo>
                  <a:lnTo>
                    <a:pt x="2025928" y="303087"/>
                  </a:lnTo>
                  <a:lnTo>
                    <a:pt x="2020482" y="303087"/>
                  </a:lnTo>
                  <a:lnTo>
                    <a:pt x="2015036" y="303087"/>
                  </a:lnTo>
                  <a:lnTo>
                    <a:pt x="2009590" y="303087"/>
                  </a:lnTo>
                  <a:lnTo>
                    <a:pt x="2004144" y="303087"/>
                  </a:lnTo>
                  <a:lnTo>
                    <a:pt x="1998698" y="303087"/>
                  </a:lnTo>
                  <a:lnTo>
                    <a:pt x="1993252" y="303087"/>
                  </a:lnTo>
                  <a:lnTo>
                    <a:pt x="1987806" y="303087"/>
                  </a:lnTo>
                  <a:lnTo>
                    <a:pt x="1982360" y="303087"/>
                  </a:lnTo>
                  <a:lnTo>
                    <a:pt x="1976914" y="303087"/>
                  </a:lnTo>
                  <a:lnTo>
                    <a:pt x="1971468" y="303087"/>
                  </a:lnTo>
                  <a:lnTo>
                    <a:pt x="1966022" y="303087"/>
                  </a:lnTo>
                  <a:lnTo>
                    <a:pt x="1960576" y="303087"/>
                  </a:lnTo>
                  <a:lnTo>
                    <a:pt x="1955130" y="303087"/>
                  </a:lnTo>
                  <a:lnTo>
                    <a:pt x="1949684" y="303087"/>
                  </a:lnTo>
                  <a:lnTo>
                    <a:pt x="1944238" y="303087"/>
                  </a:lnTo>
                  <a:lnTo>
                    <a:pt x="1938792" y="303087"/>
                  </a:lnTo>
                  <a:lnTo>
                    <a:pt x="1933345" y="303087"/>
                  </a:lnTo>
                  <a:lnTo>
                    <a:pt x="1927899" y="303087"/>
                  </a:lnTo>
                  <a:lnTo>
                    <a:pt x="1922453" y="303087"/>
                  </a:lnTo>
                  <a:lnTo>
                    <a:pt x="1917007" y="303087"/>
                  </a:lnTo>
                  <a:lnTo>
                    <a:pt x="1911561" y="303087"/>
                  </a:lnTo>
                  <a:lnTo>
                    <a:pt x="1906115" y="303087"/>
                  </a:lnTo>
                  <a:lnTo>
                    <a:pt x="1900669" y="303087"/>
                  </a:lnTo>
                  <a:lnTo>
                    <a:pt x="1895223" y="303087"/>
                  </a:lnTo>
                  <a:lnTo>
                    <a:pt x="1889777" y="303087"/>
                  </a:lnTo>
                  <a:lnTo>
                    <a:pt x="1884331" y="303087"/>
                  </a:lnTo>
                  <a:lnTo>
                    <a:pt x="1878885" y="303087"/>
                  </a:lnTo>
                  <a:lnTo>
                    <a:pt x="1873439" y="303087"/>
                  </a:lnTo>
                  <a:lnTo>
                    <a:pt x="1867993" y="303087"/>
                  </a:lnTo>
                  <a:lnTo>
                    <a:pt x="1862547" y="303087"/>
                  </a:lnTo>
                  <a:lnTo>
                    <a:pt x="1857101" y="303087"/>
                  </a:lnTo>
                  <a:lnTo>
                    <a:pt x="1851655" y="303087"/>
                  </a:lnTo>
                  <a:lnTo>
                    <a:pt x="1846209" y="303087"/>
                  </a:lnTo>
                  <a:lnTo>
                    <a:pt x="1840763" y="303087"/>
                  </a:lnTo>
                  <a:lnTo>
                    <a:pt x="1835317" y="303087"/>
                  </a:lnTo>
                  <a:lnTo>
                    <a:pt x="1829871" y="303087"/>
                  </a:lnTo>
                  <a:lnTo>
                    <a:pt x="1824425" y="303087"/>
                  </a:lnTo>
                  <a:lnTo>
                    <a:pt x="1818979" y="303087"/>
                  </a:lnTo>
                  <a:lnTo>
                    <a:pt x="1813532" y="303087"/>
                  </a:lnTo>
                  <a:lnTo>
                    <a:pt x="1808086" y="303087"/>
                  </a:lnTo>
                  <a:lnTo>
                    <a:pt x="1802640" y="303087"/>
                  </a:lnTo>
                  <a:lnTo>
                    <a:pt x="1797194" y="303087"/>
                  </a:lnTo>
                  <a:lnTo>
                    <a:pt x="1791748" y="303087"/>
                  </a:lnTo>
                  <a:lnTo>
                    <a:pt x="1786302" y="303087"/>
                  </a:lnTo>
                  <a:lnTo>
                    <a:pt x="1780856" y="303087"/>
                  </a:lnTo>
                  <a:lnTo>
                    <a:pt x="1775410" y="303087"/>
                  </a:lnTo>
                  <a:lnTo>
                    <a:pt x="1769964" y="303087"/>
                  </a:lnTo>
                  <a:lnTo>
                    <a:pt x="1764518" y="303087"/>
                  </a:lnTo>
                  <a:lnTo>
                    <a:pt x="1759072" y="303087"/>
                  </a:lnTo>
                  <a:lnTo>
                    <a:pt x="1753626" y="303087"/>
                  </a:lnTo>
                  <a:lnTo>
                    <a:pt x="1748180" y="303087"/>
                  </a:lnTo>
                  <a:lnTo>
                    <a:pt x="1742734" y="303087"/>
                  </a:lnTo>
                  <a:lnTo>
                    <a:pt x="1737288" y="303087"/>
                  </a:lnTo>
                  <a:lnTo>
                    <a:pt x="1731842" y="303087"/>
                  </a:lnTo>
                  <a:lnTo>
                    <a:pt x="1726396" y="303087"/>
                  </a:lnTo>
                  <a:lnTo>
                    <a:pt x="1720950" y="303087"/>
                  </a:lnTo>
                  <a:lnTo>
                    <a:pt x="1715504" y="303087"/>
                  </a:lnTo>
                  <a:lnTo>
                    <a:pt x="1710058" y="303087"/>
                  </a:lnTo>
                  <a:lnTo>
                    <a:pt x="1704612" y="303087"/>
                  </a:lnTo>
                  <a:lnTo>
                    <a:pt x="1699166" y="303087"/>
                  </a:lnTo>
                  <a:lnTo>
                    <a:pt x="1693720" y="303087"/>
                  </a:lnTo>
                  <a:lnTo>
                    <a:pt x="1688273" y="303087"/>
                  </a:lnTo>
                  <a:lnTo>
                    <a:pt x="1682827" y="303087"/>
                  </a:lnTo>
                  <a:lnTo>
                    <a:pt x="1677381" y="303087"/>
                  </a:lnTo>
                  <a:lnTo>
                    <a:pt x="1671935" y="303087"/>
                  </a:lnTo>
                  <a:lnTo>
                    <a:pt x="1666489" y="303087"/>
                  </a:lnTo>
                  <a:lnTo>
                    <a:pt x="1661043" y="303087"/>
                  </a:lnTo>
                  <a:lnTo>
                    <a:pt x="1655597" y="303087"/>
                  </a:lnTo>
                  <a:lnTo>
                    <a:pt x="1650151" y="303087"/>
                  </a:lnTo>
                  <a:lnTo>
                    <a:pt x="1644705" y="303087"/>
                  </a:lnTo>
                  <a:lnTo>
                    <a:pt x="1639259" y="303087"/>
                  </a:lnTo>
                  <a:lnTo>
                    <a:pt x="1633813" y="303087"/>
                  </a:lnTo>
                  <a:lnTo>
                    <a:pt x="1628367" y="303087"/>
                  </a:lnTo>
                  <a:lnTo>
                    <a:pt x="1622921" y="303087"/>
                  </a:lnTo>
                  <a:lnTo>
                    <a:pt x="1617475" y="303087"/>
                  </a:lnTo>
                  <a:lnTo>
                    <a:pt x="1612029" y="303087"/>
                  </a:lnTo>
                  <a:lnTo>
                    <a:pt x="1606583" y="303087"/>
                  </a:lnTo>
                  <a:lnTo>
                    <a:pt x="1601137" y="303087"/>
                  </a:lnTo>
                  <a:lnTo>
                    <a:pt x="1595691" y="303087"/>
                  </a:lnTo>
                  <a:lnTo>
                    <a:pt x="1590245" y="303087"/>
                  </a:lnTo>
                  <a:lnTo>
                    <a:pt x="1584799" y="303087"/>
                  </a:lnTo>
                  <a:lnTo>
                    <a:pt x="1579353" y="303087"/>
                  </a:lnTo>
                  <a:lnTo>
                    <a:pt x="1573907" y="303087"/>
                  </a:lnTo>
                  <a:lnTo>
                    <a:pt x="1568460" y="303087"/>
                  </a:lnTo>
                  <a:lnTo>
                    <a:pt x="1563014" y="303087"/>
                  </a:lnTo>
                  <a:lnTo>
                    <a:pt x="1557568" y="303087"/>
                  </a:lnTo>
                  <a:lnTo>
                    <a:pt x="1552122" y="303087"/>
                  </a:lnTo>
                  <a:lnTo>
                    <a:pt x="1546676" y="303087"/>
                  </a:lnTo>
                  <a:lnTo>
                    <a:pt x="1541230" y="303087"/>
                  </a:lnTo>
                  <a:lnTo>
                    <a:pt x="1535784" y="303087"/>
                  </a:lnTo>
                  <a:lnTo>
                    <a:pt x="1530338" y="303087"/>
                  </a:lnTo>
                  <a:lnTo>
                    <a:pt x="1524892" y="303087"/>
                  </a:lnTo>
                  <a:lnTo>
                    <a:pt x="1519446" y="303087"/>
                  </a:lnTo>
                  <a:lnTo>
                    <a:pt x="1514000" y="303087"/>
                  </a:lnTo>
                  <a:lnTo>
                    <a:pt x="1508554" y="303087"/>
                  </a:lnTo>
                  <a:lnTo>
                    <a:pt x="1503108" y="303087"/>
                  </a:lnTo>
                  <a:lnTo>
                    <a:pt x="1497662" y="303087"/>
                  </a:lnTo>
                  <a:lnTo>
                    <a:pt x="1492216" y="303087"/>
                  </a:lnTo>
                  <a:lnTo>
                    <a:pt x="1486770" y="303087"/>
                  </a:lnTo>
                  <a:lnTo>
                    <a:pt x="1481324" y="303087"/>
                  </a:lnTo>
                  <a:lnTo>
                    <a:pt x="1475878" y="303087"/>
                  </a:lnTo>
                  <a:lnTo>
                    <a:pt x="1470432" y="303087"/>
                  </a:lnTo>
                  <a:lnTo>
                    <a:pt x="1464986" y="303087"/>
                  </a:lnTo>
                  <a:lnTo>
                    <a:pt x="1459540" y="303087"/>
                  </a:lnTo>
                  <a:lnTo>
                    <a:pt x="1454094" y="303087"/>
                  </a:lnTo>
                  <a:lnTo>
                    <a:pt x="1448647" y="303087"/>
                  </a:lnTo>
                  <a:lnTo>
                    <a:pt x="1443201" y="303087"/>
                  </a:lnTo>
                  <a:lnTo>
                    <a:pt x="1437755" y="303087"/>
                  </a:lnTo>
                  <a:lnTo>
                    <a:pt x="1432309" y="303087"/>
                  </a:lnTo>
                  <a:lnTo>
                    <a:pt x="1426863" y="303087"/>
                  </a:lnTo>
                  <a:lnTo>
                    <a:pt x="1421417" y="303087"/>
                  </a:lnTo>
                  <a:lnTo>
                    <a:pt x="1415971" y="303087"/>
                  </a:lnTo>
                  <a:lnTo>
                    <a:pt x="1410525" y="303087"/>
                  </a:lnTo>
                  <a:lnTo>
                    <a:pt x="1405079" y="303087"/>
                  </a:lnTo>
                  <a:lnTo>
                    <a:pt x="1399633" y="303087"/>
                  </a:lnTo>
                  <a:lnTo>
                    <a:pt x="1394187" y="303087"/>
                  </a:lnTo>
                  <a:lnTo>
                    <a:pt x="1388741" y="303087"/>
                  </a:lnTo>
                  <a:lnTo>
                    <a:pt x="1383295" y="303087"/>
                  </a:lnTo>
                  <a:lnTo>
                    <a:pt x="1377849" y="303087"/>
                  </a:lnTo>
                  <a:lnTo>
                    <a:pt x="1372403" y="303087"/>
                  </a:lnTo>
                  <a:lnTo>
                    <a:pt x="1366957" y="303087"/>
                  </a:lnTo>
                  <a:lnTo>
                    <a:pt x="1361511" y="303087"/>
                  </a:lnTo>
                  <a:lnTo>
                    <a:pt x="1356065" y="303087"/>
                  </a:lnTo>
                  <a:lnTo>
                    <a:pt x="1350619" y="303087"/>
                  </a:lnTo>
                  <a:lnTo>
                    <a:pt x="1345173" y="303087"/>
                  </a:lnTo>
                  <a:lnTo>
                    <a:pt x="1339727" y="303087"/>
                  </a:lnTo>
                  <a:lnTo>
                    <a:pt x="1334281" y="303087"/>
                  </a:lnTo>
                  <a:lnTo>
                    <a:pt x="1328834" y="303087"/>
                  </a:lnTo>
                  <a:lnTo>
                    <a:pt x="1323388" y="303087"/>
                  </a:lnTo>
                  <a:lnTo>
                    <a:pt x="1317942" y="303087"/>
                  </a:lnTo>
                  <a:lnTo>
                    <a:pt x="1312496" y="303087"/>
                  </a:lnTo>
                  <a:lnTo>
                    <a:pt x="1307050" y="303087"/>
                  </a:lnTo>
                  <a:lnTo>
                    <a:pt x="1301604" y="303087"/>
                  </a:lnTo>
                  <a:lnTo>
                    <a:pt x="1296158" y="303087"/>
                  </a:lnTo>
                  <a:lnTo>
                    <a:pt x="1290712" y="303087"/>
                  </a:lnTo>
                  <a:lnTo>
                    <a:pt x="1285266" y="303087"/>
                  </a:lnTo>
                  <a:lnTo>
                    <a:pt x="1279820" y="303087"/>
                  </a:lnTo>
                  <a:lnTo>
                    <a:pt x="1274374" y="303087"/>
                  </a:lnTo>
                  <a:lnTo>
                    <a:pt x="1268928" y="303087"/>
                  </a:lnTo>
                  <a:lnTo>
                    <a:pt x="1263482" y="303087"/>
                  </a:lnTo>
                  <a:lnTo>
                    <a:pt x="1258036" y="303087"/>
                  </a:lnTo>
                  <a:lnTo>
                    <a:pt x="1252590" y="303087"/>
                  </a:lnTo>
                  <a:lnTo>
                    <a:pt x="1247144" y="303087"/>
                  </a:lnTo>
                  <a:lnTo>
                    <a:pt x="1241698" y="303087"/>
                  </a:lnTo>
                  <a:lnTo>
                    <a:pt x="1236252" y="303087"/>
                  </a:lnTo>
                  <a:lnTo>
                    <a:pt x="1230806" y="303087"/>
                  </a:lnTo>
                  <a:lnTo>
                    <a:pt x="1225360" y="303087"/>
                  </a:lnTo>
                  <a:lnTo>
                    <a:pt x="1219914" y="303087"/>
                  </a:lnTo>
                  <a:lnTo>
                    <a:pt x="1214468" y="303087"/>
                  </a:lnTo>
                  <a:lnTo>
                    <a:pt x="1209021" y="303087"/>
                  </a:lnTo>
                  <a:lnTo>
                    <a:pt x="1203575" y="303087"/>
                  </a:lnTo>
                  <a:lnTo>
                    <a:pt x="1198129" y="303087"/>
                  </a:lnTo>
                  <a:lnTo>
                    <a:pt x="1192683" y="303087"/>
                  </a:lnTo>
                  <a:lnTo>
                    <a:pt x="1187237" y="303087"/>
                  </a:lnTo>
                  <a:lnTo>
                    <a:pt x="1181791" y="303087"/>
                  </a:lnTo>
                  <a:lnTo>
                    <a:pt x="1176345" y="303087"/>
                  </a:lnTo>
                  <a:lnTo>
                    <a:pt x="1170899" y="303087"/>
                  </a:lnTo>
                  <a:lnTo>
                    <a:pt x="1165453" y="303087"/>
                  </a:lnTo>
                  <a:lnTo>
                    <a:pt x="1160007" y="303087"/>
                  </a:lnTo>
                  <a:lnTo>
                    <a:pt x="1154561" y="303087"/>
                  </a:lnTo>
                  <a:lnTo>
                    <a:pt x="1149115" y="303087"/>
                  </a:lnTo>
                  <a:lnTo>
                    <a:pt x="1143669" y="303087"/>
                  </a:lnTo>
                  <a:lnTo>
                    <a:pt x="1138223" y="303087"/>
                  </a:lnTo>
                  <a:lnTo>
                    <a:pt x="1132777" y="303087"/>
                  </a:lnTo>
                  <a:lnTo>
                    <a:pt x="1127331" y="303087"/>
                  </a:lnTo>
                  <a:lnTo>
                    <a:pt x="1121885" y="303087"/>
                  </a:lnTo>
                  <a:lnTo>
                    <a:pt x="1116439" y="303087"/>
                  </a:lnTo>
                  <a:lnTo>
                    <a:pt x="1110993" y="303087"/>
                  </a:lnTo>
                  <a:lnTo>
                    <a:pt x="1105547" y="303087"/>
                  </a:lnTo>
                  <a:lnTo>
                    <a:pt x="1100101" y="303087"/>
                  </a:lnTo>
                  <a:lnTo>
                    <a:pt x="1094655" y="303087"/>
                  </a:lnTo>
                  <a:lnTo>
                    <a:pt x="1089209" y="303087"/>
                  </a:lnTo>
                  <a:lnTo>
                    <a:pt x="1083762" y="303087"/>
                  </a:lnTo>
                  <a:lnTo>
                    <a:pt x="1078316" y="303087"/>
                  </a:lnTo>
                  <a:lnTo>
                    <a:pt x="1072870" y="303087"/>
                  </a:lnTo>
                  <a:lnTo>
                    <a:pt x="1067424" y="303087"/>
                  </a:lnTo>
                  <a:lnTo>
                    <a:pt x="1061978" y="303087"/>
                  </a:lnTo>
                  <a:lnTo>
                    <a:pt x="1056532" y="303087"/>
                  </a:lnTo>
                  <a:lnTo>
                    <a:pt x="1051086" y="303087"/>
                  </a:lnTo>
                  <a:lnTo>
                    <a:pt x="1045640" y="303087"/>
                  </a:lnTo>
                  <a:lnTo>
                    <a:pt x="1040194" y="303087"/>
                  </a:lnTo>
                  <a:lnTo>
                    <a:pt x="1034748" y="303087"/>
                  </a:lnTo>
                  <a:lnTo>
                    <a:pt x="1029302" y="303087"/>
                  </a:lnTo>
                  <a:lnTo>
                    <a:pt x="1023856" y="303087"/>
                  </a:lnTo>
                  <a:lnTo>
                    <a:pt x="1018410" y="303087"/>
                  </a:lnTo>
                  <a:lnTo>
                    <a:pt x="1012964" y="303087"/>
                  </a:lnTo>
                  <a:lnTo>
                    <a:pt x="1007518" y="303087"/>
                  </a:lnTo>
                  <a:lnTo>
                    <a:pt x="1002072" y="303087"/>
                  </a:lnTo>
                  <a:lnTo>
                    <a:pt x="996626" y="303087"/>
                  </a:lnTo>
                  <a:lnTo>
                    <a:pt x="991180" y="303087"/>
                  </a:lnTo>
                  <a:lnTo>
                    <a:pt x="985734" y="303087"/>
                  </a:lnTo>
                  <a:lnTo>
                    <a:pt x="980288" y="303087"/>
                  </a:lnTo>
                  <a:lnTo>
                    <a:pt x="974842" y="303087"/>
                  </a:lnTo>
                  <a:lnTo>
                    <a:pt x="969396" y="303087"/>
                  </a:lnTo>
                  <a:lnTo>
                    <a:pt x="963949" y="303087"/>
                  </a:lnTo>
                  <a:lnTo>
                    <a:pt x="958503" y="303087"/>
                  </a:lnTo>
                  <a:lnTo>
                    <a:pt x="953057" y="303087"/>
                  </a:lnTo>
                  <a:lnTo>
                    <a:pt x="947611" y="303087"/>
                  </a:lnTo>
                  <a:lnTo>
                    <a:pt x="942165" y="303087"/>
                  </a:lnTo>
                  <a:lnTo>
                    <a:pt x="936719" y="303087"/>
                  </a:lnTo>
                  <a:lnTo>
                    <a:pt x="931273" y="303087"/>
                  </a:lnTo>
                  <a:lnTo>
                    <a:pt x="925827" y="303087"/>
                  </a:lnTo>
                  <a:lnTo>
                    <a:pt x="920381" y="303087"/>
                  </a:lnTo>
                  <a:lnTo>
                    <a:pt x="914935" y="303087"/>
                  </a:lnTo>
                  <a:lnTo>
                    <a:pt x="909489" y="303087"/>
                  </a:lnTo>
                  <a:lnTo>
                    <a:pt x="904043" y="303087"/>
                  </a:lnTo>
                  <a:lnTo>
                    <a:pt x="898597" y="303087"/>
                  </a:lnTo>
                  <a:lnTo>
                    <a:pt x="893151" y="303087"/>
                  </a:lnTo>
                  <a:lnTo>
                    <a:pt x="887705" y="303087"/>
                  </a:lnTo>
                  <a:lnTo>
                    <a:pt x="882259" y="303087"/>
                  </a:lnTo>
                  <a:lnTo>
                    <a:pt x="876813" y="303087"/>
                  </a:lnTo>
                  <a:lnTo>
                    <a:pt x="871367" y="303087"/>
                  </a:lnTo>
                  <a:lnTo>
                    <a:pt x="865921" y="303087"/>
                  </a:lnTo>
                  <a:lnTo>
                    <a:pt x="860475" y="303087"/>
                  </a:lnTo>
                  <a:lnTo>
                    <a:pt x="855029" y="303087"/>
                  </a:lnTo>
                  <a:lnTo>
                    <a:pt x="849583" y="303087"/>
                  </a:lnTo>
                  <a:lnTo>
                    <a:pt x="844136" y="303087"/>
                  </a:lnTo>
                  <a:lnTo>
                    <a:pt x="838690" y="303087"/>
                  </a:lnTo>
                  <a:lnTo>
                    <a:pt x="833244" y="303087"/>
                  </a:lnTo>
                  <a:lnTo>
                    <a:pt x="827798" y="303087"/>
                  </a:lnTo>
                  <a:lnTo>
                    <a:pt x="822352" y="303087"/>
                  </a:lnTo>
                  <a:lnTo>
                    <a:pt x="816906" y="303087"/>
                  </a:lnTo>
                  <a:lnTo>
                    <a:pt x="811460" y="303087"/>
                  </a:lnTo>
                  <a:lnTo>
                    <a:pt x="806014" y="303087"/>
                  </a:lnTo>
                  <a:lnTo>
                    <a:pt x="800568" y="303087"/>
                  </a:lnTo>
                  <a:lnTo>
                    <a:pt x="795122" y="303087"/>
                  </a:lnTo>
                  <a:lnTo>
                    <a:pt x="789676" y="303087"/>
                  </a:lnTo>
                  <a:lnTo>
                    <a:pt x="784230" y="303087"/>
                  </a:lnTo>
                  <a:lnTo>
                    <a:pt x="778784" y="303087"/>
                  </a:lnTo>
                  <a:lnTo>
                    <a:pt x="773338" y="303087"/>
                  </a:lnTo>
                  <a:lnTo>
                    <a:pt x="767892" y="303087"/>
                  </a:lnTo>
                  <a:lnTo>
                    <a:pt x="762446" y="303087"/>
                  </a:lnTo>
                  <a:lnTo>
                    <a:pt x="757000" y="303087"/>
                  </a:lnTo>
                  <a:lnTo>
                    <a:pt x="751554" y="303087"/>
                  </a:lnTo>
                  <a:lnTo>
                    <a:pt x="746108" y="303087"/>
                  </a:lnTo>
                  <a:lnTo>
                    <a:pt x="740662" y="303087"/>
                  </a:lnTo>
                  <a:lnTo>
                    <a:pt x="735216" y="303087"/>
                  </a:lnTo>
                  <a:lnTo>
                    <a:pt x="729770" y="303087"/>
                  </a:lnTo>
                  <a:lnTo>
                    <a:pt x="724323" y="303087"/>
                  </a:lnTo>
                  <a:lnTo>
                    <a:pt x="718877" y="303087"/>
                  </a:lnTo>
                  <a:lnTo>
                    <a:pt x="713431" y="303087"/>
                  </a:lnTo>
                  <a:lnTo>
                    <a:pt x="707985" y="303087"/>
                  </a:lnTo>
                  <a:lnTo>
                    <a:pt x="702539" y="303087"/>
                  </a:lnTo>
                  <a:lnTo>
                    <a:pt x="697093" y="303087"/>
                  </a:lnTo>
                  <a:lnTo>
                    <a:pt x="691647" y="303087"/>
                  </a:lnTo>
                  <a:lnTo>
                    <a:pt x="686201" y="303087"/>
                  </a:lnTo>
                  <a:lnTo>
                    <a:pt x="680755" y="303087"/>
                  </a:lnTo>
                  <a:lnTo>
                    <a:pt x="675309" y="303087"/>
                  </a:lnTo>
                  <a:lnTo>
                    <a:pt x="669863" y="303087"/>
                  </a:lnTo>
                  <a:lnTo>
                    <a:pt x="664417" y="303087"/>
                  </a:lnTo>
                  <a:lnTo>
                    <a:pt x="658971" y="303087"/>
                  </a:lnTo>
                  <a:lnTo>
                    <a:pt x="653525" y="303087"/>
                  </a:lnTo>
                  <a:lnTo>
                    <a:pt x="648079" y="303087"/>
                  </a:lnTo>
                  <a:lnTo>
                    <a:pt x="642633" y="303087"/>
                  </a:lnTo>
                  <a:lnTo>
                    <a:pt x="637187" y="303087"/>
                  </a:lnTo>
                  <a:lnTo>
                    <a:pt x="631741" y="303087"/>
                  </a:lnTo>
                  <a:lnTo>
                    <a:pt x="626295" y="303087"/>
                  </a:lnTo>
                  <a:lnTo>
                    <a:pt x="620849" y="303087"/>
                  </a:lnTo>
                  <a:lnTo>
                    <a:pt x="615403" y="303087"/>
                  </a:lnTo>
                  <a:lnTo>
                    <a:pt x="609957" y="303087"/>
                  </a:lnTo>
                  <a:lnTo>
                    <a:pt x="604510" y="303087"/>
                  </a:lnTo>
                  <a:lnTo>
                    <a:pt x="599064" y="303087"/>
                  </a:lnTo>
                  <a:lnTo>
                    <a:pt x="593618" y="303087"/>
                  </a:lnTo>
                  <a:lnTo>
                    <a:pt x="588172" y="303087"/>
                  </a:lnTo>
                  <a:lnTo>
                    <a:pt x="582726" y="303087"/>
                  </a:lnTo>
                  <a:lnTo>
                    <a:pt x="577280" y="303087"/>
                  </a:lnTo>
                  <a:lnTo>
                    <a:pt x="571834" y="303087"/>
                  </a:lnTo>
                  <a:lnTo>
                    <a:pt x="566388" y="303087"/>
                  </a:lnTo>
                  <a:lnTo>
                    <a:pt x="560942" y="303087"/>
                  </a:lnTo>
                  <a:lnTo>
                    <a:pt x="555496" y="303087"/>
                  </a:lnTo>
                  <a:lnTo>
                    <a:pt x="550050" y="303087"/>
                  </a:lnTo>
                  <a:lnTo>
                    <a:pt x="544604" y="303087"/>
                  </a:lnTo>
                  <a:lnTo>
                    <a:pt x="539158" y="303087"/>
                  </a:lnTo>
                  <a:lnTo>
                    <a:pt x="533712" y="303087"/>
                  </a:lnTo>
                  <a:lnTo>
                    <a:pt x="528266" y="303087"/>
                  </a:lnTo>
                  <a:lnTo>
                    <a:pt x="522820" y="303087"/>
                  </a:lnTo>
                  <a:lnTo>
                    <a:pt x="517374" y="303087"/>
                  </a:lnTo>
                  <a:lnTo>
                    <a:pt x="511928" y="303087"/>
                  </a:lnTo>
                  <a:lnTo>
                    <a:pt x="506482" y="303087"/>
                  </a:lnTo>
                  <a:lnTo>
                    <a:pt x="501036" y="303087"/>
                  </a:lnTo>
                  <a:lnTo>
                    <a:pt x="495590" y="303087"/>
                  </a:lnTo>
                  <a:lnTo>
                    <a:pt x="490144" y="303087"/>
                  </a:lnTo>
                  <a:lnTo>
                    <a:pt x="484698" y="303087"/>
                  </a:lnTo>
                  <a:lnTo>
                    <a:pt x="479251" y="303087"/>
                  </a:lnTo>
                  <a:lnTo>
                    <a:pt x="473805" y="303087"/>
                  </a:lnTo>
                  <a:lnTo>
                    <a:pt x="468359" y="303087"/>
                  </a:lnTo>
                  <a:lnTo>
                    <a:pt x="462913" y="303087"/>
                  </a:lnTo>
                  <a:lnTo>
                    <a:pt x="457467" y="303087"/>
                  </a:lnTo>
                  <a:lnTo>
                    <a:pt x="452021" y="303087"/>
                  </a:lnTo>
                  <a:lnTo>
                    <a:pt x="446575" y="303087"/>
                  </a:lnTo>
                  <a:lnTo>
                    <a:pt x="441129" y="303087"/>
                  </a:lnTo>
                  <a:lnTo>
                    <a:pt x="435683" y="303087"/>
                  </a:lnTo>
                  <a:lnTo>
                    <a:pt x="430237" y="303087"/>
                  </a:lnTo>
                  <a:lnTo>
                    <a:pt x="424791" y="303087"/>
                  </a:lnTo>
                  <a:lnTo>
                    <a:pt x="419345" y="303087"/>
                  </a:lnTo>
                  <a:lnTo>
                    <a:pt x="413899" y="303087"/>
                  </a:lnTo>
                  <a:lnTo>
                    <a:pt x="408453" y="303087"/>
                  </a:lnTo>
                  <a:lnTo>
                    <a:pt x="403007" y="303087"/>
                  </a:lnTo>
                  <a:lnTo>
                    <a:pt x="397561" y="303087"/>
                  </a:lnTo>
                  <a:lnTo>
                    <a:pt x="392115" y="303087"/>
                  </a:lnTo>
                  <a:lnTo>
                    <a:pt x="386669" y="303087"/>
                  </a:lnTo>
                  <a:lnTo>
                    <a:pt x="381223" y="303087"/>
                  </a:lnTo>
                  <a:lnTo>
                    <a:pt x="375777" y="303087"/>
                  </a:lnTo>
                  <a:lnTo>
                    <a:pt x="370331" y="303087"/>
                  </a:lnTo>
                  <a:lnTo>
                    <a:pt x="364885" y="303087"/>
                  </a:lnTo>
                  <a:lnTo>
                    <a:pt x="359438" y="303087"/>
                  </a:lnTo>
                  <a:lnTo>
                    <a:pt x="353992" y="303087"/>
                  </a:lnTo>
                  <a:lnTo>
                    <a:pt x="348546" y="303087"/>
                  </a:lnTo>
                  <a:lnTo>
                    <a:pt x="343100" y="303087"/>
                  </a:lnTo>
                  <a:lnTo>
                    <a:pt x="337654" y="303087"/>
                  </a:lnTo>
                  <a:lnTo>
                    <a:pt x="332208" y="303087"/>
                  </a:lnTo>
                  <a:lnTo>
                    <a:pt x="326762" y="303087"/>
                  </a:lnTo>
                  <a:lnTo>
                    <a:pt x="321316" y="303087"/>
                  </a:lnTo>
                  <a:lnTo>
                    <a:pt x="315870" y="303087"/>
                  </a:lnTo>
                  <a:lnTo>
                    <a:pt x="310424" y="303087"/>
                  </a:lnTo>
                  <a:lnTo>
                    <a:pt x="304978" y="303087"/>
                  </a:lnTo>
                  <a:lnTo>
                    <a:pt x="299532" y="303087"/>
                  </a:lnTo>
                  <a:lnTo>
                    <a:pt x="294086" y="303087"/>
                  </a:lnTo>
                  <a:lnTo>
                    <a:pt x="288640" y="303087"/>
                  </a:lnTo>
                  <a:lnTo>
                    <a:pt x="283194" y="303087"/>
                  </a:lnTo>
                  <a:lnTo>
                    <a:pt x="277748" y="303087"/>
                  </a:lnTo>
                  <a:lnTo>
                    <a:pt x="272302" y="303087"/>
                  </a:lnTo>
                  <a:lnTo>
                    <a:pt x="266856" y="303087"/>
                  </a:lnTo>
                  <a:lnTo>
                    <a:pt x="261410" y="303087"/>
                  </a:lnTo>
                  <a:lnTo>
                    <a:pt x="255964" y="303087"/>
                  </a:lnTo>
                  <a:lnTo>
                    <a:pt x="250518" y="303087"/>
                  </a:lnTo>
                  <a:lnTo>
                    <a:pt x="245072" y="303087"/>
                  </a:lnTo>
                  <a:lnTo>
                    <a:pt x="239625" y="303087"/>
                  </a:lnTo>
                  <a:lnTo>
                    <a:pt x="234179" y="303087"/>
                  </a:lnTo>
                  <a:lnTo>
                    <a:pt x="228733" y="303087"/>
                  </a:lnTo>
                  <a:lnTo>
                    <a:pt x="223287" y="303087"/>
                  </a:lnTo>
                  <a:lnTo>
                    <a:pt x="217841" y="303087"/>
                  </a:lnTo>
                  <a:lnTo>
                    <a:pt x="212395" y="303087"/>
                  </a:lnTo>
                  <a:lnTo>
                    <a:pt x="206949" y="303087"/>
                  </a:lnTo>
                  <a:lnTo>
                    <a:pt x="201503" y="303087"/>
                  </a:lnTo>
                  <a:lnTo>
                    <a:pt x="196057" y="303087"/>
                  </a:lnTo>
                  <a:lnTo>
                    <a:pt x="190611" y="303087"/>
                  </a:lnTo>
                  <a:lnTo>
                    <a:pt x="185165" y="303087"/>
                  </a:lnTo>
                  <a:lnTo>
                    <a:pt x="179719" y="303087"/>
                  </a:lnTo>
                  <a:lnTo>
                    <a:pt x="174273" y="303087"/>
                  </a:lnTo>
                  <a:lnTo>
                    <a:pt x="168827" y="303087"/>
                  </a:lnTo>
                  <a:lnTo>
                    <a:pt x="163381" y="303087"/>
                  </a:lnTo>
                  <a:lnTo>
                    <a:pt x="157935" y="303087"/>
                  </a:lnTo>
                  <a:lnTo>
                    <a:pt x="152489" y="303087"/>
                  </a:lnTo>
                  <a:lnTo>
                    <a:pt x="147043" y="303087"/>
                  </a:lnTo>
                  <a:lnTo>
                    <a:pt x="141597" y="303087"/>
                  </a:lnTo>
                  <a:lnTo>
                    <a:pt x="136151" y="303087"/>
                  </a:lnTo>
                  <a:lnTo>
                    <a:pt x="130705" y="303087"/>
                  </a:lnTo>
                  <a:lnTo>
                    <a:pt x="125259" y="303087"/>
                  </a:lnTo>
                  <a:lnTo>
                    <a:pt x="119812" y="303087"/>
                  </a:lnTo>
                  <a:lnTo>
                    <a:pt x="114366" y="303087"/>
                  </a:lnTo>
                  <a:lnTo>
                    <a:pt x="108920" y="303087"/>
                  </a:lnTo>
                  <a:lnTo>
                    <a:pt x="103474" y="303087"/>
                  </a:lnTo>
                  <a:lnTo>
                    <a:pt x="98028" y="303087"/>
                  </a:lnTo>
                  <a:lnTo>
                    <a:pt x="92582" y="303087"/>
                  </a:lnTo>
                  <a:lnTo>
                    <a:pt x="87136" y="303087"/>
                  </a:lnTo>
                  <a:lnTo>
                    <a:pt x="81690" y="303087"/>
                  </a:lnTo>
                  <a:lnTo>
                    <a:pt x="76244" y="303087"/>
                  </a:lnTo>
                  <a:lnTo>
                    <a:pt x="70798" y="303087"/>
                  </a:lnTo>
                  <a:lnTo>
                    <a:pt x="65352" y="303087"/>
                  </a:lnTo>
                  <a:lnTo>
                    <a:pt x="59906" y="303087"/>
                  </a:lnTo>
                  <a:lnTo>
                    <a:pt x="54460" y="303087"/>
                  </a:lnTo>
                  <a:lnTo>
                    <a:pt x="49014" y="303087"/>
                  </a:lnTo>
                  <a:lnTo>
                    <a:pt x="43568" y="303087"/>
                  </a:lnTo>
                  <a:lnTo>
                    <a:pt x="38122" y="303087"/>
                  </a:lnTo>
                  <a:lnTo>
                    <a:pt x="32676" y="303087"/>
                  </a:lnTo>
                  <a:lnTo>
                    <a:pt x="27230" y="303087"/>
                  </a:lnTo>
                  <a:lnTo>
                    <a:pt x="21784" y="303087"/>
                  </a:lnTo>
                  <a:lnTo>
                    <a:pt x="16338" y="303087"/>
                  </a:lnTo>
                  <a:lnTo>
                    <a:pt x="10892" y="303087"/>
                  </a:lnTo>
                  <a:lnTo>
                    <a:pt x="5446" y="30308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957616" y="3470563"/>
              <a:ext cx="2782929" cy="303087"/>
            </a:xfrm>
            <a:custGeom>
              <a:avLst/>
              <a:pathLst>
                <a:path w="2782929" h="303087">
                  <a:moveTo>
                    <a:pt x="0" y="303087"/>
                  </a:moveTo>
                  <a:lnTo>
                    <a:pt x="5446" y="303087"/>
                  </a:lnTo>
                  <a:lnTo>
                    <a:pt x="10892" y="303087"/>
                  </a:lnTo>
                  <a:lnTo>
                    <a:pt x="16338" y="303087"/>
                  </a:lnTo>
                  <a:lnTo>
                    <a:pt x="21784" y="303087"/>
                  </a:lnTo>
                  <a:lnTo>
                    <a:pt x="27230" y="303087"/>
                  </a:lnTo>
                  <a:lnTo>
                    <a:pt x="32676" y="303087"/>
                  </a:lnTo>
                  <a:lnTo>
                    <a:pt x="38122" y="303087"/>
                  </a:lnTo>
                  <a:lnTo>
                    <a:pt x="43568" y="303087"/>
                  </a:lnTo>
                  <a:lnTo>
                    <a:pt x="49014" y="303087"/>
                  </a:lnTo>
                  <a:lnTo>
                    <a:pt x="54460" y="303086"/>
                  </a:lnTo>
                  <a:lnTo>
                    <a:pt x="59906" y="303086"/>
                  </a:lnTo>
                  <a:lnTo>
                    <a:pt x="65352" y="303086"/>
                  </a:lnTo>
                  <a:lnTo>
                    <a:pt x="70798" y="303086"/>
                  </a:lnTo>
                  <a:lnTo>
                    <a:pt x="76244" y="303086"/>
                  </a:lnTo>
                  <a:lnTo>
                    <a:pt x="81690" y="303086"/>
                  </a:lnTo>
                  <a:lnTo>
                    <a:pt x="87136" y="303086"/>
                  </a:lnTo>
                  <a:lnTo>
                    <a:pt x="92582" y="303086"/>
                  </a:lnTo>
                  <a:lnTo>
                    <a:pt x="98028" y="303086"/>
                  </a:lnTo>
                  <a:lnTo>
                    <a:pt x="103474" y="303086"/>
                  </a:lnTo>
                  <a:lnTo>
                    <a:pt x="108920" y="303086"/>
                  </a:lnTo>
                  <a:lnTo>
                    <a:pt x="114366" y="303086"/>
                  </a:lnTo>
                  <a:lnTo>
                    <a:pt x="119812" y="303086"/>
                  </a:lnTo>
                  <a:lnTo>
                    <a:pt x="125259" y="303086"/>
                  </a:lnTo>
                  <a:lnTo>
                    <a:pt x="130705" y="303085"/>
                  </a:lnTo>
                  <a:lnTo>
                    <a:pt x="136151" y="303084"/>
                  </a:lnTo>
                  <a:lnTo>
                    <a:pt x="141597" y="303083"/>
                  </a:lnTo>
                  <a:lnTo>
                    <a:pt x="147043" y="303082"/>
                  </a:lnTo>
                  <a:lnTo>
                    <a:pt x="152489" y="303079"/>
                  </a:lnTo>
                  <a:lnTo>
                    <a:pt x="157935" y="303076"/>
                  </a:lnTo>
                  <a:lnTo>
                    <a:pt x="163381" y="303072"/>
                  </a:lnTo>
                  <a:lnTo>
                    <a:pt x="168827" y="303066"/>
                  </a:lnTo>
                  <a:lnTo>
                    <a:pt x="174273" y="303057"/>
                  </a:lnTo>
                  <a:lnTo>
                    <a:pt x="179719" y="303045"/>
                  </a:lnTo>
                  <a:lnTo>
                    <a:pt x="185165" y="303029"/>
                  </a:lnTo>
                  <a:lnTo>
                    <a:pt x="190611" y="303008"/>
                  </a:lnTo>
                  <a:lnTo>
                    <a:pt x="196057" y="302979"/>
                  </a:lnTo>
                  <a:lnTo>
                    <a:pt x="201503" y="302942"/>
                  </a:lnTo>
                  <a:lnTo>
                    <a:pt x="206949" y="302894"/>
                  </a:lnTo>
                  <a:lnTo>
                    <a:pt x="212395" y="302830"/>
                  </a:lnTo>
                  <a:lnTo>
                    <a:pt x="217841" y="302747"/>
                  </a:lnTo>
                  <a:lnTo>
                    <a:pt x="223287" y="302641"/>
                  </a:lnTo>
                  <a:lnTo>
                    <a:pt x="228733" y="302509"/>
                  </a:lnTo>
                  <a:lnTo>
                    <a:pt x="234179" y="302343"/>
                  </a:lnTo>
                  <a:lnTo>
                    <a:pt x="239625" y="302140"/>
                  </a:lnTo>
                  <a:lnTo>
                    <a:pt x="245072" y="301892"/>
                  </a:lnTo>
                  <a:lnTo>
                    <a:pt x="250518" y="301582"/>
                  </a:lnTo>
                  <a:lnTo>
                    <a:pt x="255964" y="301207"/>
                  </a:lnTo>
                  <a:lnTo>
                    <a:pt x="261410" y="300759"/>
                  </a:lnTo>
                  <a:lnTo>
                    <a:pt x="266856" y="300230"/>
                  </a:lnTo>
                  <a:lnTo>
                    <a:pt x="272302" y="299612"/>
                  </a:lnTo>
                  <a:lnTo>
                    <a:pt x="277748" y="298895"/>
                  </a:lnTo>
                  <a:lnTo>
                    <a:pt x="283194" y="298073"/>
                  </a:lnTo>
                  <a:lnTo>
                    <a:pt x="288640" y="297119"/>
                  </a:lnTo>
                  <a:lnTo>
                    <a:pt x="294086" y="296035"/>
                  </a:lnTo>
                  <a:lnTo>
                    <a:pt x="299532" y="294825"/>
                  </a:lnTo>
                  <a:lnTo>
                    <a:pt x="304978" y="293486"/>
                  </a:lnTo>
                  <a:lnTo>
                    <a:pt x="310424" y="292018"/>
                  </a:lnTo>
                  <a:lnTo>
                    <a:pt x="315870" y="290423"/>
                  </a:lnTo>
                  <a:lnTo>
                    <a:pt x="321316" y="288705"/>
                  </a:lnTo>
                  <a:lnTo>
                    <a:pt x="326762" y="286858"/>
                  </a:lnTo>
                  <a:lnTo>
                    <a:pt x="332208" y="284907"/>
                  </a:lnTo>
                  <a:lnTo>
                    <a:pt x="337654" y="282872"/>
                  </a:lnTo>
                  <a:lnTo>
                    <a:pt x="343100" y="280773"/>
                  </a:lnTo>
                  <a:lnTo>
                    <a:pt x="348546" y="278627"/>
                  </a:lnTo>
                  <a:lnTo>
                    <a:pt x="353992" y="276457"/>
                  </a:lnTo>
                  <a:lnTo>
                    <a:pt x="359438" y="274286"/>
                  </a:lnTo>
                  <a:lnTo>
                    <a:pt x="364885" y="272144"/>
                  </a:lnTo>
                  <a:lnTo>
                    <a:pt x="370331" y="270062"/>
                  </a:lnTo>
                  <a:lnTo>
                    <a:pt x="375777" y="268060"/>
                  </a:lnTo>
                  <a:lnTo>
                    <a:pt x="381223" y="266159"/>
                  </a:lnTo>
                  <a:lnTo>
                    <a:pt x="386669" y="264378"/>
                  </a:lnTo>
                  <a:lnTo>
                    <a:pt x="392115" y="262733"/>
                  </a:lnTo>
                  <a:lnTo>
                    <a:pt x="397561" y="261235"/>
                  </a:lnTo>
                  <a:lnTo>
                    <a:pt x="403007" y="259916"/>
                  </a:lnTo>
                  <a:lnTo>
                    <a:pt x="408453" y="258765"/>
                  </a:lnTo>
                  <a:lnTo>
                    <a:pt x="413899" y="257769"/>
                  </a:lnTo>
                  <a:lnTo>
                    <a:pt x="419345" y="256918"/>
                  </a:lnTo>
                  <a:lnTo>
                    <a:pt x="424791" y="256199"/>
                  </a:lnTo>
                  <a:lnTo>
                    <a:pt x="430237" y="255593"/>
                  </a:lnTo>
                  <a:lnTo>
                    <a:pt x="435683" y="255080"/>
                  </a:lnTo>
                  <a:lnTo>
                    <a:pt x="441129" y="254637"/>
                  </a:lnTo>
                  <a:lnTo>
                    <a:pt x="446575" y="254221"/>
                  </a:lnTo>
                  <a:lnTo>
                    <a:pt x="452021" y="253797"/>
                  </a:lnTo>
                  <a:lnTo>
                    <a:pt x="457467" y="253333"/>
                  </a:lnTo>
                  <a:lnTo>
                    <a:pt x="462913" y="252797"/>
                  </a:lnTo>
                  <a:lnTo>
                    <a:pt x="468359" y="252161"/>
                  </a:lnTo>
                  <a:lnTo>
                    <a:pt x="473805" y="251394"/>
                  </a:lnTo>
                  <a:lnTo>
                    <a:pt x="479251" y="250444"/>
                  </a:lnTo>
                  <a:lnTo>
                    <a:pt x="484698" y="249297"/>
                  </a:lnTo>
                  <a:lnTo>
                    <a:pt x="490144" y="247948"/>
                  </a:lnTo>
                  <a:lnTo>
                    <a:pt x="495590" y="246387"/>
                  </a:lnTo>
                  <a:lnTo>
                    <a:pt x="501036" y="244609"/>
                  </a:lnTo>
                  <a:lnTo>
                    <a:pt x="506482" y="242614"/>
                  </a:lnTo>
                  <a:lnTo>
                    <a:pt x="511928" y="240407"/>
                  </a:lnTo>
                  <a:lnTo>
                    <a:pt x="517374" y="237974"/>
                  </a:lnTo>
                  <a:lnTo>
                    <a:pt x="522820" y="235354"/>
                  </a:lnTo>
                  <a:lnTo>
                    <a:pt x="528266" y="232580"/>
                  </a:lnTo>
                  <a:lnTo>
                    <a:pt x="533712" y="229680"/>
                  </a:lnTo>
                  <a:lnTo>
                    <a:pt x="539158" y="226682"/>
                  </a:lnTo>
                  <a:lnTo>
                    <a:pt x="544604" y="223614"/>
                  </a:lnTo>
                  <a:lnTo>
                    <a:pt x="550050" y="220509"/>
                  </a:lnTo>
                  <a:lnTo>
                    <a:pt x="555496" y="217399"/>
                  </a:lnTo>
                  <a:lnTo>
                    <a:pt x="560942" y="214323"/>
                  </a:lnTo>
                  <a:lnTo>
                    <a:pt x="566388" y="211304"/>
                  </a:lnTo>
                  <a:lnTo>
                    <a:pt x="571834" y="208362"/>
                  </a:lnTo>
                  <a:lnTo>
                    <a:pt x="577280" y="205510"/>
                  </a:lnTo>
                  <a:lnTo>
                    <a:pt x="582726" y="202757"/>
                  </a:lnTo>
                  <a:lnTo>
                    <a:pt x="588172" y="200105"/>
                  </a:lnTo>
                  <a:lnTo>
                    <a:pt x="593618" y="197558"/>
                  </a:lnTo>
                  <a:lnTo>
                    <a:pt x="599064" y="195089"/>
                  </a:lnTo>
                  <a:lnTo>
                    <a:pt x="604510" y="192664"/>
                  </a:lnTo>
                  <a:lnTo>
                    <a:pt x="609957" y="190249"/>
                  </a:lnTo>
                  <a:lnTo>
                    <a:pt x="615403" y="187803"/>
                  </a:lnTo>
                  <a:lnTo>
                    <a:pt x="620849" y="185278"/>
                  </a:lnTo>
                  <a:lnTo>
                    <a:pt x="626295" y="182622"/>
                  </a:lnTo>
                  <a:lnTo>
                    <a:pt x="631741" y="179742"/>
                  </a:lnTo>
                  <a:lnTo>
                    <a:pt x="637187" y="176569"/>
                  </a:lnTo>
                  <a:lnTo>
                    <a:pt x="642633" y="173058"/>
                  </a:lnTo>
                  <a:lnTo>
                    <a:pt x="648079" y="169149"/>
                  </a:lnTo>
                  <a:lnTo>
                    <a:pt x="653525" y="164787"/>
                  </a:lnTo>
                  <a:lnTo>
                    <a:pt x="658971" y="159925"/>
                  </a:lnTo>
                  <a:lnTo>
                    <a:pt x="664417" y="154521"/>
                  </a:lnTo>
                  <a:lnTo>
                    <a:pt x="669863" y="148463"/>
                  </a:lnTo>
                  <a:lnTo>
                    <a:pt x="675309" y="141769"/>
                  </a:lnTo>
                  <a:lnTo>
                    <a:pt x="680755" y="134482"/>
                  </a:lnTo>
                  <a:lnTo>
                    <a:pt x="686201" y="126620"/>
                  </a:lnTo>
                  <a:lnTo>
                    <a:pt x="691647" y="118220"/>
                  </a:lnTo>
                  <a:lnTo>
                    <a:pt x="697093" y="109331"/>
                  </a:lnTo>
                  <a:lnTo>
                    <a:pt x="702539" y="100018"/>
                  </a:lnTo>
                  <a:lnTo>
                    <a:pt x="707985" y="90340"/>
                  </a:lnTo>
                  <a:lnTo>
                    <a:pt x="713431" y="80454"/>
                  </a:lnTo>
                  <a:lnTo>
                    <a:pt x="718877" y="70507"/>
                  </a:lnTo>
                  <a:lnTo>
                    <a:pt x="724323" y="60631"/>
                  </a:lnTo>
                  <a:lnTo>
                    <a:pt x="729770" y="50967"/>
                  </a:lnTo>
                  <a:lnTo>
                    <a:pt x="735216" y="41665"/>
                  </a:lnTo>
                  <a:lnTo>
                    <a:pt x="740662" y="32874"/>
                  </a:lnTo>
                  <a:lnTo>
                    <a:pt x="746108" y="24859"/>
                  </a:lnTo>
                  <a:lnTo>
                    <a:pt x="751554" y="17780"/>
                  </a:lnTo>
                  <a:lnTo>
                    <a:pt x="757000" y="11723"/>
                  </a:lnTo>
                  <a:lnTo>
                    <a:pt x="762446" y="6814"/>
                  </a:lnTo>
                  <a:lnTo>
                    <a:pt x="767892" y="3163"/>
                  </a:lnTo>
                  <a:lnTo>
                    <a:pt x="773338" y="866"/>
                  </a:lnTo>
                  <a:lnTo>
                    <a:pt x="778784" y="0"/>
                  </a:lnTo>
                  <a:lnTo>
                    <a:pt x="784230" y="812"/>
                  </a:lnTo>
                  <a:lnTo>
                    <a:pt x="789676" y="3254"/>
                  </a:lnTo>
                  <a:lnTo>
                    <a:pt x="795122" y="7206"/>
                  </a:lnTo>
                  <a:lnTo>
                    <a:pt x="800568" y="12633"/>
                  </a:lnTo>
                  <a:lnTo>
                    <a:pt x="806014" y="19481"/>
                  </a:lnTo>
                  <a:lnTo>
                    <a:pt x="811460" y="27672"/>
                  </a:lnTo>
                  <a:lnTo>
                    <a:pt x="816906" y="37108"/>
                  </a:lnTo>
                  <a:lnTo>
                    <a:pt x="822352" y="47794"/>
                  </a:lnTo>
                  <a:lnTo>
                    <a:pt x="827798" y="59488"/>
                  </a:lnTo>
                  <a:lnTo>
                    <a:pt x="833244" y="71957"/>
                  </a:lnTo>
                  <a:lnTo>
                    <a:pt x="838690" y="85041"/>
                  </a:lnTo>
                  <a:lnTo>
                    <a:pt x="844136" y="98582"/>
                  </a:lnTo>
                  <a:lnTo>
                    <a:pt x="849583" y="112417"/>
                  </a:lnTo>
                  <a:lnTo>
                    <a:pt x="855029" y="126387"/>
                  </a:lnTo>
                  <a:lnTo>
                    <a:pt x="860475" y="140313"/>
                  </a:lnTo>
                  <a:lnTo>
                    <a:pt x="865921" y="154008"/>
                  </a:lnTo>
                  <a:lnTo>
                    <a:pt x="871367" y="167353"/>
                  </a:lnTo>
                  <a:lnTo>
                    <a:pt x="876813" y="180238"/>
                  </a:lnTo>
                  <a:lnTo>
                    <a:pt x="882259" y="192570"/>
                  </a:lnTo>
                  <a:lnTo>
                    <a:pt x="887705" y="204269"/>
                  </a:lnTo>
                  <a:lnTo>
                    <a:pt x="893151" y="215272"/>
                  </a:lnTo>
                  <a:lnTo>
                    <a:pt x="898597" y="225437"/>
                  </a:lnTo>
                  <a:lnTo>
                    <a:pt x="904043" y="234763"/>
                  </a:lnTo>
                  <a:lnTo>
                    <a:pt x="909489" y="243301"/>
                  </a:lnTo>
                  <a:lnTo>
                    <a:pt x="914935" y="251059"/>
                  </a:lnTo>
                  <a:lnTo>
                    <a:pt x="920381" y="258053"/>
                  </a:lnTo>
                  <a:lnTo>
                    <a:pt x="925827" y="264307"/>
                  </a:lnTo>
                  <a:lnTo>
                    <a:pt x="931273" y="269857"/>
                  </a:lnTo>
                  <a:lnTo>
                    <a:pt x="936719" y="274668"/>
                  </a:lnTo>
                  <a:lnTo>
                    <a:pt x="942165" y="278829"/>
                  </a:lnTo>
                  <a:lnTo>
                    <a:pt x="947611" y="282440"/>
                  </a:lnTo>
                  <a:lnTo>
                    <a:pt x="953057" y="285552"/>
                  </a:lnTo>
                  <a:lnTo>
                    <a:pt x="958503" y="288213"/>
                  </a:lnTo>
                  <a:lnTo>
                    <a:pt x="963949" y="290471"/>
                  </a:lnTo>
                  <a:lnTo>
                    <a:pt x="969396" y="292372"/>
                  </a:lnTo>
                  <a:lnTo>
                    <a:pt x="974842" y="293928"/>
                  </a:lnTo>
                  <a:lnTo>
                    <a:pt x="980288" y="295204"/>
                  </a:lnTo>
                  <a:lnTo>
                    <a:pt x="985734" y="296259"/>
                  </a:lnTo>
                  <a:lnTo>
                    <a:pt x="991180" y="297126"/>
                  </a:lnTo>
                  <a:lnTo>
                    <a:pt x="996626" y="297831"/>
                  </a:lnTo>
                  <a:lnTo>
                    <a:pt x="1002072" y="298401"/>
                  </a:lnTo>
                  <a:lnTo>
                    <a:pt x="1007518" y="298858"/>
                  </a:lnTo>
                  <a:lnTo>
                    <a:pt x="1012964" y="299212"/>
                  </a:lnTo>
                  <a:lnTo>
                    <a:pt x="1018410" y="299487"/>
                  </a:lnTo>
                  <a:lnTo>
                    <a:pt x="1023856" y="299705"/>
                  </a:lnTo>
                  <a:lnTo>
                    <a:pt x="1029302" y="299875"/>
                  </a:lnTo>
                  <a:lnTo>
                    <a:pt x="1034748" y="300007"/>
                  </a:lnTo>
                  <a:lnTo>
                    <a:pt x="1040194" y="300108"/>
                  </a:lnTo>
                  <a:lnTo>
                    <a:pt x="1045640" y="300186"/>
                  </a:lnTo>
                  <a:lnTo>
                    <a:pt x="1051086" y="300242"/>
                  </a:lnTo>
                  <a:lnTo>
                    <a:pt x="1056532" y="300284"/>
                  </a:lnTo>
                  <a:lnTo>
                    <a:pt x="1061978" y="300316"/>
                  </a:lnTo>
                  <a:lnTo>
                    <a:pt x="1067424" y="300339"/>
                  </a:lnTo>
                  <a:lnTo>
                    <a:pt x="1072870" y="300354"/>
                  </a:lnTo>
                  <a:lnTo>
                    <a:pt x="1078316" y="300364"/>
                  </a:lnTo>
                  <a:lnTo>
                    <a:pt x="1083762" y="300368"/>
                  </a:lnTo>
                  <a:lnTo>
                    <a:pt x="1089209" y="300367"/>
                  </a:lnTo>
                  <a:lnTo>
                    <a:pt x="1094655" y="300360"/>
                  </a:lnTo>
                  <a:lnTo>
                    <a:pt x="1100101" y="300348"/>
                  </a:lnTo>
                  <a:lnTo>
                    <a:pt x="1105547" y="300330"/>
                  </a:lnTo>
                  <a:lnTo>
                    <a:pt x="1110993" y="300306"/>
                  </a:lnTo>
                  <a:lnTo>
                    <a:pt x="1116439" y="300276"/>
                  </a:lnTo>
                  <a:lnTo>
                    <a:pt x="1121885" y="300240"/>
                  </a:lnTo>
                  <a:lnTo>
                    <a:pt x="1127331" y="300197"/>
                  </a:lnTo>
                  <a:lnTo>
                    <a:pt x="1132777" y="300147"/>
                  </a:lnTo>
                  <a:lnTo>
                    <a:pt x="1138223" y="300092"/>
                  </a:lnTo>
                  <a:lnTo>
                    <a:pt x="1143669" y="300034"/>
                  </a:lnTo>
                  <a:lnTo>
                    <a:pt x="1149115" y="299972"/>
                  </a:lnTo>
                  <a:lnTo>
                    <a:pt x="1154561" y="299908"/>
                  </a:lnTo>
                  <a:lnTo>
                    <a:pt x="1160007" y="299845"/>
                  </a:lnTo>
                  <a:lnTo>
                    <a:pt x="1165453" y="299783"/>
                  </a:lnTo>
                  <a:lnTo>
                    <a:pt x="1170899" y="299726"/>
                  </a:lnTo>
                  <a:lnTo>
                    <a:pt x="1176345" y="299676"/>
                  </a:lnTo>
                  <a:lnTo>
                    <a:pt x="1181791" y="299634"/>
                  </a:lnTo>
                  <a:lnTo>
                    <a:pt x="1187237" y="299601"/>
                  </a:lnTo>
                  <a:lnTo>
                    <a:pt x="1192683" y="299581"/>
                  </a:lnTo>
                  <a:lnTo>
                    <a:pt x="1198129" y="299573"/>
                  </a:lnTo>
                  <a:lnTo>
                    <a:pt x="1203575" y="299581"/>
                  </a:lnTo>
                  <a:lnTo>
                    <a:pt x="1209021" y="299606"/>
                  </a:lnTo>
                  <a:lnTo>
                    <a:pt x="1214468" y="299646"/>
                  </a:lnTo>
                  <a:lnTo>
                    <a:pt x="1219914" y="299700"/>
                  </a:lnTo>
                  <a:lnTo>
                    <a:pt x="1225360" y="299769"/>
                  </a:lnTo>
                  <a:lnTo>
                    <a:pt x="1230806" y="299852"/>
                  </a:lnTo>
                  <a:lnTo>
                    <a:pt x="1236252" y="299946"/>
                  </a:lnTo>
                  <a:lnTo>
                    <a:pt x="1241698" y="300051"/>
                  </a:lnTo>
                  <a:lnTo>
                    <a:pt x="1247144" y="300165"/>
                  </a:lnTo>
                  <a:lnTo>
                    <a:pt x="1252590" y="300284"/>
                  </a:lnTo>
                  <a:lnTo>
                    <a:pt x="1258036" y="300405"/>
                  </a:lnTo>
                  <a:lnTo>
                    <a:pt x="1263482" y="300528"/>
                  </a:lnTo>
                  <a:lnTo>
                    <a:pt x="1268928" y="300648"/>
                  </a:lnTo>
                  <a:lnTo>
                    <a:pt x="1274374" y="300764"/>
                  </a:lnTo>
                  <a:lnTo>
                    <a:pt x="1279820" y="300874"/>
                  </a:lnTo>
                  <a:lnTo>
                    <a:pt x="1285266" y="300975"/>
                  </a:lnTo>
                  <a:lnTo>
                    <a:pt x="1290712" y="301067"/>
                  </a:lnTo>
                  <a:lnTo>
                    <a:pt x="1296158" y="301148"/>
                  </a:lnTo>
                  <a:lnTo>
                    <a:pt x="1301604" y="301219"/>
                  </a:lnTo>
                  <a:lnTo>
                    <a:pt x="1307050" y="301279"/>
                  </a:lnTo>
                  <a:lnTo>
                    <a:pt x="1312496" y="301329"/>
                  </a:lnTo>
                  <a:lnTo>
                    <a:pt x="1317942" y="301368"/>
                  </a:lnTo>
                  <a:lnTo>
                    <a:pt x="1323388" y="301397"/>
                  </a:lnTo>
                  <a:lnTo>
                    <a:pt x="1328834" y="301418"/>
                  </a:lnTo>
                  <a:lnTo>
                    <a:pt x="1334281" y="301433"/>
                  </a:lnTo>
                  <a:lnTo>
                    <a:pt x="1339727" y="301443"/>
                  </a:lnTo>
                  <a:lnTo>
                    <a:pt x="1345173" y="301449"/>
                  </a:lnTo>
                  <a:lnTo>
                    <a:pt x="1350619" y="301452"/>
                  </a:lnTo>
                  <a:lnTo>
                    <a:pt x="1356065" y="301454"/>
                  </a:lnTo>
                  <a:lnTo>
                    <a:pt x="1361511" y="301455"/>
                  </a:lnTo>
                  <a:lnTo>
                    <a:pt x="1366957" y="301456"/>
                  </a:lnTo>
                  <a:lnTo>
                    <a:pt x="1372403" y="301458"/>
                  </a:lnTo>
                  <a:lnTo>
                    <a:pt x="1377849" y="301461"/>
                  </a:lnTo>
                  <a:lnTo>
                    <a:pt x="1383295" y="301466"/>
                  </a:lnTo>
                  <a:lnTo>
                    <a:pt x="1388741" y="301471"/>
                  </a:lnTo>
                  <a:lnTo>
                    <a:pt x="1394187" y="301477"/>
                  </a:lnTo>
                  <a:lnTo>
                    <a:pt x="1399633" y="301484"/>
                  </a:lnTo>
                  <a:lnTo>
                    <a:pt x="1405079" y="301492"/>
                  </a:lnTo>
                  <a:lnTo>
                    <a:pt x="1410525" y="301499"/>
                  </a:lnTo>
                  <a:lnTo>
                    <a:pt x="1415971" y="301506"/>
                  </a:lnTo>
                  <a:lnTo>
                    <a:pt x="1421417" y="301513"/>
                  </a:lnTo>
                  <a:lnTo>
                    <a:pt x="1426863" y="301519"/>
                  </a:lnTo>
                  <a:lnTo>
                    <a:pt x="1432309" y="301525"/>
                  </a:lnTo>
                  <a:lnTo>
                    <a:pt x="1437755" y="301532"/>
                  </a:lnTo>
                  <a:lnTo>
                    <a:pt x="1443201" y="301540"/>
                  </a:lnTo>
                  <a:lnTo>
                    <a:pt x="1448647" y="301549"/>
                  </a:lnTo>
                  <a:lnTo>
                    <a:pt x="1454094" y="301560"/>
                  </a:lnTo>
                  <a:lnTo>
                    <a:pt x="1459540" y="301573"/>
                  </a:lnTo>
                  <a:lnTo>
                    <a:pt x="1464986" y="301590"/>
                  </a:lnTo>
                  <a:lnTo>
                    <a:pt x="1470432" y="301610"/>
                  </a:lnTo>
                  <a:lnTo>
                    <a:pt x="1475878" y="301635"/>
                  </a:lnTo>
                  <a:lnTo>
                    <a:pt x="1481324" y="301665"/>
                  </a:lnTo>
                  <a:lnTo>
                    <a:pt x="1486770" y="301698"/>
                  </a:lnTo>
                  <a:lnTo>
                    <a:pt x="1492216" y="301736"/>
                  </a:lnTo>
                  <a:lnTo>
                    <a:pt x="1497662" y="301777"/>
                  </a:lnTo>
                  <a:lnTo>
                    <a:pt x="1503108" y="301821"/>
                  </a:lnTo>
                  <a:lnTo>
                    <a:pt x="1508554" y="301868"/>
                  </a:lnTo>
                  <a:lnTo>
                    <a:pt x="1514000" y="301915"/>
                  </a:lnTo>
                  <a:lnTo>
                    <a:pt x="1519446" y="301962"/>
                  </a:lnTo>
                  <a:lnTo>
                    <a:pt x="1524892" y="302007"/>
                  </a:lnTo>
                  <a:lnTo>
                    <a:pt x="1530338" y="302050"/>
                  </a:lnTo>
                  <a:lnTo>
                    <a:pt x="1535784" y="302088"/>
                  </a:lnTo>
                  <a:lnTo>
                    <a:pt x="1541230" y="302121"/>
                  </a:lnTo>
                  <a:lnTo>
                    <a:pt x="1546676" y="302147"/>
                  </a:lnTo>
                  <a:lnTo>
                    <a:pt x="1552122" y="302166"/>
                  </a:lnTo>
                  <a:lnTo>
                    <a:pt x="1557568" y="302176"/>
                  </a:lnTo>
                  <a:lnTo>
                    <a:pt x="1563014" y="302179"/>
                  </a:lnTo>
                  <a:lnTo>
                    <a:pt x="1568460" y="302173"/>
                  </a:lnTo>
                  <a:lnTo>
                    <a:pt x="1573907" y="302160"/>
                  </a:lnTo>
                  <a:lnTo>
                    <a:pt x="1579353" y="302140"/>
                  </a:lnTo>
                  <a:lnTo>
                    <a:pt x="1584799" y="302112"/>
                  </a:lnTo>
                  <a:lnTo>
                    <a:pt x="1590245" y="302079"/>
                  </a:lnTo>
                  <a:lnTo>
                    <a:pt x="1595691" y="302043"/>
                  </a:lnTo>
                  <a:lnTo>
                    <a:pt x="1601137" y="302004"/>
                  </a:lnTo>
                  <a:lnTo>
                    <a:pt x="1606583" y="301965"/>
                  </a:lnTo>
                  <a:lnTo>
                    <a:pt x="1612029" y="301927"/>
                  </a:lnTo>
                  <a:lnTo>
                    <a:pt x="1617475" y="301891"/>
                  </a:lnTo>
                  <a:lnTo>
                    <a:pt x="1622921" y="301860"/>
                  </a:lnTo>
                  <a:lnTo>
                    <a:pt x="1628367" y="301835"/>
                  </a:lnTo>
                  <a:lnTo>
                    <a:pt x="1633813" y="301817"/>
                  </a:lnTo>
                  <a:lnTo>
                    <a:pt x="1639259" y="301807"/>
                  </a:lnTo>
                  <a:lnTo>
                    <a:pt x="1644705" y="301806"/>
                  </a:lnTo>
                  <a:lnTo>
                    <a:pt x="1650151" y="301815"/>
                  </a:lnTo>
                  <a:lnTo>
                    <a:pt x="1655597" y="301832"/>
                  </a:lnTo>
                  <a:lnTo>
                    <a:pt x="1661043" y="301860"/>
                  </a:lnTo>
                  <a:lnTo>
                    <a:pt x="1666489" y="301897"/>
                  </a:lnTo>
                  <a:lnTo>
                    <a:pt x="1671935" y="301943"/>
                  </a:lnTo>
                  <a:lnTo>
                    <a:pt x="1677381" y="301995"/>
                  </a:lnTo>
                  <a:lnTo>
                    <a:pt x="1682827" y="302054"/>
                  </a:lnTo>
                  <a:lnTo>
                    <a:pt x="1688273" y="302117"/>
                  </a:lnTo>
                  <a:lnTo>
                    <a:pt x="1693720" y="302185"/>
                  </a:lnTo>
                  <a:lnTo>
                    <a:pt x="1699166" y="302255"/>
                  </a:lnTo>
                  <a:lnTo>
                    <a:pt x="1704612" y="302326"/>
                  </a:lnTo>
                  <a:lnTo>
                    <a:pt x="1710058" y="302397"/>
                  </a:lnTo>
                  <a:lnTo>
                    <a:pt x="1715504" y="302466"/>
                  </a:lnTo>
                  <a:lnTo>
                    <a:pt x="1720950" y="302534"/>
                  </a:lnTo>
                  <a:lnTo>
                    <a:pt x="1726396" y="302598"/>
                  </a:lnTo>
                  <a:lnTo>
                    <a:pt x="1731842" y="302659"/>
                  </a:lnTo>
                  <a:lnTo>
                    <a:pt x="1737288" y="302715"/>
                  </a:lnTo>
                  <a:lnTo>
                    <a:pt x="1742734" y="302767"/>
                  </a:lnTo>
                  <a:lnTo>
                    <a:pt x="1748180" y="302813"/>
                  </a:lnTo>
                  <a:lnTo>
                    <a:pt x="1753626" y="302855"/>
                  </a:lnTo>
                  <a:lnTo>
                    <a:pt x="1759072" y="302893"/>
                  </a:lnTo>
                  <a:lnTo>
                    <a:pt x="1764518" y="302925"/>
                  </a:lnTo>
                  <a:lnTo>
                    <a:pt x="1769964" y="302954"/>
                  </a:lnTo>
                  <a:lnTo>
                    <a:pt x="1775410" y="302978"/>
                  </a:lnTo>
                  <a:lnTo>
                    <a:pt x="1780856" y="302999"/>
                  </a:lnTo>
                  <a:lnTo>
                    <a:pt x="1786302" y="303016"/>
                  </a:lnTo>
                  <a:lnTo>
                    <a:pt x="1791748" y="303030"/>
                  </a:lnTo>
                  <a:lnTo>
                    <a:pt x="1797194" y="303042"/>
                  </a:lnTo>
                  <a:lnTo>
                    <a:pt x="1802640" y="303052"/>
                  </a:lnTo>
                  <a:lnTo>
                    <a:pt x="1808086" y="303060"/>
                  </a:lnTo>
                  <a:lnTo>
                    <a:pt x="1813532" y="303066"/>
                  </a:lnTo>
                  <a:lnTo>
                    <a:pt x="1818979" y="303071"/>
                  </a:lnTo>
                  <a:lnTo>
                    <a:pt x="1824425" y="303074"/>
                  </a:lnTo>
                  <a:lnTo>
                    <a:pt x="1829871" y="303077"/>
                  </a:lnTo>
                  <a:lnTo>
                    <a:pt x="1835317" y="303080"/>
                  </a:lnTo>
                  <a:lnTo>
                    <a:pt x="1840763" y="303082"/>
                  </a:lnTo>
                  <a:lnTo>
                    <a:pt x="1846209" y="303083"/>
                  </a:lnTo>
                  <a:lnTo>
                    <a:pt x="1851655" y="303084"/>
                  </a:lnTo>
                  <a:lnTo>
                    <a:pt x="1857101" y="303085"/>
                  </a:lnTo>
                  <a:lnTo>
                    <a:pt x="1862547" y="303085"/>
                  </a:lnTo>
                  <a:lnTo>
                    <a:pt x="1867993" y="303086"/>
                  </a:lnTo>
                  <a:lnTo>
                    <a:pt x="1873439" y="303086"/>
                  </a:lnTo>
                  <a:lnTo>
                    <a:pt x="1878885" y="303086"/>
                  </a:lnTo>
                  <a:lnTo>
                    <a:pt x="1884331" y="303086"/>
                  </a:lnTo>
                  <a:lnTo>
                    <a:pt x="1889777" y="303086"/>
                  </a:lnTo>
                  <a:lnTo>
                    <a:pt x="1895223" y="303086"/>
                  </a:lnTo>
                  <a:lnTo>
                    <a:pt x="1900669" y="303086"/>
                  </a:lnTo>
                  <a:lnTo>
                    <a:pt x="1906115" y="303086"/>
                  </a:lnTo>
                  <a:lnTo>
                    <a:pt x="1911561" y="303086"/>
                  </a:lnTo>
                  <a:lnTo>
                    <a:pt x="1917007" y="303086"/>
                  </a:lnTo>
                  <a:lnTo>
                    <a:pt x="1922453" y="303086"/>
                  </a:lnTo>
                  <a:lnTo>
                    <a:pt x="1927899" y="303086"/>
                  </a:lnTo>
                  <a:lnTo>
                    <a:pt x="1933345" y="303086"/>
                  </a:lnTo>
                  <a:lnTo>
                    <a:pt x="1938792" y="303086"/>
                  </a:lnTo>
                  <a:lnTo>
                    <a:pt x="1944238" y="303086"/>
                  </a:lnTo>
                  <a:lnTo>
                    <a:pt x="1949684" y="303086"/>
                  </a:lnTo>
                  <a:lnTo>
                    <a:pt x="1955130" y="303085"/>
                  </a:lnTo>
                  <a:lnTo>
                    <a:pt x="1960576" y="303085"/>
                  </a:lnTo>
                  <a:lnTo>
                    <a:pt x="1966022" y="303084"/>
                  </a:lnTo>
                  <a:lnTo>
                    <a:pt x="1971468" y="303084"/>
                  </a:lnTo>
                  <a:lnTo>
                    <a:pt x="1976914" y="303082"/>
                  </a:lnTo>
                  <a:lnTo>
                    <a:pt x="1982360" y="303081"/>
                  </a:lnTo>
                  <a:lnTo>
                    <a:pt x="1987806" y="303079"/>
                  </a:lnTo>
                  <a:lnTo>
                    <a:pt x="1993252" y="303077"/>
                  </a:lnTo>
                  <a:lnTo>
                    <a:pt x="1998698" y="303074"/>
                  </a:lnTo>
                  <a:lnTo>
                    <a:pt x="2004144" y="303070"/>
                  </a:lnTo>
                  <a:lnTo>
                    <a:pt x="2009590" y="303066"/>
                  </a:lnTo>
                  <a:lnTo>
                    <a:pt x="2015036" y="303060"/>
                  </a:lnTo>
                  <a:lnTo>
                    <a:pt x="2020482" y="303053"/>
                  </a:lnTo>
                  <a:lnTo>
                    <a:pt x="2025928" y="303045"/>
                  </a:lnTo>
                  <a:lnTo>
                    <a:pt x="2031374" y="303035"/>
                  </a:lnTo>
                  <a:lnTo>
                    <a:pt x="2036820" y="303023"/>
                  </a:lnTo>
                  <a:lnTo>
                    <a:pt x="2042266" y="303009"/>
                  </a:lnTo>
                  <a:lnTo>
                    <a:pt x="2047712" y="302992"/>
                  </a:lnTo>
                  <a:lnTo>
                    <a:pt x="2053158" y="302973"/>
                  </a:lnTo>
                  <a:lnTo>
                    <a:pt x="2058605" y="302952"/>
                  </a:lnTo>
                  <a:lnTo>
                    <a:pt x="2064051" y="302927"/>
                  </a:lnTo>
                  <a:lnTo>
                    <a:pt x="2069497" y="302900"/>
                  </a:lnTo>
                  <a:lnTo>
                    <a:pt x="2074943" y="302870"/>
                  </a:lnTo>
                  <a:lnTo>
                    <a:pt x="2080389" y="302838"/>
                  </a:lnTo>
                  <a:lnTo>
                    <a:pt x="2085835" y="302802"/>
                  </a:lnTo>
                  <a:lnTo>
                    <a:pt x="2091281" y="302764"/>
                  </a:lnTo>
                  <a:lnTo>
                    <a:pt x="2096727" y="302723"/>
                  </a:lnTo>
                  <a:lnTo>
                    <a:pt x="2102173" y="302681"/>
                  </a:lnTo>
                  <a:lnTo>
                    <a:pt x="2107619" y="302638"/>
                  </a:lnTo>
                  <a:lnTo>
                    <a:pt x="2113065" y="302593"/>
                  </a:lnTo>
                  <a:lnTo>
                    <a:pt x="2118511" y="302548"/>
                  </a:lnTo>
                  <a:lnTo>
                    <a:pt x="2123957" y="302502"/>
                  </a:lnTo>
                  <a:lnTo>
                    <a:pt x="2129403" y="302458"/>
                  </a:lnTo>
                  <a:lnTo>
                    <a:pt x="2134849" y="302414"/>
                  </a:lnTo>
                  <a:lnTo>
                    <a:pt x="2140295" y="302372"/>
                  </a:lnTo>
                  <a:lnTo>
                    <a:pt x="2145741" y="302332"/>
                  </a:lnTo>
                  <a:lnTo>
                    <a:pt x="2151187" y="302294"/>
                  </a:lnTo>
                  <a:lnTo>
                    <a:pt x="2156633" y="302258"/>
                  </a:lnTo>
                  <a:lnTo>
                    <a:pt x="2162079" y="302227"/>
                  </a:lnTo>
                  <a:lnTo>
                    <a:pt x="2167525" y="302198"/>
                  </a:lnTo>
                  <a:lnTo>
                    <a:pt x="2172971" y="302173"/>
                  </a:lnTo>
                  <a:lnTo>
                    <a:pt x="2178418" y="302152"/>
                  </a:lnTo>
                  <a:lnTo>
                    <a:pt x="2183864" y="302133"/>
                  </a:lnTo>
                  <a:lnTo>
                    <a:pt x="2189310" y="302119"/>
                  </a:lnTo>
                  <a:lnTo>
                    <a:pt x="2194756" y="302108"/>
                  </a:lnTo>
                  <a:lnTo>
                    <a:pt x="2200202" y="302101"/>
                  </a:lnTo>
                  <a:lnTo>
                    <a:pt x="2205648" y="302097"/>
                  </a:lnTo>
                  <a:lnTo>
                    <a:pt x="2211094" y="302096"/>
                  </a:lnTo>
                  <a:lnTo>
                    <a:pt x="2216540" y="302099"/>
                  </a:lnTo>
                  <a:lnTo>
                    <a:pt x="2221986" y="302104"/>
                  </a:lnTo>
                  <a:lnTo>
                    <a:pt x="2227432" y="302112"/>
                  </a:lnTo>
                  <a:lnTo>
                    <a:pt x="2232878" y="302122"/>
                  </a:lnTo>
                  <a:lnTo>
                    <a:pt x="2238324" y="302134"/>
                  </a:lnTo>
                  <a:lnTo>
                    <a:pt x="2243770" y="302148"/>
                  </a:lnTo>
                  <a:lnTo>
                    <a:pt x="2249216" y="302164"/>
                  </a:lnTo>
                  <a:lnTo>
                    <a:pt x="2254662" y="302180"/>
                  </a:lnTo>
                  <a:lnTo>
                    <a:pt x="2260108" y="302196"/>
                  </a:lnTo>
                  <a:lnTo>
                    <a:pt x="2265554" y="302213"/>
                  </a:lnTo>
                  <a:lnTo>
                    <a:pt x="2271000" y="302229"/>
                  </a:lnTo>
                  <a:lnTo>
                    <a:pt x="2276446" y="302243"/>
                  </a:lnTo>
                  <a:lnTo>
                    <a:pt x="2281892" y="302256"/>
                  </a:lnTo>
                  <a:lnTo>
                    <a:pt x="2287338" y="302267"/>
                  </a:lnTo>
                  <a:lnTo>
                    <a:pt x="2292784" y="302276"/>
                  </a:lnTo>
                  <a:lnTo>
                    <a:pt x="2298231" y="302282"/>
                  </a:lnTo>
                  <a:lnTo>
                    <a:pt x="2303677" y="302285"/>
                  </a:lnTo>
                  <a:lnTo>
                    <a:pt x="2309123" y="302285"/>
                  </a:lnTo>
                  <a:lnTo>
                    <a:pt x="2314569" y="302281"/>
                  </a:lnTo>
                  <a:lnTo>
                    <a:pt x="2320015" y="302275"/>
                  </a:lnTo>
                  <a:lnTo>
                    <a:pt x="2325461" y="302267"/>
                  </a:lnTo>
                  <a:lnTo>
                    <a:pt x="2330907" y="302256"/>
                  </a:lnTo>
                  <a:lnTo>
                    <a:pt x="2336353" y="302243"/>
                  </a:lnTo>
                  <a:lnTo>
                    <a:pt x="2341799" y="302229"/>
                  </a:lnTo>
                  <a:lnTo>
                    <a:pt x="2347245" y="302214"/>
                  </a:lnTo>
                  <a:lnTo>
                    <a:pt x="2352691" y="302198"/>
                  </a:lnTo>
                  <a:lnTo>
                    <a:pt x="2358137" y="302182"/>
                  </a:lnTo>
                  <a:lnTo>
                    <a:pt x="2363583" y="302167"/>
                  </a:lnTo>
                  <a:lnTo>
                    <a:pt x="2369029" y="302153"/>
                  </a:lnTo>
                  <a:lnTo>
                    <a:pt x="2374475" y="302140"/>
                  </a:lnTo>
                  <a:lnTo>
                    <a:pt x="2379921" y="302129"/>
                  </a:lnTo>
                  <a:lnTo>
                    <a:pt x="2385367" y="302119"/>
                  </a:lnTo>
                  <a:lnTo>
                    <a:pt x="2390813" y="302113"/>
                  </a:lnTo>
                  <a:lnTo>
                    <a:pt x="2396259" y="302108"/>
                  </a:lnTo>
                  <a:lnTo>
                    <a:pt x="2401705" y="302107"/>
                  </a:lnTo>
                  <a:lnTo>
                    <a:pt x="2407151" y="302108"/>
                  </a:lnTo>
                  <a:lnTo>
                    <a:pt x="2412597" y="302112"/>
                  </a:lnTo>
                  <a:lnTo>
                    <a:pt x="2418043" y="302120"/>
                  </a:lnTo>
                  <a:lnTo>
                    <a:pt x="2423490" y="302130"/>
                  </a:lnTo>
                  <a:lnTo>
                    <a:pt x="2428936" y="302145"/>
                  </a:lnTo>
                  <a:lnTo>
                    <a:pt x="2434382" y="302163"/>
                  </a:lnTo>
                  <a:lnTo>
                    <a:pt x="2439828" y="302184"/>
                  </a:lnTo>
                  <a:lnTo>
                    <a:pt x="2445274" y="302209"/>
                  </a:lnTo>
                  <a:lnTo>
                    <a:pt x="2450720" y="302237"/>
                  </a:lnTo>
                  <a:lnTo>
                    <a:pt x="2456166" y="302268"/>
                  </a:lnTo>
                  <a:lnTo>
                    <a:pt x="2461612" y="302302"/>
                  </a:lnTo>
                  <a:lnTo>
                    <a:pt x="2467058" y="302340"/>
                  </a:lnTo>
                  <a:lnTo>
                    <a:pt x="2472504" y="302379"/>
                  </a:lnTo>
                  <a:lnTo>
                    <a:pt x="2477950" y="302421"/>
                  </a:lnTo>
                  <a:lnTo>
                    <a:pt x="2483396" y="302464"/>
                  </a:lnTo>
                  <a:lnTo>
                    <a:pt x="2488842" y="302508"/>
                  </a:lnTo>
                  <a:lnTo>
                    <a:pt x="2494288" y="302553"/>
                  </a:lnTo>
                  <a:lnTo>
                    <a:pt x="2499734" y="302598"/>
                  </a:lnTo>
                  <a:lnTo>
                    <a:pt x="2505180" y="302642"/>
                  </a:lnTo>
                  <a:lnTo>
                    <a:pt x="2510626" y="302685"/>
                  </a:lnTo>
                  <a:lnTo>
                    <a:pt x="2516072" y="302727"/>
                  </a:lnTo>
                  <a:lnTo>
                    <a:pt x="2521518" y="302767"/>
                  </a:lnTo>
                  <a:lnTo>
                    <a:pt x="2526964" y="302804"/>
                  </a:lnTo>
                  <a:lnTo>
                    <a:pt x="2532410" y="302840"/>
                  </a:lnTo>
                  <a:lnTo>
                    <a:pt x="2537856" y="302872"/>
                  </a:lnTo>
                  <a:lnTo>
                    <a:pt x="2543303" y="302902"/>
                  </a:lnTo>
                  <a:lnTo>
                    <a:pt x="2548749" y="302929"/>
                  </a:lnTo>
                  <a:lnTo>
                    <a:pt x="2554195" y="302953"/>
                  </a:lnTo>
                  <a:lnTo>
                    <a:pt x="2559641" y="302974"/>
                  </a:lnTo>
                  <a:lnTo>
                    <a:pt x="2565087" y="302993"/>
                  </a:lnTo>
                  <a:lnTo>
                    <a:pt x="2570533" y="303009"/>
                  </a:lnTo>
                  <a:lnTo>
                    <a:pt x="2575979" y="303024"/>
                  </a:lnTo>
                  <a:lnTo>
                    <a:pt x="2581425" y="303035"/>
                  </a:lnTo>
                  <a:lnTo>
                    <a:pt x="2586871" y="303045"/>
                  </a:lnTo>
                  <a:lnTo>
                    <a:pt x="2592317" y="303053"/>
                  </a:lnTo>
                  <a:lnTo>
                    <a:pt x="2597763" y="303060"/>
                  </a:lnTo>
                  <a:lnTo>
                    <a:pt x="2603209" y="303066"/>
                  </a:lnTo>
                  <a:lnTo>
                    <a:pt x="2608655" y="303071"/>
                  </a:lnTo>
                  <a:lnTo>
                    <a:pt x="2614101" y="303074"/>
                  </a:lnTo>
                  <a:lnTo>
                    <a:pt x="2619547" y="303077"/>
                  </a:lnTo>
                  <a:lnTo>
                    <a:pt x="2624993" y="303079"/>
                  </a:lnTo>
                  <a:lnTo>
                    <a:pt x="2630439" y="303081"/>
                  </a:lnTo>
                  <a:lnTo>
                    <a:pt x="2635885" y="303083"/>
                  </a:lnTo>
                  <a:lnTo>
                    <a:pt x="2641331" y="303084"/>
                  </a:lnTo>
                  <a:lnTo>
                    <a:pt x="2646777" y="303084"/>
                  </a:lnTo>
                  <a:lnTo>
                    <a:pt x="2652223" y="303085"/>
                  </a:lnTo>
                  <a:lnTo>
                    <a:pt x="2657669" y="303085"/>
                  </a:lnTo>
                  <a:lnTo>
                    <a:pt x="2663116" y="303086"/>
                  </a:lnTo>
                  <a:lnTo>
                    <a:pt x="2668562" y="303086"/>
                  </a:lnTo>
                  <a:lnTo>
                    <a:pt x="2674008" y="303086"/>
                  </a:lnTo>
                  <a:lnTo>
                    <a:pt x="2679454" y="303086"/>
                  </a:lnTo>
                  <a:lnTo>
                    <a:pt x="2684900" y="303086"/>
                  </a:lnTo>
                  <a:lnTo>
                    <a:pt x="2690346" y="303086"/>
                  </a:lnTo>
                  <a:lnTo>
                    <a:pt x="2695792" y="303086"/>
                  </a:lnTo>
                  <a:lnTo>
                    <a:pt x="2701238" y="303086"/>
                  </a:lnTo>
                  <a:lnTo>
                    <a:pt x="2706684" y="303086"/>
                  </a:lnTo>
                  <a:lnTo>
                    <a:pt x="2712130" y="303086"/>
                  </a:lnTo>
                  <a:lnTo>
                    <a:pt x="2717576" y="303086"/>
                  </a:lnTo>
                  <a:lnTo>
                    <a:pt x="2723022" y="303086"/>
                  </a:lnTo>
                  <a:lnTo>
                    <a:pt x="2728468" y="303086"/>
                  </a:lnTo>
                  <a:lnTo>
                    <a:pt x="2733914" y="303086"/>
                  </a:lnTo>
                  <a:lnTo>
                    <a:pt x="2739360" y="303086"/>
                  </a:lnTo>
                  <a:lnTo>
                    <a:pt x="2744806" y="303086"/>
                  </a:lnTo>
                  <a:lnTo>
                    <a:pt x="2750252" y="303087"/>
                  </a:lnTo>
                  <a:lnTo>
                    <a:pt x="2755698" y="303087"/>
                  </a:lnTo>
                  <a:lnTo>
                    <a:pt x="2761144" y="303087"/>
                  </a:lnTo>
                  <a:lnTo>
                    <a:pt x="2766590" y="303087"/>
                  </a:lnTo>
                  <a:lnTo>
                    <a:pt x="2772036" y="303087"/>
                  </a:lnTo>
                  <a:lnTo>
                    <a:pt x="2777482" y="303087"/>
                  </a:lnTo>
                  <a:lnTo>
                    <a:pt x="2782929" y="303087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957616" y="3317954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5"/>
                  </a:lnTo>
                  <a:lnTo>
                    <a:pt x="196057" y="455695"/>
                  </a:lnTo>
                  <a:lnTo>
                    <a:pt x="201503" y="455694"/>
                  </a:lnTo>
                  <a:lnTo>
                    <a:pt x="206949" y="455692"/>
                  </a:lnTo>
                  <a:lnTo>
                    <a:pt x="212395" y="455689"/>
                  </a:lnTo>
                  <a:lnTo>
                    <a:pt x="217841" y="455685"/>
                  </a:lnTo>
                  <a:lnTo>
                    <a:pt x="223287" y="455679"/>
                  </a:lnTo>
                  <a:lnTo>
                    <a:pt x="228733" y="455669"/>
                  </a:lnTo>
                  <a:lnTo>
                    <a:pt x="234179" y="455655"/>
                  </a:lnTo>
                  <a:lnTo>
                    <a:pt x="239625" y="455634"/>
                  </a:lnTo>
                  <a:lnTo>
                    <a:pt x="245072" y="455601"/>
                  </a:lnTo>
                  <a:lnTo>
                    <a:pt x="250518" y="455554"/>
                  </a:lnTo>
                  <a:lnTo>
                    <a:pt x="255964" y="455488"/>
                  </a:lnTo>
                  <a:lnTo>
                    <a:pt x="261410" y="455396"/>
                  </a:lnTo>
                  <a:lnTo>
                    <a:pt x="266856" y="455271"/>
                  </a:lnTo>
                  <a:lnTo>
                    <a:pt x="272302" y="455103"/>
                  </a:lnTo>
                  <a:lnTo>
                    <a:pt x="277748" y="454882"/>
                  </a:lnTo>
                  <a:lnTo>
                    <a:pt x="283194" y="454597"/>
                  </a:lnTo>
                  <a:lnTo>
                    <a:pt x="288640" y="454232"/>
                  </a:lnTo>
                  <a:lnTo>
                    <a:pt x="294086" y="453761"/>
                  </a:lnTo>
                  <a:lnTo>
                    <a:pt x="299532" y="453179"/>
                  </a:lnTo>
                  <a:lnTo>
                    <a:pt x="304978" y="452472"/>
                  </a:lnTo>
                  <a:lnTo>
                    <a:pt x="310424" y="451628"/>
                  </a:lnTo>
                  <a:lnTo>
                    <a:pt x="315870" y="450641"/>
                  </a:lnTo>
                  <a:lnTo>
                    <a:pt x="321316" y="449503"/>
                  </a:lnTo>
                  <a:lnTo>
                    <a:pt x="326762" y="448214"/>
                  </a:lnTo>
                  <a:lnTo>
                    <a:pt x="332208" y="446780"/>
                  </a:lnTo>
                  <a:lnTo>
                    <a:pt x="337654" y="445210"/>
                  </a:lnTo>
                  <a:lnTo>
                    <a:pt x="343100" y="443513"/>
                  </a:lnTo>
                  <a:lnTo>
                    <a:pt x="348546" y="441723"/>
                  </a:lnTo>
                  <a:lnTo>
                    <a:pt x="353992" y="439877"/>
                  </a:lnTo>
                  <a:lnTo>
                    <a:pt x="359438" y="438009"/>
                  </a:lnTo>
                  <a:lnTo>
                    <a:pt x="364885" y="436154"/>
                  </a:lnTo>
                  <a:lnTo>
                    <a:pt x="370331" y="434350"/>
                  </a:lnTo>
                  <a:lnTo>
                    <a:pt x="375777" y="432634"/>
                  </a:lnTo>
                  <a:lnTo>
                    <a:pt x="381223" y="431039"/>
                  </a:lnTo>
                  <a:lnTo>
                    <a:pt x="386669" y="429595"/>
                  </a:lnTo>
                  <a:lnTo>
                    <a:pt x="392115" y="428345"/>
                  </a:lnTo>
                  <a:lnTo>
                    <a:pt x="397561" y="427307"/>
                  </a:lnTo>
                  <a:lnTo>
                    <a:pt x="403007" y="426481"/>
                  </a:lnTo>
                  <a:lnTo>
                    <a:pt x="408453" y="425871"/>
                  </a:lnTo>
                  <a:lnTo>
                    <a:pt x="413899" y="425475"/>
                  </a:lnTo>
                  <a:lnTo>
                    <a:pt x="419345" y="425287"/>
                  </a:lnTo>
                  <a:lnTo>
                    <a:pt x="424791" y="425293"/>
                  </a:lnTo>
                  <a:lnTo>
                    <a:pt x="430237" y="425480"/>
                  </a:lnTo>
                  <a:lnTo>
                    <a:pt x="435683" y="425827"/>
                  </a:lnTo>
                  <a:lnTo>
                    <a:pt x="441129" y="426316"/>
                  </a:lnTo>
                  <a:lnTo>
                    <a:pt x="446575" y="426924"/>
                  </a:lnTo>
                  <a:lnTo>
                    <a:pt x="452021" y="427610"/>
                  </a:lnTo>
                  <a:lnTo>
                    <a:pt x="457467" y="428347"/>
                  </a:lnTo>
                  <a:lnTo>
                    <a:pt x="462913" y="429108"/>
                  </a:lnTo>
                  <a:lnTo>
                    <a:pt x="468359" y="429868"/>
                  </a:lnTo>
                  <a:lnTo>
                    <a:pt x="473805" y="430604"/>
                  </a:lnTo>
                  <a:lnTo>
                    <a:pt x="479251" y="431294"/>
                  </a:lnTo>
                  <a:lnTo>
                    <a:pt x="484698" y="431922"/>
                  </a:lnTo>
                  <a:lnTo>
                    <a:pt x="490144" y="432473"/>
                  </a:lnTo>
                  <a:lnTo>
                    <a:pt x="495590" y="432930"/>
                  </a:lnTo>
                  <a:lnTo>
                    <a:pt x="501036" y="433302"/>
                  </a:lnTo>
                  <a:lnTo>
                    <a:pt x="506482" y="433595"/>
                  </a:lnTo>
                  <a:lnTo>
                    <a:pt x="511928" y="433815"/>
                  </a:lnTo>
                  <a:lnTo>
                    <a:pt x="517374" y="433974"/>
                  </a:lnTo>
                  <a:lnTo>
                    <a:pt x="522820" y="434085"/>
                  </a:lnTo>
                  <a:lnTo>
                    <a:pt x="528266" y="434160"/>
                  </a:lnTo>
                  <a:lnTo>
                    <a:pt x="533712" y="434213"/>
                  </a:lnTo>
                  <a:lnTo>
                    <a:pt x="539158" y="434254"/>
                  </a:lnTo>
                  <a:lnTo>
                    <a:pt x="544604" y="434293"/>
                  </a:lnTo>
                  <a:lnTo>
                    <a:pt x="550050" y="434335"/>
                  </a:lnTo>
                  <a:lnTo>
                    <a:pt x="555496" y="434382"/>
                  </a:lnTo>
                  <a:lnTo>
                    <a:pt x="560942" y="434433"/>
                  </a:lnTo>
                  <a:lnTo>
                    <a:pt x="566388" y="434485"/>
                  </a:lnTo>
                  <a:lnTo>
                    <a:pt x="571834" y="434534"/>
                  </a:lnTo>
                  <a:lnTo>
                    <a:pt x="577280" y="434576"/>
                  </a:lnTo>
                  <a:lnTo>
                    <a:pt x="582726" y="434609"/>
                  </a:lnTo>
                  <a:lnTo>
                    <a:pt x="588172" y="434630"/>
                  </a:lnTo>
                  <a:lnTo>
                    <a:pt x="593618" y="434638"/>
                  </a:lnTo>
                  <a:lnTo>
                    <a:pt x="599064" y="434637"/>
                  </a:lnTo>
                  <a:lnTo>
                    <a:pt x="604510" y="434632"/>
                  </a:lnTo>
                  <a:lnTo>
                    <a:pt x="609957" y="434628"/>
                  </a:lnTo>
                  <a:lnTo>
                    <a:pt x="615403" y="434631"/>
                  </a:lnTo>
                  <a:lnTo>
                    <a:pt x="620849" y="434648"/>
                  </a:lnTo>
                  <a:lnTo>
                    <a:pt x="626295" y="434682"/>
                  </a:lnTo>
                  <a:lnTo>
                    <a:pt x="631741" y="434736"/>
                  </a:lnTo>
                  <a:lnTo>
                    <a:pt x="637187" y="434811"/>
                  </a:lnTo>
                  <a:lnTo>
                    <a:pt x="642633" y="434905"/>
                  </a:lnTo>
                  <a:lnTo>
                    <a:pt x="648079" y="435012"/>
                  </a:lnTo>
                  <a:lnTo>
                    <a:pt x="653525" y="435119"/>
                  </a:lnTo>
                  <a:lnTo>
                    <a:pt x="658971" y="435216"/>
                  </a:lnTo>
                  <a:lnTo>
                    <a:pt x="664417" y="435288"/>
                  </a:lnTo>
                  <a:lnTo>
                    <a:pt x="669863" y="435321"/>
                  </a:lnTo>
                  <a:lnTo>
                    <a:pt x="675309" y="435299"/>
                  </a:lnTo>
                  <a:lnTo>
                    <a:pt x="680755" y="435207"/>
                  </a:lnTo>
                  <a:lnTo>
                    <a:pt x="686201" y="435029"/>
                  </a:lnTo>
                  <a:lnTo>
                    <a:pt x="691647" y="434746"/>
                  </a:lnTo>
                  <a:lnTo>
                    <a:pt x="697093" y="434334"/>
                  </a:lnTo>
                  <a:lnTo>
                    <a:pt x="702539" y="433791"/>
                  </a:lnTo>
                  <a:lnTo>
                    <a:pt x="707985" y="433106"/>
                  </a:lnTo>
                  <a:lnTo>
                    <a:pt x="713431" y="432267"/>
                  </a:lnTo>
                  <a:lnTo>
                    <a:pt x="718877" y="431266"/>
                  </a:lnTo>
                  <a:lnTo>
                    <a:pt x="724323" y="430093"/>
                  </a:lnTo>
                  <a:lnTo>
                    <a:pt x="729770" y="428742"/>
                  </a:lnTo>
                  <a:lnTo>
                    <a:pt x="735216" y="427208"/>
                  </a:lnTo>
                  <a:lnTo>
                    <a:pt x="740662" y="425485"/>
                  </a:lnTo>
                  <a:lnTo>
                    <a:pt x="746108" y="423557"/>
                  </a:lnTo>
                  <a:lnTo>
                    <a:pt x="751554" y="421452"/>
                  </a:lnTo>
                  <a:lnTo>
                    <a:pt x="757000" y="419180"/>
                  </a:lnTo>
                  <a:lnTo>
                    <a:pt x="762446" y="416756"/>
                  </a:lnTo>
                  <a:lnTo>
                    <a:pt x="767892" y="414197"/>
                  </a:lnTo>
                  <a:lnTo>
                    <a:pt x="773338" y="411522"/>
                  </a:lnTo>
                  <a:lnTo>
                    <a:pt x="778784" y="408755"/>
                  </a:lnTo>
                  <a:lnTo>
                    <a:pt x="784230" y="405917"/>
                  </a:lnTo>
                  <a:lnTo>
                    <a:pt x="789676" y="403033"/>
                  </a:lnTo>
                  <a:lnTo>
                    <a:pt x="795122" y="400124"/>
                  </a:lnTo>
                  <a:lnTo>
                    <a:pt x="800568" y="397215"/>
                  </a:lnTo>
                  <a:lnTo>
                    <a:pt x="806014" y="394324"/>
                  </a:lnTo>
                  <a:lnTo>
                    <a:pt x="811460" y="391462"/>
                  </a:lnTo>
                  <a:lnTo>
                    <a:pt x="816906" y="388639"/>
                  </a:lnTo>
                  <a:lnTo>
                    <a:pt x="822352" y="385859"/>
                  </a:lnTo>
                  <a:lnTo>
                    <a:pt x="827798" y="383123"/>
                  </a:lnTo>
                  <a:lnTo>
                    <a:pt x="833244" y="380423"/>
                  </a:lnTo>
                  <a:lnTo>
                    <a:pt x="838690" y="377748"/>
                  </a:lnTo>
                  <a:lnTo>
                    <a:pt x="844136" y="375072"/>
                  </a:lnTo>
                  <a:lnTo>
                    <a:pt x="849583" y="372356"/>
                  </a:lnTo>
                  <a:lnTo>
                    <a:pt x="855029" y="369553"/>
                  </a:lnTo>
                  <a:lnTo>
                    <a:pt x="860475" y="366604"/>
                  </a:lnTo>
                  <a:lnTo>
                    <a:pt x="865921" y="363438"/>
                  </a:lnTo>
                  <a:lnTo>
                    <a:pt x="871367" y="359975"/>
                  </a:lnTo>
                  <a:lnTo>
                    <a:pt x="876813" y="356122"/>
                  </a:lnTo>
                  <a:lnTo>
                    <a:pt x="882259" y="351778"/>
                  </a:lnTo>
                  <a:lnTo>
                    <a:pt x="887705" y="346835"/>
                  </a:lnTo>
                  <a:lnTo>
                    <a:pt x="893151" y="341119"/>
                  </a:lnTo>
                  <a:lnTo>
                    <a:pt x="898597" y="334487"/>
                  </a:lnTo>
                  <a:lnTo>
                    <a:pt x="904043" y="326872"/>
                  </a:lnTo>
                  <a:lnTo>
                    <a:pt x="909489" y="318157"/>
                  </a:lnTo>
                  <a:lnTo>
                    <a:pt x="914935" y="308229"/>
                  </a:lnTo>
                  <a:lnTo>
                    <a:pt x="920381" y="296985"/>
                  </a:lnTo>
                  <a:lnTo>
                    <a:pt x="925827" y="284327"/>
                  </a:lnTo>
                  <a:lnTo>
                    <a:pt x="931273" y="270176"/>
                  </a:lnTo>
                  <a:lnTo>
                    <a:pt x="936719" y="254472"/>
                  </a:lnTo>
                  <a:lnTo>
                    <a:pt x="942165" y="237120"/>
                  </a:lnTo>
                  <a:lnTo>
                    <a:pt x="947611" y="218078"/>
                  </a:lnTo>
                  <a:lnTo>
                    <a:pt x="953057" y="197606"/>
                  </a:lnTo>
                  <a:lnTo>
                    <a:pt x="958503" y="175897"/>
                  </a:lnTo>
                  <a:lnTo>
                    <a:pt x="963949" y="153233"/>
                  </a:lnTo>
                  <a:lnTo>
                    <a:pt x="969396" y="129998"/>
                  </a:lnTo>
                  <a:lnTo>
                    <a:pt x="974842" y="106674"/>
                  </a:lnTo>
                  <a:lnTo>
                    <a:pt x="980288" y="83839"/>
                  </a:lnTo>
                  <a:lnTo>
                    <a:pt x="985734" y="62156"/>
                  </a:lnTo>
                  <a:lnTo>
                    <a:pt x="991180" y="42398"/>
                  </a:lnTo>
                  <a:lnTo>
                    <a:pt x="996626" y="25754"/>
                  </a:lnTo>
                  <a:lnTo>
                    <a:pt x="1002072" y="12726"/>
                  </a:lnTo>
                  <a:lnTo>
                    <a:pt x="1007518" y="3965"/>
                  </a:lnTo>
                  <a:lnTo>
                    <a:pt x="1012964" y="0"/>
                  </a:lnTo>
                  <a:lnTo>
                    <a:pt x="1018410" y="1202"/>
                  </a:lnTo>
                  <a:lnTo>
                    <a:pt x="1023856" y="7757"/>
                  </a:lnTo>
                  <a:lnTo>
                    <a:pt x="1029302" y="19646"/>
                  </a:lnTo>
                  <a:lnTo>
                    <a:pt x="1034748" y="36638"/>
                  </a:lnTo>
                  <a:lnTo>
                    <a:pt x="1040194" y="58298"/>
                  </a:lnTo>
                  <a:lnTo>
                    <a:pt x="1045640" y="84381"/>
                  </a:lnTo>
                  <a:lnTo>
                    <a:pt x="1051086" y="113483"/>
                  </a:lnTo>
                  <a:lnTo>
                    <a:pt x="1056532" y="144650"/>
                  </a:lnTo>
                  <a:lnTo>
                    <a:pt x="1061978" y="176954"/>
                  </a:lnTo>
                  <a:lnTo>
                    <a:pt x="1067424" y="209490"/>
                  </a:lnTo>
                  <a:lnTo>
                    <a:pt x="1072870" y="241424"/>
                  </a:lnTo>
                  <a:lnTo>
                    <a:pt x="1078316" y="272021"/>
                  </a:lnTo>
                  <a:lnTo>
                    <a:pt x="1083762" y="300676"/>
                  </a:lnTo>
                  <a:lnTo>
                    <a:pt x="1089209" y="326929"/>
                  </a:lnTo>
                  <a:lnTo>
                    <a:pt x="1094655" y="350183"/>
                  </a:lnTo>
                  <a:lnTo>
                    <a:pt x="1100101" y="370452"/>
                  </a:lnTo>
                  <a:lnTo>
                    <a:pt x="1105547" y="387875"/>
                  </a:lnTo>
                  <a:lnTo>
                    <a:pt x="1110993" y="402578"/>
                  </a:lnTo>
                  <a:lnTo>
                    <a:pt x="1116439" y="414758"/>
                  </a:lnTo>
                  <a:lnTo>
                    <a:pt x="1121885" y="424661"/>
                  </a:lnTo>
                  <a:lnTo>
                    <a:pt x="1127331" y="432563"/>
                  </a:lnTo>
                  <a:lnTo>
                    <a:pt x="1132777" y="438750"/>
                  </a:lnTo>
                  <a:lnTo>
                    <a:pt x="1138223" y="443500"/>
                  </a:lnTo>
                  <a:lnTo>
                    <a:pt x="1143669" y="447013"/>
                  </a:lnTo>
                  <a:lnTo>
                    <a:pt x="1149115" y="449574"/>
                  </a:lnTo>
                  <a:lnTo>
                    <a:pt x="1154561" y="451452"/>
                  </a:lnTo>
                  <a:lnTo>
                    <a:pt x="1160007" y="452805"/>
                  </a:lnTo>
                  <a:lnTo>
                    <a:pt x="1165453" y="453761"/>
                  </a:lnTo>
                  <a:lnTo>
                    <a:pt x="1170899" y="454424"/>
                  </a:lnTo>
                  <a:lnTo>
                    <a:pt x="1176345" y="454875"/>
                  </a:lnTo>
                  <a:lnTo>
                    <a:pt x="1181791" y="455175"/>
                  </a:lnTo>
                  <a:lnTo>
                    <a:pt x="1187237" y="455371"/>
                  </a:lnTo>
                  <a:lnTo>
                    <a:pt x="1192683" y="455493"/>
                  </a:lnTo>
                  <a:lnTo>
                    <a:pt x="1198129" y="455566"/>
                  </a:lnTo>
                  <a:lnTo>
                    <a:pt x="1203575" y="455611"/>
                  </a:lnTo>
                  <a:lnTo>
                    <a:pt x="1209021" y="455635"/>
                  </a:lnTo>
                  <a:lnTo>
                    <a:pt x="1214468" y="455647"/>
                  </a:lnTo>
                  <a:lnTo>
                    <a:pt x="1219914" y="455648"/>
                  </a:lnTo>
                  <a:lnTo>
                    <a:pt x="1225360" y="455642"/>
                  </a:lnTo>
                  <a:lnTo>
                    <a:pt x="1230806" y="455629"/>
                  </a:lnTo>
                  <a:lnTo>
                    <a:pt x="1236252" y="455611"/>
                  </a:lnTo>
                  <a:lnTo>
                    <a:pt x="1241698" y="455587"/>
                  </a:lnTo>
                  <a:lnTo>
                    <a:pt x="1247144" y="455557"/>
                  </a:lnTo>
                  <a:lnTo>
                    <a:pt x="1252590" y="455520"/>
                  </a:lnTo>
                  <a:lnTo>
                    <a:pt x="1258036" y="455478"/>
                  </a:lnTo>
                  <a:lnTo>
                    <a:pt x="1263482" y="455429"/>
                  </a:lnTo>
                  <a:lnTo>
                    <a:pt x="1268928" y="455375"/>
                  </a:lnTo>
                  <a:lnTo>
                    <a:pt x="1274374" y="455317"/>
                  </a:lnTo>
                  <a:lnTo>
                    <a:pt x="1279820" y="455255"/>
                  </a:lnTo>
                  <a:lnTo>
                    <a:pt x="1285266" y="455191"/>
                  </a:lnTo>
                  <a:lnTo>
                    <a:pt x="1290712" y="455127"/>
                  </a:lnTo>
                  <a:lnTo>
                    <a:pt x="1296158" y="455066"/>
                  </a:lnTo>
                  <a:lnTo>
                    <a:pt x="1301604" y="455010"/>
                  </a:lnTo>
                  <a:lnTo>
                    <a:pt x="1307050" y="454960"/>
                  </a:lnTo>
                  <a:lnTo>
                    <a:pt x="1312496" y="454921"/>
                  </a:lnTo>
                  <a:lnTo>
                    <a:pt x="1317942" y="454892"/>
                  </a:lnTo>
                  <a:lnTo>
                    <a:pt x="1323388" y="454875"/>
                  </a:lnTo>
                  <a:lnTo>
                    <a:pt x="1328834" y="454872"/>
                  </a:lnTo>
                  <a:lnTo>
                    <a:pt x="1334281" y="454881"/>
                  </a:lnTo>
                  <a:lnTo>
                    <a:pt x="1339727" y="454904"/>
                  </a:lnTo>
                  <a:lnTo>
                    <a:pt x="1345173" y="454940"/>
                  </a:lnTo>
                  <a:lnTo>
                    <a:pt x="1350619" y="454986"/>
                  </a:lnTo>
                  <a:lnTo>
                    <a:pt x="1356065" y="455039"/>
                  </a:lnTo>
                  <a:lnTo>
                    <a:pt x="1361511" y="455099"/>
                  </a:lnTo>
                  <a:lnTo>
                    <a:pt x="1366957" y="455161"/>
                  </a:lnTo>
                  <a:lnTo>
                    <a:pt x="1372403" y="455225"/>
                  </a:lnTo>
                  <a:lnTo>
                    <a:pt x="1377849" y="455288"/>
                  </a:lnTo>
                  <a:lnTo>
                    <a:pt x="1383295" y="455349"/>
                  </a:lnTo>
                  <a:lnTo>
                    <a:pt x="1388741" y="455406"/>
                  </a:lnTo>
                  <a:lnTo>
                    <a:pt x="1394187" y="455457"/>
                  </a:lnTo>
                  <a:lnTo>
                    <a:pt x="1399633" y="455502"/>
                  </a:lnTo>
                  <a:lnTo>
                    <a:pt x="1405079" y="455541"/>
                  </a:lnTo>
                  <a:lnTo>
                    <a:pt x="1410525" y="455574"/>
                  </a:lnTo>
                  <a:lnTo>
                    <a:pt x="1415971" y="455602"/>
                  </a:lnTo>
                  <a:lnTo>
                    <a:pt x="1421417" y="455625"/>
                  </a:lnTo>
                  <a:lnTo>
                    <a:pt x="1426863" y="455643"/>
                  </a:lnTo>
                  <a:lnTo>
                    <a:pt x="1432309" y="455657"/>
                  </a:lnTo>
                  <a:lnTo>
                    <a:pt x="1437755" y="455668"/>
                  </a:lnTo>
                  <a:lnTo>
                    <a:pt x="1443201" y="455676"/>
                  </a:lnTo>
                  <a:lnTo>
                    <a:pt x="1448647" y="455682"/>
                  </a:lnTo>
                  <a:lnTo>
                    <a:pt x="1454094" y="455686"/>
                  </a:lnTo>
                  <a:lnTo>
                    <a:pt x="1459540" y="455689"/>
                  </a:lnTo>
                  <a:lnTo>
                    <a:pt x="1464986" y="455692"/>
                  </a:lnTo>
                  <a:lnTo>
                    <a:pt x="1470432" y="455693"/>
                  </a:lnTo>
                  <a:lnTo>
                    <a:pt x="1475878" y="455694"/>
                  </a:lnTo>
                  <a:lnTo>
                    <a:pt x="1481324" y="455695"/>
                  </a:lnTo>
                  <a:lnTo>
                    <a:pt x="1486770" y="455695"/>
                  </a:lnTo>
                  <a:lnTo>
                    <a:pt x="1492216" y="455696"/>
                  </a:lnTo>
                  <a:lnTo>
                    <a:pt x="1497662" y="455696"/>
                  </a:lnTo>
                  <a:lnTo>
                    <a:pt x="1503108" y="455696"/>
                  </a:lnTo>
                  <a:lnTo>
                    <a:pt x="1508554" y="455696"/>
                  </a:lnTo>
                  <a:lnTo>
                    <a:pt x="1514000" y="455696"/>
                  </a:lnTo>
                  <a:lnTo>
                    <a:pt x="1519446" y="455696"/>
                  </a:lnTo>
                  <a:lnTo>
                    <a:pt x="1524892" y="455696"/>
                  </a:lnTo>
                  <a:lnTo>
                    <a:pt x="1530338" y="455696"/>
                  </a:lnTo>
                  <a:lnTo>
                    <a:pt x="1535784" y="455696"/>
                  </a:lnTo>
                  <a:lnTo>
                    <a:pt x="1541230" y="455696"/>
                  </a:lnTo>
                  <a:lnTo>
                    <a:pt x="1546676" y="455696"/>
                  </a:lnTo>
                  <a:lnTo>
                    <a:pt x="1552122" y="455696"/>
                  </a:lnTo>
                  <a:lnTo>
                    <a:pt x="1557568" y="455696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6"/>
                  </a:lnTo>
                  <a:lnTo>
                    <a:pt x="2113065" y="455696"/>
                  </a:lnTo>
                  <a:lnTo>
                    <a:pt x="2118511" y="455696"/>
                  </a:lnTo>
                  <a:lnTo>
                    <a:pt x="2123957" y="455696"/>
                  </a:lnTo>
                  <a:lnTo>
                    <a:pt x="2129403" y="455696"/>
                  </a:lnTo>
                  <a:lnTo>
                    <a:pt x="2134849" y="455696"/>
                  </a:lnTo>
                  <a:lnTo>
                    <a:pt x="2140295" y="455696"/>
                  </a:lnTo>
                  <a:lnTo>
                    <a:pt x="2145741" y="455696"/>
                  </a:lnTo>
                  <a:lnTo>
                    <a:pt x="2151187" y="455696"/>
                  </a:lnTo>
                  <a:lnTo>
                    <a:pt x="2156633" y="455696"/>
                  </a:lnTo>
                  <a:lnTo>
                    <a:pt x="2162079" y="455696"/>
                  </a:lnTo>
                  <a:lnTo>
                    <a:pt x="2167525" y="455696"/>
                  </a:lnTo>
                  <a:lnTo>
                    <a:pt x="2172971" y="455696"/>
                  </a:lnTo>
                  <a:lnTo>
                    <a:pt x="2178418" y="455696"/>
                  </a:lnTo>
                  <a:lnTo>
                    <a:pt x="2183864" y="455696"/>
                  </a:lnTo>
                  <a:lnTo>
                    <a:pt x="2189310" y="455696"/>
                  </a:lnTo>
                  <a:lnTo>
                    <a:pt x="2194756" y="455695"/>
                  </a:lnTo>
                  <a:lnTo>
                    <a:pt x="2200202" y="455695"/>
                  </a:lnTo>
                  <a:lnTo>
                    <a:pt x="2205648" y="455694"/>
                  </a:lnTo>
                  <a:lnTo>
                    <a:pt x="2211094" y="455693"/>
                  </a:lnTo>
                  <a:lnTo>
                    <a:pt x="2216540" y="455692"/>
                  </a:lnTo>
                  <a:lnTo>
                    <a:pt x="2221986" y="455689"/>
                  </a:lnTo>
                  <a:lnTo>
                    <a:pt x="2227432" y="455686"/>
                  </a:lnTo>
                  <a:lnTo>
                    <a:pt x="2232878" y="455682"/>
                  </a:lnTo>
                  <a:lnTo>
                    <a:pt x="2238324" y="455676"/>
                  </a:lnTo>
                  <a:lnTo>
                    <a:pt x="2243770" y="455668"/>
                  </a:lnTo>
                  <a:lnTo>
                    <a:pt x="2249216" y="455657"/>
                  </a:lnTo>
                  <a:lnTo>
                    <a:pt x="2254662" y="455643"/>
                  </a:lnTo>
                  <a:lnTo>
                    <a:pt x="2260108" y="455625"/>
                  </a:lnTo>
                  <a:lnTo>
                    <a:pt x="2265554" y="455602"/>
                  </a:lnTo>
                  <a:lnTo>
                    <a:pt x="2271000" y="455574"/>
                  </a:lnTo>
                  <a:lnTo>
                    <a:pt x="2276446" y="455541"/>
                  </a:lnTo>
                  <a:lnTo>
                    <a:pt x="2281892" y="455501"/>
                  </a:lnTo>
                  <a:lnTo>
                    <a:pt x="2287338" y="455456"/>
                  </a:lnTo>
                  <a:lnTo>
                    <a:pt x="2292784" y="455406"/>
                  </a:lnTo>
                  <a:lnTo>
                    <a:pt x="2298231" y="455349"/>
                  </a:lnTo>
                  <a:lnTo>
                    <a:pt x="2303677" y="455288"/>
                  </a:lnTo>
                  <a:lnTo>
                    <a:pt x="2309123" y="455225"/>
                  </a:lnTo>
                  <a:lnTo>
                    <a:pt x="2314569" y="455161"/>
                  </a:lnTo>
                  <a:lnTo>
                    <a:pt x="2320015" y="455099"/>
                  </a:lnTo>
                  <a:lnTo>
                    <a:pt x="2325461" y="455040"/>
                  </a:lnTo>
                  <a:lnTo>
                    <a:pt x="2330907" y="454986"/>
                  </a:lnTo>
                  <a:lnTo>
                    <a:pt x="2336353" y="454940"/>
                  </a:lnTo>
                  <a:lnTo>
                    <a:pt x="2341799" y="454904"/>
                  </a:lnTo>
                  <a:lnTo>
                    <a:pt x="2347245" y="454881"/>
                  </a:lnTo>
                  <a:lnTo>
                    <a:pt x="2352691" y="454872"/>
                  </a:lnTo>
                  <a:lnTo>
                    <a:pt x="2358137" y="454875"/>
                  </a:lnTo>
                  <a:lnTo>
                    <a:pt x="2363583" y="454892"/>
                  </a:lnTo>
                  <a:lnTo>
                    <a:pt x="2369029" y="454921"/>
                  </a:lnTo>
                  <a:lnTo>
                    <a:pt x="2374475" y="454961"/>
                  </a:lnTo>
                  <a:lnTo>
                    <a:pt x="2379921" y="455010"/>
                  </a:lnTo>
                  <a:lnTo>
                    <a:pt x="2385367" y="455066"/>
                  </a:lnTo>
                  <a:lnTo>
                    <a:pt x="2390813" y="455127"/>
                  </a:lnTo>
                  <a:lnTo>
                    <a:pt x="2396259" y="455191"/>
                  </a:lnTo>
                  <a:lnTo>
                    <a:pt x="2401705" y="455255"/>
                  </a:lnTo>
                  <a:lnTo>
                    <a:pt x="2407151" y="455317"/>
                  </a:lnTo>
                  <a:lnTo>
                    <a:pt x="2412597" y="455375"/>
                  </a:lnTo>
                  <a:lnTo>
                    <a:pt x="2418043" y="455429"/>
                  </a:lnTo>
                  <a:lnTo>
                    <a:pt x="2423490" y="455478"/>
                  </a:lnTo>
                  <a:lnTo>
                    <a:pt x="2428936" y="455520"/>
                  </a:lnTo>
                  <a:lnTo>
                    <a:pt x="2434382" y="455557"/>
                  </a:lnTo>
                  <a:lnTo>
                    <a:pt x="2439828" y="455588"/>
                  </a:lnTo>
                  <a:lnTo>
                    <a:pt x="2445274" y="455614"/>
                  </a:lnTo>
                  <a:lnTo>
                    <a:pt x="2450720" y="455634"/>
                  </a:lnTo>
                  <a:lnTo>
                    <a:pt x="2456166" y="455650"/>
                  </a:lnTo>
                  <a:lnTo>
                    <a:pt x="2461612" y="455662"/>
                  </a:lnTo>
                  <a:lnTo>
                    <a:pt x="2467058" y="455672"/>
                  </a:lnTo>
                  <a:lnTo>
                    <a:pt x="2472504" y="455679"/>
                  </a:lnTo>
                  <a:lnTo>
                    <a:pt x="2477950" y="455684"/>
                  </a:lnTo>
                  <a:lnTo>
                    <a:pt x="2483396" y="455688"/>
                  </a:lnTo>
                  <a:lnTo>
                    <a:pt x="2488842" y="455691"/>
                  </a:lnTo>
                  <a:lnTo>
                    <a:pt x="2494288" y="455692"/>
                  </a:lnTo>
                  <a:lnTo>
                    <a:pt x="2499734" y="455694"/>
                  </a:lnTo>
                  <a:lnTo>
                    <a:pt x="2505180" y="455695"/>
                  </a:lnTo>
                  <a:lnTo>
                    <a:pt x="2510626" y="455695"/>
                  </a:lnTo>
                  <a:lnTo>
                    <a:pt x="2516072" y="455695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  <a:lnTo>
                    <a:pt x="2777482" y="455696"/>
                  </a:lnTo>
                  <a:lnTo>
                    <a:pt x="2772036" y="455696"/>
                  </a:lnTo>
                  <a:lnTo>
                    <a:pt x="2766590" y="455696"/>
                  </a:lnTo>
                  <a:lnTo>
                    <a:pt x="2761144" y="455696"/>
                  </a:lnTo>
                  <a:lnTo>
                    <a:pt x="2755698" y="455696"/>
                  </a:lnTo>
                  <a:lnTo>
                    <a:pt x="2750252" y="455696"/>
                  </a:lnTo>
                  <a:lnTo>
                    <a:pt x="2744806" y="455696"/>
                  </a:lnTo>
                  <a:lnTo>
                    <a:pt x="2739360" y="455696"/>
                  </a:lnTo>
                  <a:lnTo>
                    <a:pt x="2733914" y="455696"/>
                  </a:lnTo>
                  <a:lnTo>
                    <a:pt x="2728468" y="455696"/>
                  </a:lnTo>
                  <a:lnTo>
                    <a:pt x="2723022" y="455696"/>
                  </a:lnTo>
                  <a:lnTo>
                    <a:pt x="2717576" y="455696"/>
                  </a:lnTo>
                  <a:lnTo>
                    <a:pt x="2712130" y="455696"/>
                  </a:lnTo>
                  <a:lnTo>
                    <a:pt x="2706684" y="455696"/>
                  </a:lnTo>
                  <a:lnTo>
                    <a:pt x="2701238" y="455696"/>
                  </a:lnTo>
                  <a:lnTo>
                    <a:pt x="2695792" y="455696"/>
                  </a:lnTo>
                  <a:lnTo>
                    <a:pt x="2690346" y="455696"/>
                  </a:lnTo>
                  <a:lnTo>
                    <a:pt x="2684900" y="455696"/>
                  </a:lnTo>
                  <a:lnTo>
                    <a:pt x="2679454" y="455696"/>
                  </a:lnTo>
                  <a:lnTo>
                    <a:pt x="2674008" y="455696"/>
                  </a:lnTo>
                  <a:lnTo>
                    <a:pt x="2668562" y="455696"/>
                  </a:lnTo>
                  <a:lnTo>
                    <a:pt x="2663116" y="455696"/>
                  </a:lnTo>
                  <a:lnTo>
                    <a:pt x="2657669" y="455696"/>
                  </a:lnTo>
                  <a:lnTo>
                    <a:pt x="2652223" y="455696"/>
                  </a:lnTo>
                  <a:lnTo>
                    <a:pt x="2646777" y="455696"/>
                  </a:lnTo>
                  <a:lnTo>
                    <a:pt x="2641331" y="455696"/>
                  </a:lnTo>
                  <a:lnTo>
                    <a:pt x="2635885" y="455696"/>
                  </a:lnTo>
                  <a:lnTo>
                    <a:pt x="2630439" y="455696"/>
                  </a:lnTo>
                  <a:lnTo>
                    <a:pt x="2624993" y="455696"/>
                  </a:lnTo>
                  <a:lnTo>
                    <a:pt x="2619547" y="455696"/>
                  </a:lnTo>
                  <a:lnTo>
                    <a:pt x="2614101" y="455696"/>
                  </a:lnTo>
                  <a:lnTo>
                    <a:pt x="2608655" y="455696"/>
                  </a:lnTo>
                  <a:lnTo>
                    <a:pt x="2603209" y="455696"/>
                  </a:lnTo>
                  <a:lnTo>
                    <a:pt x="2597763" y="455696"/>
                  </a:lnTo>
                  <a:lnTo>
                    <a:pt x="2592317" y="455696"/>
                  </a:lnTo>
                  <a:lnTo>
                    <a:pt x="2586871" y="455696"/>
                  </a:lnTo>
                  <a:lnTo>
                    <a:pt x="2581425" y="455696"/>
                  </a:lnTo>
                  <a:lnTo>
                    <a:pt x="2575979" y="455696"/>
                  </a:lnTo>
                  <a:lnTo>
                    <a:pt x="2570533" y="455696"/>
                  </a:lnTo>
                  <a:lnTo>
                    <a:pt x="2565087" y="455696"/>
                  </a:lnTo>
                  <a:lnTo>
                    <a:pt x="2559641" y="455696"/>
                  </a:lnTo>
                  <a:lnTo>
                    <a:pt x="2554195" y="455696"/>
                  </a:lnTo>
                  <a:lnTo>
                    <a:pt x="2548749" y="455696"/>
                  </a:lnTo>
                  <a:lnTo>
                    <a:pt x="2543303" y="455696"/>
                  </a:lnTo>
                  <a:lnTo>
                    <a:pt x="2537856" y="455696"/>
                  </a:lnTo>
                  <a:lnTo>
                    <a:pt x="2532410" y="455696"/>
                  </a:lnTo>
                  <a:lnTo>
                    <a:pt x="2526964" y="455696"/>
                  </a:lnTo>
                  <a:lnTo>
                    <a:pt x="2521518" y="455696"/>
                  </a:lnTo>
                  <a:lnTo>
                    <a:pt x="2516072" y="455696"/>
                  </a:lnTo>
                  <a:lnTo>
                    <a:pt x="2510626" y="455696"/>
                  </a:lnTo>
                  <a:lnTo>
                    <a:pt x="2505180" y="455696"/>
                  </a:lnTo>
                  <a:lnTo>
                    <a:pt x="2499734" y="455696"/>
                  </a:lnTo>
                  <a:lnTo>
                    <a:pt x="2494288" y="455696"/>
                  </a:lnTo>
                  <a:lnTo>
                    <a:pt x="2488842" y="455696"/>
                  </a:lnTo>
                  <a:lnTo>
                    <a:pt x="2483396" y="455696"/>
                  </a:lnTo>
                  <a:lnTo>
                    <a:pt x="2477950" y="455696"/>
                  </a:lnTo>
                  <a:lnTo>
                    <a:pt x="2472504" y="455696"/>
                  </a:lnTo>
                  <a:lnTo>
                    <a:pt x="2467058" y="455696"/>
                  </a:lnTo>
                  <a:lnTo>
                    <a:pt x="2461612" y="455696"/>
                  </a:lnTo>
                  <a:lnTo>
                    <a:pt x="2456166" y="455696"/>
                  </a:lnTo>
                  <a:lnTo>
                    <a:pt x="2450720" y="455696"/>
                  </a:lnTo>
                  <a:lnTo>
                    <a:pt x="2445274" y="455696"/>
                  </a:lnTo>
                  <a:lnTo>
                    <a:pt x="2439828" y="455696"/>
                  </a:lnTo>
                  <a:lnTo>
                    <a:pt x="2434382" y="455696"/>
                  </a:lnTo>
                  <a:lnTo>
                    <a:pt x="2428936" y="455696"/>
                  </a:lnTo>
                  <a:lnTo>
                    <a:pt x="2423490" y="455696"/>
                  </a:lnTo>
                  <a:lnTo>
                    <a:pt x="2418043" y="455696"/>
                  </a:lnTo>
                  <a:lnTo>
                    <a:pt x="2412597" y="455696"/>
                  </a:lnTo>
                  <a:lnTo>
                    <a:pt x="2407151" y="455696"/>
                  </a:lnTo>
                  <a:lnTo>
                    <a:pt x="2401705" y="455696"/>
                  </a:lnTo>
                  <a:lnTo>
                    <a:pt x="2396259" y="455696"/>
                  </a:lnTo>
                  <a:lnTo>
                    <a:pt x="2390813" y="455696"/>
                  </a:lnTo>
                  <a:lnTo>
                    <a:pt x="2385367" y="455696"/>
                  </a:lnTo>
                  <a:lnTo>
                    <a:pt x="2379921" y="455696"/>
                  </a:lnTo>
                  <a:lnTo>
                    <a:pt x="2374475" y="455696"/>
                  </a:lnTo>
                  <a:lnTo>
                    <a:pt x="2369029" y="455696"/>
                  </a:lnTo>
                  <a:lnTo>
                    <a:pt x="2363583" y="455696"/>
                  </a:lnTo>
                  <a:lnTo>
                    <a:pt x="2358137" y="455696"/>
                  </a:lnTo>
                  <a:lnTo>
                    <a:pt x="2352691" y="455696"/>
                  </a:lnTo>
                  <a:lnTo>
                    <a:pt x="2347245" y="455696"/>
                  </a:lnTo>
                  <a:lnTo>
                    <a:pt x="2341799" y="455696"/>
                  </a:lnTo>
                  <a:lnTo>
                    <a:pt x="2336353" y="455696"/>
                  </a:lnTo>
                  <a:lnTo>
                    <a:pt x="2330907" y="455696"/>
                  </a:lnTo>
                  <a:lnTo>
                    <a:pt x="2325461" y="455696"/>
                  </a:lnTo>
                  <a:lnTo>
                    <a:pt x="2320015" y="455696"/>
                  </a:lnTo>
                  <a:lnTo>
                    <a:pt x="2314569" y="455696"/>
                  </a:lnTo>
                  <a:lnTo>
                    <a:pt x="2309123" y="455696"/>
                  </a:lnTo>
                  <a:lnTo>
                    <a:pt x="2303677" y="455696"/>
                  </a:lnTo>
                  <a:lnTo>
                    <a:pt x="2298231" y="455696"/>
                  </a:lnTo>
                  <a:lnTo>
                    <a:pt x="2292784" y="455696"/>
                  </a:lnTo>
                  <a:lnTo>
                    <a:pt x="2287338" y="455696"/>
                  </a:lnTo>
                  <a:lnTo>
                    <a:pt x="2281892" y="455696"/>
                  </a:lnTo>
                  <a:lnTo>
                    <a:pt x="2276446" y="455696"/>
                  </a:lnTo>
                  <a:lnTo>
                    <a:pt x="2271000" y="455696"/>
                  </a:lnTo>
                  <a:lnTo>
                    <a:pt x="2265554" y="455696"/>
                  </a:lnTo>
                  <a:lnTo>
                    <a:pt x="2260108" y="455696"/>
                  </a:lnTo>
                  <a:lnTo>
                    <a:pt x="2254662" y="455696"/>
                  </a:lnTo>
                  <a:lnTo>
                    <a:pt x="2249216" y="455696"/>
                  </a:lnTo>
                  <a:lnTo>
                    <a:pt x="2243770" y="455696"/>
                  </a:lnTo>
                  <a:lnTo>
                    <a:pt x="2238324" y="455696"/>
                  </a:lnTo>
                  <a:lnTo>
                    <a:pt x="2232878" y="455696"/>
                  </a:lnTo>
                  <a:lnTo>
                    <a:pt x="2227432" y="455696"/>
                  </a:lnTo>
                  <a:lnTo>
                    <a:pt x="2221986" y="455696"/>
                  </a:lnTo>
                  <a:lnTo>
                    <a:pt x="2216540" y="455696"/>
                  </a:lnTo>
                  <a:lnTo>
                    <a:pt x="2211094" y="455696"/>
                  </a:lnTo>
                  <a:lnTo>
                    <a:pt x="2205648" y="455696"/>
                  </a:lnTo>
                  <a:lnTo>
                    <a:pt x="2200202" y="455696"/>
                  </a:lnTo>
                  <a:lnTo>
                    <a:pt x="2194756" y="455696"/>
                  </a:lnTo>
                  <a:lnTo>
                    <a:pt x="2189310" y="455696"/>
                  </a:lnTo>
                  <a:lnTo>
                    <a:pt x="2183864" y="455696"/>
                  </a:lnTo>
                  <a:lnTo>
                    <a:pt x="2178418" y="455696"/>
                  </a:lnTo>
                  <a:lnTo>
                    <a:pt x="2172971" y="455696"/>
                  </a:lnTo>
                  <a:lnTo>
                    <a:pt x="2167525" y="455696"/>
                  </a:lnTo>
                  <a:lnTo>
                    <a:pt x="2162079" y="455696"/>
                  </a:lnTo>
                  <a:lnTo>
                    <a:pt x="2156633" y="455696"/>
                  </a:lnTo>
                  <a:lnTo>
                    <a:pt x="2151187" y="455696"/>
                  </a:lnTo>
                  <a:lnTo>
                    <a:pt x="2145741" y="455696"/>
                  </a:lnTo>
                  <a:lnTo>
                    <a:pt x="2140295" y="455696"/>
                  </a:lnTo>
                  <a:lnTo>
                    <a:pt x="2134849" y="455696"/>
                  </a:lnTo>
                  <a:lnTo>
                    <a:pt x="2129403" y="455696"/>
                  </a:lnTo>
                  <a:lnTo>
                    <a:pt x="2123957" y="455696"/>
                  </a:lnTo>
                  <a:lnTo>
                    <a:pt x="2118511" y="455696"/>
                  </a:lnTo>
                  <a:lnTo>
                    <a:pt x="2113065" y="455696"/>
                  </a:lnTo>
                  <a:lnTo>
                    <a:pt x="2107619" y="455696"/>
                  </a:lnTo>
                  <a:lnTo>
                    <a:pt x="2102173" y="455696"/>
                  </a:lnTo>
                  <a:lnTo>
                    <a:pt x="2096727" y="455696"/>
                  </a:lnTo>
                  <a:lnTo>
                    <a:pt x="2091281" y="455696"/>
                  </a:lnTo>
                  <a:lnTo>
                    <a:pt x="2085835" y="455696"/>
                  </a:lnTo>
                  <a:lnTo>
                    <a:pt x="2080389" y="455696"/>
                  </a:lnTo>
                  <a:lnTo>
                    <a:pt x="2074943" y="455696"/>
                  </a:lnTo>
                  <a:lnTo>
                    <a:pt x="2069497" y="455696"/>
                  </a:lnTo>
                  <a:lnTo>
                    <a:pt x="2064051" y="455696"/>
                  </a:lnTo>
                  <a:lnTo>
                    <a:pt x="2058605" y="455696"/>
                  </a:lnTo>
                  <a:lnTo>
                    <a:pt x="2053158" y="455696"/>
                  </a:lnTo>
                  <a:lnTo>
                    <a:pt x="2047712" y="455696"/>
                  </a:lnTo>
                  <a:lnTo>
                    <a:pt x="2042266" y="455696"/>
                  </a:lnTo>
                  <a:lnTo>
                    <a:pt x="2036820" y="455696"/>
                  </a:lnTo>
                  <a:lnTo>
                    <a:pt x="2031374" y="455696"/>
                  </a:lnTo>
                  <a:lnTo>
                    <a:pt x="2025928" y="455696"/>
                  </a:lnTo>
                  <a:lnTo>
                    <a:pt x="2020482" y="455696"/>
                  </a:lnTo>
                  <a:lnTo>
                    <a:pt x="2015036" y="455696"/>
                  </a:lnTo>
                  <a:lnTo>
                    <a:pt x="2009590" y="455696"/>
                  </a:lnTo>
                  <a:lnTo>
                    <a:pt x="2004144" y="455696"/>
                  </a:lnTo>
                  <a:lnTo>
                    <a:pt x="1998698" y="455696"/>
                  </a:lnTo>
                  <a:lnTo>
                    <a:pt x="1993252" y="455696"/>
                  </a:lnTo>
                  <a:lnTo>
                    <a:pt x="1987806" y="455696"/>
                  </a:lnTo>
                  <a:lnTo>
                    <a:pt x="1982360" y="455696"/>
                  </a:lnTo>
                  <a:lnTo>
                    <a:pt x="1976914" y="455696"/>
                  </a:lnTo>
                  <a:lnTo>
                    <a:pt x="1971468" y="455696"/>
                  </a:lnTo>
                  <a:lnTo>
                    <a:pt x="1966022" y="455696"/>
                  </a:lnTo>
                  <a:lnTo>
                    <a:pt x="1960576" y="455696"/>
                  </a:lnTo>
                  <a:lnTo>
                    <a:pt x="1955130" y="455696"/>
                  </a:lnTo>
                  <a:lnTo>
                    <a:pt x="1949684" y="455696"/>
                  </a:lnTo>
                  <a:lnTo>
                    <a:pt x="1944238" y="455696"/>
                  </a:lnTo>
                  <a:lnTo>
                    <a:pt x="1938792" y="455696"/>
                  </a:lnTo>
                  <a:lnTo>
                    <a:pt x="1933345" y="455696"/>
                  </a:lnTo>
                  <a:lnTo>
                    <a:pt x="1927899" y="455696"/>
                  </a:lnTo>
                  <a:lnTo>
                    <a:pt x="1922453" y="455696"/>
                  </a:lnTo>
                  <a:lnTo>
                    <a:pt x="1917007" y="455696"/>
                  </a:lnTo>
                  <a:lnTo>
                    <a:pt x="1911561" y="455696"/>
                  </a:lnTo>
                  <a:lnTo>
                    <a:pt x="1906115" y="455696"/>
                  </a:lnTo>
                  <a:lnTo>
                    <a:pt x="1900669" y="455696"/>
                  </a:lnTo>
                  <a:lnTo>
                    <a:pt x="1895223" y="455696"/>
                  </a:lnTo>
                  <a:lnTo>
                    <a:pt x="1889777" y="455696"/>
                  </a:lnTo>
                  <a:lnTo>
                    <a:pt x="1884331" y="455696"/>
                  </a:lnTo>
                  <a:lnTo>
                    <a:pt x="1878885" y="455696"/>
                  </a:lnTo>
                  <a:lnTo>
                    <a:pt x="1873439" y="455696"/>
                  </a:lnTo>
                  <a:lnTo>
                    <a:pt x="1867993" y="455696"/>
                  </a:lnTo>
                  <a:lnTo>
                    <a:pt x="1862547" y="455696"/>
                  </a:lnTo>
                  <a:lnTo>
                    <a:pt x="1857101" y="455696"/>
                  </a:lnTo>
                  <a:lnTo>
                    <a:pt x="1851655" y="455696"/>
                  </a:lnTo>
                  <a:lnTo>
                    <a:pt x="1846209" y="455696"/>
                  </a:lnTo>
                  <a:lnTo>
                    <a:pt x="1840763" y="455696"/>
                  </a:lnTo>
                  <a:lnTo>
                    <a:pt x="1835317" y="455696"/>
                  </a:lnTo>
                  <a:lnTo>
                    <a:pt x="1829871" y="455696"/>
                  </a:lnTo>
                  <a:lnTo>
                    <a:pt x="1824425" y="455696"/>
                  </a:lnTo>
                  <a:lnTo>
                    <a:pt x="1818979" y="455696"/>
                  </a:lnTo>
                  <a:lnTo>
                    <a:pt x="1813532" y="455696"/>
                  </a:lnTo>
                  <a:lnTo>
                    <a:pt x="1808086" y="455696"/>
                  </a:lnTo>
                  <a:lnTo>
                    <a:pt x="1802640" y="455696"/>
                  </a:lnTo>
                  <a:lnTo>
                    <a:pt x="1797194" y="455696"/>
                  </a:lnTo>
                  <a:lnTo>
                    <a:pt x="1791748" y="455696"/>
                  </a:lnTo>
                  <a:lnTo>
                    <a:pt x="1786302" y="455696"/>
                  </a:lnTo>
                  <a:lnTo>
                    <a:pt x="1780856" y="455696"/>
                  </a:lnTo>
                  <a:lnTo>
                    <a:pt x="1775410" y="455696"/>
                  </a:lnTo>
                  <a:lnTo>
                    <a:pt x="1769964" y="455696"/>
                  </a:lnTo>
                  <a:lnTo>
                    <a:pt x="1764518" y="455696"/>
                  </a:lnTo>
                  <a:lnTo>
                    <a:pt x="1759072" y="455696"/>
                  </a:lnTo>
                  <a:lnTo>
                    <a:pt x="1753626" y="455696"/>
                  </a:lnTo>
                  <a:lnTo>
                    <a:pt x="1748180" y="455696"/>
                  </a:lnTo>
                  <a:lnTo>
                    <a:pt x="1742734" y="455696"/>
                  </a:lnTo>
                  <a:lnTo>
                    <a:pt x="1737288" y="455696"/>
                  </a:lnTo>
                  <a:lnTo>
                    <a:pt x="1731842" y="455696"/>
                  </a:lnTo>
                  <a:lnTo>
                    <a:pt x="1726396" y="455696"/>
                  </a:lnTo>
                  <a:lnTo>
                    <a:pt x="1720950" y="455696"/>
                  </a:lnTo>
                  <a:lnTo>
                    <a:pt x="1715504" y="455696"/>
                  </a:lnTo>
                  <a:lnTo>
                    <a:pt x="1710058" y="455696"/>
                  </a:lnTo>
                  <a:lnTo>
                    <a:pt x="1704612" y="455696"/>
                  </a:lnTo>
                  <a:lnTo>
                    <a:pt x="1699166" y="455696"/>
                  </a:lnTo>
                  <a:lnTo>
                    <a:pt x="1693720" y="455696"/>
                  </a:lnTo>
                  <a:lnTo>
                    <a:pt x="1688273" y="455696"/>
                  </a:lnTo>
                  <a:lnTo>
                    <a:pt x="1682827" y="455696"/>
                  </a:lnTo>
                  <a:lnTo>
                    <a:pt x="1677381" y="455696"/>
                  </a:lnTo>
                  <a:lnTo>
                    <a:pt x="1671935" y="455696"/>
                  </a:lnTo>
                  <a:lnTo>
                    <a:pt x="1666489" y="455696"/>
                  </a:lnTo>
                  <a:lnTo>
                    <a:pt x="1661043" y="455696"/>
                  </a:lnTo>
                  <a:lnTo>
                    <a:pt x="1655597" y="455696"/>
                  </a:lnTo>
                  <a:lnTo>
                    <a:pt x="1650151" y="455696"/>
                  </a:lnTo>
                  <a:lnTo>
                    <a:pt x="1644705" y="455696"/>
                  </a:lnTo>
                  <a:lnTo>
                    <a:pt x="1639259" y="455696"/>
                  </a:lnTo>
                  <a:lnTo>
                    <a:pt x="1633813" y="455696"/>
                  </a:lnTo>
                  <a:lnTo>
                    <a:pt x="1628367" y="455696"/>
                  </a:lnTo>
                  <a:lnTo>
                    <a:pt x="1622921" y="455696"/>
                  </a:lnTo>
                  <a:lnTo>
                    <a:pt x="1617475" y="455696"/>
                  </a:lnTo>
                  <a:lnTo>
                    <a:pt x="1612029" y="455696"/>
                  </a:lnTo>
                  <a:lnTo>
                    <a:pt x="1606583" y="455696"/>
                  </a:lnTo>
                  <a:lnTo>
                    <a:pt x="1601137" y="455696"/>
                  </a:lnTo>
                  <a:lnTo>
                    <a:pt x="1595691" y="455696"/>
                  </a:lnTo>
                  <a:lnTo>
                    <a:pt x="1590245" y="455696"/>
                  </a:lnTo>
                  <a:lnTo>
                    <a:pt x="1584799" y="455696"/>
                  </a:lnTo>
                  <a:lnTo>
                    <a:pt x="1579353" y="455696"/>
                  </a:lnTo>
                  <a:lnTo>
                    <a:pt x="1573907" y="455696"/>
                  </a:lnTo>
                  <a:lnTo>
                    <a:pt x="1568460" y="455696"/>
                  </a:lnTo>
                  <a:lnTo>
                    <a:pt x="1563014" y="455696"/>
                  </a:lnTo>
                  <a:lnTo>
                    <a:pt x="1557568" y="455696"/>
                  </a:lnTo>
                  <a:lnTo>
                    <a:pt x="1552122" y="455696"/>
                  </a:lnTo>
                  <a:lnTo>
                    <a:pt x="1546676" y="455696"/>
                  </a:lnTo>
                  <a:lnTo>
                    <a:pt x="1541230" y="455696"/>
                  </a:lnTo>
                  <a:lnTo>
                    <a:pt x="1535784" y="455696"/>
                  </a:lnTo>
                  <a:lnTo>
                    <a:pt x="1530338" y="455696"/>
                  </a:lnTo>
                  <a:lnTo>
                    <a:pt x="1524892" y="455696"/>
                  </a:lnTo>
                  <a:lnTo>
                    <a:pt x="1519446" y="455696"/>
                  </a:lnTo>
                  <a:lnTo>
                    <a:pt x="1514000" y="455696"/>
                  </a:lnTo>
                  <a:lnTo>
                    <a:pt x="1508554" y="455696"/>
                  </a:lnTo>
                  <a:lnTo>
                    <a:pt x="1503108" y="455696"/>
                  </a:lnTo>
                  <a:lnTo>
                    <a:pt x="1497662" y="455696"/>
                  </a:lnTo>
                  <a:lnTo>
                    <a:pt x="1492216" y="455696"/>
                  </a:lnTo>
                  <a:lnTo>
                    <a:pt x="1486770" y="455696"/>
                  </a:lnTo>
                  <a:lnTo>
                    <a:pt x="1481324" y="455696"/>
                  </a:lnTo>
                  <a:lnTo>
                    <a:pt x="1475878" y="455696"/>
                  </a:lnTo>
                  <a:lnTo>
                    <a:pt x="1470432" y="455696"/>
                  </a:lnTo>
                  <a:lnTo>
                    <a:pt x="1464986" y="455696"/>
                  </a:lnTo>
                  <a:lnTo>
                    <a:pt x="1459540" y="455696"/>
                  </a:lnTo>
                  <a:lnTo>
                    <a:pt x="1454094" y="455696"/>
                  </a:lnTo>
                  <a:lnTo>
                    <a:pt x="1448647" y="455696"/>
                  </a:lnTo>
                  <a:lnTo>
                    <a:pt x="1443201" y="455696"/>
                  </a:lnTo>
                  <a:lnTo>
                    <a:pt x="1437755" y="455696"/>
                  </a:lnTo>
                  <a:lnTo>
                    <a:pt x="1432309" y="455696"/>
                  </a:lnTo>
                  <a:lnTo>
                    <a:pt x="1426863" y="455696"/>
                  </a:lnTo>
                  <a:lnTo>
                    <a:pt x="1421417" y="455696"/>
                  </a:lnTo>
                  <a:lnTo>
                    <a:pt x="1415971" y="455696"/>
                  </a:lnTo>
                  <a:lnTo>
                    <a:pt x="1410525" y="455696"/>
                  </a:lnTo>
                  <a:lnTo>
                    <a:pt x="1405079" y="455696"/>
                  </a:lnTo>
                  <a:lnTo>
                    <a:pt x="1399633" y="455696"/>
                  </a:lnTo>
                  <a:lnTo>
                    <a:pt x="1394187" y="455696"/>
                  </a:lnTo>
                  <a:lnTo>
                    <a:pt x="1388741" y="455696"/>
                  </a:lnTo>
                  <a:lnTo>
                    <a:pt x="1383295" y="455696"/>
                  </a:lnTo>
                  <a:lnTo>
                    <a:pt x="1377849" y="455696"/>
                  </a:lnTo>
                  <a:lnTo>
                    <a:pt x="1372403" y="455696"/>
                  </a:lnTo>
                  <a:lnTo>
                    <a:pt x="1366957" y="455696"/>
                  </a:lnTo>
                  <a:lnTo>
                    <a:pt x="1361511" y="455696"/>
                  </a:lnTo>
                  <a:lnTo>
                    <a:pt x="1356065" y="455696"/>
                  </a:lnTo>
                  <a:lnTo>
                    <a:pt x="1350619" y="455696"/>
                  </a:lnTo>
                  <a:lnTo>
                    <a:pt x="1345173" y="455696"/>
                  </a:lnTo>
                  <a:lnTo>
                    <a:pt x="1339727" y="455696"/>
                  </a:lnTo>
                  <a:lnTo>
                    <a:pt x="1334281" y="455696"/>
                  </a:lnTo>
                  <a:lnTo>
                    <a:pt x="1328834" y="455696"/>
                  </a:lnTo>
                  <a:lnTo>
                    <a:pt x="1323388" y="455696"/>
                  </a:lnTo>
                  <a:lnTo>
                    <a:pt x="1317942" y="455696"/>
                  </a:lnTo>
                  <a:lnTo>
                    <a:pt x="1312496" y="455696"/>
                  </a:lnTo>
                  <a:lnTo>
                    <a:pt x="1307050" y="455696"/>
                  </a:lnTo>
                  <a:lnTo>
                    <a:pt x="1301604" y="455696"/>
                  </a:lnTo>
                  <a:lnTo>
                    <a:pt x="1296158" y="455696"/>
                  </a:lnTo>
                  <a:lnTo>
                    <a:pt x="1290712" y="455696"/>
                  </a:lnTo>
                  <a:lnTo>
                    <a:pt x="1285266" y="455696"/>
                  </a:lnTo>
                  <a:lnTo>
                    <a:pt x="1279820" y="455696"/>
                  </a:lnTo>
                  <a:lnTo>
                    <a:pt x="1274374" y="455696"/>
                  </a:lnTo>
                  <a:lnTo>
                    <a:pt x="1268928" y="455696"/>
                  </a:lnTo>
                  <a:lnTo>
                    <a:pt x="1263482" y="455696"/>
                  </a:lnTo>
                  <a:lnTo>
                    <a:pt x="1258036" y="455696"/>
                  </a:lnTo>
                  <a:lnTo>
                    <a:pt x="1252590" y="455696"/>
                  </a:lnTo>
                  <a:lnTo>
                    <a:pt x="1247144" y="455696"/>
                  </a:lnTo>
                  <a:lnTo>
                    <a:pt x="1241698" y="455696"/>
                  </a:lnTo>
                  <a:lnTo>
                    <a:pt x="1236252" y="455696"/>
                  </a:lnTo>
                  <a:lnTo>
                    <a:pt x="1230806" y="455696"/>
                  </a:lnTo>
                  <a:lnTo>
                    <a:pt x="1225360" y="455696"/>
                  </a:lnTo>
                  <a:lnTo>
                    <a:pt x="1219914" y="455696"/>
                  </a:lnTo>
                  <a:lnTo>
                    <a:pt x="1214468" y="455696"/>
                  </a:lnTo>
                  <a:lnTo>
                    <a:pt x="1209021" y="455696"/>
                  </a:lnTo>
                  <a:lnTo>
                    <a:pt x="1203575" y="455696"/>
                  </a:lnTo>
                  <a:lnTo>
                    <a:pt x="1198129" y="455696"/>
                  </a:lnTo>
                  <a:lnTo>
                    <a:pt x="1192683" y="455696"/>
                  </a:lnTo>
                  <a:lnTo>
                    <a:pt x="1187237" y="455696"/>
                  </a:lnTo>
                  <a:lnTo>
                    <a:pt x="1181791" y="455696"/>
                  </a:lnTo>
                  <a:lnTo>
                    <a:pt x="1176345" y="455696"/>
                  </a:lnTo>
                  <a:lnTo>
                    <a:pt x="1170899" y="455696"/>
                  </a:lnTo>
                  <a:lnTo>
                    <a:pt x="1165453" y="455696"/>
                  </a:lnTo>
                  <a:lnTo>
                    <a:pt x="1160007" y="455696"/>
                  </a:lnTo>
                  <a:lnTo>
                    <a:pt x="1154561" y="455696"/>
                  </a:lnTo>
                  <a:lnTo>
                    <a:pt x="1149115" y="455696"/>
                  </a:lnTo>
                  <a:lnTo>
                    <a:pt x="1143669" y="455696"/>
                  </a:lnTo>
                  <a:lnTo>
                    <a:pt x="1138223" y="455696"/>
                  </a:lnTo>
                  <a:lnTo>
                    <a:pt x="1132777" y="455696"/>
                  </a:lnTo>
                  <a:lnTo>
                    <a:pt x="1127331" y="455696"/>
                  </a:lnTo>
                  <a:lnTo>
                    <a:pt x="1121885" y="455696"/>
                  </a:lnTo>
                  <a:lnTo>
                    <a:pt x="1116439" y="455696"/>
                  </a:lnTo>
                  <a:lnTo>
                    <a:pt x="1110993" y="455696"/>
                  </a:lnTo>
                  <a:lnTo>
                    <a:pt x="1105547" y="455696"/>
                  </a:lnTo>
                  <a:lnTo>
                    <a:pt x="1100101" y="455696"/>
                  </a:lnTo>
                  <a:lnTo>
                    <a:pt x="1094655" y="455696"/>
                  </a:lnTo>
                  <a:lnTo>
                    <a:pt x="1089209" y="455696"/>
                  </a:lnTo>
                  <a:lnTo>
                    <a:pt x="1083762" y="455696"/>
                  </a:lnTo>
                  <a:lnTo>
                    <a:pt x="1078316" y="455696"/>
                  </a:lnTo>
                  <a:lnTo>
                    <a:pt x="1072870" y="455696"/>
                  </a:lnTo>
                  <a:lnTo>
                    <a:pt x="1067424" y="455696"/>
                  </a:lnTo>
                  <a:lnTo>
                    <a:pt x="1061978" y="455696"/>
                  </a:lnTo>
                  <a:lnTo>
                    <a:pt x="1056532" y="455696"/>
                  </a:lnTo>
                  <a:lnTo>
                    <a:pt x="1051086" y="455696"/>
                  </a:lnTo>
                  <a:lnTo>
                    <a:pt x="1045640" y="455696"/>
                  </a:lnTo>
                  <a:lnTo>
                    <a:pt x="1040194" y="455696"/>
                  </a:lnTo>
                  <a:lnTo>
                    <a:pt x="1034748" y="455696"/>
                  </a:lnTo>
                  <a:lnTo>
                    <a:pt x="1029302" y="455696"/>
                  </a:lnTo>
                  <a:lnTo>
                    <a:pt x="1023856" y="455696"/>
                  </a:lnTo>
                  <a:lnTo>
                    <a:pt x="1018410" y="455696"/>
                  </a:lnTo>
                  <a:lnTo>
                    <a:pt x="1012964" y="455696"/>
                  </a:lnTo>
                  <a:lnTo>
                    <a:pt x="1007518" y="455696"/>
                  </a:lnTo>
                  <a:lnTo>
                    <a:pt x="1002072" y="455696"/>
                  </a:lnTo>
                  <a:lnTo>
                    <a:pt x="996626" y="455696"/>
                  </a:lnTo>
                  <a:lnTo>
                    <a:pt x="991180" y="455696"/>
                  </a:lnTo>
                  <a:lnTo>
                    <a:pt x="985734" y="455696"/>
                  </a:lnTo>
                  <a:lnTo>
                    <a:pt x="980288" y="455696"/>
                  </a:lnTo>
                  <a:lnTo>
                    <a:pt x="974842" y="455696"/>
                  </a:lnTo>
                  <a:lnTo>
                    <a:pt x="969396" y="455696"/>
                  </a:lnTo>
                  <a:lnTo>
                    <a:pt x="963949" y="455696"/>
                  </a:lnTo>
                  <a:lnTo>
                    <a:pt x="958503" y="455696"/>
                  </a:lnTo>
                  <a:lnTo>
                    <a:pt x="953057" y="455696"/>
                  </a:lnTo>
                  <a:lnTo>
                    <a:pt x="947611" y="455696"/>
                  </a:lnTo>
                  <a:lnTo>
                    <a:pt x="942165" y="455696"/>
                  </a:lnTo>
                  <a:lnTo>
                    <a:pt x="936719" y="455696"/>
                  </a:lnTo>
                  <a:lnTo>
                    <a:pt x="931273" y="455696"/>
                  </a:lnTo>
                  <a:lnTo>
                    <a:pt x="925827" y="455696"/>
                  </a:lnTo>
                  <a:lnTo>
                    <a:pt x="920381" y="455696"/>
                  </a:lnTo>
                  <a:lnTo>
                    <a:pt x="914935" y="455696"/>
                  </a:lnTo>
                  <a:lnTo>
                    <a:pt x="909489" y="455696"/>
                  </a:lnTo>
                  <a:lnTo>
                    <a:pt x="904043" y="455696"/>
                  </a:lnTo>
                  <a:lnTo>
                    <a:pt x="898597" y="455696"/>
                  </a:lnTo>
                  <a:lnTo>
                    <a:pt x="893151" y="455696"/>
                  </a:lnTo>
                  <a:lnTo>
                    <a:pt x="887705" y="455696"/>
                  </a:lnTo>
                  <a:lnTo>
                    <a:pt x="882259" y="455696"/>
                  </a:lnTo>
                  <a:lnTo>
                    <a:pt x="876813" y="455696"/>
                  </a:lnTo>
                  <a:lnTo>
                    <a:pt x="871367" y="455696"/>
                  </a:lnTo>
                  <a:lnTo>
                    <a:pt x="865921" y="455696"/>
                  </a:lnTo>
                  <a:lnTo>
                    <a:pt x="860475" y="455696"/>
                  </a:lnTo>
                  <a:lnTo>
                    <a:pt x="855029" y="455696"/>
                  </a:lnTo>
                  <a:lnTo>
                    <a:pt x="849583" y="455696"/>
                  </a:lnTo>
                  <a:lnTo>
                    <a:pt x="844136" y="455696"/>
                  </a:lnTo>
                  <a:lnTo>
                    <a:pt x="838690" y="455696"/>
                  </a:lnTo>
                  <a:lnTo>
                    <a:pt x="833244" y="455696"/>
                  </a:lnTo>
                  <a:lnTo>
                    <a:pt x="827798" y="455696"/>
                  </a:lnTo>
                  <a:lnTo>
                    <a:pt x="822352" y="455696"/>
                  </a:lnTo>
                  <a:lnTo>
                    <a:pt x="816906" y="455696"/>
                  </a:lnTo>
                  <a:lnTo>
                    <a:pt x="811460" y="455696"/>
                  </a:lnTo>
                  <a:lnTo>
                    <a:pt x="806014" y="455696"/>
                  </a:lnTo>
                  <a:lnTo>
                    <a:pt x="800568" y="455696"/>
                  </a:lnTo>
                  <a:lnTo>
                    <a:pt x="795122" y="455696"/>
                  </a:lnTo>
                  <a:lnTo>
                    <a:pt x="789676" y="455696"/>
                  </a:lnTo>
                  <a:lnTo>
                    <a:pt x="784230" y="455696"/>
                  </a:lnTo>
                  <a:lnTo>
                    <a:pt x="778784" y="455696"/>
                  </a:lnTo>
                  <a:lnTo>
                    <a:pt x="773338" y="455696"/>
                  </a:lnTo>
                  <a:lnTo>
                    <a:pt x="767892" y="455696"/>
                  </a:lnTo>
                  <a:lnTo>
                    <a:pt x="762446" y="455696"/>
                  </a:lnTo>
                  <a:lnTo>
                    <a:pt x="757000" y="455696"/>
                  </a:lnTo>
                  <a:lnTo>
                    <a:pt x="751554" y="455696"/>
                  </a:lnTo>
                  <a:lnTo>
                    <a:pt x="746108" y="455696"/>
                  </a:lnTo>
                  <a:lnTo>
                    <a:pt x="740662" y="455696"/>
                  </a:lnTo>
                  <a:lnTo>
                    <a:pt x="735216" y="455696"/>
                  </a:lnTo>
                  <a:lnTo>
                    <a:pt x="729770" y="455696"/>
                  </a:lnTo>
                  <a:lnTo>
                    <a:pt x="724323" y="455696"/>
                  </a:lnTo>
                  <a:lnTo>
                    <a:pt x="718877" y="455696"/>
                  </a:lnTo>
                  <a:lnTo>
                    <a:pt x="713431" y="455696"/>
                  </a:lnTo>
                  <a:lnTo>
                    <a:pt x="707985" y="455696"/>
                  </a:lnTo>
                  <a:lnTo>
                    <a:pt x="702539" y="455696"/>
                  </a:lnTo>
                  <a:lnTo>
                    <a:pt x="697093" y="455696"/>
                  </a:lnTo>
                  <a:lnTo>
                    <a:pt x="691647" y="455696"/>
                  </a:lnTo>
                  <a:lnTo>
                    <a:pt x="686201" y="455696"/>
                  </a:lnTo>
                  <a:lnTo>
                    <a:pt x="680755" y="455696"/>
                  </a:lnTo>
                  <a:lnTo>
                    <a:pt x="675309" y="455696"/>
                  </a:lnTo>
                  <a:lnTo>
                    <a:pt x="669863" y="455696"/>
                  </a:lnTo>
                  <a:lnTo>
                    <a:pt x="664417" y="455696"/>
                  </a:lnTo>
                  <a:lnTo>
                    <a:pt x="658971" y="455696"/>
                  </a:lnTo>
                  <a:lnTo>
                    <a:pt x="653525" y="455696"/>
                  </a:lnTo>
                  <a:lnTo>
                    <a:pt x="648079" y="455696"/>
                  </a:lnTo>
                  <a:lnTo>
                    <a:pt x="642633" y="455696"/>
                  </a:lnTo>
                  <a:lnTo>
                    <a:pt x="637187" y="455696"/>
                  </a:lnTo>
                  <a:lnTo>
                    <a:pt x="631741" y="455696"/>
                  </a:lnTo>
                  <a:lnTo>
                    <a:pt x="626295" y="455696"/>
                  </a:lnTo>
                  <a:lnTo>
                    <a:pt x="620849" y="455696"/>
                  </a:lnTo>
                  <a:lnTo>
                    <a:pt x="615403" y="455696"/>
                  </a:lnTo>
                  <a:lnTo>
                    <a:pt x="609957" y="455696"/>
                  </a:lnTo>
                  <a:lnTo>
                    <a:pt x="604510" y="455696"/>
                  </a:lnTo>
                  <a:lnTo>
                    <a:pt x="599064" y="455696"/>
                  </a:lnTo>
                  <a:lnTo>
                    <a:pt x="593618" y="455696"/>
                  </a:lnTo>
                  <a:lnTo>
                    <a:pt x="588172" y="455696"/>
                  </a:lnTo>
                  <a:lnTo>
                    <a:pt x="582726" y="455696"/>
                  </a:lnTo>
                  <a:lnTo>
                    <a:pt x="577280" y="455696"/>
                  </a:lnTo>
                  <a:lnTo>
                    <a:pt x="571834" y="455696"/>
                  </a:lnTo>
                  <a:lnTo>
                    <a:pt x="566388" y="455696"/>
                  </a:lnTo>
                  <a:lnTo>
                    <a:pt x="560942" y="455696"/>
                  </a:lnTo>
                  <a:lnTo>
                    <a:pt x="555496" y="455696"/>
                  </a:lnTo>
                  <a:lnTo>
                    <a:pt x="550050" y="455696"/>
                  </a:lnTo>
                  <a:lnTo>
                    <a:pt x="544604" y="455696"/>
                  </a:lnTo>
                  <a:lnTo>
                    <a:pt x="539158" y="455696"/>
                  </a:lnTo>
                  <a:lnTo>
                    <a:pt x="533712" y="455696"/>
                  </a:lnTo>
                  <a:lnTo>
                    <a:pt x="528266" y="455696"/>
                  </a:lnTo>
                  <a:lnTo>
                    <a:pt x="522820" y="455696"/>
                  </a:lnTo>
                  <a:lnTo>
                    <a:pt x="517374" y="455696"/>
                  </a:lnTo>
                  <a:lnTo>
                    <a:pt x="511928" y="455696"/>
                  </a:lnTo>
                  <a:lnTo>
                    <a:pt x="506482" y="455696"/>
                  </a:lnTo>
                  <a:lnTo>
                    <a:pt x="501036" y="455696"/>
                  </a:lnTo>
                  <a:lnTo>
                    <a:pt x="495590" y="455696"/>
                  </a:lnTo>
                  <a:lnTo>
                    <a:pt x="490144" y="455696"/>
                  </a:lnTo>
                  <a:lnTo>
                    <a:pt x="484698" y="455696"/>
                  </a:lnTo>
                  <a:lnTo>
                    <a:pt x="479251" y="455696"/>
                  </a:lnTo>
                  <a:lnTo>
                    <a:pt x="473805" y="455696"/>
                  </a:lnTo>
                  <a:lnTo>
                    <a:pt x="468359" y="455696"/>
                  </a:lnTo>
                  <a:lnTo>
                    <a:pt x="462913" y="455696"/>
                  </a:lnTo>
                  <a:lnTo>
                    <a:pt x="457467" y="455696"/>
                  </a:lnTo>
                  <a:lnTo>
                    <a:pt x="452021" y="455696"/>
                  </a:lnTo>
                  <a:lnTo>
                    <a:pt x="446575" y="455696"/>
                  </a:lnTo>
                  <a:lnTo>
                    <a:pt x="441129" y="455696"/>
                  </a:lnTo>
                  <a:lnTo>
                    <a:pt x="435683" y="455696"/>
                  </a:lnTo>
                  <a:lnTo>
                    <a:pt x="430237" y="455696"/>
                  </a:lnTo>
                  <a:lnTo>
                    <a:pt x="424791" y="455696"/>
                  </a:lnTo>
                  <a:lnTo>
                    <a:pt x="419345" y="455696"/>
                  </a:lnTo>
                  <a:lnTo>
                    <a:pt x="413899" y="455696"/>
                  </a:lnTo>
                  <a:lnTo>
                    <a:pt x="408453" y="455696"/>
                  </a:lnTo>
                  <a:lnTo>
                    <a:pt x="403007" y="455696"/>
                  </a:lnTo>
                  <a:lnTo>
                    <a:pt x="397561" y="455696"/>
                  </a:lnTo>
                  <a:lnTo>
                    <a:pt x="392115" y="455696"/>
                  </a:lnTo>
                  <a:lnTo>
                    <a:pt x="386669" y="455696"/>
                  </a:lnTo>
                  <a:lnTo>
                    <a:pt x="381223" y="455696"/>
                  </a:lnTo>
                  <a:lnTo>
                    <a:pt x="375777" y="455696"/>
                  </a:lnTo>
                  <a:lnTo>
                    <a:pt x="370331" y="455696"/>
                  </a:lnTo>
                  <a:lnTo>
                    <a:pt x="364885" y="455696"/>
                  </a:lnTo>
                  <a:lnTo>
                    <a:pt x="359438" y="455696"/>
                  </a:lnTo>
                  <a:lnTo>
                    <a:pt x="353992" y="455696"/>
                  </a:lnTo>
                  <a:lnTo>
                    <a:pt x="348546" y="455696"/>
                  </a:lnTo>
                  <a:lnTo>
                    <a:pt x="343100" y="455696"/>
                  </a:lnTo>
                  <a:lnTo>
                    <a:pt x="337654" y="455696"/>
                  </a:lnTo>
                  <a:lnTo>
                    <a:pt x="332208" y="455696"/>
                  </a:lnTo>
                  <a:lnTo>
                    <a:pt x="326762" y="455696"/>
                  </a:lnTo>
                  <a:lnTo>
                    <a:pt x="321316" y="455696"/>
                  </a:lnTo>
                  <a:lnTo>
                    <a:pt x="315870" y="455696"/>
                  </a:lnTo>
                  <a:lnTo>
                    <a:pt x="310424" y="455696"/>
                  </a:lnTo>
                  <a:lnTo>
                    <a:pt x="304978" y="455696"/>
                  </a:lnTo>
                  <a:lnTo>
                    <a:pt x="299532" y="455696"/>
                  </a:lnTo>
                  <a:lnTo>
                    <a:pt x="294086" y="455696"/>
                  </a:lnTo>
                  <a:lnTo>
                    <a:pt x="288640" y="455696"/>
                  </a:lnTo>
                  <a:lnTo>
                    <a:pt x="283194" y="455696"/>
                  </a:lnTo>
                  <a:lnTo>
                    <a:pt x="277748" y="455696"/>
                  </a:lnTo>
                  <a:lnTo>
                    <a:pt x="272302" y="455696"/>
                  </a:lnTo>
                  <a:lnTo>
                    <a:pt x="266856" y="455696"/>
                  </a:lnTo>
                  <a:lnTo>
                    <a:pt x="261410" y="455696"/>
                  </a:lnTo>
                  <a:lnTo>
                    <a:pt x="255964" y="455696"/>
                  </a:lnTo>
                  <a:lnTo>
                    <a:pt x="250518" y="455696"/>
                  </a:lnTo>
                  <a:lnTo>
                    <a:pt x="245072" y="455696"/>
                  </a:lnTo>
                  <a:lnTo>
                    <a:pt x="239625" y="455696"/>
                  </a:lnTo>
                  <a:lnTo>
                    <a:pt x="234179" y="455696"/>
                  </a:lnTo>
                  <a:lnTo>
                    <a:pt x="228733" y="455696"/>
                  </a:lnTo>
                  <a:lnTo>
                    <a:pt x="223287" y="455696"/>
                  </a:lnTo>
                  <a:lnTo>
                    <a:pt x="217841" y="455696"/>
                  </a:lnTo>
                  <a:lnTo>
                    <a:pt x="212395" y="455696"/>
                  </a:lnTo>
                  <a:lnTo>
                    <a:pt x="206949" y="455696"/>
                  </a:lnTo>
                  <a:lnTo>
                    <a:pt x="201503" y="455696"/>
                  </a:lnTo>
                  <a:lnTo>
                    <a:pt x="196057" y="455696"/>
                  </a:lnTo>
                  <a:lnTo>
                    <a:pt x="190611" y="455696"/>
                  </a:lnTo>
                  <a:lnTo>
                    <a:pt x="185165" y="455696"/>
                  </a:lnTo>
                  <a:lnTo>
                    <a:pt x="179719" y="455696"/>
                  </a:lnTo>
                  <a:lnTo>
                    <a:pt x="174273" y="455696"/>
                  </a:lnTo>
                  <a:lnTo>
                    <a:pt x="168827" y="455696"/>
                  </a:lnTo>
                  <a:lnTo>
                    <a:pt x="163381" y="455696"/>
                  </a:lnTo>
                  <a:lnTo>
                    <a:pt x="157935" y="455696"/>
                  </a:lnTo>
                  <a:lnTo>
                    <a:pt x="152489" y="455696"/>
                  </a:lnTo>
                  <a:lnTo>
                    <a:pt x="147043" y="455696"/>
                  </a:lnTo>
                  <a:lnTo>
                    <a:pt x="141597" y="455696"/>
                  </a:lnTo>
                  <a:lnTo>
                    <a:pt x="136151" y="455696"/>
                  </a:lnTo>
                  <a:lnTo>
                    <a:pt x="130705" y="455696"/>
                  </a:lnTo>
                  <a:lnTo>
                    <a:pt x="125259" y="455696"/>
                  </a:lnTo>
                  <a:lnTo>
                    <a:pt x="119812" y="455696"/>
                  </a:lnTo>
                  <a:lnTo>
                    <a:pt x="114366" y="455696"/>
                  </a:lnTo>
                  <a:lnTo>
                    <a:pt x="108920" y="455696"/>
                  </a:lnTo>
                  <a:lnTo>
                    <a:pt x="103474" y="455696"/>
                  </a:lnTo>
                  <a:lnTo>
                    <a:pt x="98028" y="455696"/>
                  </a:lnTo>
                  <a:lnTo>
                    <a:pt x="92582" y="455696"/>
                  </a:lnTo>
                  <a:lnTo>
                    <a:pt x="87136" y="455696"/>
                  </a:lnTo>
                  <a:lnTo>
                    <a:pt x="81690" y="455696"/>
                  </a:lnTo>
                  <a:lnTo>
                    <a:pt x="76244" y="455696"/>
                  </a:lnTo>
                  <a:lnTo>
                    <a:pt x="70798" y="455696"/>
                  </a:lnTo>
                  <a:lnTo>
                    <a:pt x="65352" y="455696"/>
                  </a:lnTo>
                  <a:lnTo>
                    <a:pt x="59906" y="455696"/>
                  </a:lnTo>
                  <a:lnTo>
                    <a:pt x="54460" y="455696"/>
                  </a:lnTo>
                  <a:lnTo>
                    <a:pt x="49014" y="455696"/>
                  </a:lnTo>
                  <a:lnTo>
                    <a:pt x="43568" y="455696"/>
                  </a:lnTo>
                  <a:lnTo>
                    <a:pt x="38122" y="455696"/>
                  </a:lnTo>
                  <a:lnTo>
                    <a:pt x="32676" y="455696"/>
                  </a:lnTo>
                  <a:lnTo>
                    <a:pt x="27230" y="455696"/>
                  </a:lnTo>
                  <a:lnTo>
                    <a:pt x="21784" y="455696"/>
                  </a:lnTo>
                  <a:lnTo>
                    <a:pt x="16338" y="455696"/>
                  </a:lnTo>
                  <a:lnTo>
                    <a:pt x="10892" y="455696"/>
                  </a:lnTo>
                  <a:lnTo>
                    <a:pt x="5446" y="45569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957616" y="3317954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5"/>
                  </a:lnTo>
                  <a:lnTo>
                    <a:pt x="196057" y="455695"/>
                  </a:lnTo>
                  <a:lnTo>
                    <a:pt x="201503" y="455694"/>
                  </a:lnTo>
                  <a:lnTo>
                    <a:pt x="206949" y="455692"/>
                  </a:lnTo>
                  <a:lnTo>
                    <a:pt x="212395" y="455689"/>
                  </a:lnTo>
                  <a:lnTo>
                    <a:pt x="217841" y="455685"/>
                  </a:lnTo>
                  <a:lnTo>
                    <a:pt x="223287" y="455679"/>
                  </a:lnTo>
                  <a:lnTo>
                    <a:pt x="228733" y="455669"/>
                  </a:lnTo>
                  <a:lnTo>
                    <a:pt x="234179" y="455655"/>
                  </a:lnTo>
                  <a:lnTo>
                    <a:pt x="239625" y="455634"/>
                  </a:lnTo>
                  <a:lnTo>
                    <a:pt x="245072" y="455601"/>
                  </a:lnTo>
                  <a:lnTo>
                    <a:pt x="250518" y="455554"/>
                  </a:lnTo>
                  <a:lnTo>
                    <a:pt x="255964" y="455488"/>
                  </a:lnTo>
                  <a:lnTo>
                    <a:pt x="261410" y="455396"/>
                  </a:lnTo>
                  <a:lnTo>
                    <a:pt x="266856" y="455271"/>
                  </a:lnTo>
                  <a:lnTo>
                    <a:pt x="272302" y="455103"/>
                  </a:lnTo>
                  <a:lnTo>
                    <a:pt x="277748" y="454882"/>
                  </a:lnTo>
                  <a:lnTo>
                    <a:pt x="283194" y="454597"/>
                  </a:lnTo>
                  <a:lnTo>
                    <a:pt x="288640" y="454232"/>
                  </a:lnTo>
                  <a:lnTo>
                    <a:pt x="294086" y="453761"/>
                  </a:lnTo>
                  <a:lnTo>
                    <a:pt x="299532" y="453179"/>
                  </a:lnTo>
                  <a:lnTo>
                    <a:pt x="304978" y="452472"/>
                  </a:lnTo>
                  <a:lnTo>
                    <a:pt x="310424" y="451628"/>
                  </a:lnTo>
                  <a:lnTo>
                    <a:pt x="315870" y="450641"/>
                  </a:lnTo>
                  <a:lnTo>
                    <a:pt x="321316" y="449503"/>
                  </a:lnTo>
                  <a:lnTo>
                    <a:pt x="326762" y="448214"/>
                  </a:lnTo>
                  <a:lnTo>
                    <a:pt x="332208" y="446780"/>
                  </a:lnTo>
                  <a:lnTo>
                    <a:pt x="337654" y="445210"/>
                  </a:lnTo>
                  <a:lnTo>
                    <a:pt x="343100" y="443513"/>
                  </a:lnTo>
                  <a:lnTo>
                    <a:pt x="348546" y="441723"/>
                  </a:lnTo>
                  <a:lnTo>
                    <a:pt x="353992" y="439877"/>
                  </a:lnTo>
                  <a:lnTo>
                    <a:pt x="359438" y="438009"/>
                  </a:lnTo>
                  <a:lnTo>
                    <a:pt x="364885" y="436154"/>
                  </a:lnTo>
                  <a:lnTo>
                    <a:pt x="370331" y="434350"/>
                  </a:lnTo>
                  <a:lnTo>
                    <a:pt x="375777" y="432634"/>
                  </a:lnTo>
                  <a:lnTo>
                    <a:pt x="381223" y="431039"/>
                  </a:lnTo>
                  <a:lnTo>
                    <a:pt x="386669" y="429595"/>
                  </a:lnTo>
                  <a:lnTo>
                    <a:pt x="392115" y="428345"/>
                  </a:lnTo>
                  <a:lnTo>
                    <a:pt x="397561" y="427307"/>
                  </a:lnTo>
                  <a:lnTo>
                    <a:pt x="403007" y="426481"/>
                  </a:lnTo>
                  <a:lnTo>
                    <a:pt x="408453" y="425871"/>
                  </a:lnTo>
                  <a:lnTo>
                    <a:pt x="413899" y="425475"/>
                  </a:lnTo>
                  <a:lnTo>
                    <a:pt x="419345" y="425287"/>
                  </a:lnTo>
                  <a:lnTo>
                    <a:pt x="424791" y="425293"/>
                  </a:lnTo>
                  <a:lnTo>
                    <a:pt x="430237" y="425480"/>
                  </a:lnTo>
                  <a:lnTo>
                    <a:pt x="435683" y="425827"/>
                  </a:lnTo>
                  <a:lnTo>
                    <a:pt x="441129" y="426316"/>
                  </a:lnTo>
                  <a:lnTo>
                    <a:pt x="446575" y="426924"/>
                  </a:lnTo>
                  <a:lnTo>
                    <a:pt x="452021" y="427610"/>
                  </a:lnTo>
                  <a:lnTo>
                    <a:pt x="457467" y="428347"/>
                  </a:lnTo>
                  <a:lnTo>
                    <a:pt x="462913" y="429108"/>
                  </a:lnTo>
                  <a:lnTo>
                    <a:pt x="468359" y="429868"/>
                  </a:lnTo>
                  <a:lnTo>
                    <a:pt x="473805" y="430604"/>
                  </a:lnTo>
                  <a:lnTo>
                    <a:pt x="479251" y="431294"/>
                  </a:lnTo>
                  <a:lnTo>
                    <a:pt x="484698" y="431922"/>
                  </a:lnTo>
                  <a:lnTo>
                    <a:pt x="490144" y="432473"/>
                  </a:lnTo>
                  <a:lnTo>
                    <a:pt x="495590" y="432930"/>
                  </a:lnTo>
                  <a:lnTo>
                    <a:pt x="501036" y="433302"/>
                  </a:lnTo>
                  <a:lnTo>
                    <a:pt x="506482" y="433595"/>
                  </a:lnTo>
                  <a:lnTo>
                    <a:pt x="511928" y="433815"/>
                  </a:lnTo>
                  <a:lnTo>
                    <a:pt x="517374" y="433974"/>
                  </a:lnTo>
                  <a:lnTo>
                    <a:pt x="522820" y="434085"/>
                  </a:lnTo>
                  <a:lnTo>
                    <a:pt x="528266" y="434160"/>
                  </a:lnTo>
                  <a:lnTo>
                    <a:pt x="533712" y="434213"/>
                  </a:lnTo>
                  <a:lnTo>
                    <a:pt x="539158" y="434254"/>
                  </a:lnTo>
                  <a:lnTo>
                    <a:pt x="544604" y="434293"/>
                  </a:lnTo>
                  <a:lnTo>
                    <a:pt x="550050" y="434335"/>
                  </a:lnTo>
                  <a:lnTo>
                    <a:pt x="555496" y="434382"/>
                  </a:lnTo>
                  <a:lnTo>
                    <a:pt x="560942" y="434433"/>
                  </a:lnTo>
                  <a:lnTo>
                    <a:pt x="566388" y="434485"/>
                  </a:lnTo>
                  <a:lnTo>
                    <a:pt x="571834" y="434534"/>
                  </a:lnTo>
                  <a:lnTo>
                    <a:pt x="577280" y="434576"/>
                  </a:lnTo>
                  <a:lnTo>
                    <a:pt x="582726" y="434609"/>
                  </a:lnTo>
                  <a:lnTo>
                    <a:pt x="588172" y="434630"/>
                  </a:lnTo>
                  <a:lnTo>
                    <a:pt x="593618" y="434638"/>
                  </a:lnTo>
                  <a:lnTo>
                    <a:pt x="599064" y="434637"/>
                  </a:lnTo>
                  <a:lnTo>
                    <a:pt x="604510" y="434632"/>
                  </a:lnTo>
                  <a:lnTo>
                    <a:pt x="609957" y="434628"/>
                  </a:lnTo>
                  <a:lnTo>
                    <a:pt x="615403" y="434631"/>
                  </a:lnTo>
                  <a:lnTo>
                    <a:pt x="620849" y="434648"/>
                  </a:lnTo>
                  <a:lnTo>
                    <a:pt x="626295" y="434682"/>
                  </a:lnTo>
                  <a:lnTo>
                    <a:pt x="631741" y="434736"/>
                  </a:lnTo>
                  <a:lnTo>
                    <a:pt x="637187" y="434811"/>
                  </a:lnTo>
                  <a:lnTo>
                    <a:pt x="642633" y="434905"/>
                  </a:lnTo>
                  <a:lnTo>
                    <a:pt x="648079" y="435012"/>
                  </a:lnTo>
                  <a:lnTo>
                    <a:pt x="653525" y="435119"/>
                  </a:lnTo>
                  <a:lnTo>
                    <a:pt x="658971" y="435216"/>
                  </a:lnTo>
                  <a:lnTo>
                    <a:pt x="664417" y="435288"/>
                  </a:lnTo>
                  <a:lnTo>
                    <a:pt x="669863" y="435321"/>
                  </a:lnTo>
                  <a:lnTo>
                    <a:pt x="675309" y="435299"/>
                  </a:lnTo>
                  <a:lnTo>
                    <a:pt x="680755" y="435207"/>
                  </a:lnTo>
                  <a:lnTo>
                    <a:pt x="686201" y="435029"/>
                  </a:lnTo>
                  <a:lnTo>
                    <a:pt x="691647" y="434746"/>
                  </a:lnTo>
                  <a:lnTo>
                    <a:pt x="697093" y="434334"/>
                  </a:lnTo>
                  <a:lnTo>
                    <a:pt x="702539" y="433791"/>
                  </a:lnTo>
                  <a:lnTo>
                    <a:pt x="707985" y="433106"/>
                  </a:lnTo>
                  <a:lnTo>
                    <a:pt x="713431" y="432267"/>
                  </a:lnTo>
                  <a:lnTo>
                    <a:pt x="718877" y="431266"/>
                  </a:lnTo>
                  <a:lnTo>
                    <a:pt x="724323" y="430093"/>
                  </a:lnTo>
                  <a:lnTo>
                    <a:pt x="729770" y="428742"/>
                  </a:lnTo>
                  <a:lnTo>
                    <a:pt x="735216" y="427208"/>
                  </a:lnTo>
                  <a:lnTo>
                    <a:pt x="740662" y="425485"/>
                  </a:lnTo>
                  <a:lnTo>
                    <a:pt x="746108" y="423557"/>
                  </a:lnTo>
                  <a:lnTo>
                    <a:pt x="751554" y="421452"/>
                  </a:lnTo>
                  <a:lnTo>
                    <a:pt x="757000" y="419180"/>
                  </a:lnTo>
                  <a:lnTo>
                    <a:pt x="762446" y="416756"/>
                  </a:lnTo>
                  <a:lnTo>
                    <a:pt x="767892" y="414197"/>
                  </a:lnTo>
                  <a:lnTo>
                    <a:pt x="773338" y="411522"/>
                  </a:lnTo>
                  <a:lnTo>
                    <a:pt x="778784" y="408755"/>
                  </a:lnTo>
                  <a:lnTo>
                    <a:pt x="784230" y="405917"/>
                  </a:lnTo>
                  <a:lnTo>
                    <a:pt x="789676" y="403033"/>
                  </a:lnTo>
                  <a:lnTo>
                    <a:pt x="795122" y="400124"/>
                  </a:lnTo>
                  <a:lnTo>
                    <a:pt x="800568" y="397215"/>
                  </a:lnTo>
                  <a:lnTo>
                    <a:pt x="806014" y="394324"/>
                  </a:lnTo>
                  <a:lnTo>
                    <a:pt x="811460" y="391462"/>
                  </a:lnTo>
                  <a:lnTo>
                    <a:pt x="816906" y="388639"/>
                  </a:lnTo>
                  <a:lnTo>
                    <a:pt x="822352" y="385859"/>
                  </a:lnTo>
                  <a:lnTo>
                    <a:pt x="827798" y="383123"/>
                  </a:lnTo>
                  <a:lnTo>
                    <a:pt x="833244" y="380423"/>
                  </a:lnTo>
                  <a:lnTo>
                    <a:pt x="838690" y="377748"/>
                  </a:lnTo>
                  <a:lnTo>
                    <a:pt x="844136" y="375072"/>
                  </a:lnTo>
                  <a:lnTo>
                    <a:pt x="849583" y="372356"/>
                  </a:lnTo>
                  <a:lnTo>
                    <a:pt x="855029" y="369553"/>
                  </a:lnTo>
                  <a:lnTo>
                    <a:pt x="860475" y="366604"/>
                  </a:lnTo>
                  <a:lnTo>
                    <a:pt x="865921" y="363438"/>
                  </a:lnTo>
                  <a:lnTo>
                    <a:pt x="871367" y="359975"/>
                  </a:lnTo>
                  <a:lnTo>
                    <a:pt x="876813" y="356122"/>
                  </a:lnTo>
                  <a:lnTo>
                    <a:pt x="882259" y="351778"/>
                  </a:lnTo>
                  <a:lnTo>
                    <a:pt x="887705" y="346835"/>
                  </a:lnTo>
                  <a:lnTo>
                    <a:pt x="893151" y="341119"/>
                  </a:lnTo>
                  <a:lnTo>
                    <a:pt x="898597" y="334487"/>
                  </a:lnTo>
                  <a:lnTo>
                    <a:pt x="904043" y="326872"/>
                  </a:lnTo>
                  <a:lnTo>
                    <a:pt x="909489" y="318157"/>
                  </a:lnTo>
                  <a:lnTo>
                    <a:pt x="914935" y="308229"/>
                  </a:lnTo>
                  <a:lnTo>
                    <a:pt x="920381" y="296985"/>
                  </a:lnTo>
                  <a:lnTo>
                    <a:pt x="925827" y="284327"/>
                  </a:lnTo>
                  <a:lnTo>
                    <a:pt x="931273" y="270176"/>
                  </a:lnTo>
                  <a:lnTo>
                    <a:pt x="936719" y="254472"/>
                  </a:lnTo>
                  <a:lnTo>
                    <a:pt x="942165" y="237120"/>
                  </a:lnTo>
                  <a:lnTo>
                    <a:pt x="947611" y="218078"/>
                  </a:lnTo>
                  <a:lnTo>
                    <a:pt x="953057" y="197606"/>
                  </a:lnTo>
                  <a:lnTo>
                    <a:pt x="958503" y="175897"/>
                  </a:lnTo>
                  <a:lnTo>
                    <a:pt x="963949" y="153233"/>
                  </a:lnTo>
                  <a:lnTo>
                    <a:pt x="969396" y="129998"/>
                  </a:lnTo>
                  <a:lnTo>
                    <a:pt x="974842" y="106674"/>
                  </a:lnTo>
                  <a:lnTo>
                    <a:pt x="980288" y="83839"/>
                  </a:lnTo>
                  <a:lnTo>
                    <a:pt x="985734" y="62156"/>
                  </a:lnTo>
                  <a:lnTo>
                    <a:pt x="991180" y="42398"/>
                  </a:lnTo>
                  <a:lnTo>
                    <a:pt x="996626" y="25754"/>
                  </a:lnTo>
                  <a:lnTo>
                    <a:pt x="1002072" y="12726"/>
                  </a:lnTo>
                  <a:lnTo>
                    <a:pt x="1007518" y="3965"/>
                  </a:lnTo>
                  <a:lnTo>
                    <a:pt x="1012964" y="0"/>
                  </a:lnTo>
                  <a:lnTo>
                    <a:pt x="1018410" y="1202"/>
                  </a:lnTo>
                  <a:lnTo>
                    <a:pt x="1023856" y="7757"/>
                  </a:lnTo>
                  <a:lnTo>
                    <a:pt x="1029302" y="19646"/>
                  </a:lnTo>
                  <a:lnTo>
                    <a:pt x="1034748" y="36638"/>
                  </a:lnTo>
                  <a:lnTo>
                    <a:pt x="1040194" y="58298"/>
                  </a:lnTo>
                  <a:lnTo>
                    <a:pt x="1045640" y="84381"/>
                  </a:lnTo>
                  <a:lnTo>
                    <a:pt x="1051086" y="113483"/>
                  </a:lnTo>
                  <a:lnTo>
                    <a:pt x="1056532" y="144650"/>
                  </a:lnTo>
                  <a:lnTo>
                    <a:pt x="1061978" y="176954"/>
                  </a:lnTo>
                  <a:lnTo>
                    <a:pt x="1067424" y="209490"/>
                  </a:lnTo>
                  <a:lnTo>
                    <a:pt x="1072870" y="241424"/>
                  </a:lnTo>
                  <a:lnTo>
                    <a:pt x="1078316" y="272021"/>
                  </a:lnTo>
                  <a:lnTo>
                    <a:pt x="1083762" y="300676"/>
                  </a:lnTo>
                  <a:lnTo>
                    <a:pt x="1089209" y="326929"/>
                  </a:lnTo>
                  <a:lnTo>
                    <a:pt x="1094655" y="350183"/>
                  </a:lnTo>
                  <a:lnTo>
                    <a:pt x="1100101" y="370452"/>
                  </a:lnTo>
                  <a:lnTo>
                    <a:pt x="1105547" y="387875"/>
                  </a:lnTo>
                  <a:lnTo>
                    <a:pt x="1110993" y="402578"/>
                  </a:lnTo>
                  <a:lnTo>
                    <a:pt x="1116439" y="414758"/>
                  </a:lnTo>
                  <a:lnTo>
                    <a:pt x="1121885" y="424661"/>
                  </a:lnTo>
                  <a:lnTo>
                    <a:pt x="1127331" y="432563"/>
                  </a:lnTo>
                  <a:lnTo>
                    <a:pt x="1132777" y="438750"/>
                  </a:lnTo>
                  <a:lnTo>
                    <a:pt x="1138223" y="443500"/>
                  </a:lnTo>
                  <a:lnTo>
                    <a:pt x="1143669" y="447013"/>
                  </a:lnTo>
                  <a:lnTo>
                    <a:pt x="1149115" y="449574"/>
                  </a:lnTo>
                  <a:lnTo>
                    <a:pt x="1154561" y="451452"/>
                  </a:lnTo>
                  <a:lnTo>
                    <a:pt x="1160007" y="452805"/>
                  </a:lnTo>
                  <a:lnTo>
                    <a:pt x="1165453" y="453761"/>
                  </a:lnTo>
                  <a:lnTo>
                    <a:pt x="1170899" y="454424"/>
                  </a:lnTo>
                  <a:lnTo>
                    <a:pt x="1176345" y="454875"/>
                  </a:lnTo>
                  <a:lnTo>
                    <a:pt x="1181791" y="455175"/>
                  </a:lnTo>
                  <a:lnTo>
                    <a:pt x="1187237" y="455371"/>
                  </a:lnTo>
                  <a:lnTo>
                    <a:pt x="1192683" y="455493"/>
                  </a:lnTo>
                  <a:lnTo>
                    <a:pt x="1198129" y="455566"/>
                  </a:lnTo>
                  <a:lnTo>
                    <a:pt x="1203575" y="455611"/>
                  </a:lnTo>
                  <a:lnTo>
                    <a:pt x="1209021" y="455635"/>
                  </a:lnTo>
                  <a:lnTo>
                    <a:pt x="1214468" y="455647"/>
                  </a:lnTo>
                  <a:lnTo>
                    <a:pt x="1219914" y="455648"/>
                  </a:lnTo>
                  <a:lnTo>
                    <a:pt x="1225360" y="455642"/>
                  </a:lnTo>
                  <a:lnTo>
                    <a:pt x="1230806" y="455629"/>
                  </a:lnTo>
                  <a:lnTo>
                    <a:pt x="1236252" y="455611"/>
                  </a:lnTo>
                  <a:lnTo>
                    <a:pt x="1241698" y="455587"/>
                  </a:lnTo>
                  <a:lnTo>
                    <a:pt x="1247144" y="455557"/>
                  </a:lnTo>
                  <a:lnTo>
                    <a:pt x="1252590" y="455520"/>
                  </a:lnTo>
                  <a:lnTo>
                    <a:pt x="1258036" y="455478"/>
                  </a:lnTo>
                  <a:lnTo>
                    <a:pt x="1263482" y="455429"/>
                  </a:lnTo>
                  <a:lnTo>
                    <a:pt x="1268928" y="455375"/>
                  </a:lnTo>
                  <a:lnTo>
                    <a:pt x="1274374" y="455317"/>
                  </a:lnTo>
                  <a:lnTo>
                    <a:pt x="1279820" y="455255"/>
                  </a:lnTo>
                  <a:lnTo>
                    <a:pt x="1285266" y="455191"/>
                  </a:lnTo>
                  <a:lnTo>
                    <a:pt x="1290712" y="455127"/>
                  </a:lnTo>
                  <a:lnTo>
                    <a:pt x="1296158" y="455066"/>
                  </a:lnTo>
                  <a:lnTo>
                    <a:pt x="1301604" y="455010"/>
                  </a:lnTo>
                  <a:lnTo>
                    <a:pt x="1307050" y="454960"/>
                  </a:lnTo>
                  <a:lnTo>
                    <a:pt x="1312496" y="454921"/>
                  </a:lnTo>
                  <a:lnTo>
                    <a:pt x="1317942" y="454892"/>
                  </a:lnTo>
                  <a:lnTo>
                    <a:pt x="1323388" y="454875"/>
                  </a:lnTo>
                  <a:lnTo>
                    <a:pt x="1328834" y="454872"/>
                  </a:lnTo>
                  <a:lnTo>
                    <a:pt x="1334281" y="454881"/>
                  </a:lnTo>
                  <a:lnTo>
                    <a:pt x="1339727" y="454904"/>
                  </a:lnTo>
                  <a:lnTo>
                    <a:pt x="1345173" y="454940"/>
                  </a:lnTo>
                  <a:lnTo>
                    <a:pt x="1350619" y="454986"/>
                  </a:lnTo>
                  <a:lnTo>
                    <a:pt x="1356065" y="455039"/>
                  </a:lnTo>
                  <a:lnTo>
                    <a:pt x="1361511" y="455099"/>
                  </a:lnTo>
                  <a:lnTo>
                    <a:pt x="1366957" y="455161"/>
                  </a:lnTo>
                  <a:lnTo>
                    <a:pt x="1372403" y="455225"/>
                  </a:lnTo>
                  <a:lnTo>
                    <a:pt x="1377849" y="455288"/>
                  </a:lnTo>
                  <a:lnTo>
                    <a:pt x="1383295" y="455349"/>
                  </a:lnTo>
                  <a:lnTo>
                    <a:pt x="1388741" y="455406"/>
                  </a:lnTo>
                  <a:lnTo>
                    <a:pt x="1394187" y="455457"/>
                  </a:lnTo>
                  <a:lnTo>
                    <a:pt x="1399633" y="455502"/>
                  </a:lnTo>
                  <a:lnTo>
                    <a:pt x="1405079" y="455541"/>
                  </a:lnTo>
                  <a:lnTo>
                    <a:pt x="1410525" y="455574"/>
                  </a:lnTo>
                  <a:lnTo>
                    <a:pt x="1415971" y="455602"/>
                  </a:lnTo>
                  <a:lnTo>
                    <a:pt x="1421417" y="455625"/>
                  </a:lnTo>
                  <a:lnTo>
                    <a:pt x="1426863" y="455643"/>
                  </a:lnTo>
                  <a:lnTo>
                    <a:pt x="1432309" y="455657"/>
                  </a:lnTo>
                  <a:lnTo>
                    <a:pt x="1437755" y="455668"/>
                  </a:lnTo>
                  <a:lnTo>
                    <a:pt x="1443201" y="455676"/>
                  </a:lnTo>
                  <a:lnTo>
                    <a:pt x="1448647" y="455682"/>
                  </a:lnTo>
                  <a:lnTo>
                    <a:pt x="1454094" y="455686"/>
                  </a:lnTo>
                  <a:lnTo>
                    <a:pt x="1459540" y="455689"/>
                  </a:lnTo>
                  <a:lnTo>
                    <a:pt x="1464986" y="455692"/>
                  </a:lnTo>
                  <a:lnTo>
                    <a:pt x="1470432" y="455693"/>
                  </a:lnTo>
                  <a:lnTo>
                    <a:pt x="1475878" y="455694"/>
                  </a:lnTo>
                  <a:lnTo>
                    <a:pt x="1481324" y="455695"/>
                  </a:lnTo>
                  <a:lnTo>
                    <a:pt x="1486770" y="455695"/>
                  </a:lnTo>
                  <a:lnTo>
                    <a:pt x="1492216" y="455696"/>
                  </a:lnTo>
                  <a:lnTo>
                    <a:pt x="1497662" y="455696"/>
                  </a:lnTo>
                  <a:lnTo>
                    <a:pt x="1503108" y="455696"/>
                  </a:lnTo>
                  <a:lnTo>
                    <a:pt x="1508554" y="455696"/>
                  </a:lnTo>
                  <a:lnTo>
                    <a:pt x="1514000" y="455696"/>
                  </a:lnTo>
                  <a:lnTo>
                    <a:pt x="1519446" y="455696"/>
                  </a:lnTo>
                  <a:lnTo>
                    <a:pt x="1524892" y="455696"/>
                  </a:lnTo>
                  <a:lnTo>
                    <a:pt x="1530338" y="455696"/>
                  </a:lnTo>
                  <a:lnTo>
                    <a:pt x="1535784" y="455696"/>
                  </a:lnTo>
                  <a:lnTo>
                    <a:pt x="1541230" y="455696"/>
                  </a:lnTo>
                  <a:lnTo>
                    <a:pt x="1546676" y="455696"/>
                  </a:lnTo>
                  <a:lnTo>
                    <a:pt x="1552122" y="455696"/>
                  </a:lnTo>
                  <a:lnTo>
                    <a:pt x="1557568" y="455696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6"/>
                  </a:lnTo>
                  <a:lnTo>
                    <a:pt x="2113065" y="455696"/>
                  </a:lnTo>
                  <a:lnTo>
                    <a:pt x="2118511" y="455696"/>
                  </a:lnTo>
                  <a:lnTo>
                    <a:pt x="2123957" y="455696"/>
                  </a:lnTo>
                  <a:lnTo>
                    <a:pt x="2129403" y="455696"/>
                  </a:lnTo>
                  <a:lnTo>
                    <a:pt x="2134849" y="455696"/>
                  </a:lnTo>
                  <a:lnTo>
                    <a:pt x="2140295" y="455696"/>
                  </a:lnTo>
                  <a:lnTo>
                    <a:pt x="2145741" y="455696"/>
                  </a:lnTo>
                  <a:lnTo>
                    <a:pt x="2151187" y="455696"/>
                  </a:lnTo>
                  <a:lnTo>
                    <a:pt x="2156633" y="455696"/>
                  </a:lnTo>
                  <a:lnTo>
                    <a:pt x="2162079" y="455696"/>
                  </a:lnTo>
                  <a:lnTo>
                    <a:pt x="2167525" y="455696"/>
                  </a:lnTo>
                  <a:lnTo>
                    <a:pt x="2172971" y="455696"/>
                  </a:lnTo>
                  <a:lnTo>
                    <a:pt x="2178418" y="455696"/>
                  </a:lnTo>
                  <a:lnTo>
                    <a:pt x="2183864" y="455696"/>
                  </a:lnTo>
                  <a:lnTo>
                    <a:pt x="2189310" y="455696"/>
                  </a:lnTo>
                  <a:lnTo>
                    <a:pt x="2194756" y="455695"/>
                  </a:lnTo>
                  <a:lnTo>
                    <a:pt x="2200202" y="455695"/>
                  </a:lnTo>
                  <a:lnTo>
                    <a:pt x="2205648" y="455694"/>
                  </a:lnTo>
                  <a:lnTo>
                    <a:pt x="2211094" y="455693"/>
                  </a:lnTo>
                  <a:lnTo>
                    <a:pt x="2216540" y="455692"/>
                  </a:lnTo>
                  <a:lnTo>
                    <a:pt x="2221986" y="455689"/>
                  </a:lnTo>
                  <a:lnTo>
                    <a:pt x="2227432" y="455686"/>
                  </a:lnTo>
                  <a:lnTo>
                    <a:pt x="2232878" y="455682"/>
                  </a:lnTo>
                  <a:lnTo>
                    <a:pt x="2238324" y="455676"/>
                  </a:lnTo>
                  <a:lnTo>
                    <a:pt x="2243770" y="455668"/>
                  </a:lnTo>
                  <a:lnTo>
                    <a:pt x="2249216" y="455657"/>
                  </a:lnTo>
                  <a:lnTo>
                    <a:pt x="2254662" y="455643"/>
                  </a:lnTo>
                  <a:lnTo>
                    <a:pt x="2260108" y="455625"/>
                  </a:lnTo>
                  <a:lnTo>
                    <a:pt x="2265554" y="455602"/>
                  </a:lnTo>
                  <a:lnTo>
                    <a:pt x="2271000" y="455574"/>
                  </a:lnTo>
                  <a:lnTo>
                    <a:pt x="2276446" y="455541"/>
                  </a:lnTo>
                  <a:lnTo>
                    <a:pt x="2281892" y="455501"/>
                  </a:lnTo>
                  <a:lnTo>
                    <a:pt x="2287338" y="455456"/>
                  </a:lnTo>
                  <a:lnTo>
                    <a:pt x="2292784" y="455406"/>
                  </a:lnTo>
                  <a:lnTo>
                    <a:pt x="2298231" y="455349"/>
                  </a:lnTo>
                  <a:lnTo>
                    <a:pt x="2303677" y="455288"/>
                  </a:lnTo>
                  <a:lnTo>
                    <a:pt x="2309123" y="455225"/>
                  </a:lnTo>
                  <a:lnTo>
                    <a:pt x="2314569" y="455161"/>
                  </a:lnTo>
                  <a:lnTo>
                    <a:pt x="2320015" y="455099"/>
                  </a:lnTo>
                  <a:lnTo>
                    <a:pt x="2325461" y="455040"/>
                  </a:lnTo>
                  <a:lnTo>
                    <a:pt x="2330907" y="454986"/>
                  </a:lnTo>
                  <a:lnTo>
                    <a:pt x="2336353" y="454940"/>
                  </a:lnTo>
                  <a:lnTo>
                    <a:pt x="2341799" y="454904"/>
                  </a:lnTo>
                  <a:lnTo>
                    <a:pt x="2347245" y="454881"/>
                  </a:lnTo>
                  <a:lnTo>
                    <a:pt x="2352691" y="454872"/>
                  </a:lnTo>
                  <a:lnTo>
                    <a:pt x="2358137" y="454875"/>
                  </a:lnTo>
                  <a:lnTo>
                    <a:pt x="2363583" y="454892"/>
                  </a:lnTo>
                  <a:lnTo>
                    <a:pt x="2369029" y="454921"/>
                  </a:lnTo>
                  <a:lnTo>
                    <a:pt x="2374475" y="454961"/>
                  </a:lnTo>
                  <a:lnTo>
                    <a:pt x="2379921" y="455010"/>
                  </a:lnTo>
                  <a:lnTo>
                    <a:pt x="2385367" y="455066"/>
                  </a:lnTo>
                  <a:lnTo>
                    <a:pt x="2390813" y="455127"/>
                  </a:lnTo>
                  <a:lnTo>
                    <a:pt x="2396259" y="455191"/>
                  </a:lnTo>
                  <a:lnTo>
                    <a:pt x="2401705" y="455255"/>
                  </a:lnTo>
                  <a:lnTo>
                    <a:pt x="2407151" y="455317"/>
                  </a:lnTo>
                  <a:lnTo>
                    <a:pt x="2412597" y="455375"/>
                  </a:lnTo>
                  <a:lnTo>
                    <a:pt x="2418043" y="455429"/>
                  </a:lnTo>
                  <a:lnTo>
                    <a:pt x="2423490" y="455478"/>
                  </a:lnTo>
                  <a:lnTo>
                    <a:pt x="2428936" y="455520"/>
                  </a:lnTo>
                  <a:lnTo>
                    <a:pt x="2434382" y="455557"/>
                  </a:lnTo>
                  <a:lnTo>
                    <a:pt x="2439828" y="455588"/>
                  </a:lnTo>
                  <a:lnTo>
                    <a:pt x="2445274" y="455614"/>
                  </a:lnTo>
                  <a:lnTo>
                    <a:pt x="2450720" y="455634"/>
                  </a:lnTo>
                  <a:lnTo>
                    <a:pt x="2456166" y="455650"/>
                  </a:lnTo>
                  <a:lnTo>
                    <a:pt x="2461612" y="455662"/>
                  </a:lnTo>
                  <a:lnTo>
                    <a:pt x="2467058" y="455672"/>
                  </a:lnTo>
                  <a:lnTo>
                    <a:pt x="2472504" y="455679"/>
                  </a:lnTo>
                  <a:lnTo>
                    <a:pt x="2477950" y="455684"/>
                  </a:lnTo>
                  <a:lnTo>
                    <a:pt x="2483396" y="455688"/>
                  </a:lnTo>
                  <a:lnTo>
                    <a:pt x="2488842" y="455691"/>
                  </a:lnTo>
                  <a:lnTo>
                    <a:pt x="2494288" y="455692"/>
                  </a:lnTo>
                  <a:lnTo>
                    <a:pt x="2499734" y="455694"/>
                  </a:lnTo>
                  <a:lnTo>
                    <a:pt x="2505180" y="455695"/>
                  </a:lnTo>
                  <a:lnTo>
                    <a:pt x="2510626" y="455695"/>
                  </a:lnTo>
                  <a:lnTo>
                    <a:pt x="2516072" y="455695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957616" y="3487823"/>
              <a:ext cx="2782929" cy="285827"/>
            </a:xfrm>
            <a:custGeom>
              <a:avLst/>
              <a:pathLst>
                <a:path w="2782929" h="285827">
                  <a:moveTo>
                    <a:pt x="0" y="285827"/>
                  </a:moveTo>
                  <a:lnTo>
                    <a:pt x="5446" y="285827"/>
                  </a:lnTo>
                  <a:lnTo>
                    <a:pt x="10892" y="285827"/>
                  </a:lnTo>
                  <a:lnTo>
                    <a:pt x="16338" y="285827"/>
                  </a:lnTo>
                  <a:lnTo>
                    <a:pt x="21784" y="285827"/>
                  </a:lnTo>
                  <a:lnTo>
                    <a:pt x="27230" y="285827"/>
                  </a:lnTo>
                  <a:lnTo>
                    <a:pt x="32676" y="285827"/>
                  </a:lnTo>
                  <a:lnTo>
                    <a:pt x="38122" y="285827"/>
                  </a:lnTo>
                  <a:lnTo>
                    <a:pt x="43568" y="285827"/>
                  </a:lnTo>
                  <a:lnTo>
                    <a:pt x="49014" y="285827"/>
                  </a:lnTo>
                  <a:lnTo>
                    <a:pt x="54460" y="285827"/>
                  </a:lnTo>
                  <a:lnTo>
                    <a:pt x="59906" y="285827"/>
                  </a:lnTo>
                  <a:lnTo>
                    <a:pt x="65352" y="285827"/>
                  </a:lnTo>
                  <a:lnTo>
                    <a:pt x="70798" y="285827"/>
                  </a:lnTo>
                  <a:lnTo>
                    <a:pt x="76244" y="285827"/>
                  </a:lnTo>
                  <a:lnTo>
                    <a:pt x="81690" y="285827"/>
                  </a:lnTo>
                  <a:lnTo>
                    <a:pt x="87136" y="285827"/>
                  </a:lnTo>
                  <a:lnTo>
                    <a:pt x="92582" y="285827"/>
                  </a:lnTo>
                  <a:lnTo>
                    <a:pt x="98028" y="285827"/>
                  </a:lnTo>
                  <a:lnTo>
                    <a:pt x="103474" y="285827"/>
                  </a:lnTo>
                  <a:lnTo>
                    <a:pt x="108920" y="285827"/>
                  </a:lnTo>
                  <a:lnTo>
                    <a:pt x="114366" y="285827"/>
                  </a:lnTo>
                  <a:lnTo>
                    <a:pt x="119812" y="285827"/>
                  </a:lnTo>
                  <a:lnTo>
                    <a:pt x="125259" y="285827"/>
                  </a:lnTo>
                  <a:lnTo>
                    <a:pt x="130705" y="285827"/>
                  </a:lnTo>
                  <a:lnTo>
                    <a:pt x="136151" y="285827"/>
                  </a:lnTo>
                  <a:lnTo>
                    <a:pt x="141597" y="285827"/>
                  </a:lnTo>
                  <a:lnTo>
                    <a:pt x="147043" y="285827"/>
                  </a:lnTo>
                  <a:lnTo>
                    <a:pt x="152489" y="285827"/>
                  </a:lnTo>
                  <a:lnTo>
                    <a:pt x="157935" y="285827"/>
                  </a:lnTo>
                  <a:lnTo>
                    <a:pt x="163381" y="285826"/>
                  </a:lnTo>
                  <a:lnTo>
                    <a:pt x="168827" y="285826"/>
                  </a:lnTo>
                  <a:lnTo>
                    <a:pt x="174273" y="285825"/>
                  </a:lnTo>
                  <a:lnTo>
                    <a:pt x="179719" y="285824"/>
                  </a:lnTo>
                  <a:lnTo>
                    <a:pt x="185165" y="285822"/>
                  </a:lnTo>
                  <a:lnTo>
                    <a:pt x="190611" y="285820"/>
                  </a:lnTo>
                  <a:lnTo>
                    <a:pt x="196057" y="285816"/>
                  </a:lnTo>
                  <a:lnTo>
                    <a:pt x="201503" y="285811"/>
                  </a:lnTo>
                  <a:lnTo>
                    <a:pt x="206949" y="285804"/>
                  </a:lnTo>
                  <a:lnTo>
                    <a:pt x="212395" y="285793"/>
                  </a:lnTo>
                  <a:lnTo>
                    <a:pt x="217841" y="285779"/>
                  </a:lnTo>
                  <a:lnTo>
                    <a:pt x="223287" y="285759"/>
                  </a:lnTo>
                  <a:lnTo>
                    <a:pt x="228733" y="285733"/>
                  </a:lnTo>
                  <a:lnTo>
                    <a:pt x="234179" y="285696"/>
                  </a:lnTo>
                  <a:lnTo>
                    <a:pt x="239625" y="285647"/>
                  </a:lnTo>
                  <a:lnTo>
                    <a:pt x="245072" y="285582"/>
                  </a:lnTo>
                  <a:lnTo>
                    <a:pt x="250518" y="285499"/>
                  </a:lnTo>
                  <a:lnTo>
                    <a:pt x="255964" y="285392"/>
                  </a:lnTo>
                  <a:lnTo>
                    <a:pt x="261410" y="285258"/>
                  </a:lnTo>
                  <a:lnTo>
                    <a:pt x="266856" y="285091"/>
                  </a:lnTo>
                  <a:lnTo>
                    <a:pt x="272302" y="284887"/>
                  </a:lnTo>
                  <a:lnTo>
                    <a:pt x="277748" y="284630"/>
                  </a:lnTo>
                  <a:lnTo>
                    <a:pt x="283194" y="284321"/>
                  </a:lnTo>
                  <a:lnTo>
                    <a:pt x="288640" y="283953"/>
                  </a:lnTo>
                  <a:lnTo>
                    <a:pt x="294086" y="283523"/>
                  </a:lnTo>
                  <a:lnTo>
                    <a:pt x="299532" y="283025"/>
                  </a:lnTo>
                  <a:lnTo>
                    <a:pt x="304978" y="282456"/>
                  </a:lnTo>
                  <a:lnTo>
                    <a:pt x="310424" y="281814"/>
                  </a:lnTo>
                  <a:lnTo>
                    <a:pt x="315870" y="281099"/>
                  </a:lnTo>
                  <a:lnTo>
                    <a:pt x="321316" y="280299"/>
                  </a:lnTo>
                  <a:lnTo>
                    <a:pt x="326762" y="279433"/>
                  </a:lnTo>
                  <a:lnTo>
                    <a:pt x="332208" y="278507"/>
                  </a:lnTo>
                  <a:lnTo>
                    <a:pt x="337654" y="277529"/>
                  </a:lnTo>
                  <a:lnTo>
                    <a:pt x="343100" y="276512"/>
                  </a:lnTo>
                  <a:lnTo>
                    <a:pt x="348546" y="275467"/>
                  </a:lnTo>
                  <a:lnTo>
                    <a:pt x="353992" y="274408"/>
                  </a:lnTo>
                  <a:lnTo>
                    <a:pt x="359438" y="273351"/>
                  </a:lnTo>
                  <a:lnTo>
                    <a:pt x="364885" y="272318"/>
                  </a:lnTo>
                  <a:lnTo>
                    <a:pt x="370331" y="271323"/>
                  </a:lnTo>
                  <a:lnTo>
                    <a:pt x="375777" y="270382"/>
                  </a:lnTo>
                  <a:lnTo>
                    <a:pt x="381223" y="269506"/>
                  </a:lnTo>
                  <a:lnTo>
                    <a:pt x="386669" y="268709"/>
                  </a:lnTo>
                  <a:lnTo>
                    <a:pt x="392115" y="267998"/>
                  </a:lnTo>
                  <a:lnTo>
                    <a:pt x="397561" y="267381"/>
                  </a:lnTo>
                  <a:lnTo>
                    <a:pt x="403007" y="266867"/>
                  </a:lnTo>
                  <a:lnTo>
                    <a:pt x="408453" y="266469"/>
                  </a:lnTo>
                  <a:lnTo>
                    <a:pt x="413899" y="266172"/>
                  </a:lnTo>
                  <a:lnTo>
                    <a:pt x="419345" y="265974"/>
                  </a:lnTo>
                  <a:lnTo>
                    <a:pt x="424791" y="265871"/>
                  </a:lnTo>
                  <a:lnTo>
                    <a:pt x="430237" y="265859"/>
                  </a:lnTo>
                  <a:lnTo>
                    <a:pt x="435683" y="265931"/>
                  </a:lnTo>
                  <a:lnTo>
                    <a:pt x="441129" y="266082"/>
                  </a:lnTo>
                  <a:lnTo>
                    <a:pt x="446575" y="266308"/>
                  </a:lnTo>
                  <a:lnTo>
                    <a:pt x="452021" y="266606"/>
                  </a:lnTo>
                  <a:lnTo>
                    <a:pt x="457467" y="266960"/>
                  </a:lnTo>
                  <a:lnTo>
                    <a:pt x="462913" y="267364"/>
                  </a:lnTo>
                  <a:lnTo>
                    <a:pt x="468359" y="267811"/>
                  </a:lnTo>
                  <a:lnTo>
                    <a:pt x="473805" y="268296"/>
                  </a:lnTo>
                  <a:lnTo>
                    <a:pt x="479251" y="268812"/>
                  </a:lnTo>
                  <a:lnTo>
                    <a:pt x="484698" y="269351"/>
                  </a:lnTo>
                  <a:lnTo>
                    <a:pt x="490144" y="269908"/>
                  </a:lnTo>
                  <a:lnTo>
                    <a:pt x="495590" y="270474"/>
                  </a:lnTo>
                  <a:lnTo>
                    <a:pt x="501036" y="271039"/>
                  </a:lnTo>
                  <a:lnTo>
                    <a:pt x="506482" y="271596"/>
                  </a:lnTo>
                  <a:lnTo>
                    <a:pt x="511928" y="272136"/>
                  </a:lnTo>
                  <a:lnTo>
                    <a:pt x="517374" y="272653"/>
                  </a:lnTo>
                  <a:lnTo>
                    <a:pt x="522820" y="273138"/>
                  </a:lnTo>
                  <a:lnTo>
                    <a:pt x="528266" y="273586"/>
                  </a:lnTo>
                  <a:lnTo>
                    <a:pt x="533712" y="273985"/>
                  </a:lnTo>
                  <a:lnTo>
                    <a:pt x="539158" y="274328"/>
                  </a:lnTo>
                  <a:lnTo>
                    <a:pt x="544604" y="274616"/>
                  </a:lnTo>
                  <a:lnTo>
                    <a:pt x="550050" y="274847"/>
                  </a:lnTo>
                  <a:lnTo>
                    <a:pt x="555496" y="275019"/>
                  </a:lnTo>
                  <a:lnTo>
                    <a:pt x="560942" y="275132"/>
                  </a:lnTo>
                  <a:lnTo>
                    <a:pt x="566388" y="275187"/>
                  </a:lnTo>
                  <a:lnTo>
                    <a:pt x="571834" y="275187"/>
                  </a:lnTo>
                  <a:lnTo>
                    <a:pt x="577280" y="275131"/>
                  </a:lnTo>
                  <a:lnTo>
                    <a:pt x="582726" y="275024"/>
                  </a:lnTo>
                  <a:lnTo>
                    <a:pt x="588172" y="274878"/>
                  </a:lnTo>
                  <a:lnTo>
                    <a:pt x="593618" y="274696"/>
                  </a:lnTo>
                  <a:lnTo>
                    <a:pt x="599064" y="274485"/>
                  </a:lnTo>
                  <a:lnTo>
                    <a:pt x="604510" y="274250"/>
                  </a:lnTo>
                  <a:lnTo>
                    <a:pt x="609957" y="273997"/>
                  </a:lnTo>
                  <a:lnTo>
                    <a:pt x="615403" y="273731"/>
                  </a:lnTo>
                  <a:lnTo>
                    <a:pt x="620849" y="273457"/>
                  </a:lnTo>
                  <a:lnTo>
                    <a:pt x="626295" y="273181"/>
                  </a:lnTo>
                  <a:lnTo>
                    <a:pt x="631741" y="272906"/>
                  </a:lnTo>
                  <a:lnTo>
                    <a:pt x="637187" y="272635"/>
                  </a:lnTo>
                  <a:lnTo>
                    <a:pt x="642633" y="272373"/>
                  </a:lnTo>
                  <a:lnTo>
                    <a:pt x="648079" y="272120"/>
                  </a:lnTo>
                  <a:lnTo>
                    <a:pt x="653525" y="271879"/>
                  </a:lnTo>
                  <a:lnTo>
                    <a:pt x="658971" y="271652"/>
                  </a:lnTo>
                  <a:lnTo>
                    <a:pt x="664417" y="271441"/>
                  </a:lnTo>
                  <a:lnTo>
                    <a:pt x="669863" y="271247"/>
                  </a:lnTo>
                  <a:lnTo>
                    <a:pt x="675309" y="271069"/>
                  </a:lnTo>
                  <a:lnTo>
                    <a:pt x="680755" y="270907"/>
                  </a:lnTo>
                  <a:lnTo>
                    <a:pt x="686201" y="270760"/>
                  </a:lnTo>
                  <a:lnTo>
                    <a:pt x="691647" y="270627"/>
                  </a:lnTo>
                  <a:lnTo>
                    <a:pt x="697093" y="270506"/>
                  </a:lnTo>
                  <a:lnTo>
                    <a:pt x="702539" y="270394"/>
                  </a:lnTo>
                  <a:lnTo>
                    <a:pt x="707985" y="270290"/>
                  </a:lnTo>
                  <a:lnTo>
                    <a:pt x="713431" y="270187"/>
                  </a:lnTo>
                  <a:lnTo>
                    <a:pt x="718877" y="270082"/>
                  </a:lnTo>
                  <a:lnTo>
                    <a:pt x="724323" y="269971"/>
                  </a:lnTo>
                  <a:lnTo>
                    <a:pt x="729770" y="269850"/>
                  </a:lnTo>
                  <a:lnTo>
                    <a:pt x="735216" y="269716"/>
                  </a:lnTo>
                  <a:lnTo>
                    <a:pt x="740662" y="269565"/>
                  </a:lnTo>
                  <a:lnTo>
                    <a:pt x="746108" y="269398"/>
                  </a:lnTo>
                  <a:lnTo>
                    <a:pt x="751554" y="269209"/>
                  </a:lnTo>
                  <a:lnTo>
                    <a:pt x="757000" y="269003"/>
                  </a:lnTo>
                  <a:lnTo>
                    <a:pt x="762446" y="268782"/>
                  </a:lnTo>
                  <a:lnTo>
                    <a:pt x="767892" y="268552"/>
                  </a:lnTo>
                  <a:lnTo>
                    <a:pt x="773338" y="268318"/>
                  </a:lnTo>
                  <a:lnTo>
                    <a:pt x="778784" y="268085"/>
                  </a:lnTo>
                  <a:lnTo>
                    <a:pt x="784230" y="267860"/>
                  </a:lnTo>
                  <a:lnTo>
                    <a:pt x="789676" y="267652"/>
                  </a:lnTo>
                  <a:lnTo>
                    <a:pt x="795122" y="267474"/>
                  </a:lnTo>
                  <a:lnTo>
                    <a:pt x="800568" y="267329"/>
                  </a:lnTo>
                  <a:lnTo>
                    <a:pt x="806014" y="267224"/>
                  </a:lnTo>
                  <a:lnTo>
                    <a:pt x="811460" y="267163"/>
                  </a:lnTo>
                  <a:lnTo>
                    <a:pt x="816906" y="267151"/>
                  </a:lnTo>
                  <a:lnTo>
                    <a:pt x="822352" y="267190"/>
                  </a:lnTo>
                  <a:lnTo>
                    <a:pt x="827798" y="267280"/>
                  </a:lnTo>
                  <a:lnTo>
                    <a:pt x="833244" y="267421"/>
                  </a:lnTo>
                  <a:lnTo>
                    <a:pt x="838690" y="267614"/>
                  </a:lnTo>
                  <a:lnTo>
                    <a:pt x="844136" y="267846"/>
                  </a:lnTo>
                  <a:lnTo>
                    <a:pt x="849583" y="268111"/>
                  </a:lnTo>
                  <a:lnTo>
                    <a:pt x="855029" y="268399"/>
                  </a:lnTo>
                  <a:lnTo>
                    <a:pt x="860475" y="268701"/>
                  </a:lnTo>
                  <a:lnTo>
                    <a:pt x="865921" y="269007"/>
                  </a:lnTo>
                  <a:lnTo>
                    <a:pt x="871367" y="269304"/>
                  </a:lnTo>
                  <a:lnTo>
                    <a:pt x="876813" y="269578"/>
                  </a:lnTo>
                  <a:lnTo>
                    <a:pt x="882259" y="269810"/>
                  </a:lnTo>
                  <a:lnTo>
                    <a:pt x="887705" y="269990"/>
                  </a:lnTo>
                  <a:lnTo>
                    <a:pt x="893151" y="270103"/>
                  </a:lnTo>
                  <a:lnTo>
                    <a:pt x="898597" y="270137"/>
                  </a:lnTo>
                  <a:lnTo>
                    <a:pt x="904043" y="270080"/>
                  </a:lnTo>
                  <a:lnTo>
                    <a:pt x="909489" y="269921"/>
                  </a:lnTo>
                  <a:lnTo>
                    <a:pt x="914935" y="269649"/>
                  </a:lnTo>
                  <a:lnTo>
                    <a:pt x="920381" y="269247"/>
                  </a:lnTo>
                  <a:lnTo>
                    <a:pt x="925827" y="268706"/>
                  </a:lnTo>
                  <a:lnTo>
                    <a:pt x="931273" y="268034"/>
                  </a:lnTo>
                  <a:lnTo>
                    <a:pt x="936719" y="267234"/>
                  </a:lnTo>
                  <a:lnTo>
                    <a:pt x="942165" y="266309"/>
                  </a:lnTo>
                  <a:lnTo>
                    <a:pt x="947611" y="265266"/>
                  </a:lnTo>
                  <a:lnTo>
                    <a:pt x="953057" y="264116"/>
                  </a:lnTo>
                  <a:lnTo>
                    <a:pt x="958503" y="262870"/>
                  </a:lnTo>
                  <a:lnTo>
                    <a:pt x="963949" y="261540"/>
                  </a:lnTo>
                  <a:lnTo>
                    <a:pt x="969396" y="260149"/>
                  </a:lnTo>
                  <a:lnTo>
                    <a:pt x="974842" y="258722"/>
                  </a:lnTo>
                  <a:lnTo>
                    <a:pt x="980288" y="257279"/>
                  </a:lnTo>
                  <a:lnTo>
                    <a:pt x="985734" y="255840"/>
                  </a:lnTo>
                  <a:lnTo>
                    <a:pt x="991180" y="254422"/>
                  </a:lnTo>
                  <a:lnTo>
                    <a:pt x="996626" y="253043"/>
                  </a:lnTo>
                  <a:lnTo>
                    <a:pt x="1002072" y="251718"/>
                  </a:lnTo>
                  <a:lnTo>
                    <a:pt x="1007518" y="250465"/>
                  </a:lnTo>
                  <a:lnTo>
                    <a:pt x="1012964" y="249294"/>
                  </a:lnTo>
                  <a:lnTo>
                    <a:pt x="1018410" y="248203"/>
                  </a:lnTo>
                  <a:lnTo>
                    <a:pt x="1023856" y="247193"/>
                  </a:lnTo>
                  <a:lnTo>
                    <a:pt x="1029302" y="246259"/>
                  </a:lnTo>
                  <a:lnTo>
                    <a:pt x="1034748" y="245397"/>
                  </a:lnTo>
                  <a:lnTo>
                    <a:pt x="1040194" y="244596"/>
                  </a:lnTo>
                  <a:lnTo>
                    <a:pt x="1045640" y="243847"/>
                  </a:lnTo>
                  <a:lnTo>
                    <a:pt x="1051086" y="243136"/>
                  </a:lnTo>
                  <a:lnTo>
                    <a:pt x="1056532" y="242442"/>
                  </a:lnTo>
                  <a:lnTo>
                    <a:pt x="1061978" y="241744"/>
                  </a:lnTo>
                  <a:lnTo>
                    <a:pt x="1067424" y="241024"/>
                  </a:lnTo>
                  <a:lnTo>
                    <a:pt x="1072870" y="240261"/>
                  </a:lnTo>
                  <a:lnTo>
                    <a:pt x="1078316" y="239434"/>
                  </a:lnTo>
                  <a:lnTo>
                    <a:pt x="1083762" y="238521"/>
                  </a:lnTo>
                  <a:lnTo>
                    <a:pt x="1089209" y="237499"/>
                  </a:lnTo>
                  <a:lnTo>
                    <a:pt x="1094655" y="236321"/>
                  </a:lnTo>
                  <a:lnTo>
                    <a:pt x="1100101" y="234969"/>
                  </a:lnTo>
                  <a:lnTo>
                    <a:pt x="1105547" y="233421"/>
                  </a:lnTo>
                  <a:lnTo>
                    <a:pt x="1110993" y="231650"/>
                  </a:lnTo>
                  <a:lnTo>
                    <a:pt x="1116439" y="229627"/>
                  </a:lnTo>
                  <a:lnTo>
                    <a:pt x="1121885" y="227325"/>
                  </a:lnTo>
                  <a:lnTo>
                    <a:pt x="1127331" y="224714"/>
                  </a:lnTo>
                  <a:lnTo>
                    <a:pt x="1132777" y="221767"/>
                  </a:lnTo>
                  <a:lnTo>
                    <a:pt x="1138223" y="218392"/>
                  </a:lnTo>
                  <a:lnTo>
                    <a:pt x="1143669" y="214607"/>
                  </a:lnTo>
                  <a:lnTo>
                    <a:pt x="1149115" y="210392"/>
                  </a:lnTo>
                  <a:lnTo>
                    <a:pt x="1154561" y="205725"/>
                  </a:lnTo>
                  <a:lnTo>
                    <a:pt x="1160007" y="200585"/>
                  </a:lnTo>
                  <a:lnTo>
                    <a:pt x="1165453" y="194952"/>
                  </a:lnTo>
                  <a:lnTo>
                    <a:pt x="1170899" y="188812"/>
                  </a:lnTo>
                  <a:lnTo>
                    <a:pt x="1176345" y="182154"/>
                  </a:lnTo>
                  <a:lnTo>
                    <a:pt x="1181791" y="174883"/>
                  </a:lnTo>
                  <a:lnTo>
                    <a:pt x="1187237" y="167089"/>
                  </a:lnTo>
                  <a:lnTo>
                    <a:pt x="1192683" y="158782"/>
                  </a:lnTo>
                  <a:lnTo>
                    <a:pt x="1198129" y="149979"/>
                  </a:lnTo>
                  <a:lnTo>
                    <a:pt x="1203575" y="140709"/>
                  </a:lnTo>
                  <a:lnTo>
                    <a:pt x="1209021" y="131007"/>
                  </a:lnTo>
                  <a:lnTo>
                    <a:pt x="1214468" y="120920"/>
                  </a:lnTo>
                  <a:lnTo>
                    <a:pt x="1219914" y="110502"/>
                  </a:lnTo>
                  <a:lnTo>
                    <a:pt x="1225360" y="99814"/>
                  </a:lnTo>
                  <a:lnTo>
                    <a:pt x="1230806" y="88999"/>
                  </a:lnTo>
                  <a:lnTo>
                    <a:pt x="1236252" y="78165"/>
                  </a:lnTo>
                  <a:lnTo>
                    <a:pt x="1241698" y="67434"/>
                  </a:lnTo>
                  <a:lnTo>
                    <a:pt x="1247144" y="56937"/>
                  </a:lnTo>
                  <a:lnTo>
                    <a:pt x="1252590" y="46819"/>
                  </a:lnTo>
                  <a:lnTo>
                    <a:pt x="1258036" y="37230"/>
                  </a:lnTo>
                  <a:lnTo>
                    <a:pt x="1263482" y="28360"/>
                  </a:lnTo>
                  <a:lnTo>
                    <a:pt x="1268928" y="20499"/>
                  </a:lnTo>
                  <a:lnTo>
                    <a:pt x="1274374" y="13710"/>
                  </a:lnTo>
                  <a:lnTo>
                    <a:pt x="1279820" y="8140"/>
                  </a:lnTo>
                  <a:lnTo>
                    <a:pt x="1285266" y="3924"/>
                  </a:lnTo>
                  <a:lnTo>
                    <a:pt x="1290712" y="1179"/>
                  </a:lnTo>
                  <a:lnTo>
                    <a:pt x="1296158" y="0"/>
                  </a:lnTo>
                  <a:lnTo>
                    <a:pt x="1301604" y="458"/>
                  </a:lnTo>
                  <a:lnTo>
                    <a:pt x="1307050" y="2681"/>
                  </a:lnTo>
                  <a:lnTo>
                    <a:pt x="1312496" y="6790"/>
                  </a:lnTo>
                  <a:lnTo>
                    <a:pt x="1317942" y="12540"/>
                  </a:lnTo>
                  <a:lnTo>
                    <a:pt x="1323388" y="19858"/>
                  </a:lnTo>
                  <a:lnTo>
                    <a:pt x="1328834" y="28642"/>
                  </a:lnTo>
                  <a:lnTo>
                    <a:pt x="1334281" y="38760"/>
                  </a:lnTo>
                  <a:lnTo>
                    <a:pt x="1339727" y="50060"/>
                  </a:lnTo>
                  <a:lnTo>
                    <a:pt x="1345173" y="62370"/>
                  </a:lnTo>
                  <a:lnTo>
                    <a:pt x="1350619" y="75539"/>
                  </a:lnTo>
                  <a:lnTo>
                    <a:pt x="1356065" y="89332"/>
                  </a:lnTo>
                  <a:lnTo>
                    <a:pt x="1361511" y="103465"/>
                  </a:lnTo>
                  <a:lnTo>
                    <a:pt x="1366957" y="117741"/>
                  </a:lnTo>
                  <a:lnTo>
                    <a:pt x="1372403" y="131976"/>
                  </a:lnTo>
                  <a:lnTo>
                    <a:pt x="1377849" y="145995"/>
                  </a:lnTo>
                  <a:lnTo>
                    <a:pt x="1383295" y="159643"/>
                  </a:lnTo>
                  <a:lnTo>
                    <a:pt x="1388741" y="172780"/>
                  </a:lnTo>
                  <a:lnTo>
                    <a:pt x="1394187" y="185227"/>
                  </a:lnTo>
                  <a:lnTo>
                    <a:pt x="1399633" y="196867"/>
                  </a:lnTo>
                  <a:lnTo>
                    <a:pt x="1405079" y="207696"/>
                  </a:lnTo>
                  <a:lnTo>
                    <a:pt x="1410525" y="217677"/>
                  </a:lnTo>
                  <a:lnTo>
                    <a:pt x="1415971" y="226790"/>
                  </a:lnTo>
                  <a:lnTo>
                    <a:pt x="1421417" y="235033"/>
                  </a:lnTo>
                  <a:lnTo>
                    <a:pt x="1426863" y="242420"/>
                  </a:lnTo>
                  <a:lnTo>
                    <a:pt x="1432309" y="248977"/>
                  </a:lnTo>
                  <a:lnTo>
                    <a:pt x="1437755" y="254667"/>
                  </a:lnTo>
                  <a:lnTo>
                    <a:pt x="1443201" y="259581"/>
                  </a:lnTo>
                  <a:lnTo>
                    <a:pt x="1448647" y="263828"/>
                  </a:lnTo>
                  <a:lnTo>
                    <a:pt x="1454094" y="267466"/>
                  </a:lnTo>
                  <a:lnTo>
                    <a:pt x="1459540" y="270554"/>
                  </a:lnTo>
                  <a:lnTo>
                    <a:pt x="1464986" y="273153"/>
                  </a:lnTo>
                  <a:lnTo>
                    <a:pt x="1470432" y="275320"/>
                  </a:lnTo>
                  <a:lnTo>
                    <a:pt x="1475878" y="277111"/>
                  </a:lnTo>
                  <a:lnTo>
                    <a:pt x="1481324" y="278545"/>
                  </a:lnTo>
                  <a:lnTo>
                    <a:pt x="1486770" y="279704"/>
                  </a:lnTo>
                  <a:lnTo>
                    <a:pt x="1492216" y="280643"/>
                  </a:lnTo>
                  <a:lnTo>
                    <a:pt x="1497662" y="281398"/>
                  </a:lnTo>
                  <a:lnTo>
                    <a:pt x="1503108" y="281999"/>
                  </a:lnTo>
                  <a:lnTo>
                    <a:pt x="1508554" y="282473"/>
                  </a:lnTo>
                  <a:lnTo>
                    <a:pt x="1514000" y="282842"/>
                  </a:lnTo>
                  <a:lnTo>
                    <a:pt x="1519446" y="283124"/>
                  </a:lnTo>
                  <a:lnTo>
                    <a:pt x="1524892" y="283326"/>
                  </a:lnTo>
                  <a:lnTo>
                    <a:pt x="1530338" y="283469"/>
                  </a:lnTo>
                  <a:lnTo>
                    <a:pt x="1535784" y="283563"/>
                  </a:lnTo>
                  <a:lnTo>
                    <a:pt x="1541230" y="283614"/>
                  </a:lnTo>
                  <a:lnTo>
                    <a:pt x="1546676" y="283627"/>
                  </a:lnTo>
                  <a:lnTo>
                    <a:pt x="1552122" y="283606"/>
                  </a:lnTo>
                  <a:lnTo>
                    <a:pt x="1557568" y="283553"/>
                  </a:lnTo>
                  <a:lnTo>
                    <a:pt x="1563014" y="283472"/>
                  </a:lnTo>
                  <a:lnTo>
                    <a:pt x="1568460" y="283361"/>
                  </a:lnTo>
                  <a:lnTo>
                    <a:pt x="1573907" y="283227"/>
                  </a:lnTo>
                  <a:lnTo>
                    <a:pt x="1579353" y="283074"/>
                  </a:lnTo>
                  <a:lnTo>
                    <a:pt x="1584799" y="282904"/>
                  </a:lnTo>
                  <a:lnTo>
                    <a:pt x="1590245" y="282721"/>
                  </a:lnTo>
                  <a:lnTo>
                    <a:pt x="1595691" y="282526"/>
                  </a:lnTo>
                  <a:lnTo>
                    <a:pt x="1601137" y="282324"/>
                  </a:lnTo>
                  <a:lnTo>
                    <a:pt x="1606583" y="282118"/>
                  </a:lnTo>
                  <a:lnTo>
                    <a:pt x="1612029" y="281912"/>
                  </a:lnTo>
                  <a:lnTo>
                    <a:pt x="1617475" y="281708"/>
                  </a:lnTo>
                  <a:lnTo>
                    <a:pt x="1622921" y="281509"/>
                  </a:lnTo>
                  <a:lnTo>
                    <a:pt x="1628367" y="281319"/>
                  </a:lnTo>
                  <a:lnTo>
                    <a:pt x="1633813" y="281138"/>
                  </a:lnTo>
                  <a:lnTo>
                    <a:pt x="1639259" y="280969"/>
                  </a:lnTo>
                  <a:lnTo>
                    <a:pt x="1644705" y="280814"/>
                  </a:lnTo>
                  <a:lnTo>
                    <a:pt x="1650151" y="280673"/>
                  </a:lnTo>
                  <a:lnTo>
                    <a:pt x="1655597" y="280550"/>
                  </a:lnTo>
                  <a:lnTo>
                    <a:pt x="1661043" y="280443"/>
                  </a:lnTo>
                  <a:lnTo>
                    <a:pt x="1666489" y="280351"/>
                  </a:lnTo>
                  <a:lnTo>
                    <a:pt x="1671935" y="280276"/>
                  </a:lnTo>
                  <a:lnTo>
                    <a:pt x="1677381" y="280216"/>
                  </a:lnTo>
                  <a:lnTo>
                    <a:pt x="1682827" y="280172"/>
                  </a:lnTo>
                  <a:lnTo>
                    <a:pt x="1688273" y="280143"/>
                  </a:lnTo>
                  <a:lnTo>
                    <a:pt x="1693720" y="280129"/>
                  </a:lnTo>
                  <a:lnTo>
                    <a:pt x="1699166" y="280133"/>
                  </a:lnTo>
                  <a:lnTo>
                    <a:pt x="1704612" y="280151"/>
                  </a:lnTo>
                  <a:lnTo>
                    <a:pt x="1710058" y="280183"/>
                  </a:lnTo>
                  <a:lnTo>
                    <a:pt x="1715504" y="280232"/>
                  </a:lnTo>
                  <a:lnTo>
                    <a:pt x="1720950" y="280295"/>
                  </a:lnTo>
                  <a:lnTo>
                    <a:pt x="1726396" y="280375"/>
                  </a:lnTo>
                  <a:lnTo>
                    <a:pt x="1731842" y="280471"/>
                  </a:lnTo>
                  <a:lnTo>
                    <a:pt x="1737288" y="280585"/>
                  </a:lnTo>
                  <a:lnTo>
                    <a:pt x="1742734" y="280718"/>
                  </a:lnTo>
                  <a:lnTo>
                    <a:pt x="1748180" y="280868"/>
                  </a:lnTo>
                  <a:lnTo>
                    <a:pt x="1753626" y="281032"/>
                  </a:lnTo>
                  <a:lnTo>
                    <a:pt x="1759072" y="281212"/>
                  </a:lnTo>
                  <a:lnTo>
                    <a:pt x="1764518" y="281404"/>
                  </a:lnTo>
                  <a:lnTo>
                    <a:pt x="1769964" y="281606"/>
                  </a:lnTo>
                  <a:lnTo>
                    <a:pt x="1775410" y="281815"/>
                  </a:lnTo>
                  <a:lnTo>
                    <a:pt x="1780856" y="282029"/>
                  </a:lnTo>
                  <a:lnTo>
                    <a:pt x="1786302" y="282242"/>
                  </a:lnTo>
                  <a:lnTo>
                    <a:pt x="1791748" y="282450"/>
                  </a:lnTo>
                  <a:lnTo>
                    <a:pt x="1797194" y="282649"/>
                  </a:lnTo>
                  <a:lnTo>
                    <a:pt x="1802640" y="282836"/>
                  </a:lnTo>
                  <a:lnTo>
                    <a:pt x="1808086" y="283006"/>
                  </a:lnTo>
                  <a:lnTo>
                    <a:pt x="1813532" y="283156"/>
                  </a:lnTo>
                  <a:lnTo>
                    <a:pt x="1818979" y="283284"/>
                  </a:lnTo>
                  <a:lnTo>
                    <a:pt x="1824425" y="283385"/>
                  </a:lnTo>
                  <a:lnTo>
                    <a:pt x="1829871" y="283458"/>
                  </a:lnTo>
                  <a:lnTo>
                    <a:pt x="1835317" y="283503"/>
                  </a:lnTo>
                  <a:lnTo>
                    <a:pt x="1840763" y="283522"/>
                  </a:lnTo>
                  <a:lnTo>
                    <a:pt x="1846209" y="283514"/>
                  </a:lnTo>
                  <a:lnTo>
                    <a:pt x="1851655" y="283481"/>
                  </a:lnTo>
                  <a:lnTo>
                    <a:pt x="1857101" y="283424"/>
                  </a:lnTo>
                  <a:lnTo>
                    <a:pt x="1862547" y="283346"/>
                  </a:lnTo>
                  <a:lnTo>
                    <a:pt x="1867993" y="283246"/>
                  </a:lnTo>
                  <a:lnTo>
                    <a:pt x="1873439" y="283129"/>
                  </a:lnTo>
                  <a:lnTo>
                    <a:pt x="1878885" y="282997"/>
                  </a:lnTo>
                  <a:lnTo>
                    <a:pt x="1884331" y="282852"/>
                  </a:lnTo>
                  <a:lnTo>
                    <a:pt x="1889777" y="282697"/>
                  </a:lnTo>
                  <a:lnTo>
                    <a:pt x="1895223" y="282533"/>
                  </a:lnTo>
                  <a:lnTo>
                    <a:pt x="1900669" y="282360"/>
                  </a:lnTo>
                  <a:lnTo>
                    <a:pt x="1906115" y="282179"/>
                  </a:lnTo>
                  <a:lnTo>
                    <a:pt x="1911561" y="281991"/>
                  </a:lnTo>
                  <a:lnTo>
                    <a:pt x="1917007" y="281796"/>
                  </a:lnTo>
                  <a:lnTo>
                    <a:pt x="1922453" y="281593"/>
                  </a:lnTo>
                  <a:lnTo>
                    <a:pt x="1927899" y="281383"/>
                  </a:lnTo>
                  <a:lnTo>
                    <a:pt x="1933345" y="281164"/>
                  </a:lnTo>
                  <a:lnTo>
                    <a:pt x="1938792" y="280936"/>
                  </a:lnTo>
                  <a:lnTo>
                    <a:pt x="1944238" y="280700"/>
                  </a:lnTo>
                  <a:lnTo>
                    <a:pt x="1949684" y="280454"/>
                  </a:lnTo>
                  <a:lnTo>
                    <a:pt x="1955130" y="280197"/>
                  </a:lnTo>
                  <a:lnTo>
                    <a:pt x="1960576" y="279930"/>
                  </a:lnTo>
                  <a:lnTo>
                    <a:pt x="1966022" y="279654"/>
                  </a:lnTo>
                  <a:lnTo>
                    <a:pt x="1971468" y="279371"/>
                  </a:lnTo>
                  <a:lnTo>
                    <a:pt x="1976914" y="279080"/>
                  </a:lnTo>
                  <a:lnTo>
                    <a:pt x="1982360" y="278784"/>
                  </a:lnTo>
                  <a:lnTo>
                    <a:pt x="1987806" y="278483"/>
                  </a:lnTo>
                  <a:lnTo>
                    <a:pt x="1993252" y="278179"/>
                  </a:lnTo>
                  <a:lnTo>
                    <a:pt x="1998698" y="277873"/>
                  </a:lnTo>
                  <a:lnTo>
                    <a:pt x="2004144" y="277566"/>
                  </a:lnTo>
                  <a:lnTo>
                    <a:pt x="2009590" y="277259"/>
                  </a:lnTo>
                  <a:lnTo>
                    <a:pt x="2015036" y="276951"/>
                  </a:lnTo>
                  <a:lnTo>
                    <a:pt x="2020482" y="276642"/>
                  </a:lnTo>
                  <a:lnTo>
                    <a:pt x="2025928" y="276332"/>
                  </a:lnTo>
                  <a:lnTo>
                    <a:pt x="2031374" y="276019"/>
                  </a:lnTo>
                  <a:lnTo>
                    <a:pt x="2036820" y="275702"/>
                  </a:lnTo>
                  <a:lnTo>
                    <a:pt x="2042266" y="275377"/>
                  </a:lnTo>
                  <a:lnTo>
                    <a:pt x="2047712" y="275044"/>
                  </a:lnTo>
                  <a:lnTo>
                    <a:pt x="2053158" y="274701"/>
                  </a:lnTo>
                  <a:lnTo>
                    <a:pt x="2058605" y="274345"/>
                  </a:lnTo>
                  <a:lnTo>
                    <a:pt x="2064051" y="273975"/>
                  </a:lnTo>
                  <a:lnTo>
                    <a:pt x="2069497" y="273591"/>
                  </a:lnTo>
                  <a:lnTo>
                    <a:pt x="2074943" y="273191"/>
                  </a:lnTo>
                  <a:lnTo>
                    <a:pt x="2080389" y="272774"/>
                  </a:lnTo>
                  <a:lnTo>
                    <a:pt x="2085835" y="272340"/>
                  </a:lnTo>
                  <a:lnTo>
                    <a:pt x="2091281" y="271890"/>
                  </a:lnTo>
                  <a:lnTo>
                    <a:pt x="2096727" y="271428"/>
                  </a:lnTo>
                  <a:lnTo>
                    <a:pt x="2102173" y="270954"/>
                  </a:lnTo>
                  <a:lnTo>
                    <a:pt x="2107619" y="270470"/>
                  </a:lnTo>
                  <a:lnTo>
                    <a:pt x="2113065" y="269979"/>
                  </a:lnTo>
                  <a:lnTo>
                    <a:pt x="2118511" y="269482"/>
                  </a:lnTo>
                  <a:lnTo>
                    <a:pt x="2123957" y="268981"/>
                  </a:lnTo>
                  <a:lnTo>
                    <a:pt x="2129403" y="268480"/>
                  </a:lnTo>
                  <a:lnTo>
                    <a:pt x="2134849" y="267979"/>
                  </a:lnTo>
                  <a:lnTo>
                    <a:pt x="2140295" y="267481"/>
                  </a:lnTo>
                  <a:lnTo>
                    <a:pt x="2145741" y="266987"/>
                  </a:lnTo>
                  <a:lnTo>
                    <a:pt x="2151187" y="266497"/>
                  </a:lnTo>
                  <a:lnTo>
                    <a:pt x="2156633" y="266011"/>
                  </a:lnTo>
                  <a:lnTo>
                    <a:pt x="2162079" y="265529"/>
                  </a:lnTo>
                  <a:lnTo>
                    <a:pt x="2167525" y="265052"/>
                  </a:lnTo>
                  <a:lnTo>
                    <a:pt x="2172971" y="264578"/>
                  </a:lnTo>
                  <a:lnTo>
                    <a:pt x="2178418" y="264106"/>
                  </a:lnTo>
                  <a:lnTo>
                    <a:pt x="2183864" y="263634"/>
                  </a:lnTo>
                  <a:lnTo>
                    <a:pt x="2189310" y="263163"/>
                  </a:lnTo>
                  <a:lnTo>
                    <a:pt x="2194756" y="262691"/>
                  </a:lnTo>
                  <a:lnTo>
                    <a:pt x="2200202" y="262220"/>
                  </a:lnTo>
                  <a:lnTo>
                    <a:pt x="2205648" y="261748"/>
                  </a:lnTo>
                  <a:lnTo>
                    <a:pt x="2211094" y="261279"/>
                  </a:lnTo>
                  <a:lnTo>
                    <a:pt x="2216540" y="260816"/>
                  </a:lnTo>
                  <a:lnTo>
                    <a:pt x="2221986" y="260364"/>
                  </a:lnTo>
                  <a:lnTo>
                    <a:pt x="2227432" y="259929"/>
                  </a:lnTo>
                  <a:lnTo>
                    <a:pt x="2232878" y="259516"/>
                  </a:lnTo>
                  <a:lnTo>
                    <a:pt x="2238324" y="259134"/>
                  </a:lnTo>
                  <a:lnTo>
                    <a:pt x="2243770" y="258791"/>
                  </a:lnTo>
                  <a:lnTo>
                    <a:pt x="2249216" y="258496"/>
                  </a:lnTo>
                  <a:lnTo>
                    <a:pt x="2254662" y="258263"/>
                  </a:lnTo>
                  <a:lnTo>
                    <a:pt x="2260108" y="258103"/>
                  </a:lnTo>
                  <a:lnTo>
                    <a:pt x="2265554" y="258018"/>
                  </a:lnTo>
                  <a:lnTo>
                    <a:pt x="2271000" y="258015"/>
                  </a:lnTo>
                  <a:lnTo>
                    <a:pt x="2276446" y="258097"/>
                  </a:lnTo>
                  <a:lnTo>
                    <a:pt x="2281892" y="258267"/>
                  </a:lnTo>
                  <a:lnTo>
                    <a:pt x="2287338" y="258524"/>
                  </a:lnTo>
                  <a:lnTo>
                    <a:pt x="2292784" y="258868"/>
                  </a:lnTo>
                  <a:lnTo>
                    <a:pt x="2298231" y="259301"/>
                  </a:lnTo>
                  <a:lnTo>
                    <a:pt x="2303677" y="259813"/>
                  </a:lnTo>
                  <a:lnTo>
                    <a:pt x="2309123" y="260390"/>
                  </a:lnTo>
                  <a:lnTo>
                    <a:pt x="2314569" y="261022"/>
                  </a:lnTo>
                  <a:lnTo>
                    <a:pt x="2320015" y="261701"/>
                  </a:lnTo>
                  <a:lnTo>
                    <a:pt x="2325461" y="262415"/>
                  </a:lnTo>
                  <a:lnTo>
                    <a:pt x="2330907" y="263157"/>
                  </a:lnTo>
                  <a:lnTo>
                    <a:pt x="2336353" y="263915"/>
                  </a:lnTo>
                  <a:lnTo>
                    <a:pt x="2341799" y="264684"/>
                  </a:lnTo>
                  <a:lnTo>
                    <a:pt x="2347245" y="265455"/>
                  </a:lnTo>
                  <a:lnTo>
                    <a:pt x="2352691" y="266223"/>
                  </a:lnTo>
                  <a:lnTo>
                    <a:pt x="2358137" y="266984"/>
                  </a:lnTo>
                  <a:lnTo>
                    <a:pt x="2363583" y="267738"/>
                  </a:lnTo>
                  <a:lnTo>
                    <a:pt x="2369029" y="268485"/>
                  </a:lnTo>
                  <a:lnTo>
                    <a:pt x="2374475" y="269223"/>
                  </a:lnTo>
                  <a:lnTo>
                    <a:pt x="2379921" y="269954"/>
                  </a:lnTo>
                  <a:lnTo>
                    <a:pt x="2385367" y="270680"/>
                  </a:lnTo>
                  <a:lnTo>
                    <a:pt x="2390813" y="271401"/>
                  </a:lnTo>
                  <a:lnTo>
                    <a:pt x="2396259" y="272120"/>
                  </a:lnTo>
                  <a:lnTo>
                    <a:pt x="2401705" y="272836"/>
                  </a:lnTo>
                  <a:lnTo>
                    <a:pt x="2407151" y="273550"/>
                  </a:lnTo>
                  <a:lnTo>
                    <a:pt x="2412597" y="274260"/>
                  </a:lnTo>
                  <a:lnTo>
                    <a:pt x="2418043" y="274965"/>
                  </a:lnTo>
                  <a:lnTo>
                    <a:pt x="2423490" y="275664"/>
                  </a:lnTo>
                  <a:lnTo>
                    <a:pt x="2428936" y="276352"/>
                  </a:lnTo>
                  <a:lnTo>
                    <a:pt x="2434382" y="277026"/>
                  </a:lnTo>
                  <a:lnTo>
                    <a:pt x="2439828" y="277686"/>
                  </a:lnTo>
                  <a:lnTo>
                    <a:pt x="2445274" y="278326"/>
                  </a:lnTo>
                  <a:lnTo>
                    <a:pt x="2450720" y="278946"/>
                  </a:lnTo>
                  <a:lnTo>
                    <a:pt x="2456166" y="279542"/>
                  </a:lnTo>
                  <a:lnTo>
                    <a:pt x="2461612" y="280112"/>
                  </a:lnTo>
                  <a:lnTo>
                    <a:pt x="2467058" y="280654"/>
                  </a:lnTo>
                  <a:lnTo>
                    <a:pt x="2472504" y="281162"/>
                  </a:lnTo>
                  <a:lnTo>
                    <a:pt x="2477950" y="281639"/>
                  </a:lnTo>
                  <a:lnTo>
                    <a:pt x="2483396" y="282085"/>
                  </a:lnTo>
                  <a:lnTo>
                    <a:pt x="2488842" y="282499"/>
                  </a:lnTo>
                  <a:lnTo>
                    <a:pt x="2494288" y="282880"/>
                  </a:lnTo>
                  <a:lnTo>
                    <a:pt x="2499734" y="283230"/>
                  </a:lnTo>
                  <a:lnTo>
                    <a:pt x="2505180" y="283547"/>
                  </a:lnTo>
                  <a:lnTo>
                    <a:pt x="2510626" y="283831"/>
                  </a:lnTo>
                  <a:lnTo>
                    <a:pt x="2516072" y="284079"/>
                  </a:lnTo>
                  <a:lnTo>
                    <a:pt x="2521518" y="284296"/>
                  </a:lnTo>
                  <a:lnTo>
                    <a:pt x="2526964" y="284483"/>
                  </a:lnTo>
                  <a:lnTo>
                    <a:pt x="2532410" y="284639"/>
                  </a:lnTo>
                  <a:lnTo>
                    <a:pt x="2537856" y="284767"/>
                  </a:lnTo>
                  <a:lnTo>
                    <a:pt x="2543303" y="284867"/>
                  </a:lnTo>
                  <a:lnTo>
                    <a:pt x="2548749" y="284939"/>
                  </a:lnTo>
                  <a:lnTo>
                    <a:pt x="2554195" y="284986"/>
                  </a:lnTo>
                  <a:lnTo>
                    <a:pt x="2559641" y="285006"/>
                  </a:lnTo>
                  <a:lnTo>
                    <a:pt x="2565087" y="285004"/>
                  </a:lnTo>
                  <a:lnTo>
                    <a:pt x="2570533" y="284984"/>
                  </a:lnTo>
                  <a:lnTo>
                    <a:pt x="2575979" y="284946"/>
                  </a:lnTo>
                  <a:lnTo>
                    <a:pt x="2581425" y="284895"/>
                  </a:lnTo>
                  <a:lnTo>
                    <a:pt x="2586871" y="284832"/>
                  </a:lnTo>
                  <a:lnTo>
                    <a:pt x="2592317" y="284760"/>
                  </a:lnTo>
                  <a:lnTo>
                    <a:pt x="2597763" y="284684"/>
                  </a:lnTo>
                  <a:lnTo>
                    <a:pt x="2603209" y="284606"/>
                  </a:lnTo>
                  <a:lnTo>
                    <a:pt x="2608655" y="284530"/>
                  </a:lnTo>
                  <a:lnTo>
                    <a:pt x="2614101" y="284461"/>
                  </a:lnTo>
                  <a:lnTo>
                    <a:pt x="2619547" y="284399"/>
                  </a:lnTo>
                  <a:lnTo>
                    <a:pt x="2624993" y="284348"/>
                  </a:lnTo>
                  <a:lnTo>
                    <a:pt x="2630439" y="284310"/>
                  </a:lnTo>
                  <a:lnTo>
                    <a:pt x="2635885" y="284286"/>
                  </a:lnTo>
                  <a:lnTo>
                    <a:pt x="2641331" y="284280"/>
                  </a:lnTo>
                  <a:lnTo>
                    <a:pt x="2646777" y="284291"/>
                  </a:lnTo>
                  <a:lnTo>
                    <a:pt x="2652223" y="284319"/>
                  </a:lnTo>
                  <a:lnTo>
                    <a:pt x="2657669" y="284362"/>
                  </a:lnTo>
                  <a:lnTo>
                    <a:pt x="2663116" y="284419"/>
                  </a:lnTo>
                  <a:lnTo>
                    <a:pt x="2668562" y="284489"/>
                  </a:lnTo>
                  <a:lnTo>
                    <a:pt x="2674008" y="284569"/>
                  </a:lnTo>
                  <a:lnTo>
                    <a:pt x="2679454" y="284658"/>
                  </a:lnTo>
                  <a:lnTo>
                    <a:pt x="2684900" y="284753"/>
                  </a:lnTo>
                  <a:lnTo>
                    <a:pt x="2690346" y="284851"/>
                  </a:lnTo>
                  <a:lnTo>
                    <a:pt x="2695792" y="284950"/>
                  </a:lnTo>
                  <a:lnTo>
                    <a:pt x="2701238" y="285048"/>
                  </a:lnTo>
                  <a:lnTo>
                    <a:pt x="2706684" y="285142"/>
                  </a:lnTo>
                  <a:lnTo>
                    <a:pt x="2712130" y="285232"/>
                  </a:lnTo>
                  <a:lnTo>
                    <a:pt x="2717576" y="285317"/>
                  </a:lnTo>
                  <a:lnTo>
                    <a:pt x="2723022" y="285394"/>
                  </a:lnTo>
                  <a:lnTo>
                    <a:pt x="2728468" y="285463"/>
                  </a:lnTo>
                  <a:lnTo>
                    <a:pt x="2733914" y="285525"/>
                  </a:lnTo>
                  <a:lnTo>
                    <a:pt x="2739360" y="285579"/>
                  </a:lnTo>
                  <a:lnTo>
                    <a:pt x="2744806" y="285625"/>
                  </a:lnTo>
                  <a:lnTo>
                    <a:pt x="2750252" y="285665"/>
                  </a:lnTo>
                  <a:lnTo>
                    <a:pt x="2755698" y="285699"/>
                  </a:lnTo>
                  <a:lnTo>
                    <a:pt x="2761144" y="285727"/>
                  </a:lnTo>
                  <a:lnTo>
                    <a:pt x="2766590" y="285749"/>
                  </a:lnTo>
                  <a:lnTo>
                    <a:pt x="2772036" y="285767"/>
                  </a:lnTo>
                  <a:lnTo>
                    <a:pt x="2777482" y="285782"/>
                  </a:lnTo>
                  <a:lnTo>
                    <a:pt x="2782929" y="285827"/>
                  </a:lnTo>
                  <a:lnTo>
                    <a:pt x="2777482" y="285827"/>
                  </a:lnTo>
                  <a:lnTo>
                    <a:pt x="2772036" y="285827"/>
                  </a:lnTo>
                  <a:lnTo>
                    <a:pt x="2766590" y="285827"/>
                  </a:lnTo>
                  <a:lnTo>
                    <a:pt x="2761144" y="285827"/>
                  </a:lnTo>
                  <a:lnTo>
                    <a:pt x="2755698" y="285827"/>
                  </a:lnTo>
                  <a:lnTo>
                    <a:pt x="2750252" y="285827"/>
                  </a:lnTo>
                  <a:lnTo>
                    <a:pt x="2744806" y="285827"/>
                  </a:lnTo>
                  <a:lnTo>
                    <a:pt x="2739360" y="285827"/>
                  </a:lnTo>
                  <a:lnTo>
                    <a:pt x="2733914" y="285827"/>
                  </a:lnTo>
                  <a:lnTo>
                    <a:pt x="2728468" y="285827"/>
                  </a:lnTo>
                  <a:lnTo>
                    <a:pt x="2723022" y="285827"/>
                  </a:lnTo>
                  <a:lnTo>
                    <a:pt x="2717576" y="285827"/>
                  </a:lnTo>
                  <a:lnTo>
                    <a:pt x="2712130" y="285827"/>
                  </a:lnTo>
                  <a:lnTo>
                    <a:pt x="2706684" y="285827"/>
                  </a:lnTo>
                  <a:lnTo>
                    <a:pt x="2701238" y="285827"/>
                  </a:lnTo>
                  <a:lnTo>
                    <a:pt x="2695792" y="285827"/>
                  </a:lnTo>
                  <a:lnTo>
                    <a:pt x="2690346" y="285827"/>
                  </a:lnTo>
                  <a:lnTo>
                    <a:pt x="2684900" y="285827"/>
                  </a:lnTo>
                  <a:lnTo>
                    <a:pt x="2679454" y="285827"/>
                  </a:lnTo>
                  <a:lnTo>
                    <a:pt x="2674008" y="285827"/>
                  </a:lnTo>
                  <a:lnTo>
                    <a:pt x="2668562" y="285827"/>
                  </a:lnTo>
                  <a:lnTo>
                    <a:pt x="2663116" y="285827"/>
                  </a:lnTo>
                  <a:lnTo>
                    <a:pt x="2657669" y="285827"/>
                  </a:lnTo>
                  <a:lnTo>
                    <a:pt x="2652223" y="285827"/>
                  </a:lnTo>
                  <a:lnTo>
                    <a:pt x="2646777" y="285827"/>
                  </a:lnTo>
                  <a:lnTo>
                    <a:pt x="2641331" y="285827"/>
                  </a:lnTo>
                  <a:lnTo>
                    <a:pt x="2635885" y="285827"/>
                  </a:lnTo>
                  <a:lnTo>
                    <a:pt x="2630439" y="285827"/>
                  </a:lnTo>
                  <a:lnTo>
                    <a:pt x="2624993" y="285827"/>
                  </a:lnTo>
                  <a:lnTo>
                    <a:pt x="2619547" y="285827"/>
                  </a:lnTo>
                  <a:lnTo>
                    <a:pt x="2614101" y="285827"/>
                  </a:lnTo>
                  <a:lnTo>
                    <a:pt x="2608655" y="285827"/>
                  </a:lnTo>
                  <a:lnTo>
                    <a:pt x="2603209" y="285827"/>
                  </a:lnTo>
                  <a:lnTo>
                    <a:pt x="2597763" y="285827"/>
                  </a:lnTo>
                  <a:lnTo>
                    <a:pt x="2592317" y="285827"/>
                  </a:lnTo>
                  <a:lnTo>
                    <a:pt x="2586871" y="285827"/>
                  </a:lnTo>
                  <a:lnTo>
                    <a:pt x="2581425" y="285827"/>
                  </a:lnTo>
                  <a:lnTo>
                    <a:pt x="2575979" y="285827"/>
                  </a:lnTo>
                  <a:lnTo>
                    <a:pt x="2570533" y="285827"/>
                  </a:lnTo>
                  <a:lnTo>
                    <a:pt x="2565087" y="285827"/>
                  </a:lnTo>
                  <a:lnTo>
                    <a:pt x="2559641" y="285827"/>
                  </a:lnTo>
                  <a:lnTo>
                    <a:pt x="2554195" y="285827"/>
                  </a:lnTo>
                  <a:lnTo>
                    <a:pt x="2548749" y="285827"/>
                  </a:lnTo>
                  <a:lnTo>
                    <a:pt x="2543303" y="285827"/>
                  </a:lnTo>
                  <a:lnTo>
                    <a:pt x="2537856" y="285827"/>
                  </a:lnTo>
                  <a:lnTo>
                    <a:pt x="2532410" y="285827"/>
                  </a:lnTo>
                  <a:lnTo>
                    <a:pt x="2526964" y="285827"/>
                  </a:lnTo>
                  <a:lnTo>
                    <a:pt x="2521518" y="285827"/>
                  </a:lnTo>
                  <a:lnTo>
                    <a:pt x="2516072" y="285827"/>
                  </a:lnTo>
                  <a:lnTo>
                    <a:pt x="2510626" y="285827"/>
                  </a:lnTo>
                  <a:lnTo>
                    <a:pt x="2505180" y="285827"/>
                  </a:lnTo>
                  <a:lnTo>
                    <a:pt x="2499734" y="285827"/>
                  </a:lnTo>
                  <a:lnTo>
                    <a:pt x="2494288" y="285827"/>
                  </a:lnTo>
                  <a:lnTo>
                    <a:pt x="2488842" y="285827"/>
                  </a:lnTo>
                  <a:lnTo>
                    <a:pt x="2483396" y="285827"/>
                  </a:lnTo>
                  <a:lnTo>
                    <a:pt x="2477950" y="285827"/>
                  </a:lnTo>
                  <a:lnTo>
                    <a:pt x="2472504" y="285827"/>
                  </a:lnTo>
                  <a:lnTo>
                    <a:pt x="2467058" y="285827"/>
                  </a:lnTo>
                  <a:lnTo>
                    <a:pt x="2461612" y="285827"/>
                  </a:lnTo>
                  <a:lnTo>
                    <a:pt x="2456166" y="285827"/>
                  </a:lnTo>
                  <a:lnTo>
                    <a:pt x="2450720" y="285827"/>
                  </a:lnTo>
                  <a:lnTo>
                    <a:pt x="2445274" y="285827"/>
                  </a:lnTo>
                  <a:lnTo>
                    <a:pt x="2439828" y="285827"/>
                  </a:lnTo>
                  <a:lnTo>
                    <a:pt x="2434382" y="285827"/>
                  </a:lnTo>
                  <a:lnTo>
                    <a:pt x="2428936" y="285827"/>
                  </a:lnTo>
                  <a:lnTo>
                    <a:pt x="2423490" y="285827"/>
                  </a:lnTo>
                  <a:lnTo>
                    <a:pt x="2418043" y="285827"/>
                  </a:lnTo>
                  <a:lnTo>
                    <a:pt x="2412597" y="285827"/>
                  </a:lnTo>
                  <a:lnTo>
                    <a:pt x="2407151" y="285827"/>
                  </a:lnTo>
                  <a:lnTo>
                    <a:pt x="2401705" y="285827"/>
                  </a:lnTo>
                  <a:lnTo>
                    <a:pt x="2396259" y="285827"/>
                  </a:lnTo>
                  <a:lnTo>
                    <a:pt x="2390813" y="285827"/>
                  </a:lnTo>
                  <a:lnTo>
                    <a:pt x="2385367" y="285827"/>
                  </a:lnTo>
                  <a:lnTo>
                    <a:pt x="2379921" y="285827"/>
                  </a:lnTo>
                  <a:lnTo>
                    <a:pt x="2374475" y="285827"/>
                  </a:lnTo>
                  <a:lnTo>
                    <a:pt x="2369029" y="285827"/>
                  </a:lnTo>
                  <a:lnTo>
                    <a:pt x="2363583" y="285827"/>
                  </a:lnTo>
                  <a:lnTo>
                    <a:pt x="2358137" y="285827"/>
                  </a:lnTo>
                  <a:lnTo>
                    <a:pt x="2352691" y="285827"/>
                  </a:lnTo>
                  <a:lnTo>
                    <a:pt x="2347245" y="285827"/>
                  </a:lnTo>
                  <a:lnTo>
                    <a:pt x="2341799" y="285827"/>
                  </a:lnTo>
                  <a:lnTo>
                    <a:pt x="2336353" y="285827"/>
                  </a:lnTo>
                  <a:lnTo>
                    <a:pt x="2330907" y="285827"/>
                  </a:lnTo>
                  <a:lnTo>
                    <a:pt x="2325461" y="285827"/>
                  </a:lnTo>
                  <a:lnTo>
                    <a:pt x="2320015" y="285827"/>
                  </a:lnTo>
                  <a:lnTo>
                    <a:pt x="2314569" y="285827"/>
                  </a:lnTo>
                  <a:lnTo>
                    <a:pt x="2309123" y="285827"/>
                  </a:lnTo>
                  <a:lnTo>
                    <a:pt x="2303677" y="285827"/>
                  </a:lnTo>
                  <a:lnTo>
                    <a:pt x="2298231" y="285827"/>
                  </a:lnTo>
                  <a:lnTo>
                    <a:pt x="2292784" y="285827"/>
                  </a:lnTo>
                  <a:lnTo>
                    <a:pt x="2287338" y="285827"/>
                  </a:lnTo>
                  <a:lnTo>
                    <a:pt x="2281892" y="285827"/>
                  </a:lnTo>
                  <a:lnTo>
                    <a:pt x="2276446" y="285827"/>
                  </a:lnTo>
                  <a:lnTo>
                    <a:pt x="2271000" y="285827"/>
                  </a:lnTo>
                  <a:lnTo>
                    <a:pt x="2265554" y="285827"/>
                  </a:lnTo>
                  <a:lnTo>
                    <a:pt x="2260108" y="285827"/>
                  </a:lnTo>
                  <a:lnTo>
                    <a:pt x="2254662" y="285827"/>
                  </a:lnTo>
                  <a:lnTo>
                    <a:pt x="2249216" y="285827"/>
                  </a:lnTo>
                  <a:lnTo>
                    <a:pt x="2243770" y="285827"/>
                  </a:lnTo>
                  <a:lnTo>
                    <a:pt x="2238324" y="285827"/>
                  </a:lnTo>
                  <a:lnTo>
                    <a:pt x="2232878" y="285827"/>
                  </a:lnTo>
                  <a:lnTo>
                    <a:pt x="2227432" y="285827"/>
                  </a:lnTo>
                  <a:lnTo>
                    <a:pt x="2221986" y="285827"/>
                  </a:lnTo>
                  <a:lnTo>
                    <a:pt x="2216540" y="285827"/>
                  </a:lnTo>
                  <a:lnTo>
                    <a:pt x="2211094" y="285827"/>
                  </a:lnTo>
                  <a:lnTo>
                    <a:pt x="2205648" y="285827"/>
                  </a:lnTo>
                  <a:lnTo>
                    <a:pt x="2200202" y="285827"/>
                  </a:lnTo>
                  <a:lnTo>
                    <a:pt x="2194756" y="285827"/>
                  </a:lnTo>
                  <a:lnTo>
                    <a:pt x="2189310" y="285827"/>
                  </a:lnTo>
                  <a:lnTo>
                    <a:pt x="2183864" y="285827"/>
                  </a:lnTo>
                  <a:lnTo>
                    <a:pt x="2178418" y="285827"/>
                  </a:lnTo>
                  <a:lnTo>
                    <a:pt x="2172971" y="285827"/>
                  </a:lnTo>
                  <a:lnTo>
                    <a:pt x="2167525" y="285827"/>
                  </a:lnTo>
                  <a:lnTo>
                    <a:pt x="2162079" y="285827"/>
                  </a:lnTo>
                  <a:lnTo>
                    <a:pt x="2156633" y="285827"/>
                  </a:lnTo>
                  <a:lnTo>
                    <a:pt x="2151187" y="285827"/>
                  </a:lnTo>
                  <a:lnTo>
                    <a:pt x="2145741" y="285827"/>
                  </a:lnTo>
                  <a:lnTo>
                    <a:pt x="2140295" y="285827"/>
                  </a:lnTo>
                  <a:lnTo>
                    <a:pt x="2134849" y="285827"/>
                  </a:lnTo>
                  <a:lnTo>
                    <a:pt x="2129403" y="285827"/>
                  </a:lnTo>
                  <a:lnTo>
                    <a:pt x="2123957" y="285827"/>
                  </a:lnTo>
                  <a:lnTo>
                    <a:pt x="2118511" y="285827"/>
                  </a:lnTo>
                  <a:lnTo>
                    <a:pt x="2113065" y="285827"/>
                  </a:lnTo>
                  <a:lnTo>
                    <a:pt x="2107619" y="285827"/>
                  </a:lnTo>
                  <a:lnTo>
                    <a:pt x="2102173" y="285827"/>
                  </a:lnTo>
                  <a:lnTo>
                    <a:pt x="2096727" y="285827"/>
                  </a:lnTo>
                  <a:lnTo>
                    <a:pt x="2091281" y="285827"/>
                  </a:lnTo>
                  <a:lnTo>
                    <a:pt x="2085835" y="285827"/>
                  </a:lnTo>
                  <a:lnTo>
                    <a:pt x="2080389" y="285827"/>
                  </a:lnTo>
                  <a:lnTo>
                    <a:pt x="2074943" y="285827"/>
                  </a:lnTo>
                  <a:lnTo>
                    <a:pt x="2069497" y="285827"/>
                  </a:lnTo>
                  <a:lnTo>
                    <a:pt x="2064051" y="285827"/>
                  </a:lnTo>
                  <a:lnTo>
                    <a:pt x="2058605" y="285827"/>
                  </a:lnTo>
                  <a:lnTo>
                    <a:pt x="2053158" y="285827"/>
                  </a:lnTo>
                  <a:lnTo>
                    <a:pt x="2047712" y="285827"/>
                  </a:lnTo>
                  <a:lnTo>
                    <a:pt x="2042266" y="285827"/>
                  </a:lnTo>
                  <a:lnTo>
                    <a:pt x="2036820" y="285827"/>
                  </a:lnTo>
                  <a:lnTo>
                    <a:pt x="2031374" y="285827"/>
                  </a:lnTo>
                  <a:lnTo>
                    <a:pt x="2025928" y="285827"/>
                  </a:lnTo>
                  <a:lnTo>
                    <a:pt x="2020482" y="285827"/>
                  </a:lnTo>
                  <a:lnTo>
                    <a:pt x="2015036" y="285827"/>
                  </a:lnTo>
                  <a:lnTo>
                    <a:pt x="2009590" y="285827"/>
                  </a:lnTo>
                  <a:lnTo>
                    <a:pt x="2004144" y="285827"/>
                  </a:lnTo>
                  <a:lnTo>
                    <a:pt x="1998698" y="285827"/>
                  </a:lnTo>
                  <a:lnTo>
                    <a:pt x="1993252" y="285827"/>
                  </a:lnTo>
                  <a:lnTo>
                    <a:pt x="1987806" y="285827"/>
                  </a:lnTo>
                  <a:lnTo>
                    <a:pt x="1982360" y="285827"/>
                  </a:lnTo>
                  <a:lnTo>
                    <a:pt x="1976914" y="285827"/>
                  </a:lnTo>
                  <a:lnTo>
                    <a:pt x="1971468" y="285827"/>
                  </a:lnTo>
                  <a:lnTo>
                    <a:pt x="1966022" y="285827"/>
                  </a:lnTo>
                  <a:lnTo>
                    <a:pt x="1960576" y="285827"/>
                  </a:lnTo>
                  <a:lnTo>
                    <a:pt x="1955130" y="285827"/>
                  </a:lnTo>
                  <a:lnTo>
                    <a:pt x="1949684" y="285827"/>
                  </a:lnTo>
                  <a:lnTo>
                    <a:pt x="1944238" y="285827"/>
                  </a:lnTo>
                  <a:lnTo>
                    <a:pt x="1938792" y="285827"/>
                  </a:lnTo>
                  <a:lnTo>
                    <a:pt x="1933345" y="285827"/>
                  </a:lnTo>
                  <a:lnTo>
                    <a:pt x="1927899" y="285827"/>
                  </a:lnTo>
                  <a:lnTo>
                    <a:pt x="1922453" y="285827"/>
                  </a:lnTo>
                  <a:lnTo>
                    <a:pt x="1917007" y="285827"/>
                  </a:lnTo>
                  <a:lnTo>
                    <a:pt x="1911561" y="285827"/>
                  </a:lnTo>
                  <a:lnTo>
                    <a:pt x="1906115" y="285827"/>
                  </a:lnTo>
                  <a:lnTo>
                    <a:pt x="1900669" y="285827"/>
                  </a:lnTo>
                  <a:lnTo>
                    <a:pt x="1895223" y="285827"/>
                  </a:lnTo>
                  <a:lnTo>
                    <a:pt x="1889777" y="285827"/>
                  </a:lnTo>
                  <a:lnTo>
                    <a:pt x="1884331" y="285827"/>
                  </a:lnTo>
                  <a:lnTo>
                    <a:pt x="1878885" y="285827"/>
                  </a:lnTo>
                  <a:lnTo>
                    <a:pt x="1873439" y="285827"/>
                  </a:lnTo>
                  <a:lnTo>
                    <a:pt x="1867993" y="285827"/>
                  </a:lnTo>
                  <a:lnTo>
                    <a:pt x="1862547" y="285827"/>
                  </a:lnTo>
                  <a:lnTo>
                    <a:pt x="1857101" y="285827"/>
                  </a:lnTo>
                  <a:lnTo>
                    <a:pt x="1851655" y="285827"/>
                  </a:lnTo>
                  <a:lnTo>
                    <a:pt x="1846209" y="285827"/>
                  </a:lnTo>
                  <a:lnTo>
                    <a:pt x="1840763" y="285827"/>
                  </a:lnTo>
                  <a:lnTo>
                    <a:pt x="1835317" y="285827"/>
                  </a:lnTo>
                  <a:lnTo>
                    <a:pt x="1829871" y="285827"/>
                  </a:lnTo>
                  <a:lnTo>
                    <a:pt x="1824425" y="285827"/>
                  </a:lnTo>
                  <a:lnTo>
                    <a:pt x="1818979" y="285827"/>
                  </a:lnTo>
                  <a:lnTo>
                    <a:pt x="1813532" y="285827"/>
                  </a:lnTo>
                  <a:lnTo>
                    <a:pt x="1808086" y="285827"/>
                  </a:lnTo>
                  <a:lnTo>
                    <a:pt x="1802640" y="285827"/>
                  </a:lnTo>
                  <a:lnTo>
                    <a:pt x="1797194" y="285827"/>
                  </a:lnTo>
                  <a:lnTo>
                    <a:pt x="1791748" y="285827"/>
                  </a:lnTo>
                  <a:lnTo>
                    <a:pt x="1786302" y="285827"/>
                  </a:lnTo>
                  <a:lnTo>
                    <a:pt x="1780856" y="285827"/>
                  </a:lnTo>
                  <a:lnTo>
                    <a:pt x="1775410" y="285827"/>
                  </a:lnTo>
                  <a:lnTo>
                    <a:pt x="1769964" y="285827"/>
                  </a:lnTo>
                  <a:lnTo>
                    <a:pt x="1764518" y="285827"/>
                  </a:lnTo>
                  <a:lnTo>
                    <a:pt x="1759072" y="285827"/>
                  </a:lnTo>
                  <a:lnTo>
                    <a:pt x="1753626" y="285827"/>
                  </a:lnTo>
                  <a:lnTo>
                    <a:pt x="1748180" y="285827"/>
                  </a:lnTo>
                  <a:lnTo>
                    <a:pt x="1742734" y="285827"/>
                  </a:lnTo>
                  <a:lnTo>
                    <a:pt x="1737288" y="285827"/>
                  </a:lnTo>
                  <a:lnTo>
                    <a:pt x="1731842" y="285827"/>
                  </a:lnTo>
                  <a:lnTo>
                    <a:pt x="1726396" y="285827"/>
                  </a:lnTo>
                  <a:lnTo>
                    <a:pt x="1720950" y="285827"/>
                  </a:lnTo>
                  <a:lnTo>
                    <a:pt x="1715504" y="285827"/>
                  </a:lnTo>
                  <a:lnTo>
                    <a:pt x="1710058" y="285827"/>
                  </a:lnTo>
                  <a:lnTo>
                    <a:pt x="1704612" y="285827"/>
                  </a:lnTo>
                  <a:lnTo>
                    <a:pt x="1699166" y="285827"/>
                  </a:lnTo>
                  <a:lnTo>
                    <a:pt x="1693720" y="285827"/>
                  </a:lnTo>
                  <a:lnTo>
                    <a:pt x="1688273" y="285827"/>
                  </a:lnTo>
                  <a:lnTo>
                    <a:pt x="1682827" y="285827"/>
                  </a:lnTo>
                  <a:lnTo>
                    <a:pt x="1677381" y="285827"/>
                  </a:lnTo>
                  <a:lnTo>
                    <a:pt x="1671935" y="285827"/>
                  </a:lnTo>
                  <a:lnTo>
                    <a:pt x="1666489" y="285827"/>
                  </a:lnTo>
                  <a:lnTo>
                    <a:pt x="1661043" y="285827"/>
                  </a:lnTo>
                  <a:lnTo>
                    <a:pt x="1655597" y="285827"/>
                  </a:lnTo>
                  <a:lnTo>
                    <a:pt x="1650151" y="285827"/>
                  </a:lnTo>
                  <a:lnTo>
                    <a:pt x="1644705" y="285827"/>
                  </a:lnTo>
                  <a:lnTo>
                    <a:pt x="1639259" y="285827"/>
                  </a:lnTo>
                  <a:lnTo>
                    <a:pt x="1633813" y="285827"/>
                  </a:lnTo>
                  <a:lnTo>
                    <a:pt x="1628367" y="285827"/>
                  </a:lnTo>
                  <a:lnTo>
                    <a:pt x="1622921" y="285827"/>
                  </a:lnTo>
                  <a:lnTo>
                    <a:pt x="1617475" y="285827"/>
                  </a:lnTo>
                  <a:lnTo>
                    <a:pt x="1612029" y="285827"/>
                  </a:lnTo>
                  <a:lnTo>
                    <a:pt x="1606583" y="285827"/>
                  </a:lnTo>
                  <a:lnTo>
                    <a:pt x="1601137" y="285827"/>
                  </a:lnTo>
                  <a:lnTo>
                    <a:pt x="1595691" y="285827"/>
                  </a:lnTo>
                  <a:lnTo>
                    <a:pt x="1590245" y="285827"/>
                  </a:lnTo>
                  <a:lnTo>
                    <a:pt x="1584799" y="285827"/>
                  </a:lnTo>
                  <a:lnTo>
                    <a:pt x="1579353" y="285827"/>
                  </a:lnTo>
                  <a:lnTo>
                    <a:pt x="1573907" y="285827"/>
                  </a:lnTo>
                  <a:lnTo>
                    <a:pt x="1568460" y="285827"/>
                  </a:lnTo>
                  <a:lnTo>
                    <a:pt x="1563014" y="285827"/>
                  </a:lnTo>
                  <a:lnTo>
                    <a:pt x="1557568" y="285827"/>
                  </a:lnTo>
                  <a:lnTo>
                    <a:pt x="1552122" y="285827"/>
                  </a:lnTo>
                  <a:lnTo>
                    <a:pt x="1546676" y="285827"/>
                  </a:lnTo>
                  <a:lnTo>
                    <a:pt x="1541230" y="285827"/>
                  </a:lnTo>
                  <a:lnTo>
                    <a:pt x="1535784" y="285827"/>
                  </a:lnTo>
                  <a:lnTo>
                    <a:pt x="1530338" y="285827"/>
                  </a:lnTo>
                  <a:lnTo>
                    <a:pt x="1524892" y="285827"/>
                  </a:lnTo>
                  <a:lnTo>
                    <a:pt x="1519446" y="285827"/>
                  </a:lnTo>
                  <a:lnTo>
                    <a:pt x="1514000" y="285827"/>
                  </a:lnTo>
                  <a:lnTo>
                    <a:pt x="1508554" y="285827"/>
                  </a:lnTo>
                  <a:lnTo>
                    <a:pt x="1503108" y="285827"/>
                  </a:lnTo>
                  <a:lnTo>
                    <a:pt x="1497662" y="285827"/>
                  </a:lnTo>
                  <a:lnTo>
                    <a:pt x="1492216" y="285827"/>
                  </a:lnTo>
                  <a:lnTo>
                    <a:pt x="1486770" y="285827"/>
                  </a:lnTo>
                  <a:lnTo>
                    <a:pt x="1481324" y="285827"/>
                  </a:lnTo>
                  <a:lnTo>
                    <a:pt x="1475878" y="285827"/>
                  </a:lnTo>
                  <a:lnTo>
                    <a:pt x="1470432" y="285827"/>
                  </a:lnTo>
                  <a:lnTo>
                    <a:pt x="1464986" y="285827"/>
                  </a:lnTo>
                  <a:lnTo>
                    <a:pt x="1459540" y="285827"/>
                  </a:lnTo>
                  <a:lnTo>
                    <a:pt x="1454094" y="285827"/>
                  </a:lnTo>
                  <a:lnTo>
                    <a:pt x="1448647" y="285827"/>
                  </a:lnTo>
                  <a:lnTo>
                    <a:pt x="1443201" y="285827"/>
                  </a:lnTo>
                  <a:lnTo>
                    <a:pt x="1437755" y="285827"/>
                  </a:lnTo>
                  <a:lnTo>
                    <a:pt x="1432309" y="285827"/>
                  </a:lnTo>
                  <a:lnTo>
                    <a:pt x="1426863" y="285827"/>
                  </a:lnTo>
                  <a:lnTo>
                    <a:pt x="1421417" y="285827"/>
                  </a:lnTo>
                  <a:lnTo>
                    <a:pt x="1415971" y="285827"/>
                  </a:lnTo>
                  <a:lnTo>
                    <a:pt x="1410525" y="285827"/>
                  </a:lnTo>
                  <a:lnTo>
                    <a:pt x="1405079" y="285827"/>
                  </a:lnTo>
                  <a:lnTo>
                    <a:pt x="1399633" y="285827"/>
                  </a:lnTo>
                  <a:lnTo>
                    <a:pt x="1394187" y="285827"/>
                  </a:lnTo>
                  <a:lnTo>
                    <a:pt x="1388741" y="285827"/>
                  </a:lnTo>
                  <a:lnTo>
                    <a:pt x="1383295" y="285827"/>
                  </a:lnTo>
                  <a:lnTo>
                    <a:pt x="1377849" y="285827"/>
                  </a:lnTo>
                  <a:lnTo>
                    <a:pt x="1372403" y="285827"/>
                  </a:lnTo>
                  <a:lnTo>
                    <a:pt x="1366957" y="285827"/>
                  </a:lnTo>
                  <a:lnTo>
                    <a:pt x="1361511" y="285827"/>
                  </a:lnTo>
                  <a:lnTo>
                    <a:pt x="1356065" y="285827"/>
                  </a:lnTo>
                  <a:lnTo>
                    <a:pt x="1350619" y="285827"/>
                  </a:lnTo>
                  <a:lnTo>
                    <a:pt x="1345173" y="285827"/>
                  </a:lnTo>
                  <a:lnTo>
                    <a:pt x="1339727" y="285827"/>
                  </a:lnTo>
                  <a:lnTo>
                    <a:pt x="1334281" y="285827"/>
                  </a:lnTo>
                  <a:lnTo>
                    <a:pt x="1328834" y="285827"/>
                  </a:lnTo>
                  <a:lnTo>
                    <a:pt x="1323388" y="285827"/>
                  </a:lnTo>
                  <a:lnTo>
                    <a:pt x="1317942" y="285827"/>
                  </a:lnTo>
                  <a:lnTo>
                    <a:pt x="1312496" y="285827"/>
                  </a:lnTo>
                  <a:lnTo>
                    <a:pt x="1307050" y="285827"/>
                  </a:lnTo>
                  <a:lnTo>
                    <a:pt x="1301604" y="285827"/>
                  </a:lnTo>
                  <a:lnTo>
                    <a:pt x="1296158" y="285827"/>
                  </a:lnTo>
                  <a:lnTo>
                    <a:pt x="1290712" y="285827"/>
                  </a:lnTo>
                  <a:lnTo>
                    <a:pt x="1285266" y="285827"/>
                  </a:lnTo>
                  <a:lnTo>
                    <a:pt x="1279820" y="285827"/>
                  </a:lnTo>
                  <a:lnTo>
                    <a:pt x="1274374" y="285827"/>
                  </a:lnTo>
                  <a:lnTo>
                    <a:pt x="1268928" y="285827"/>
                  </a:lnTo>
                  <a:lnTo>
                    <a:pt x="1263482" y="285827"/>
                  </a:lnTo>
                  <a:lnTo>
                    <a:pt x="1258036" y="285827"/>
                  </a:lnTo>
                  <a:lnTo>
                    <a:pt x="1252590" y="285827"/>
                  </a:lnTo>
                  <a:lnTo>
                    <a:pt x="1247144" y="285827"/>
                  </a:lnTo>
                  <a:lnTo>
                    <a:pt x="1241698" y="285827"/>
                  </a:lnTo>
                  <a:lnTo>
                    <a:pt x="1236252" y="285827"/>
                  </a:lnTo>
                  <a:lnTo>
                    <a:pt x="1230806" y="285827"/>
                  </a:lnTo>
                  <a:lnTo>
                    <a:pt x="1225360" y="285827"/>
                  </a:lnTo>
                  <a:lnTo>
                    <a:pt x="1219914" y="285827"/>
                  </a:lnTo>
                  <a:lnTo>
                    <a:pt x="1214468" y="285827"/>
                  </a:lnTo>
                  <a:lnTo>
                    <a:pt x="1209021" y="285827"/>
                  </a:lnTo>
                  <a:lnTo>
                    <a:pt x="1203575" y="285827"/>
                  </a:lnTo>
                  <a:lnTo>
                    <a:pt x="1198129" y="285827"/>
                  </a:lnTo>
                  <a:lnTo>
                    <a:pt x="1192683" y="285827"/>
                  </a:lnTo>
                  <a:lnTo>
                    <a:pt x="1187237" y="285827"/>
                  </a:lnTo>
                  <a:lnTo>
                    <a:pt x="1181791" y="285827"/>
                  </a:lnTo>
                  <a:lnTo>
                    <a:pt x="1176345" y="285827"/>
                  </a:lnTo>
                  <a:lnTo>
                    <a:pt x="1170899" y="285827"/>
                  </a:lnTo>
                  <a:lnTo>
                    <a:pt x="1165453" y="285827"/>
                  </a:lnTo>
                  <a:lnTo>
                    <a:pt x="1160007" y="285827"/>
                  </a:lnTo>
                  <a:lnTo>
                    <a:pt x="1154561" y="285827"/>
                  </a:lnTo>
                  <a:lnTo>
                    <a:pt x="1149115" y="285827"/>
                  </a:lnTo>
                  <a:lnTo>
                    <a:pt x="1143669" y="285827"/>
                  </a:lnTo>
                  <a:lnTo>
                    <a:pt x="1138223" y="285827"/>
                  </a:lnTo>
                  <a:lnTo>
                    <a:pt x="1132777" y="285827"/>
                  </a:lnTo>
                  <a:lnTo>
                    <a:pt x="1127331" y="285827"/>
                  </a:lnTo>
                  <a:lnTo>
                    <a:pt x="1121885" y="285827"/>
                  </a:lnTo>
                  <a:lnTo>
                    <a:pt x="1116439" y="285827"/>
                  </a:lnTo>
                  <a:lnTo>
                    <a:pt x="1110993" y="285827"/>
                  </a:lnTo>
                  <a:lnTo>
                    <a:pt x="1105547" y="285827"/>
                  </a:lnTo>
                  <a:lnTo>
                    <a:pt x="1100101" y="285827"/>
                  </a:lnTo>
                  <a:lnTo>
                    <a:pt x="1094655" y="285827"/>
                  </a:lnTo>
                  <a:lnTo>
                    <a:pt x="1089209" y="285827"/>
                  </a:lnTo>
                  <a:lnTo>
                    <a:pt x="1083762" y="285827"/>
                  </a:lnTo>
                  <a:lnTo>
                    <a:pt x="1078316" y="285827"/>
                  </a:lnTo>
                  <a:lnTo>
                    <a:pt x="1072870" y="285827"/>
                  </a:lnTo>
                  <a:lnTo>
                    <a:pt x="1067424" y="285827"/>
                  </a:lnTo>
                  <a:lnTo>
                    <a:pt x="1061978" y="285827"/>
                  </a:lnTo>
                  <a:lnTo>
                    <a:pt x="1056532" y="285827"/>
                  </a:lnTo>
                  <a:lnTo>
                    <a:pt x="1051086" y="285827"/>
                  </a:lnTo>
                  <a:lnTo>
                    <a:pt x="1045640" y="285827"/>
                  </a:lnTo>
                  <a:lnTo>
                    <a:pt x="1040194" y="285827"/>
                  </a:lnTo>
                  <a:lnTo>
                    <a:pt x="1034748" y="285827"/>
                  </a:lnTo>
                  <a:lnTo>
                    <a:pt x="1029302" y="285827"/>
                  </a:lnTo>
                  <a:lnTo>
                    <a:pt x="1023856" y="285827"/>
                  </a:lnTo>
                  <a:lnTo>
                    <a:pt x="1018410" y="285827"/>
                  </a:lnTo>
                  <a:lnTo>
                    <a:pt x="1012964" y="285827"/>
                  </a:lnTo>
                  <a:lnTo>
                    <a:pt x="1007518" y="285827"/>
                  </a:lnTo>
                  <a:lnTo>
                    <a:pt x="1002072" y="285827"/>
                  </a:lnTo>
                  <a:lnTo>
                    <a:pt x="996626" y="285827"/>
                  </a:lnTo>
                  <a:lnTo>
                    <a:pt x="991180" y="285827"/>
                  </a:lnTo>
                  <a:lnTo>
                    <a:pt x="985734" y="285827"/>
                  </a:lnTo>
                  <a:lnTo>
                    <a:pt x="980288" y="285827"/>
                  </a:lnTo>
                  <a:lnTo>
                    <a:pt x="974842" y="285827"/>
                  </a:lnTo>
                  <a:lnTo>
                    <a:pt x="969396" y="285827"/>
                  </a:lnTo>
                  <a:lnTo>
                    <a:pt x="963949" y="285827"/>
                  </a:lnTo>
                  <a:lnTo>
                    <a:pt x="958503" y="285827"/>
                  </a:lnTo>
                  <a:lnTo>
                    <a:pt x="953057" y="285827"/>
                  </a:lnTo>
                  <a:lnTo>
                    <a:pt x="947611" y="285827"/>
                  </a:lnTo>
                  <a:lnTo>
                    <a:pt x="942165" y="285827"/>
                  </a:lnTo>
                  <a:lnTo>
                    <a:pt x="936719" y="285827"/>
                  </a:lnTo>
                  <a:lnTo>
                    <a:pt x="931273" y="285827"/>
                  </a:lnTo>
                  <a:lnTo>
                    <a:pt x="925827" y="285827"/>
                  </a:lnTo>
                  <a:lnTo>
                    <a:pt x="920381" y="285827"/>
                  </a:lnTo>
                  <a:lnTo>
                    <a:pt x="914935" y="285827"/>
                  </a:lnTo>
                  <a:lnTo>
                    <a:pt x="909489" y="285827"/>
                  </a:lnTo>
                  <a:lnTo>
                    <a:pt x="904043" y="285827"/>
                  </a:lnTo>
                  <a:lnTo>
                    <a:pt x="898597" y="285827"/>
                  </a:lnTo>
                  <a:lnTo>
                    <a:pt x="893151" y="285827"/>
                  </a:lnTo>
                  <a:lnTo>
                    <a:pt x="887705" y="285827"/>
                  </a:lnTo>
                  <a:lnTo>
                    <a:pt x="882259" y="285827"/>
                  </a:lnTo>
                  <a:lnTo>
                    <a:pt x="876813" y="285827"/>
                  </a:lnTo>
                  <a:lnTo>
                    <a:pt x="871367" y="285827"/>
                  </a:lnTo>
                  <a:lnTo>
                    <a:pt x="865921" y="285827"/>
                  </a:lnTo>
                  <a:lnTo>
                    <a:pt x="860475" y="285827"/>
                  </a:lnTo>
                  <a:lnTo>
                    <a:pt x="855029" y="285827"/>
                  </a:lnTo>
                  <a:lnTo>
                    <a:pt x="849583" y="285827"/>
                  </a:lnTo>
                  <a:lnTo>
                    <a:pt x="844136" y="285827"/>
                  </a:lnTo>
                  <a:lnTo>
                    <a:pt x="838690" y="285827"/>
                  </a:lnTo>
                  <a:lnTo>
                    <a:pt x="833244" y="285827"/>
                  </a:lnTo>
                  <a:lnTo>
                    <a:pt x="827798" y="285827"/>
                  </a:lnTo>
                  <a:lnTo>
                    <a:pt x="822352" y="285827"/>
                  </a:lnTo>
                  <a:lnTo>
                    <a:pt x="816906" y="285827"/>
                  </a:lnTo>
                  <a:lnTo>
                    <a:pt x="811460" y="285827"/>
                  </a:lnTo>
                  <a:lnTo>
                    <a:pt x="806014" y="285827"/>
                  </a:lnTo>
                  <a:lnTo>
                    <a:pt x="800568" y="285827"/>
                  </a:lnTo>
                  <a:lnTo>
                    <a:pt x="795122" y="285827"/>
                  </a:lnTo>
                  <a:lnTo>
                    <a:pt x="789676" y="285827"/>
                  </a:lnTo>
                  <a:lnTo>
                    <a:pt x="784230" y="285827"/>
                  </a:lnTo>
                  <a:lnTo>
                    <a:pt x="778784" y="285827"/>
                  </a:lnTo>
                  <a:lnTo>
                    <a:pt x="773338" y="285827"/>
                  </a:lnTo>
                  <a:lnTo>
                    <a:pt x="767892" y="285827"/>
                  </a:lnTo>
                  <a:lnTo>
                    <a:pt x="762446" y="285827"/>
                  </a:lnTo>
                  <a:lnTo>
                    <a:pt x="757000" y="285827"/>
                  </a:lnTo>
                  <a:lnTo>
                    <a:pt x="751554" y="285827"/>
                  </a:lnTo>
                  <a:lnTo>
                    <a:pt x="746108" y="285827"/>
                  </a:lnTo>
                  <a:lnTo>
                    <a:pt x="740662" y="285827"/>
                  </a:lnTo>
                  <a:lnTo>
                    <a:pt x="735216" y="285827"/>
                  </a:lnTo>
                  <a:lnTo>
                    <a:pt x="729770" y="285827"/>
                  </a:lnTo>
                  <a:lnTo>
                    <a:pt x="724323" y="285827"/>
                  </a:lnTo>
                  <a:lnTo>
                    <a:pt x="718877" y="285827"/>
                  </a:lnTo>
                  <a:lnTo>
                    <a:pt x="713431" y="285827"/>
                  </a:lnTo>
                  <a:lnTo>
                    <a:pt x="707985" y="285827"/>
                  </a:lnTo>
                  <a:lnTo>
                    <a:pt x="702539" y="285827"/>
                  </a:lnTo>
                  <a:lnTo>
                    <a:pt x="697093" y="285827"/>
                  </a:lnTo>
                  <a:lnTo>
                    <a:pt x="691647" y="285827"/>
                  </a:lnTo>
                  <a:lnTo>
                    <a:pt x="686201" y="285827"/>
                  </a:lnTo>
                  <a:lnTo>
                    <a:pt x="680755" y="285827"/>
                  </a:lnTo>
                  <a:lnTo>
                    <a:pt x="675309" y="285827"/>
                  </a:lnTo>
                  <a:lnTo>
                    <a:pt x="669863" y="285827"/>
                  </a:lnTo>
                  <a:lnTo>
                    <a:pt x="664417" y="285827"/>
                  </a:lnTo>
                  <a:lnTo>
                    <a:pt x="658971" y="285827"/>
                  </a:lnTo>
                  <a:lnTo>
                    <a:pt x="653525" y="285827"/>
                  </a:lnTo>
                  <a:lnTo>
                    <a:pt x="648079" y="285827"/>
                  </a:lnTo>
                  <a:lnTo>
                    <a:pt x="642633" y="285827"/>
                  </a:lnTo>
                  <a:lnTo>
                    <a:pt x="637187" y="285827"/>
                  </a:lnTo>
                  <a:lnTo>
                    <a:pt x="631741" y="285827"/>
                  </a:lnTo>
                  <a:lnTo>
                    <a:pt x="626295" y="285827"/>
                  </a:lnTo>
                  <a:lnTo>
                    <a:pt x="620849" y="285827"/>
                  </a:lnTo>
                  <a:lnTo>
                    <a:pt x="615403" y="285827"/>
                  </a:lnTo>
                  <a:lnTo>
                    <a:pt x="609957" y="285827"/>
                  </a:lnTo>
                  <a:lnTo>
                    <a:pt x="604510" y="285827"/>
                  </a:lnTo>
                  <a:lnTo>
                    <a:pt x="599064" y="285827"/>
                  </a:lnTo>
                  <a:lnTo>
                    <a:pt x="593618" y="285827"/>
                  </a:lnTo>
                  <a:lnTo>
                    <a:pt x="588172" y="285827"/>
                  </a:lnTo>
                  <a:lnTo>
                    <a:pt x="582726" y="285827"/>
                  </a:lnTo>
                  <a:lnTo>
                    <a:pt x="577280" y="285827"/>
                  </a:lnTo>
                  <a:lnTo>
                    <a:pt x="571834" y="285827"/>
                  </a:lnTo>
                  <a:lnTo>
                    <a:pt x="566388" y="285827"/>
                  </a:lnTo>
                  <a:lnTo>
                    <a:pt x="560942" y="285827"/>
                  </a:lnTo>
                  <a:lnTo>
                    <a:pt x="555496" y="285827"/>
                  </a:lnTo>
                  <a:lnTo>
                    <a:pt x="550050" y="285827"/>
                  </a:lnTo>
                  <a:lnTo>
                    <a:pt x="544604" y="285827"/>
                  </a:lnTo>
                  <a:lnTo>
                    <a:pt x="539158" y="285827"/>
                  </a:lnTo>
                  <a:lnTo>
                    <a:pt x="533712" y="285827"/>
                  </a:lnTo>
                  <a:lnTo>
                    <a:pt x="528266" y="285827"/>
                  </a:lnTo>
                  <a:lnTo>
                    <a:pt x="522820" y="285827"/>
                  </a:lnTo>
                  <a:lnTo>
                    <a:pt x="517374" y="285827"/>
                  </a:lnTo>
                  <a:lnTo>
                    <a:pt x="511928" y="285827"/>
                  </a:lnTo>
                  <a:lnTo>
                    <a:pt x="506482" y="285827"/>
                  </a:lnTo>
                  <a:lnTo>
                    <a:pt x="501036" y="285827"/>
                  </a:lnTo>
                  <a:lnTo>
                    <a:pt x="495590" y="285827"/>
                  </a:lnTo>
                  <a:lnTo>
                    <a:pt x="490144" y="285827"/>
                  </a:lnTo>
                  <a:lnTo>
                    <a:pt x="484698" y="285827"/>
                  </a:lnTo>
                  <a:lnTo>
                    <a:pt x="479251" y="285827"/>
                  </a:lnTo>
                  <a:lnTo>
                    <a:pt x="473805" y="285827"/>
                  </a:lnTo>
                  <a:lnTo>
                    <a:pt x="468359" y="285827"/>
                  </a:lnTo>
                  <a:lnTo>
                    <a:pt x="462913" y="285827"/>
                  </a:lnTo>
                  <a:lnTo>
                    <a:pt x="457467" y="285827"/>
                  </a:lnTo>
                  <a:lnTo>
                    <a:pt x="452021" y="285827"/>
                  </a:lnTo>
                  <a:lnTo>
                    <a:pt x="446575" y="285827"/>
                  </a:lnTo>
                  <a:lnTo>
                    <a:pt x="441129" y="285827"/>
                  </a:lnTo>
                  <a:lnTo>
                    <a:pt x="435683" y="285827"/>
                  </a:lnTo>
                  <a:lnTo>
                    <a:pt x="430237" y="285827"/>
                  </a:lnTo>
                  <a:lnTo>
                    <a:pt x="424791" y="285827"/>
                  </a:lnTo>
                  <a:lnTo>
                    <a:pt x="419345" y="285827"/>
                  </a:lnTo>
                  <a:lnTo>
                    <a:pt x="413899" y="285827"/>
                  </a:lnTo>
                  <a:lnTo>
                    <a:pt x="408453" y="285827"/>
                  </a:lnTo>
                  <a:lnTo>
                    <a:pt x="403007" y="285827"/>
                  </a:lnTo>
                  <a:lnTo>
                    <a:pt x="397561" y="285827"/>
                  </a:lnTo>
                  <a:lnTo>
                    <a:pt x="392115" y="285827"/>
                  </a:lnTo>
                  <a:lnTo>
                    <a:pt x="386669" y="285827"/>
                  </a:lnTo>
                  <a:lnTo>
                    <a:pt x="381223" y="285827"/>
                  </a:lnTo>
                  <a:lnTo>
                    <a:pt x="375777" y="285827"/>
                  </a:lnTo>
                  <a:lnTo>
                    <a:pt x="370331" y="285827"/>
                  </a:lnTo>
                  <a:lnTo>
                    <a:pt x="364885" y="285827"/>
                  </a:lnTo>
                  <a:lnTo>
                    <a:pt x="359438" y="285827"/>
                  </a:lnTo>
                  <a:lnTo>
                    <a:pt x="353992" y="285827"/>
                  </a:lnTo>
                  <a:lnTo>
                    <a:pt x="348546" y="285827"/>
                  </a:lnTo>
                  <a:lnTo>
                    <a:pt x="343100" y="285827"/>
                  </a:lnTo>
                  <a:lnTo>
                    <a:pt x="337654" y="285827"/>
                  </a:lnTo>
                  <a:lnTo>
                    <a:pt x="332208" y="285827"/>
                  </a:lnTo>
                  <a:lnTo>
                    <a:pt x="326762" y="285827"/>
                  </a:lnTo>
                  <a:lnTo>
                    <a:pt x="321316" y="285827"/>
                  </a:lnTo>
                  <a:lnTo>
                    <a:pt x="315870" y="285827"/>
                  </a:lnTo>
                  <a:lnTo>
                    <a:pt x="310424" y="285827"/>
                  </a:lnTo>
                  <a:lnTo>
                    <a:pt x="304978" y="285827"/>
                  </a:lnTo>
                  <a:lnTo>
                    <a:pt x="299532" y="285827"/>
                  </a:lnTo>
                  <a:lnTo>
                    <a:pt x="294086" y="285827"/>
                  </a:lnTo>
                  <a:lnTo>
                    <a:pt x="288640" y="285827"/>
                  </a:lnTo>
                  <a:lnTo>
                    <a:pt x="283194" y="285827"/>
                  </a:lnTo>
                  <a:lnTo>
                    <a:pt x="277748" y="285827"/>
                  </a:lnTo>
                  <a:lnTo>
                    <a:pt x="272302" y="285827"/>
                  </a:lnTo>
                  <a:lnTo>
                    <a:pt x="266856" y="285827"/>
                  </a:lnTo>
                  <a:lnTo>
                    <a:pt x="261410" y="285827"/>
                  </a:lnTo>
                  <a:lnTo>
                    <a:pt x="255964" y="285827"/>
                  </a:lnTo>
                  <a:lnTo>
                    <a:pt x="250518" y="285827"/>
                  </a:lnTo>
                  <a:lnTo>
                    <a:pt x="245072" y="285827"/>
                  </a:lnTo>
                  <a:lnTo>
                    <a:pt x="239625" y="285827"/>
                  </a:lnTo>
                  <a:lnTo>
                    <a:pt x="234179" y="285827"/>
                  </a:lnTo>
                  <a:lnTo>
                    <a:pt x="228733" y="285827"/>
                  </a:lnTo>
                  <a:lnTo>
                    <a:pt x="223287" y="285827"/>
                  </a:lnTo>
                  <a:lnTo>
                    <a:pt x="217841" y="285827"/>
                  </a:lnTo>
                  <a:lnTo>
                    <a:pt x="212395" y="285827"/>
                  </a:lnTo>
                  <a:lnTo>
                    <a:pt x="206949" y="285827"/>
                  </a:lnTo>
                  <a:lnTo>
                    <a:pt x="201503" y="285827"/>
                  </a:lnTo>
                  <a:lnTo>
                    <a:pt x="196057" y="285827"/>
                  </a:lnTo>
                  <a:lnTo>
                    <a:pt x="190611" y="285827"/>
                  </a:lnTo>
                  <a:lnTo>
                    <a:pt x="185165" y="285827"/>
                  </a:lnTo>
                  <a:lnTo>
                    <a:pt x="179719" y="285827"/>
                  </a:lnTo>
                  <a:lnTo>
                    <a:pt x="174273" y="285827"/>
                  </a:lnTo>
                  <a:lnTo>
                    <a:pt x="168827" y="285827"/>
                  </a:lnTo>
                  <a:lnTo>
                    <a:pt x="163381" y="285827"/>
                  </a:lnTo>
                  <a:lnTo>
                    <a:pt x="157935" y="285827"/>
                  </a:lnTo>
                  <a:lnTo>
                    <a:pt x="152489" y="285827"/>
                  </a:lnTo>
                  <a:lnTo>
                    <a:pt x="147043" y="285827"/>
                  </a:lnTo>
                  <a:lnTo>
                    <a:pt x="141597" y="285827"/>
                  </a:lnTo>
                  <a:lnTo>
                    <a:pt x="136151" y="285827"/>
                  </a:lnTo>
                  <a:lnTo>
                    <a:pt x="130705" y="285827"/>
                  </a:lnTo>
                  <a:lnTo>
                    <a:pt x="125259" y="285827"/>
                  </a:lnTo>
                  <a:lnTo>
                    <a:pt x="119812" y="285827"/>
                  </a:lnTo>
                  <a:lnTo>
                    <a:pt x="114366" y="285827"/>
                  </a:lnTo>
                  <a:lnTo>
                    <a:pt x="108920" y="285827"/>
                  </a:lnTo>
                  <a:lnTo>
                    <a:pt x="103474" y="285827"/>
                  </a:lnTo>
                  <a:lnTo>
                    <a:pt x="98028" y="285827"/>
                  </a:lnTo>
                  <a:lnTo>
                    <a:pt x="92582" y="285827"/>
                  </a:lnTo>
                  <a:lnTo>
                    <a:pt x="87136" y="285827"/>
                  </a:lnTo>
                  <a:lnTo>
                    <a:pt x="81690" y="285827"/>
                  </a:lnTo>
                  <a:lnTo>
                    <a:pt x="76244" y="285827"/>
                  </a:lnTo>
                  <a:lnTo>
                    <a:pt x="70798" y="285827"/>
                  </a:lnTo>
                  <a:lnTo>
                    <a:pt x="65352" y="285827"/>
                  </a:lnTo>
                  <a:lnTo>
                    <a:pt x="59906" y="285827"/>
                  </a:lnTo>
                  <a:lnTo>
                    <a:pt x="54460" y="285827"/>
                  </a:lnTo>
                  <a:lnTo>
                    <a:pt x="49014" y="285827"/>
                  </a:lnTo>
                  <a:lnTo>
                    <a:pt x="43568" y="285827"/>
                  </a:lnTo>
                  <a:lnTo>
                    <a:pt x="38122" y="285827"/>
                  </a:lnTo>
                  <a:lnTo>
                    <a:pt x="32676" y="285827"/>
                  </a:lnTo>
                  <a:lnTo>
                    <a:pt x="27230" y="285827"/>
                  </a:lnTo>
                  <a:lnTo>
                    <a:pt x="21784" y="285827"/>
                  </a:lnTo>
                  <a:lnTo>
                    <a:pt x="16338" y="285827"/>
                  </a:lnTo>
                  <a:lnTo>
                    <a:pt x="10892" y="285827"/>
                  </a:lnTo>
                  <a:lnTo>
                    <a:pt x="5446" y="28582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57616" y="3487823"/>
              <a:ext cx="2782929" cy="285827"/>
            </a:xfrm>
            <a:custGeom>
              <a:avLst/>
              <a:pathLst>
                <a:path w="2782929" h="285827">
                  <a:moveTo>
                    <a:pt x="0" y="285827"/>
                  </a:moveTo>
                  <a:lnTo>
                    <a:pt x="5446" y="285827"/>
                  </a:lnTo>
                  <a:lnTo>
                    <a:pt x="10892" y="285827"/>
                  </a:lnTo>
                  <a:lnTo>
                    <a:pt x="16338" y="285827"/>
                  </a:lnTo>
                  <a:lnTo>
                    <a:pt x="21784" y="285827"/>
                  </a:lnTo>
                  <a:lnTo>
                    <a:pt x="27230" y="285827"/>
                  </a:lnTo>
                  <a:lnTo>
                    <a:pt x="32676" y="285827"/>
                  </a:lnTo>
                  <a:lnTo>
                    <a:pt x="38122" y="285827"/>
                  </a:lnTo>
                  <a:lnTo>
                    <a:pt x="43568" y="285827"/>
                  </a:lnTo>
                  <a:lnTo>
                    <a:pt x="49014" y="285827"/>
                  </a:lnTo>
                  <a:lnTo>
                    <a:pt x="54460" y="285827"/>
                  </a:lnTo>
                  <a:lnTo>
                    <a:pt x="59906" y="285827"/>
                  </a:lnTo>
                  <a:lnTo>
                    <a:pt x="65352" y="285827"/>
                  </a:lnTo>
                  <a:lnTo>
                    <a:pt x="70798" y="285827"/>
                  </a:lnTo>
                  <a:lnTo>
                    <a:pt x="76244" y="285827"/>
                  </a:lnTo>
                  <a:lnTo>
                    <a:pt x="81690" y="285827"/>
                  </a:lnTo>
                  <a:lnTo>
                    <a:pt x="87136" y="285827"/>
                  </a:lnTo>
                  <a:lnTo>
                    <a:pt x="92582" y="285827"/>
                  </a:lnTo>
                  <a:lnTo>
                    <a:pt x="98028" y="285827"/>
                  </a:lnTo>
                  <a:lnTo>
                    <a:pt x="103474" y="285827"/>
                  </a:lnTo>
                  <a:lnTo>
                    <a:pt x="108920" y="285827"/>
                  </a:lnTo>
                  <a:lnTo>
                    <a:pt x="114366" y="285827"/>
                  </a:lnTo>
                  <a:lnTo>
                    <a:pt x="119812" y="285827"/>
                  </a:lnTo>
                  <a:lnTo>
                    <a:pt x="125259" y="285827"/>
                  </a:lnTo>
                  <a:lnTo>
                    <a:pt x="130705" y="285827"/>
                  </a:lnTo>
                  <a:lnTo>
                    <a:pt x="136151" y="285827"/>
                  </a:lnTo>
                  <a:lnTo>
                    <a:pt x="141597" y="285827"/>
                  </a:lnTo>
                  <a:lnTo>
                    <a:pt x="147043" y="285827"/>
                  </a:lnTo>
                  <a:lnTo>
                    <a:pt x="152489" y="285827"/>
                  </a:lnTo>
                  <a:lnTo>
                    <a:pt x="157935" y="285827"/>
                  </a:lnTo>
                  <a:lnTo>
                    <a:pt x="163381" y="285826"/>
                  </a:lnTo>
                  <a:lnTo>
                    <a:pt x="168827" y="285826"/>
                  </a:lnTo>
                  <a:lnTo>
                    <a:pt x="174273" y="285825"/>
                  </a:lnTo>
                  <a:lnTo>
                    <a:pt x="179719" y="285824"/>
                  </a:lnTo>
                  <a:lnTo>
                    <a:pt x="185165" y="285822"/>
                  </a:lnTo>
                  <a:lnTo>
                    <a:pt x="190611" y="285820"/>
                  </a:lnTo>
                  <a:lnTo>
                    <a:pt x="196057" y="285816"/>
                  </a:lnTo>
                  <a:lnTo>
                    <a:pt x="201503" y="285811"/>
                  </a:lnTo>
                  <a:lnTo>
                    <a:pt x="206949" y="285804"/>
                  </a:lnTo>
                  <a:lnTo>
                    <a:pt x="212395" y="285793"/>
                  </a:lnTo>
                  <a:lnTo>
                    <a:pt x="217841" y="285779"/>
                  </a:lnTo>
                  <a:lnTo>
                    <a:pt x="223287" y="285759"/>
                  </a:lnTo>
                  <a:lnTo>
                    <a:pt x="228733" y="285733"/>
                  </a:lnTo>
                  <a:lnTo>
                    <a:pt x="234179" y="285696"/>
                  </a:lnTo>
                  <a:lnTo>
                    <a:pt x="239625" y="285647"/>
                  </a:lnTo>
                  <a:lnTo>
                    <a:pt x="245072" y="285582"/>
                  </a:lnTo>
                  <a:lnTo>
                    <a:pt x="250518" y="285499"/>
                  </a:lnTo>
                  <a:lnTo>
                    <a:pt x="255964" y="285392"/>
                  </a:lnTo>
                  <a:lnTo>
                    <a:pt x="261410" y="285258"/>
                  </a:lnTo>
                  <a:lnTo>
                    <a:pt x="266856" y="285091"/>
                  </a:lnTo>
                  <a:lnTo>
                    <a:pt x="272302" y="284887"/>
                  </a:lnTo>
                  <a:lnTo>
                    <a:pt x="277748" y="284630"/>
                  </a:lnTo>
                  <a:lnTo>
                    <a:pt x="283194" y="284321"/>
                  </a:lnTo>
                  <a:lnTo>
                    <a:pt x="288640" y="283953"/>
                  </a:lnTo>
                  <a:lnTo>
                    <a:pt x="294086" y="283523"/>
                  </a:lnTo>
                  <a:lnTo>
                    <a:pt x="299532" y="283025"/>
                  </a:lnTo>
                  <a:lnTo>
                    <a:pt x="304978" y="282456"/>
                  </a:lnTo>
                  <a:lnTo>
                    <a:pt x="310424" y="281814"/>
                  </a:lnTo>
                  <a:lnTo>
                    <a:pt x="315870" y="281099"/>
                  </a:lnTo>
                  <a:lnTo>
                    <a:pt x="321316" y="280299"/>
                  </a:lnTo>
                  <a:lnTo>
                    <a:pt x="326762" y="279433"/>
                  </a:lnTo>
                  <a:lnTo>
                    <a:pt x="332208" y="278507"/>
                  </a:lnTo>
                  <a:lnTo>
                    <a:pt x="337654" y="277529"/>
                  </a:lnTo>
                  <a:lnTo>
                    <a:pt x="343100" y="276512"/>
                  </a:lnTo>
                  <a:lnTo>
                    <a:pt x="348546" y="275467"/>
                  </a:lnTo>
                  <a:lnTo>
                    <a:pt x="353992" y="274408"/>
                  </a:lnTo>
                  <a:lnTo>
                    <a:pt x="359438" y="273351"/>
                  </a:lnTo>
                  <a:lnTo>
                    <a:pt x="364885" y="272318"/>
                  </a:lnTo>
                  <a:lnTo>
                    <a:pt x="370331" y="271323"/>
                  </a:lnTo>
                  <a:lnTo>
                    <a:pt x="375777" y="270382"/>
                  </a:lnTo>
                  <a:lnTo>
                    <a:pt x="381223" y="269506"/>
                  </a:lnTo>
                  <a:lnTo>
                    <a:pt x="386669" y="268709"/>
                  </a:lnTo>
                  <a:lnTo>
                    <a:pt x="392115" y="267998"/>
                  </a:lnTo>
                  <a:lnTo>
                    <a:pt x="397561" y="267381"/>
                  </a:lnTo>
                  <a:lnTo>
                    <a:pt x="403007" y="266867"/>
                  </a:lnTo>
                  <a:lnTo>
                    <a:pt x="408453" y="266469"/>
                  </a:lnTo>
                  <a:lnTo>
                    <a:pt x="413899" y="266172"/>
                  </a:lnTo>
                  <a:lnTo>
                    <a:pt x="419345" y="265974"/>
                  </a:lnTo>
                  <a:lnTo>
                    <a:pt x="424791" y="265871"/>
                  </a:lnTo>
                  <a:lnTo>
                    <a:pt x="430237" y="265859"/>
                  </a:lnTo>
                  <a:lnTo>
                    <a:pt x="435683" y="265931"/>
                  </a:lnTo>
                  <a:lnTo>
                    <a:pt x="441129" y="266082"/>
                  </a:lnTo>
                  <a:lnTo>
                    <a:pt x="446575" y="266308"/>
                  </a:lnTo>
                  <a:lnTo>
                    <a:pt x="452021" y="266606"/>
                  </a:lnTo>
                  <a:lnTo>
                    <a:pt x="457467" y="266960"/>
                  </a:lnTo>
                  <a:lnTo>
                    <a:pt x="462913" y="267364"/>
                  </a:lnTo>
                  <a:lnTo>
                    <a:pt x="468359" y="267811"/>
                  </a:lnTo>
                  <a:lnTo>
                    <a:pt x="473805" y="268296"/>
                  </a:lnTo>
                  <a:lnTo>
                    <a:pt x="479251" y="268812"/>
                  </a:lnTo>
                  <a:lnTo>
                    <a:pt x="484698" y="269351"/>
                  </a:lnTo>
                  <a:lnTo>
                    <a:pt x="490144" y="269908"/>
                  </a:lnTo>
                  <a:lnTo>
                    <a:pt x="495590" y="270474"/>
                  </a:lnTo>
                  <a:lnTo>
                    <a:pt x="501036" y="271039"/>
                  </a:lnTo>
                  <a:lnTo>
                    <a:pt x="506482" y="271596"/>
                  </a:lnTo>
                  <a:lnTo>
                    <a:pt x="511928" y="272136"/>
                  </a:lnTo>
                  <a:lnTo>
                    <a:pt x="517374" y="272653"/>
                  </a:lnTo>
                  <a:lnTo>
                    <a:pt x="522820" y="273138"/>
                  </a:lnTo>
                  <a:lnTo>
                    <a:pt x="528266" y="273586"/>
                  </a:lnTo>
                  <a:lnTo>
                    <a:pt x="533712" y="273985"/>
                  </a:lnTo>
                  <a:lnTo>
                    <a:pt x="539158" y="274328"/>
                  </a:lnTo>
                  <a:lnTo>
                    <a:pt x="544604" y="274616"/>
                  </a:lnTo>
                  <a:lnTo>
                    <a:pt x="550050" y="274847"/>
                  </a:lnTo>
                  <a:lnTo>
                    <a:pt x="555496" y="275019"/>
                  </a:lnTo>
                  <a:lnTo>
                    <a:pt x="560942" y="275132"/>
                  </a:lnTo>
                  <a:lnTo>
                    <a:pt x="566388" y="275187"/>
                  </a:lnTo>
                  <a:lnTo>
                    <a:pt x="571834" y="275187"/>
                  </a:lnTo>
                  <a:lnTo>
                    <a:pt x="577280" y="275131"/>
                  </a:lnTo>
                  <a:lnTo>
                    <a:pt x="582726" y="275024"/>
                  </a:lnTo>
                  <a:lnTo>
                    <a:pt x="588172" y="274878"/>
                  </a:lnTo>
                  <a:lnTo>
                    <a:pt x="593618" y="274696"/>
                  </a:lnTo>
                  <a:lnTo>
                    <a:pt x="599064" y="274485"/>
                  </a:lnTo>
                  <a:lnTo>
                    <a:pt x="604510" y="274250"/>
                  </a:lnTo>
                  <a:lnTo>
                    <a:pt x="609957" y="273997"/>
                  </a:lnTo>
                  <a:lnTo>
                    <a:pt x="615403" y="273731"/>
                  </a:lnTo>
                  <a:lnTo>
                    <a:pt x="620849" y="273457"/>
                  </a:lnTo>
                  <a:lnTo>
                    <a:pt x="626295" y="273181"/>
                  </a:lnTo>
                  <a:lnTo>
                    <a:pt x="631741" y="272906"/>
                  </a:lnTo>
                  <a:lnTo>
                    <a:pt x="637187" y="272635"/>
                  </a:lnTo>
                  <a:lnTo>
                    <a:pt x="642633" y="272373"/>
                  </a:lnTo>
                  <a:lnTo>
                    <a:pt x="648079" y="272120"/>
                  </a:lnTo>
                  <a:lnTo>
                    <a:pt x="653525" y="271879"/>
                  </a:lnTo>
                  <a:lnTo>
                    <a:pt x="658971" y="271652"/>
                  </a:lnTo>
                  <a:lnTo>
                    <a:pt x="664417" y="271441"/>
                  </a:lnTo>
                  <a:lnTo>
                    <a:pt x="669863" y="271247"/>
                  </a:lnTo>
                  <a:lnTo>
                    <a:pt x="675309" y="271069"/>
                  </a:lnTo>
                  <a:lnTo>
                    <a:pt x="680755" y="270907"/>
                  </a:lnTo>
                  <a:lnTo>
                    <a:pt x="686201" y="270760"/>
                  </a:lnTo>
                  <a:lnTo>
                    <a:pt x="691647" y="270627"/>
                  </a:lnTo>
                  <a:lnTo>
                    <a:pt x="697093" y="270506"/>
                  </a:lnTo>
                  <a:lnTo>
                    <a:pt x="702539" y="270394"/>
                  </a:lnTo>
                  <a:lnTo>
                    <a:pt x="707985" y="270290"/>
                  </a:lnTo>
                  <a:lnTo>
                    <a:pt x="713431" y="270187"/>
                  </a:lnTo>
                  <a:lnTo>
                    <a:pt x="718877" y="270082"/>
                  </a:lnTo>
                  <a:lnTo>
                    <a:pt x="724323" y="269971"/>
                  </a:lnTo>
                  <a:lnTo>
                    <a:pt x="729770" y="269850"/>
                  </a:lnTo>
                  <a:lnTo>
                    <a:pt x="735216" y="269716"/>
                  </a:lnTo>
                  <a:lnTo>
                    <a:pt x="740662" y="269565"/>
                  </a:lnTo>
                  <a:lnTo>
                    <a:pt x="746108" y="269398"/>
                  </a:lnTo>
                  <a:lnTo>
                    <a:pt x="751554" y="269209"/>
                  </a:lnTo>
                  <a:lnTo>
                    <a:pt x="757000" y="269003"/>
                  </a:lnTo>
                  <a:lnTo>
                    <a:pt x="762446" y="268782"/>
                  </a:lnTo>
                  <a:lnTo>
                    <a:pt x="767892" y="268552"/>
                  </a:lnTo>
                  <a:lnTo>
                    <a:pt x="773338" y="268318"/>
                  </a:lnTo>
                  <a:lnTo>
                    <a:pt x="778784" y="268085"/>
                  </a:lnTo>
                  <a:lnTo>
                    <a:pt x="784230" y="267860"/>
                  </a:lnTo>
                  <a:lnTo>
                    <a:pt x="789676" y="267652"/>
                  </a:lnTo>
                  <a:lnTo>
                    <a:pt x="795122" y="267474"/>
                  </a:lnTo>
                  <a:lnTo>
                    <a:pt x="800568" y="267329"/>
                  </a:lnTo>
                  <a:lnTo>
                    <a:pt x="806014" y="267224"/>
                  </a:lnTo>
                  <a:lnTo>
                    <a:pt x="811460" y="267163"/>
                  </a:lnTo>
                  <a:lnTo>
                    <a:pt x="816906" y="267151"/>
                  </a:lnTo>
                  <a:lnTo>
                    <a:pt x="822352" y="267190"/>
                  </a:lnTo>
                  <a:lnTo>
                    <a:pt x="827798" y="267280"/>
                  </a:lnTo>
                  <a:lnTo>
                    <a:pt x="833244" y="267421"/>
                  </a:lnTo>
                  <a:lnTo>
                    <a:pt x="838690" y="267614"/>
                  </a:lnTo>
                  <a:lnTo>
                    <a:pt x="844136" y="267846"/>
                  </a:lnTo>
                  <a:lnTo>
                    <a:pt x="849583" y="268111"/>
                  </a:lnTo>
                  <a:lnTo>
                    <a:pt x="855029" y="268399"/>
                  </a:lnTo>
                  <a:lnTo>
                    <a:pt x="860475" y="268701"/>
                  </a:lnTo>
                  <a:lnTo>
                    <a:pt x="865921" y="269007"/>
                  </a:lnTo>
                  <a:lnTo>
                    <a:pt x="871367" y="269304"/>
                  </a:lnTo>
                  <a:lnTo>
                    <a:pt x="876813" y="269578"/>
                  </a:lnTo>
                  <a:lnTo>
                    <a:pt x="882259" y="269810"/>
                  </a:lnTo>
                  <a:lnTo>
                    <a:pt x="887705" y="269990"/>
                  </a:lnTo>
                  <a:lnTo>
                    <a:pt x="893151" y="270103"/>
                  </a:lnTo>
                  <a:lnTo>
                    <a:pt x="898597" y="270137"/>
                  </a:lnTo>
                  <a:lnTo>
                    <a:pt x="904043" y="270080"/>
                  </a:lnTo>
                  <a:lnTo>
                    <a:pt x="909489" y="269921"/>
                  </a:lnTo>
                  <a:lnTo>
                    <a:pt x="914935" y="269649"/>
                  </a:lnTo>
                  <a:lnTo>
                    <a:pt x="920381" y="269247"/>
                  </a:lnTo>
                  <a:lnTo>
                    <a:pt x="925827" y="268706"/>
                  </a:lnTo>
                  <a:lnTo>
                    <a:pt x="931273" y="268034"/>
                  </a:lnTo>
                  <a:lnTo>
                    <a:pt x="936719" y="267234"/>
                  </a:lnTo>
                  <a:lnTo>
                    <a:pt x="942165" y="266309"/>
                  </a:lnTo>
                  <a:lnTo>
                    <a:pt x="947611" y="265266"/>
                  </a:lnTo>
                  <a:lnTo>
                    <a:pt x="953057" y="264116"/>
                  </a:lnTo>
                  <a:lnTo>
                    <a:pt x="958503" y="262870"/>
                  </a:lnTo>
                  <a:lnTo>
                    <a:pt x="963949" y="261540"/>
                  </a:lnTo>
                  <a:lnTo>
                    <a:pt x="969396" y="260149"/>
                  </a:lnTo>
                  <a:lnTo>
                    <a:pt x="974842" y="258722"/>
                  </a:lnTo>
                  <a:lnTo>
                    <a:pt x="980288" y="257279"/>
                  </a:lnTo>
                  <a:lnTo>
                    <a:pt x="985734" y="255840"/>
                  </a:lnTo>
                  <a:lnTo>
                    <a:pt x="991180" y="254422"/>
                  </a:lnTo>
                  <a:lnTo>
                    <a:pt x="996626" y="253043"/>
                  </a:lnTo>
                  <a:lnTo>
                    <a:pt x="1002072" y="251718"/>
                  </a:lnTo>
                  <a:lnTo>
                    <a:pt x="1007518" y="250465"/>
                  </a:lnTo>
                  <a:lnTo>
                    <a:pt x="1012964" y="249294"/>
                  </a:lnTo>
                  <a:lnTo>
                    <a:pt x="1018410" y="248203"/>
                  </a:lnTo>
                  <a:lnTo>
                    <a:pt x="1023856" y="247193"/>
                  </a:lnTo>
                  <a:lnTo>
                    <a:pt x="1029302" y="246259"/>
                  </a:lnTo>
                  <a:lnTo>
                    <a:pt x="1034748" y="245397"/>
                  </a:lnTo>
                  <a:lnTo>
                    <a:pt x="1040194" y="244596"/>
                  </a:lnTo>
                  <a:lnTo>
                    <a:pt x="1045640" y="243847"/>
                  </a:lnTo>
                  <a:lnTo>
                    <a:pt x="1051086" y="243136"/>
                  </a:lnTo>
                  <a:lnTo>
                    <a:pt x="1056532" y="242442"/>
                  </a:lnTo>
                  <a:lnTo>
                    <a:pt x="1061978" y="241744"/>
                  </a:lnTo>
                  <a:lnTo>
                    <a:pt x="1067424" y="241024"/>
                  </a:lnTo>
                  <a:lnTo>
                    <a:pt x="1072870" y="240261"/>
                  </a:lnTo>
                  <a:lnTo>
                    <a:pt x="1078316" y="239434"/>
                  </a:lnTo>
                  <a:lnTo>
                    <a:pt x="1083762" y="238521"/>
                  </a:lnTo>
                  <a:lnTo>
                    <a:pt x="1089209" y="237499"/>
                  </a:lnTo>
                  <a:lnTo>
                    <a:pt x="1094655" y="236321"/>
                  </a:lnTo>
                  <a:lnTo>
                    <a:pt x="1100101" y="234969"/>
                  </a:lnTo>
                  <a:lnTo>
                    <a:pt x="1105547" y="233421"/>
                  </a:lnTo>
                  <a:lnTo>
                    <a:pt x="1110993" y="231650"/>
                  </a:lnTo>
                  <a:lnTo>
                    <a:pt x="1116439" y="229627"/>
                  </a:lnTo>
                  <a:lnTo>
                    <a:pt x="1121885" y="227325"/>
                  </a:lnTo>
                  <a:lnTo>
                    <a:pt x="1127331" y="224714"/>
                  </a:lnTo>
                  <a:lnTo>
                    <a:pt x="1132777" y="221767"/>
                  </a:lnTo>
                  <a:lnTo>
                    <a:pt x="1138223" y="218392"/>
                  </a:lnTo>
                  <a:lnTo>
                    <a:pt x="1143669" y="214607"/>
                  </a:lnTo>
                  <a:lnTo>
                    <a:pt x="1149115" y="210392"/>
                  </a:lnTo>
                  <a:lnTo>
                    <a:pt x="1154561" y="205725"/>
                  </a:lnTo>
                  <a:lnTo>
                    <a:pt x="1160007" y="200585"/>
                  </a:lnTo>
                  <a:lnTo>
                    <a:pt x="1165453" y="194952"/>
                  </a:lnTo>
                  <a:lnTo>
                    <a:pt x="1170899" y="188812"/>
                  </a:lnTo>
                  <a:lnTo>
                    <a:pt x="1176345" y="182154"/>
                  </a:lnTo>
                  <a:lnTo>
                    <a:pt x="1181791" y="174883"/>
                  </a:lnTo>
                  <a:lnTo>
                    <a:pt x="1187237" y="167089"/>
                  </a:lnTo>
                  <a:lnTo>
                    <a:pt x="1192683" y="158782"/>
                  </a:lnTo>
                  <a:lnTo>
                    <a:pt x="1198129" y="149979"/>
                  </a:lnTo>
                  <a:lnTo>
                    <a:pt x="1203575" y="140709"/>
                  </a:lnTo>
                  <a:lnTo>
                    <a:pt x="1209021" y="131007"/>
                  </a:lnTo>
                  <a:lnTo>
                    <a:pt x="1214468" y="120920"/>
                  </a:lnTo>
                  <a:lnTo>
                    <a:pt x="1219914" y="110502"/>
                  </a:lnTo>
                  <a:lnTo>
                    <a:pt x="1225360" y="99814"/>
                  </a:lnTo>
                  <a:lnTo>
                    <a:pt x="1230806" y="88999"/>
                  </a:lnTo>
                  <a:lnTo>
                    <a:pt x="1236252" y="78165"/>
                  </a:lnTo>
                  <a:lnTo>
                    <a:pt x="1241698" y="67434"/>
                  </a:lnTo>
                  <a:lnTo>
                    <a:pt x="1247144" y="56937"/>
                  </a:lnTo>
                  <a:lnTo>
                    <a:pt x="1252590" y="46819"/>
                  </a:lnTo>
                  <a:lnTo>
                    <a:pt x="1258036" y="37230"/>
                  </a:lnTo>
                  <a:lnTo>
                    <a:pt x="1263482" y="28360"/>
                  </a:lnTo>
                  <a:lnTo>
                    <a:pt x="1268928" y="20499"/>
                  </a:lnTo>
                  <a:lnTo>
                    <a:pt x="1274374" y="13710"/>
                  </a:lnTo>
                  <a:lnTo>
                    <a:pt x="1279820" y="8140"/>
                  </a:lnTo>
                  <a:lnTo>
                    <a:pt x="1285266" y="3924"/>
                  </a:lnTo>
                  <a:lnTo>
                    <a:pt x="1290712" y="1179"/>
                  </a:lnTo>
                  <a:lnTo>
                    <a:pt x="1296158" y="0"/>
                  </a:lnTo>
                  <a:lnTo>
                    <a:pt x="1301604" y="458"/>
                  </a:lnTo>
                  <a:lnTo>
                    <a:pt x="1307050" y="2681"/>
                  </a:lnTo>
                  <a:lnTo>
                    <a:pt x="1312496" y="6790"/>
                  </a:lnTo>
                  <a:lnTo>
                    <a:pt x="1317942" y="12540"/>
                  </a:lnTo>
                  <a:lnTo>
                    <a:pt x="1323388" y="19858"/>
                  </a:lnTo>
                  <a:lnTo>
                    <a:pt x="1328834" y="28642"/>
                  </a:lnTo>
                  <a:lnTo>
                    <a:pt x="1334281" y="38760"/>
                  </a:lnTo>
                  <a:lnTo>
                    <a:pt x="1339727" y="50060"/>
                  </a:lnTo>
                  <a:lnTo>
                    <a:pt x="1345173" y="62370"/>
                  </a:lnTo>
                  <a:lnTo>
                    <a:pt x="1350619" y="75539"/>
                  </a:lnTo>
                  <a:lnTo>
                    <a:pt x="1356065" y="89332"/>
                  </a:lnTo>
                  <a:lnTo>
                    <a:pt x="1361511" y="103465"/>
                  </a:lnTo>
                  <a:lnTo>
                    <a:pt x="1366957" y="117741"/>
                  </a:lnTo>
                  <a:lnTo>
                    <a:pt x="1372403" y="131976"/>
                  </a:lnTo>
                  <a:lnTo>
                    <a:pt x="1377849" y="145995"/>
                  </a:lnTo>
                  <a:lnTo>
                    <a:pt x="1383295" y="159643"/>
                  </a:lnTo>
                  <a:lnTo>
                    <a:pt x="1388741" y="172780"/>
                  </a:lnTo>
                  <a:lnTo>
                    <a:pt x="1394187" y="185227"/>
                  </a:lnTo>
                  <a:lnTo>
                    <a:pt x="1399633" y="196867"/>
                  </a:lnTo>
                  <a:lnTo>
                    <a:pt x="1405079" y="207696"/>
                  </a:lnTo>
                  <a:lnTo>
                    <a:pt x="1410525" y="217677"/>
                  </a:lnTo>
                  <a:lnTo>
                    <a:pt x="1415971" y="226790"/>
                  </a:lnTo>
                  <a:lnTo>
                    <a:pt x="1421417" y="235033"/>
                  </a:lnTo>
                  <a:lnTo>
                    <a:pt x="1426863" y="242420"/>
                  </a:lnTo>
                  <a:lnTo>
                    <a:pt x="1432309" y="248977"/>
                  </a:lnTo>
                  <a:lnTo>
                    <a:pt x="1437755" y="254667"/>
                  </a:lnTo>
                  <a:lnTo>
                    <a:pt x="1443201" y="259581"/>
                  </a:lnTo>
                  <a:lnTo>
                    <a:pt x="1448647" y="263828"/>
                  </a:lnTo>
                  <a:lnTo>
                    <a:pt x="1454094" y="267466"/>
                  </a:lnTo>
                  <a:lnTo>
                    <a:pt x="1459540" y="270554"/>
                  </a:lnTo>
                  <a:lnTo>
                    <a:pt x="1464986" y="273153"/>
                  </a:lnTo>
                  <a:lnTo>
                    <a:pt x="1470432" y="275320"/>
                  </a:lnTo>
                  <a:lnTo>
                    <a:pt x="1475878" y="277111"/>
                  </a:lnTo>
                  <a:lnTo>
                    <a:pt x="1481324" y="278545"/>
                  </a:lnTo>
                  <a:lnTo>
                    <a:pt x="1486770" y="279704"/>
                  </a:lnTo>
                  <a:lnTo>
                    <a:pt x="1492216" y="280643"/>
                  </a:lnTo>
                  <a:lnTo>
                    <a:pt x="1497662" y="281398"/>
                  </a:lnTo>
                  <a:lnTo>
                    <a:pt x="1503108" y="281999"/>
                  </a:lnTo>
                  <a:lnTo>
                    <a:pt x="1508554" y="282473"/>
                  </a:lnTo>
                  <a:lnTo>
                    <a:pt x="1514000" y="282842"/>
                  </a:lnTo>
                  <a:lnTo>
                    <a:pt x="1519446" y="283124"/>
                  </a:lnTo>
                  <a:lnTo>
                    <a:pt x="1524892" y="283326"/>
                  </a:lnTo>
                  <a:lnTo>
                    <a:pt x="1530338" y="283469"/>
                  </a:lnTo>
                  <a:lnTo>
                    <a:pt x="1535784" y="283563"/>
                  </a:lnTo>
                  <a:lnTo>
                    <a:pt x="1541230" y="283614"/>
                  </a:lnTo>
                  <a:lnTo>
                    <a:pt x="1546676" y="283627"/>
                  </a:lnTo>
                  <a:lnTo>
                    <a:pt x="1552122" y="283606"/>
                  </a:lnTo>
                  <a:lnTo>
                    <a:pt x="1557568" y="283553"/>
                  </a:lnTo>
                  <a:lnTo>
                    <a:pt x="1563014" y="283472"/>
                  </a:lnTo>
                  <a:lnTo>
                    <a:pt x="1568460" y="283361"/>
                  </a:lnTo>
                  <a:lnTo>
                    <a:pt x="1573907" y="283227"/>
                  </a:lnTo>
                  <a:lnTo>
                    <a:pt x="1579353" y="283074"/>
                  </a:lnTo>
                  <a:lnTo>
                    <a:pt x="1584799" y="282904"/>
                  </a:lnTo>
                  <a:lnTo>
                    <a:pt x="1590245" y="282721"/>
                  </a:lnTo>
                  <a:lnTo>
                    <a:pt x="1595691" y="282526"/>
                  </a:lnTo>
                  <a:lnTo>
                    <a:pt x="1601137" y="282324"/>
                  </a:lnTo>
                  <a:lnTo>
                    <a:pt x="1606583" y="282118"/>
                  </a:lnTo>
                  <a:lnTo>
                    <a:pt x="1612029" y="281912"/>
                  </a:lnTo>
                  <a:lnTo>
                    <a:pt x="1617475" y="281708"/>
                  </a:lnTo>
                  <a:lnTo>
                    <a:pt x="1622921" y="281509"/>
                  </a:lnTo>
                  <a:lnTo>
                    <a:pt x="1628367" y="281319"/>
                  </a:lnTo>
                  <a:lnTo>
                    <a:pt x="1633813" y="281138"/>
                  </a:lnTo>
                  <a:lnTo>
                    <a:pt x="1639259" y="280969"/>
                  </a:lnTo>
                  <a:lnTo>
                    <a:pt x="1644705" y="280814"/>
                  </a:lnTo>
                  <a:lnTo>
                    <a:pt x="1650151" y="280673"/>
                  </a:lnTo>
                  <a:lnTo>
                    <a:pt x="1655597" y="280550"/>
                  </a:lnTo>
                  <a:lnTo>
                    <a:pt x="1661043" y="280443"/>
                  </a:lnTo>
                  <a:lnTo>
                    <a:pt x="1666489" y="280351"/>
                  </a:lnTo>
                  <a:lnTo>
                    <a:pt x="1671935" y="280276"/>
                  </a:lnTo>
                  <a:lnTo>
                    <a:pt x="1677381" y="280216"/>
                  </a:lnTo>
                  <a:lnTo>
                    <a:pt x="1682827" y="280172"/>
                  </a:lnTo>
                  <a:lnTo>
                    <a:pt x="1688273" y="280143"/>
                  </a:lnTo>
                  <a:lnTo>
                    <a:pt x="1693720" y="280129"/>
                  </a:lnTo>
                  <a:lnTo>
                    <a:pt x="1699166" y="280133"/>
                  </a:lnTo>
                  <a:lnTo>
                    <a:pt x="1704612" y="280151"/>
                  </a:lnTo>
                  <a:lnTo>
                    <a:pt x="1710058" y="280183"/>
                  </a:lnTo>
                  <a:lnTo>
                    <a:pt x="1715504" y="280232"/>
                  </a:lnTo>
                  <a:lnTo>
                    <a:pt x="1720950" y="280295"/>
                  </a:lnTo>
                  <a:lnTo>
                    <a:pt x="1726396" y="280375"/>
                  </a:lnTo>
                  <a:lnTo>
                    <a:pt x="1731842" y="280471"/>
                  </a:lnTo>
                  <a:lnTo>
                    <a:pt x="1737288" y="280585"/>
                  </a:lnTo>
                  <a:lnTo>
                    <a:pt x="1742734" y="280718"/>
                  </a:lnTo>
                  <a:lnTo>
                    <a:pt x="1748180" y="280868"/>
                  </a:lnTo>
                  <a:lnTo>
                    <a:pt x="1753626" y="281032"/>
                  </a:lnTo>
                  <a:lnTo>
                    <a:pt x="1759072" y="281212"/>
                  </a:lnTo>
                  <a:lnTo>
                    <a:pt x="1764518" y="281404"/>
                  </a:lnTo>
                  <a:lnTo>
                    <a:pt x="1769964" y="281606"/>
                  </a:lnTo>
                  <a:lnTo>
                    <a:pt x="1775410" y="281815"/>
                  </a:lnTo>
                  <a:lnTo>
                    <a:pt x="1780856" y="282029"/>
                  </a:lnTo>
                  <a:lnTo>
                    <a:pt x="1786302" y="282242"/>
                  </a:lnTo>
                  <a:lnTo>
                    <a:pt x="1791748" y="282450"/>
                  </a:lnTo>
                  <a:lnTo>
                    <a:pt x="1797194" y="282649"/>
                  </a:lnTo>
                  <a:lnTo>
                    <a:pt x="1802640" y="282836"/>
                  </a:lnTo>
                  <a:lnTo>
                    <a:pt x="1808086" y="283006"/>
                  </a:lnTo>
                  <a:lnTo>
                    <a:pt x="1813532" y="283156"/>
                  </a:lnTo>
                  <a:lnTo>
                    <a:pt x="1818979" y="283284"/>
                  </a:lnTo>
                  <a:lnTo>
                    <a:pt x="1824425" y="283385"/>
                  </a:lnTo>
                  <a:lnTo>
                    <a:pt x="1829871" y="283458"/>
                  </a:lnTo>
                  <a:lnTo>
                    <a:pt x="1835317" y="283503"/>
                  </a:lnTo>
                  <a:lnTo>
                    <a:pt x="1840763" y="283522"/>
                  </a:lnTo>
                  <a:lnTo>
                    <a:pt x="1846209" y="283514"/>
                  </a:lnTo>
                  <a:lnTo>
                    <a:pt x="1851655" y="283481"/>
                  </a:lnTo>
                  <a:lnTo>
                    <a:pt x="1857101" y="283424"/>
                  </a:lnTo>
                  <a:lnTo>
                    <a:pt x="1862547" y="283346"/>
                  </a:lnTo>
                  <a:lnTo>
                    <a:pt x="1867993" y="283246"/>
                  </a:lnTo>
                  <a:lnTo>
                    <a:pt x="1873439" y="283129"/>
                  </a:lnTo>
                  <a:lnTo>
                    <a:pt x="1878885" y="282997"/>
                  </a:lnTo>
                  <a:lnTo>
                    <a:pt x="1884331" y="282852"/>
                  </a:lnTo>
                  <a:lnTo>
                    <a:pt x="1889777" y="282697"/>
                  </a:lnTo>
                  <a:lnTo>
                    <a:pt x="1895223" y="282533"/>
                  </a:lnTo>
                  <a:lnTo>
                    <a:pt x="1900669" y="282360"/>
                  </a:lnTo>
                  <a:lnTo>
                    <a:pt x="1906115" y="282179"/>
                  </a:lnTo>
                  <a:lnTo>
                    <a:pt x="1911561" y="281991"/>
                  </a:lnTo>
                  <a:lnTo>
                    <a:pt x="1917007" y="281796"/>
                  </a:lnTo>
                  <a:lnTo>
                    <a:pt x="1922453" y="281593"/>
                  </a:lnTo>
                  <a:lnTo>
                    <a:pt x="1927899" y="281383"/>
                  </a:lnTo>
                  <a:lnTo>
                    <a:pt x="1933345" y="281164"/>
                  </a:lnTo>
                  <a:lnTo>
                    <a:pt x="1938792" y="280936"/>
                  </a:lnTo>
                  <a:lnTo>
                    <a:pt x="1944238" y="280700"/>
                  </a:lnTo>
                  <a:lnTo>
                    <a:pt x="1949684" y="280454"/>
                  </a:lnTo>
                  <a:lnTo>
                    <a:pt x="1955130" y="280197"/>
                  </a:lnTo>
                  <a:lnTo>
                    <a:pt x="1960576" y="279930"/>
                  </a:lnTo>
                  <a:lnTo>
                    <a:pt x="1966022" y="279654"/>
                  </a:lnTo>
                  <a:lnTo>
                    <a:pt x="1971468" y="279371"/>
                  </a:lnTo>
                  <a:lnTo>
                    <a:pt x="1976914" y="279080"/>
                  </a:lnTo>
                  <a:lnTo>
                    <a:pt x="1982360" y="278784"/>
                  </a:lnTo>
                  <a:lnTo>
                    <a:pt x="1987806" y="278483"/>
                  </a:lnTo>
                  <a:lnTo>
                    <a:pt x="1993252" y="278179"/>
                  </a:lnTo>
                  <a:lnTo>
                    <a:pt x="1998698" y="277873"/>
                  </a:lnTo>
                  <a:lnTo>
                    <a:pt x="2004144" y="277566"/>
                  </a:lnTo>
                  <a:lnTo>
                    <a:pt x="2009590" y="277259"/>
                  </a:lnTo>
                  <a:lnTo>
                    <a:pt x="2015036" y="276951"/>
                  </a:lnTo>
                  <a:lnTo>
                    <a:pt x="2020482" y="276642"/>
                  </a:lnTo>
                  <a:lnTo>
                    <a:pt x="2025928" y="276332"/>
                  </a:lnTo>
                  <a:lnTo>
                    <a:pt x="2031374" y="276019"/>
                  </a:lnTo>
                  <a:lnTo>
                    <a:pt x="2036820" y="275702"/>
                  </a:lnTo>
                  <a:lnTo>
                    <a:pt x="2042266" y="275377"/>
                  </a:lnTo>
                  <a:lnTo>
                    <a:pt x="2047712" y="275044"/>
                  </a:lnTo>
                  <a:lnTo>
                    <a:pt x="2053158" y="274701"/>
                  </a:lnTo>
                  <a:lnTo>
                    <a:pt x="2058605" y="274345"/>
                  </a:lnTo>
                  <a:lnTo>
                    <a:pt x="2064051" y="273975"/>
                  </a:lnTo>
                  <a:lnTo>
                    <a:pt x="2069497" y="273591"/>
                  </a:lnTo>
                  <a:lnTo>
                    <a:pt x="2074943" y="273191"/>
                  </a:lnTo>
                  <a:lnTo>
                    <a:pt x="2080389" y="272774"/>
                  </a:lnTo>
                  <a:lnTo>
                    <a:pt x="2085835" y="272340"/>
                  </a:lnTo>
                  <a:lnTo>
                    <a:pt x="2091281" y="271890"/>
                  </a:lnTo>
                  <a:lnTo>
                    <a:pt x="2096727" y="271428"/>
                  </a:lnTo>
                  <a:lnTo>
                    <a:pt x="2102173" y="270954"/>
                  </a:lnTo>
                  <a:lnTo>
                    <a:pt x="2107619" y="270470"/>
                  </a:lnTo>
                  <a:lnTo>
                    <a:pt x="2113065" y="269979"/>
                  </a:lnTo>
                  <a:lnTo>
                    <a:pt x="2118511" y="269482"/>
                  </a:lnTo>
                  <a:lnTo>
                    <a:pt x="2123957" y="268981"/>
                  </a:lnTo>
                  <a:lnTo>
                    <a:pt x="2129403" y="268480"/>
                  </a:lnTo>
                  <a:lnTo>
                    <a:pt x="2134849" y="267979"/>
                  </a:lnTo>
                  <a:lnTo>
                    <a:pt x="2140295" y="267481"/>
                  </a:lnTo>
                  <a:lnTo>
                    <a:pt x="2145741" y="266987"/>
                  </a:lnTo>
                  <a:lnTo>
                    <a:pt x="2151187" y="266497"/>
                  </a:lnTo>
                  <a:lnTo>
                    <a:pt x="2156633" y="266011"/>
                  </a:lnTo>
                  <a:lnTo>
                    <a:pt x="2162079" y="265529"/>
                  </a:lnTo>
                  <a:lnTo>
                    <a:pt x="2167525" y="265052"/>
                  </a:lnTo>
                  <a:lnTo>
                    <a:pt x="2172971" y="264578"/>
                  </a:lnTo>
                  <a:lnTo>
                    <a:pt x="2178418" y="264106"/>
                  </a:lnTo>
                  <a:lnTo>
                    <a:pt x="2183864" y="263634"/>
                  </a:lnTo>
                  <a:lnTo>
                    <a:pt x="2189310" y="263163"/>
                  </a:lnTo>
                  <a:lnTo>
                    <a:pt x="2194756" y="262691"/>
                  </a:lnTo>
                  <a:lnTo>
                    <a:pt x="2200202" y="262220"/>
                  </a:lnTo>
                  <a:lnTo>
                    <a:pt x="2205648" y="261748"/>
                  </a:lnTo>
                  <a:lnTo>
                    <a:pt x="2211094" y="261279"/>
                  </a:lnTo>
                  <a:lnTo>
                    <a:pt x="2216540" y="260816"/>
                  </a:lnTo>
                  <a:lnTo>
                    <a:pt x="2221986" y="260364"/>
                  </a:lnTo>
                  <a:lnTo>
                    <a:pt x="2227432" y="259929"/>
                  </a:lnTo>
                  <a:lnTo>
                    <a:pt x="2232878" y="259516"/>
                  </a:lnTo>
                  <a:lnTo>
                    <a:pt x="2238324" y="259134"/>
                  </a:lnTo>
                  <a:lnTo>
                    <a:pt x="2243770" y="258791"/>
                  </a:lnTo>
                  <a:lnTo>
                    <a:pt x="2249216" y="258496"/>
                  </a:lnTo>
                  <a:lnTo>
                    <a:pt x="2254662" y="258263"/>
                  </a:lnTo>
                  <a:lnTo>
                    <a:pt x="2260108" y="258103"/>
                  </a:lnTo>
                  <a:lnTo>
                    <a:pt x="2265554" y="258018"/>
                  </a:lnTo>
                  <a:lnTo>
                    <a:pt x="2271000" y="258015"/>
                  </a:lnTo>
                  <a:lnTo>
                    <a:pt x="2276446" y="258097"/>
                  </a:lnTo>
                  <a:lnTo>
                    <a:pt x="2281892" y="258267"/>
                  </a:lnTo>
                  <a:lnTo>
                    <a:pt x="2287338" y="258524"/>
                  </a:lnTo>
                  <a:lnTo>
                    <a:pt x="2292784" y="258868"/>
                  </a:lnTo>
                  <a:lnTo>
                    <a:pt x="2298231" y="259301"/>
                  </a:lnTo>
                  <a:lnTo>
                    <a:pt x="2303677" y="259813"/>
                  </a:lnTo>
                  <a:lnTo>
                    <a:pt x="2309123" y="260390"/>
                  </a:lnTo>
                  <a:lnTo>
                    <a:pt x="2314569" y="261022"/>
                  </a:lnTo>
                  <a:lnTo>
                    <a:pt x="2320015" y="261701"/>
                  </a:lnTo>
                  <a:lnTo>
                    <a:pt x="2325461" y="262415"/>
                  </a:lnTo>
                  <a:lnTo>
                    <a:pt x="2330907" y="263157"/>
                  </a:lnTo>
                  <a:lnTo>
                    <a:pt x="2336353" y="263915"/>
                  </a:lnTo>
                  <a:lnTo>
                    <a:pt x="2341799" y="264684"/>
                  </a:lnTo>
                  <a:lnTo>
                    <a:pt x="2347245" y="265455"/>
                  </a:lnTo>
                  <a:lnTo>
                    <a:pt x="2352691" y="266223"/>
                  </a:lnTo>
                  <a:lnTo>
                    <a:pt x="2358137" y="266984"/>
                  </a:lnTo>
                  <a:lnTo>
                    <a:pt x="2363583" y="267738"/>
                  </a:lnTo>
                  <a:lnTo>
                    <a:pt x="2369029" y="268485"/>
                  </a:lnTo>
                  <a:lnTo>
                    <a:pt x="2374475" y="269223"/>
                  </a:lnTo>
                  <a:lnTo>
                    <a:pt x="2379921" y="269954"/>
                  </a:lnTo>
                  <a:lnTo>
                    <a:pt x="2385367" y="270680"/>
                  </a:lnTo>
                  <a:lnTo>
                    <a:pt x="2390813" y="271401"/>
                  </a:lnTo>
                  <a:lnTo>
                    <a:pt x="2396259" y="272120"/>
                  </a:lnTo>
                  <a:lnTo>
                    <a:pt x="2401705" y="272836"/>
                  </a:lnTo>
                  <a:lnTo>
                    <a:pt x="2407151" y="273550"/>
                  </a:lnTo>
                  <a:lnTo>
                    <a:pt x="2412597" y="274260"/>
                  </a:lnTo>
                  <a:lnTo>
                    <a:pt x="2418043" y="274965"/>
                  </a:lnTo>
                  <a:lnTo>
                    <a:pt x="2423490" y="275664"/>
                  </a:lnTo>
                  <a:lnTo>
                    <a:pt x="2428936" y="276352"/>
                  </a:lnTo>
                  <a:lnTo>
                    <a:pt x="2434382" y="277026"/>
                  </a:lnTo>
                  <a:lnTo>
                    <a:pt x="2439828" y="277686"/>
                  </a:lnTo>
                  <a:lnTo>
                    <a:pt x="2445274" y="278326"/>
                  </a:lnTo>
                  <a:lnTo>
                    <a:pt x="2450720" y="278946"/>
                  </a:lnTo>
                  <a:lnTo>
                    <a:pt x="2456166" y="279542"/>
                  </a:lnTo>
                  <a:lnTo>
                    <a:pt x="2461612" y="280112"/>
                  </a:lnTo>
                  <a:lnTo>
                    <a:pt x="2467058" y="280654"/>
                  </a:lnTo>
                  <a:lnTo>
                    <a:pt x="2472504" y="281162"/>
                  </a:lnTo>
                  <a:lnTo>
                    <a:pt x="2477950" y="281639"/>
                  </a:lnTo>
                  <a:lnTo>
                    <a:pt x="2483396" y="282085"/>
                  </a:lnTo>
                  <a:lnTo>
                    <a:pt x="2488842" y="282499"/>
                  </a:lnTo>
                  <a:lnTo>
                    <a:pt x="2494288" y="282880"/>
                  </a:lnTo>
                  <a:lnTo>
                    <a:pt x="2499734" y="283230"/>
                  </a:lnTo>
                  <a:lnTo>
                    <a:pt x="2505180" y="283547"/>
                  </a:lnTo>
                  <a:lnTo>
                    <a:pt x="2510626" y="283831"/>
                  </a:lnTo>
                  <a:lnTo>
                    <a:pt x="2516072" y="284079"/>
                  </a:lnTo>
                  <a:lnTo>
                    <a:pt x="2521518" y="284296"/>
                  </a:lnTo>
                  <a:lnTo>
                    <a:pt x="2526964" y="284483"/>
                  </a:lnTo>
                  <a:lnTo>
                    <a:pt x="2532410" y="284639"/>
                  </a:lnTo>
                  <a:lnTo>
                    <a:pt x="2537856" y="284767"/>
                  </a:lnTo>
                  <a:lnTo>
                    <a:pt x="2543303" y="284867"/>
                  </a:lnTo>
                  <a:lnTo>
                    <a:pt x="2548749" y="284939"/>
                  </a:lnTo>
                  <a:lnTo>
                    <a:pt x="2554195" y="284986"/>
                  </a:lnTo>
                  <a:lnTo>
                    <a:pt x="2559641" y="285006"/>
                  </a:lnTo>
                  <a:lnTo>
                    <a:pt x="2565087" y="285004"/>
                  </a:lnTo>
                  <a:lnTo>
                    <a:pt x="2570533" y="284984"/>
                  </a:lnTo>
                  <a:lnTo>
                    <a:pt x="2575979" y="284946"/>
                  </a:lnTo>
                  <a:lnTo>
                    <a:pt x="2581425" y="284895"/>
                  </a:lnTo>
                  <a:lnTo>
                    <a:pt x="2586871" y="284832"/>
                  </a:lnTo>
                  <a:lnTo>
                    <a:pt x="2592317" y="284760"/>
                  </a:lnTo>
                  <a:lnTo>
                    <a:pt x="2597763" y="284684"/>
                  </a:lnTo>
                  <a:lnTo>
                    <a:pt x="2603209" y="284606"/>
                  </a:lnTo>
                  <a:lnTo>
                    <a:pt x="2608655" y="284530"/>
                  </a:lnTo>
                  <a:lnTo>
                    <a:pt x="2614101" y="284461"/>
                  </a:lnTo>
                  <a:lnTo>
                    <a:pt x="2619547" y="284399"/>
                  </a:lnTo>
                  <a:lnTo>
                    <a:pt x="2624993" y="284348"/>
                  </a:lnTo>
                  <a:lnTo>
                    <a:pt x="2630439" y="284310"/>
                  </a:lnTo>
                  <a:lnTo>
                    <a:pt x="2635885" y="284286"/>
                  </a:lnTo>
                  <a:lnTo>
                    <a:pt x="2641331" y="284280"/>
                  </a:lnTo>
                  <a:lnTo>
                    <a:pt x="2646777" y="284291"/>
                  </a:lnTo>
                  <a:lnTo>
                    <a:pt x="2652223" y="284319"/>
                  </a:lnTo>
                  <a:lnTo>
                    <a:pt x="2657669" y="284362"/>
                  </a:lnTo>
                  <a:lnTo>
                    <a:pt x="2663116" y="284419"/>
                  </a:lnTo>
                  <a:lnTo>
                    <a:pt x="2668562" y="284489"/>
                  </a:lnTo>
                  <a:lnTo>
                    <a:pt x="2674008" y="284569"/>
                  </a:lnTo>
                  <a:lnTo>
                    <a:pt x="2679454" y="284658"/>
                  </a:lnTo>
                  <a:lnTo>
                    <a:pt x="2684900" y="284753"/>
                  </a:lnTo>
                  <a:lnTo>
                    <a:pt x="2690346" y="284851"/>
                  </a:lnTo>
                  <a:lnTo>
                    <a:pt x="2695792" y="284950"/>
                  </a:lnTo>
                  <a:lnTo>
                    <a:pt x="2701238" y="285048"/>
                  </a:lnTo>
                  <a:lnTo>
                    <a:pt x="2706684" y="285142"/>
                  </a:lnTo>
                  <a:lnTo>
                    <a:pt x="2712130" y="285232"/>
                  </a:lnTo>
                  <a:lnTo>
                    <a:pt x="2717576" y="285317"/>
                  </a:lnTo>
                  <a:lnTo>
                    <a:pt x="2723022" y="285394"/>
                  </a:lnTo>
                  <a:lnTo>
                    <a:pt x="2728468" y="285463"/>
                  </a:lnTo>
                  <a:lnTo>
                    <a:pt x="2733914" y="285525"/>
                  </a:lnTo>
                  <a:lnTo>
                    <a:pt x="2739360" y="285579"/>
                  </a:lnTo>
                  <a:lnTo>
                    <a:pt x="2744806" y="285625"/>
                  </a:lnTo>
                  <a:lnTo>
                    <a:pt x="2750252" y="285665"/>
                  </a:lnTo>
                  <a:lnTo>
                    <a:pt x="2755698" y="285699"/>
                  </a:lnTo>
                  <a:lnTo>
                    <a:pt x="2761144" y="285727"/>
                  </a:lnTo>
                  <a:lnTo>
                    <a:pt x="2766590" y="285749"/>
                  </a:lnTo>
                  <a:lnTo>
                    <a:pt x="2772036" y="285767"/>
                  </a:lnTo>
                  <a:lnTo>
                    <a:pt x="2777482" y="285782"/>
                  </a:lnTo>
                  <a:lnTo>
                    <a:pt x="2782929" y="285793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957616" y="3585834"/>
              <a:ext cx="2782929" cy="187815"/>
            </a:xfrm>
            <a:custGeom>
              <a:avLst/>
              <a:pathLst>
                <a:path w="2782929" h="187815">
                  <a:moveTo>
                    <a:pt x="0" y="187815"/>
                  </a:moveTo>
                  <a:lnTo>
                    <a:pt x="5446" y="187815"/>
                  </a:lnTo>
                  <a:lnTo>
                    <a:pt x="10892" y="187815"/>
                  </a:lnTo>
                  <a:lnTo>
                    <a:pt x="16338" y="187815"/>
                  </a:lnTo>
                  <a:lnTo>
                    <a:pt x="21784" y="187815"/>
                  </a:lnTo>
                  <a:lnTo>
                    <a:pt x="27230" y="187815"/>
                  </a:lnTo>
                  <a:lnTo>
                    <a:pt x="32676" y="187815"/>
                  </a:lnTo>
                  <a:lnTo>
                    <a:pt x="38122" y="187815"/>
                  </a:lnTo>
                  <a:lnTo>
                    <a:pt x="43568" y="187815"/>
                  </a:lnTo>
                  <a:lnTo>
                    <a:pt x="49014" y="187815"/>
                  </a:lnTo>
                  <a:lnTo>
                    <a:pt x="54460" y="187814"/>
                  </a:lnTo>
                  <a:lnTo>
                    <a:pt x="59906" y="187814"/>
                  </a:lnTo>
                  <a:lnTo>
                    <a:pt x="65352" y="187813"/>
                  </a:lnTo>
                  <a:lnTo>
                    <a:pt x="70798" y="187813"/>
                  </a:lnTo>
                  <a:lnTo>
                    <a:pt x="76244" y="187812"/>
                  </a:lnTo>
                  <a:lnTo>
                    <a:pt x="81690" y="187811"/>
                  </a:lnTo>
                  <a:lnTo>
                    <a:pt x="87136" y="187810"/>
                  </a:lnTo>
                  <a:lnTo>
                    <a:pt x="92582" y="187808"/>
                  </a:lnTo>
                  <a:lnTo>
                    <a:pt x="98028" y="187806"/>
                  </a:lnTo>
                  <a:lnTo>
                    <a:pt x="103474" y="187804"/>
                  </a:lnTo>
                  <a:lnTo>
                    <a:pt x="108920" y="187801"/>
                  </a:lnTo>
                  <a:lnTo>
                    <a:pt x="114366" y="187797"/>
                  </a:lnTo>
                  <a:lnTo>
                    <a:pt x="119812" y="187792"/>
                  </a:lnTo>
                  <a:lnTo>
                    <a:pt x="125259" y="187787"/>
                  </a:lnTo>
                  <a:lnTo>
                    <a:pt x="130705" y="187780"/>
                  </a:lnTo>
                  <a:lnTo>
                    <a:pt x="136151" y="187771"/>
                  </a:lnTo>
                  <a:lnTo>
                    <a:pt x="141597" y="187761"/>
                  </a:lnTo>
                  <a:lnTo>
                    <a:pt x="147043" y="187749"/>
                  </a:lnTo>
                  <a:lnTo>
                    <a:pt x="152489" y="187734"/>
                  </a:lnTo>
                  <a:lnTo>
                    <a:pt x="157935" y="187717"/>
                  </a:lnTo>
                  <a:lnTo>
                    <a:pt x="163381" y="187696"/>
                  </a:lnTo>
                  <a:lnTo>
                    <a:pt x="168827" y="187672"/>
                  </a:lnTo>
                  <a:lnTo>
                    <a:pt x="174273" y="187643"/>
                  </a:lnTo>
                  <a:lnTo>
                    <a:pt x="179719" y="187609"/>
                  </a:lnTo>
                  <a:lnTo>
                    <a:pt x="185165" y="187570"/>
                  </a:lnTo>
                  <a:lnTo>
                    <a:pt x="190611" y="187525"/>
                  </a:lnTo>
                  <a:lnTo>
                    <a:pt x="196057" y="187474"/>
                  </a:lnTo>
                  <a:lnTo>
                    <a:pt x="201503" y="187413"/>
                  </a:lnTo>
                  <a:lnTo>
                    <a:pt x="206949" y="187343"/>
                  </a:lnTo>
                  <a:lnTo>
                    <a:pt x="212395" y="187265"/>
                  </a:lnTo>
                  <a:lnTo>
                    <a:pt x="217841" y="187177"/>
                  </a:lnTo>
                  <a:lnTo>
                    <a:pt x="223287" y="187078"/>
                  </a:lnTo>
                  <a:lnTo>
                    <a:pt x="228733" y="186964"/>
                  </a:lnTo>
                  <a:lnTo>
                    <a:pt x="234179" y="186837"/>
                  </a:lnTo>
                  <a:lnTo>
                    <a:pt x="239625" y="186697"/>
                  </a:lnTo>
                  <a:lnTo>
                    <a:pt x="245072" y="186542"/>
                  </a:lnTo>
                  <a:lnTo>
                    <a:pt x="250518" y="186372"/>
                  </a:lnTo>
                  <a:lnTo>
                    <a:pt x="255964" y="186184"/>
                  </a:lnTo>
                  <a:lnTo>
                    <a:pt x="261410" y="185977"/>
                  </a:lnTo>
                  <a:lnTo>
                    <a:pt x="266856" y="185753"/>
                  </a:lnTo>
                  <a:lnTo>
                    <a:pt x="272302" y="185512"/>
                  </a:lnTo>
                  <a:lnTo>
                    <a:pt x="277748" y="185253"/>
                  </a:lnTo>
                  <a:lnTo>
                    <a:pt x="283194" y="184974"/>
                  </a:lnTo>
                  <a:lnTo>
                    <a:pt x="288640" y="184674"/>
                  </a:lnTo>
                  <a:lnTo>
                    <a:pt x="294086" y="184357"/>
                  </a:lnTo>
                  <a:lnTo>
                    <a:pt x="299532" y="184023"/>
                  </a:lnTo>
                  <a:lnTo>
                    <a:pt x="304978" y="183672"/>
                  </a:lnTo>
                  <a:lnTo>
                    <a:pt x="310424" y="183305"/>
                  </a:lnTo>
                  <a:lnTo>
                    <a:pt x="315870" y="182920"/>
                  </a:lnTo>
                  <a:lnTo>
                    <a:pt x="321316" y="182522"/>
                  </a:lnTo>
                  <a:lnTo>
                    <a:pt x="326762" y="182112"/>
                  </a:lnTo>
                  <a:lnTo>
                    <a:pt x="332208" y="181692"/>
                  </a:lnTo>
                  <a:lnTo>
                    <a:pt x="337654" y="181263"/>
                  </a:lnTo>
                  <a:lnTo>
                    <a:pt x="343100" y="180826"/>
                  </a:lnTo>
                  <a:lnTo>
                    <a:pt x="348546" y="180385"/>
                  </a:lnTo>
                  <a:lnTo>
                    <a:pt x="353992" y="179942"/>
                  </a:lnTo>
                  <a:lnTo>
                    <a:pt x="359438" y="179498"/>
                  </a:lnTo>
                  <a:lnTo>
                    <a:pt x="364885" y="179056"/>
                  </a:lnTo>
                  <a:lnTo>
                    <a:pt x="370331" y="178620"/>
                  </a:lnTo>
                  <a:lnTo>
                    <a:pt x="375777" y="178191"/>
                  </a:lnTo>
                  <a:lnTo>
                    <a:pt x="381223" y="177772"/>
                  </a:lnTo>
                  <a:lnTo>
                    <a:pt x="386669" y="177363"/>
                  </a:lnTo>
                  <a:lnTo>
                    <a:pt x="392115" y="176966"/>
                  </a:lnTo>
                  <a:lnTo>
                    <a:pt x="397561" y="176587"/>
                  </a:lnTo>
                  <a:lnTo>
                    <a:pt x="403007" y="176227"/>
                  </a:lnTo>
                  <a:lnTo>
                    <a:pt x="408453" y="175885"/>
                  </a:lnTo>
                  <a:lnTo>
                    <a:pt x="413899" y="175562"/>
                  </a:lnTo>
                  <a:lnTo>
                    <a:pt x="419345" y="175259"/>
                  </a:lnTo>
                  <a:lnTo>
                    <a:pt x="424791" y="174980"/>
                  </a:lnTo>
                  <a:lnTo>
                    <a:pt x="430237" y="174728"/>
                  </a:lnTo>
                  <a:lnTo>
                    <a:pt x="435683" y="174500"/>
                  </a:lnTo>
                  <a:lnTo>
                    <a:pt x="441129" y="174294"/>
                  </a:lnTo>
                  <a:lnTo>
                    <a:pt x="446575" y="174112"/>
                  </a:lnTo>
                  <a:lnTo>
                    <a:pt x="452021" y="173954"/>
                  </a:lnTo>
                  <a:lnTo>
                    <a:pt x="457467" y="173827"/>
                  </a:lnTo>
                  <a:lnTo>
                    <a:pt x="462913" y="173723"/>
                  </a:lnTo>
                  <a:lnTo>
                    <a:pt x="468359" y="173643"/>
                  </a:lnTo>
                  <a:lnTo>
                    <a:pt x="473805" y="173586"/>
                  </a:lnTo>
                  <a:lnTo>
                    <a:pt x="479251" y="173551"/>
                  </a:lnTo>
                  <a:lnTo>
                    <a:pt x="484698" y="173544"/>
                  </a:lnTo>
                  <a:lnTo>
                    <a:pt x="490144" y="173560"/>
                  </a:lnTo>
                  <a:lnTo>
                    <a:pt x="495590" y="173597"/>
                  </a:lnTo>
                  <a:lnTo>
                    <a:pt x="501036" y="173654"/>
                  </a:lnTo>
                  <a:lnTo>
                    <a:pt x="506482" y="173731"/>
                  </a:lnTo>
                  <a:lnTo>
                    <a:pt x="511928" y="173830"/>
                  </a:lnTo>
                  <a:lnTo>
                    <a:pt x="517374" y="173949"/>
                  </a:lnTo>
                  <a:lnTo>
                    <a:pt x="522820" y="174085"/>
                  </a:lnTo>
                  <a:lnTo>
                    <a:pt x="528266" y="174238"/>
                  </a:lnTo>
                  <a:lnTo>
                    <a:pt x="533712" y="174406"/>
                  </a:lnTo>
                  <a:lnTo>
                    <a:pt x="539158" y="174590"/>
                  </a:lnTo>
                  <a:lnTo>
                    <a:pt x="544604" y="174789"/>
                  </a:lnTo>
                  <a:lnTo>
                    <a:pt x="550050" y="174999"/>
                  </a:lnTo>
                  <a:lnTo>
                    <a:pt x="555496" y="175220"/>
                  </a:lnTo>
                  <a:lnTo>
                    <a:pt x="560942" y="175450"/>
                  </a:lnTo>
                  <a:lnTo>
                    <a:pt x="566388" y="175688"/>
                  </a:lnTo>
                  <a:lnTo>
                    <a:pt x="571834" y="175934"/>
                  </a:lnTo>
                  <a:lnTo>
                    <a:pt x="577280" y="176183"/>
                  </a:lnTo>
                  <a:lnTo>
                    <a:pt x="582726" y="176434"/>
                  </a:lnTo>
                  <a:lnTo>
                    <a:pt x="588172" y="176687"/>
                  </a:lnTo>
                  <a:lnTo>
                    <a:pt x="593618" y="176938"/>
                  </a:lnTo>
                  <a:lnTo>
                    <a:pt x="599064" y="177186"/>
                  </a:lnTo>
                  <a:lnTo>
                    <a:pt x="604510" y="177428"/>
                  </a:lnTo>
                  <a:lnTo>
                    <a:pt x="609957" y="177663"/>
                  </a:lnTo>
                  <a:lnTo>
                    <a:pt x="615403" y="177890"/>
                  </a:lnTo>
                  <a:lnTo>
                    <a:pt x="620849" y="178106"/>
                  </a:lnTo>
                  <a:lnTo>
                    <a:pt x="626295" y="178309"/>
                  </a:lnTo>
                  <a:lnTo>
                    <a:pt x="631741" y="178496"/>
                  </a:lnTo>
                  <a:lnTo>
                    <a:pt x="637187" y="178669"/>
                  </a:lnTo>
                  <a:lnTo>
                    <a:pt x="642633" y="178826"/>
                  </a:lnTo>
                  <a:lnTo>
                    <a:pt x="648079" y="178966"/>
                  </a:lnTo>
                  <a:lnTo>
                    <a:pt x="653525" y="179086"/>
                  </a:lnTo>
                  <a:lnTo>
                    <a:pt x="658971" y="179184"/>
                  </a:lnTo>
                  <a:lnTo>
                    <a:pt x="664417" y="179263"/>
                  </a:lnTo>
                  <a:lnTo>
                    <a:pt x="669863" y="179323"/>
                  </a:lnTo>
                  <a:lnTo>
                    <a:pt x="675309" y="179363"/>
                  </a:lnTo>
                  <a:lnTo>
                    <a:pt x="680755" y="179383"/>
                  </a:lnTo>
                  <a:lnTo>
                    <a:pt x="686201" y="179380"/>
                  </a:lnTo>
                  <a:lnTo>
                    <a:pt x="691647" y="179359"/>
                  </a:lnTo>
                  <a:lnTo>
                    <a:pt x="697093" y="179321"/>
                  </a:lnTo>
                  <a:lnTo>
                    <a:pt x="702539" y="179266"/>
                  </a:lnTo>
                  <a:lnTo>
                    <a:pt x="707985" y="179195"/>
                  </a:lnTo>
                  <a:lnTo>
                    <a:pt x="713431" y="179106"/>
                  </a:lnTo>
                  <a:lnTo>
                    <a:pt x="718877" y="179004"/>
                  </a:lnTo>
                  <a:lnTo>
                    <a:pt x="724323" y="178891"/>
                  </a:lnTo>
                  <a:lnTo>
                    <a:pt x="729770" y="178767"/>
                  </a:lnTo>
                  <a:lnTo>
                    <a:pt x="735216" y="178635"/>
                  </a:lnTo>
                  <a:lnTo>
                    <a:pt x="740662" y="178495"/>
                  </a:lnTo>
                  <a:lnTo>
                    <a:pt x="746108" y="178349"/>
                  </a:lnTo>
                  <a:lnTo>
                    <a:pt x="751554" y="178200"/>
                  </a:lnTo>
                  <a:lnTo>
                    <a:pt x="757000" y="178049"/>
                  </a:lnTo>
                  <a:lnTo>
                    <a:pt x="762446" y="177898"/>
                  </a:lnTo>
                  <a:lnTo>
                    <a:pt x="767892" y="177747"/>
                  </a:lnTo>
                  <a:lnTo>
                    <a:pt x="773338" y="177600"/>
                  </a:lnTo>
                  <a:lnTo>
                    <a:pt x="778784" y="177456"/>
                  </a:lnTo>
                  <a:lnTo>
                    <a:pt x="784230" y="177317"/>
                  </a:lnTo>
                  <a:lnTo>
                    <a:pt x="789676" y="177184"/>
                  </a:lnTo>
                  <a:lnTo>
                    <a:pt x="795122" y="177059"/>
                  </a:lnTo>
                  <a:lnTo>
                    <a:pt x="800568" y="176943"/>
                  </a:lnTo>
                  <a:lnTo>
                    <a:pt x="806014" y="176836"/>
                  </a:lnTo>
                  <a:lnTo>
                    <a:pt x="811460" y="176737"/>
                  </a:lnTo>
                  <a:lnTo>
                    <a:pt x="816906" y="176648"/>
                  </a:lnTo>
                  <a:lnTo>
                    <a:pt x="822352" y="176568"/>
                  </a:lnTo>
                  <a:lnTo>
                    <a:pt x="827798" y="176500"/>
                  </a:lnTo>
                  <a:lnTo>
                    <a:pt x="833244" y="176441"/>
                  </a:lnTo>
                  <a:lnTo>
                    <a:pt x="838690" y="176391"/>
                  </a:lnTo>
                  <a:lnTo>
                    <a:pt x="844136" y="176348"/>
                  </a:lnTo>
                  <a:lnTo>
                    <a:pt x="849583" y="176314"/>
                  </a:lnTo>
                  <a:lnTo>
                    <a:pt x="855029" y="176288"/>
                  </a:lnTo>
                  <a:lnTo>
                    <a:pt x="860475" y="176268"/>
                  </a:lnTo>
                  <a:lnTo>
                    <a:pt x="865921" y="176252"/>
                  </a:lnTo>
                  <a:lnTo>
                    <a:pt x="871367" y="176241"/>
                  </a:lnTo>
                  <a:lnTo>
                    <a:pt x="876813" y="176231"/>
                  </a:lnTo>
                  <a:lnTo>
                    <a:pt x="882259" y="176224"/>
                  </a:lnTo>
                  <a:lnTo>
                    <a:pt x="887705" y="176216"/>
                  </a:lnTo>
                  <a:lnTo>
                    <a:pt x="893151" y="176207"/>
                  </a:lnTo>
                  <a:lnTo>
                    <a:pt x="898597" y="176195"/>
                  </a:lnTo>
                  <a:lnTo>
                    <a:pt x="904043" y="176180"/>
                  </a:lnTo>
                  <a:lnTo>
                    <a:pt x="909489" y="176160"/>
                  </a:lnTo>
                  <a:lnTo>
                    <a:pt x="914935" y="176134"/>
                  </a:lnTo>
                  <a:lnTo>
                    <a:pt x="920381" y="176100"/>
                  </a:lnTo>
                  <a:lnTo>
                    <a:pt x="925827" y="176060"/>
                  </a:lnTo>
                  <a:lnTo>
                    <a:pt x="931273" y="176013"/>
                  </a:lnTo>
                  <a:lnTo>
                    <a:pt x="936719" y="175957"/>
                  </a:lnTo>
                  <a:lnTo>
                    <a:pt x="942165" y="175891"/>
                  </a:lnTo>
                  <a:lnTo>
                    <a:pt x="947611" y="175818"/>
                  </a:lnTo>
                  <a:lnTo>
                    <a:pt x="953057" y="175737"/>
                  </a:lnTo>
                  <a:lnTo>
                    <a:pt x="958503" y="175649"/>
                  </a:lnTo>
                  <a:lnTo>
                    <a:pt x="963949" y="175553"/>
                  </a:lnTo>
                  <a:lnTo>
                    <a:pt x="969396" y="175450"/>
                  </a:lnTo>
                  <a:lnTo>
                    <a:pt x="974842" y="175343"/>
                  </a:lnTo>
                  <a:lnTo>
                    <a:pt x="980288" y="175231"/>
                  </a:lnTo>
                  <a:lnTo>
                    <a:pt x="985734" y="175116"/>
                  </a:lnTo>
                  <a:lnTo>
                    <a:pt x="991180" y="174999"/>
                  </a:lnTo>
                  <a:lnTo>
                    <a:pt x="996626" y="174881"/>
                  </a:lnTo>
                  <a:lnTo>
                    <a:pt x="1002072" y="174763"/>
                  </a:lnTo>
                  <a:lnTo>
                    <a:pt x="1007518" y="174647"/>
                  </a:lnTo>
                  <a:lnTo>
                    <a:pt x="1012964" y="174533"/>
                  </a:lnTo>
                  <a:lnTo>
                    <a:pt x="1018410" y="174422"/>
                  </a:lnTo>
                  <a:lnTo>
                    <a:pt x="1023856" y="174316"/>
                  </a:lnTo>
                  <a:lnTo>
                    <a:pt x="1029302" y="174215"/>
                  </a:lnTo>
                  <a:lnTo>
                    <a:pt x="1034748" y="174119"/>
                  </a:lnTo>
                  <a:lnTo>
                    <a:pt x="1040194" y="174028"/>
                  </a:lnTo>
                  <a:lnTo>
                    <a:pt x="1045640" y="173942"/>
                  </a:lnTo>
                  <a:lnTo>
                    <a:pt x="1051086" y="173862"/>
                  </a:lnTo>
                  <a:lnTo>
                    <a:pt x="1056532" y="173786"/>
                  </a:lnTo>
                  <a:lnTo>
                    <a:pt x="1061978" y="173712"/>
                  </a:lnTo>
                  <a:lnTo>
                    <a:pt x="1067424" y="173641"/>
                  </a:lnTo>
                  <a:lnTo>
                    <a:pt x="1072870" y="173571"/>
                  </a:lnTo>
                  <a:lnTo>
                    <a:pt x="1078316" y="173499"/>
                  </a:lnTo>
                  <a:lnTo>
                    <a:pt x="1083762" y="173424"/>
                  </a:lnTo>
                  <a:lnTo>
                    <a:pt x="1089209" y="173344"/>
                  </a:lnTo>
                  <a:lnTo>
                    <a:pt x="1094655" y="173256"/>
                  </a:lnTo>
                  <a:lnTo>
                    <a:pt x="1100101" y="173159"/>
                  </a:lnTo>
                  <a:lnTo>
                    <a:pt x="1105547" y="173051"/>
                  </a:lnTo>
                  <a:lnTo>
                    <a:pt x="1110993" y="172925"/>
                  </a:lnTo>
                  <a:lnTo>
                    <a:pt x="1116439" y="172781"/>
                  </a:lnTo>
                  <a:lnTo>
                    <a:pt x="1121885" y="172619"/>
                  </a:lnTo>
                  <a:lnTo>
                    <a:pt x="1127331" y="172435"/>
                  </a:lnTo>
                  <a:lnTo>
                    <a:pt x="1132777" y="172229"/>
                  </a:lnTo>
                  <a:lnTo>
                    <a:pt x="1138223" y="171994"/>
                  </a:lnTo>
                  <a:lnTo>
                    <a:pt x="1143669" y="171729"/>
                  </a:lnTo>
                  <a:lnTo>
                    <a:pt x="1149115" y="171436"/>
                  </a:lnTo>
                  <a:lnTo>
                    <a:pt x="1154561" y="171114"/>
                  </a:lnTo>
                  <a:lnTo>
                    <a:pt x="1160007" y="170764"/>
                  </a:lnTo>
                  <a:lnTo>
                    <a:pt x="1165453" y="170380"/>
                  </a:lnTo>
                  <a:lnTo>
                    <a:pt x="1170899" y="169961"/>
                  </a:lnTo>
                  <a:lnTo>
                    <a:pt x="1176345" y="169512"/>
                  </a:lnTo>
                  <a:lnTo>
                    <a:pt x="1181791" y="169034"/>
                  </a:lnTo>
                  <a:lnTo>
                    <a:pt x="1187237" y="168529"/>
                  </a:lnTo>
                  <a:lnTo>
                    <a:pt x="1192683" y="167996"/>
                  </a:lnTo>
                  <a:lnTo>
                    <a:pt x="1198129" y="167430"/>
                  </a:lnTo>
                  <a:lnTo>
                    <a:pt x="1203575" y="166842"/>
                  </a:lnTo>
                  <a:lnTo>
                    <a:pt x="1209021" y="166231"/>
                  </a:lnTo>
                  <a:lnTo>
                    <a:pt x="1214468" y="165601"/>
                  </a:lnTo>
                  <a:lnTo>
                    <a:pt x="1219914" y="164951"/>
                  </a:lnTo>
                  <a:lnTo>
                    <a:pt x="1225360" y="164281"/>
                  </a:lnTo>
                  <a:lnTo>
                    <a:pt x="1230806" y="163596"/>
                  </a:lnTo>
                  <a:lnTo>
                    <a:pt x="1236252" y="162899"/>
                  </a:lnTo>
                  <a:lnTo>
                    <a:pt x="1241698" y="162189"/>
                  </a:lnTo>
                  <a:lnTo>
                    <a:pt x="1247144" y="161469"/>
                  </a:lnTo>
                  <a:lnTo>
                    <a:pt x="1252590" y="160737"/>
                  </a:lnTo>
                  <a:lnTo>
                    <a:pt x="1258036" y="159995"/>
                  </a:lnTo>
                  <a:lnTo>
                    <a:pt x="1263482" y="159243"/>
                  </a:lnTo>
                  <a:lnTo>
                    <a:pt x="1268928" y="158482"/>
                  </a:lnTo>
                  <a:lnTo>
                    <a:pt x="1274374" y="157710"/>
                  </a:lnTo>
                  <a:lnTo>
                    <a:pt x="1279820" y="156925"/>
                  </a:lnTo>
                  <a:lnTo>
                    <a:pt x="1285266" y="156125"/>
                  </a:lnTo>
                  <a:lnTo>
                    <a:pt x="1290712" y="155308"/>
                  </a:lnTo>
                  <a:lnTo>
                    <a:pt x="1296158" y="154473"/>
                  </a:lnTo>
                  <a:lnTo>
                    <a:pt x="1301604" y="153617"/>
                  </a:lnTo>
                  <a:lnTo>
                    <a:pt x="1307050" y="152735"/>
                  </a:lnTo>
                  <a:lnTo>
                    <a:pt x="1312496" y="151817"/>
                  </a:lnTo>
                  <a:lnTo>
                    <a:pt x="1317942" y="150866"/>
                  </a:lnTo>
                  <a:lnTo>
                    <a:pt x="1323388" y="149878"/>
                  </a:lnTo>
                  <a:lnTo>
                    <a:pt x="1328834" y="148847"/>
                  </a:lnTo>
                  <a:lnTo>
                    <a:pt x="1334281" y="147771"/>
                  </a:lnTo>
                  <a:lnTo>
                    <a:pt x="1339727" y="146628"/>
                  </a:lnTo>
                  <a:lnTo>
                    <a:pt x="1345173" y="145426"/>
                  </a:lnTo>
                  <a:lnTo>
                    <a:pt x="1350619" y="144162"/>
                  </a:lnTo>
                  <a:lnTo>
                    <a:pt x="1356065" y="142831"/>
                  </a:lnTo>
                  <a:lnTo>
                    <a:pt x="1361511" y="141428"/>
                  </a:lnTo>
                  <a:lnTo>
                    <a:pt x="1366957" y="139931"/>
                  </a:lnTo>
                  <a:lnTo>
                    <a:pt x="1372403" y="138345"/>
                  </a:lnTo>
                  <a:lnTo>
                    <a:pt x="1377849" y="136672"/>
                  </a:lnTo>
                  <a:lnTo>
                    <a:pt x="1383295" y="134908"/>
                  </a:lnTo>
                  <a:lnTo>
                    <a:pt x="1388741" y="133052"/>
                  </a:lnTo>
                  <a:lnTo>
                    <a:pt x="1394187" y="131083"/>
                  </a:lnTo>
                  <a:lnTo>
                    <a:pt x="1399633" y="128999"/>
                  </a:lnTo>
                  <a:lnTo>
                    <a:pt x="1405079" y="126812"/>
                  </a:lnTo>
                  <a:lnTo>
                    <a:pt x="1410525" y="124520"/>
                  </a:lnTo>
                  <a:lnTo>
                    <a:pt x="1415971" y="122123"/>
                  </a:lnTo>
                  <a:lnTo>
                    <a:pt x="1421417" y="119611"/>
                  </a:lnTo>
                  <a:lnTo>
                    <a:pt x="1426863" y="116970"/>
                  </a:lnTo>
                  <a:lnTo>
                    <a:pt x="1432309" y="114222"/>
                  </a:lnTo>
                  <a:lnTo>
                    <a:pt x="1437755" y="111371"/>
                  </a:lnTo>
                  <a:lnTo>
                    <a:pt x="1443201" y="108418"/>
                  </a:lnTo>
                  <a:lnTo>
                    <a:pt x="1448647" y="105363"/>
                  </a:lnTo>
                  <a:lnTo>
                    <a:pt x="1454094" y="102183"/>
                  </a:lnTo>
                  <a:lnTo>
                    <a:pt x="1459540" y="98911"/>
                  </a:lnTo>
                  <a:lnTo>
                    <a:pt x="1464986" y="95552"/>
                  </a:lnTo>
                  <a:lnTo>
                    <a:pt x="1470432" y="92110"/>
                  </a:lnTo>
                  <a:lnTo>
                    <a:pt x="1475878" y="88590"/>
                  </a:lnTo>
                  <a:lnTo>
                    <a:pt x="1481324" y="84982"/>
                  </a:lnTo>
                  <a:lnTo>
                    <a:pt x="1486770" y="81309"/>
                  </a:lnTo>
                  <a:lnTo>
                    <a:pt x="1492216" y="77581"/>
                  </a:lnTo>
                  <a:lnTo>
                    <a:pt x="1497662" y="73805"/>
                  </a:lnTo>
                  <a:lnTo>
                    <a:pt x="1503108" y="69991"/>
                  </a:lnTo>
                  <a:lnTo>
                    <a:pt x="1508554" y="66141"/>
                  </a:lnTo>
                  <a:lnTo>
                    <a:pt x="1514000" y="62273"/>
                  </a:lnTo>
                  <a:lnTo>
                    <a:pt x="1519446" y="58398"/>
                  </a:lnTo>
                  <a:lnTo>
                    <a:pt x="1524892" y="54529"/>
                  </a:lnTo>
                  <a:lnTo>
                    <a:pt x="1530338" y="50673"/>
                  </a:lnTo>
                  <a:lnTo>
                    <a:pt x="1535784" y="46847"/>
                  </a:lnTo>
                  <a:lnTo>
                    <a:pt x="1541230" y="43072"/>
                  </a:lnTo>
                  <a:lnTo>
                    <a:pt x="1546676" y="39355"/>
                  </a:lnTo>
                  <a:lnTo>
                    <a:pt x="1552122" y="35708"/>
                  </a:lnTo>
                  <a:lnTo>
                    <a:pt x="1557568" y="32144"/>
                  </a:lnTo>
                  <a:lnTo>
                    <a:pt x="1563014" y="28679"/>
                  </a:lnTo>
                  <a:lnTo>
                    <a:pt x="1568460" y="25359"/>
                  </a:lnTo>
                  <a:lnTo>
                    <a:pt x="1573907" y="22172"/>
                  </a:lnTo>
                  <a:lnTo>
                    <a:pt x="1579353" y="19131"/>
                  </a:lnTo>
                  <a:lnTo>
                    <a:pt x="1584799" y="16248"/>
                  </a:lnTo>
                  <a:lnTo>
                    <a:pt x="1590245" y="13537"/>
                  </a:lnTo>
                  <a:lnTo>
                    <a:pt x="1595691" y="11069"/>
                  </a:lnTo>
                  <a:lnTo>
                    <a:pt x="1601137" y="8815"/>
                  </a:lnTo>
                  <a:lnTo>
                    <a:pt x="1606583" y="6781"/>
                  </a:lnTo>
                  <a:lnTo>
                    <a:pt x="1612029" y="4978"/>
                  </a:lnTo>
                  <a:lnTo>
                    <a:pt x="1617475" y="3417"/>
                  </a:lnTo>
                  <a:lnTo>
                    <a:pt x="1622921" y="2162"/>
                  </a:lnTo>
                  <a:lnTo>
                    <a:pt x="1628367" y="1203"/>
                  </a:lnTo>
                  <a:lnTo>
                    <a:pt x="1633813" y="518"/>
                  </a:lnTo>
                  <a:lnTo>
                    <a:pt x="1639259" y="116"/>
                  </a:lnTo>
                  <a:lnTo>
                    <a:pt x="1644705" y="0"/>
                  </a:lnTo>
                  <a:lnTo>
                    <a:pt x="1650151" y="214"/>
                  </a:lnTo>
                  <a:lnTo>
                    <a:pt x="1655597" y="774"/>
                  </a:lnTo>
                  <a:lnTo>
                    <a:pt x="1661043" y="1630"/>
                  </a:lnTo>
                  <a:lnTo>
                    <a:pt x="1666489" y="2780"/>
                  </a:lnTo>
                  <a:lnTo>
                    <a:pt x="1671935" y="4222"/>
                  </a:lnTo>
                  <a:lnTo>
                    <a:pt x="1677381" y="5969"/>
                  </a:lnTo>
                  <a:lnTo>
                    <a:pt x="1682827" y="8066"/>
                  </a:lnTo>
                  <a:lnTo>
                    <a:pt x="1688273" y="10434"/>
                  </a:lnTo>
                  <a:lnTo>
                    <a:pt x="1693720" y="13064"/>
                  </a:lnTo>
                  <a:lnTo>
                    <a:pt x="1699166" y="15946"/>
                  </a:lnTo>
                  <a:lnTo>
                    <a:pt x="1704612" y="19071"/>
                  </a:lnTo>
                  <a:lnTo>
                    <a:pt x="1710058" y="22488"/>
                  </a:lnTo>
                  <a:lnTo>
                    <a:pt x="1715504" y="26113"/>
                  </a:lnTo>
                  <a:lnTo>
                    <a:pt x="1720950" y="29930"/>
                  </a:lnTo>
                  <a:lnTo>
                    <a:pt x="1726396" y="33924"/>
                  </a:lnTo>
                  <a:lnTo>
                    <a:pt x="1731842" y="38081"/>
                  </a:lnTo>
                  <a:lnTo>
                    <a:pt x="1737288" y="42411"/>
                  </a:lnTo>
                  <a:lnTo>
                    <a:pt x="1742734" y="46869"/>
                  </a:lnTo>
                  <a:lnTo>
                    <a:pt x="1748180" y="51428"/>
                  </a:lnTo>
                  <a:lnTo>
                    <a:pt x="1753626" y="56070"/>
                  </a:lnTo>
                  <a:lnTo>
                    <a:pt x="1759072" y="60780"/>
                  </a:lnTo>
                  <a:lnTo>
                    <a:pt x="1764518" y="65547"/>
                  </a:lnTo>
                  <a:lnTo>
                    <a:pt x="1769964" y="70343"/>
                  </a:lnTo>
                  <a:lnTo>
                    <a:pt x="1775410" y="75148"/>
                  </a:lnTo>
                  <a:lnTo>
                    <a:pt x="1780856" y="79946"/>
                  </a:lnTo>
                  <a:lnTo>
                    <a:pt x="1786302" y="84724"/>
                  </a:lnTo>
                  <a:lnTo>
                    <a:pt x="1791748" y="89465"/>
                  </a:lnTo>
                  <a:lnTo>
                    <a:pt x="1797194" y="94141"/>
                  </a:lnTo>
                  <a:lnTo>
                    <a:pt x="1802640" y="98751"/>
                  </a:lnTo>
                  <a:lnTo>
                    <a:pt x="1808086" y="103283"/>
                  </a:lnTo>
                  <a:lnTo>
                    <a:pt x="1813532" y="107730"/>
                  </a:lnTo>
                  <a:lnTo>
                    <a:pt x="1818979" y="112079"/>
                  </a:lnTo>
                  <a:lnTo>
                    <a:pt x="1824425" y="116292"/>
                  </a:lnTo>
                  <a:lnTo>
                    <a:pt x="1829871" y="120389"/>
                  </a:lnTo>
                  <a:lnTo>
                    <a:pt x="1835317" y="124366"/>
                  </a:lnTo>
                  <a:lnTo>
                    <a:pt x="1840763" y="128219"/>
                  </a:lnTo>
                  <a:lnTo>
                    <a:pt x="1846209" y="131943"/>
                  </a:lnTo>
                  <a:lnTo>
                    <a:pt x="1851655" y="135500"/>
                  </a:lnTo>
                  <a:lnTo>
                    <a:pt x="1857101" y="138915"/>
                  </a:lnTo>
                  <a:lnTo>
                    <a:pt x="1862547" y="142192"/>
                  </a:lnTo>
                  <a:lnTo>
                    <a:pt x="1867993" y="145332"/>
                  </a:lnTo>
                  <a:lnTo>
                    <a:pt x="1873439" y="148335"/>
                  </a:lnTo>
                  <a:lnTo>
                    <a:pt x="1878885" y="151175"/>
                  </a:lnTo>
                  <a:lnTo>
                    <a:pt x="1884331" y="153863"/>
                  </a:lnTo>
                  <a:lnTo>
                    <a:pt x="1889777" y="156417"/>
                  </a:lnTo>
                  <a:lnTo>
                    <a:pt x="1895223" y="158839"/>
                  </a:lnTo>
                  <a:lnTo>
                    <a:pt x="1900669" y="161131"/>
                  </a:lnTo>
                  <a:lnTo>
                    <a:pt x="1906115" y="163283"/>
                  </a:lnTo>
                  <a:lnTo>
                    <a:pt x="1911561" y="165287"/>
                  </a:lnTo>
                  <a:lnTo>
                    <a:pt x="1917007" y="167172"/>
                  </a:lnTo>
                  <a:lnTo>
                    <a:pt x="1922453" y="168942"/>
                  </a:lnTo>
                  <a:lnTo>
                    <a:pt x="1927899" y="170599"/>
                  </a:lnTo>
                  <a:lnTo>
                    <a:pt x="1933345" y="172144"/>
                  </a:lnTo>
                  <a:lnTo>
                    <a:pt x="1938792" y="173556"/>
                  </a:lnTo>
                  <a:lnTo>
                    <a:pt x="1944238" y="174871"/>
                  </a:lnTo>
                  <a:lnTo>
                    <a:pt x="1949684" y="176090"/>
                  </a:lnTo>
                  <a:lnTo>
                    <a:pt x="1955130" y="177219"/>
                  </a:lnTo>
                  <a:lnTo>
                    <a:pt x="1960576" y="178260"/>
                  </a:lnTo>
                  <a:lnTo>
                    <a:pt x="1966022" y="179197"/>
                  </a:lnTo>
                  <a:lnTo>
                    <a:pt x="1971468" y="180054"/>
                  </a:lnTo>
                  <a:lnTo>
                    <a:pt x="1976914" y="180839"/>
                  </a:lnTo>
                  <a:lnTo>
                    <a:pt x="1982360" y="181555"/>
                  </a:lnTo>
                  <a:lnTo>
                    <a:pt x="1987806" y="182206"/>
                  </a:lnTo>
                  <a:lnTo>
                    <a:pt x="1993252" y="182783"/>
                  </a:lnTo>
                  <a:lnTo>
                    <a:pt x="1998698" y="183299"/>
                  </a:lnTo>
                  <a:lnTo>
                    <a:pt x="2004144" y="183764"/>
                  </a:lnTo>
                  <a:lnTo>
                    <a:pt x="2009590" y="184180"/>
                  </a:lnTo>
                  <a:lnTo>
                    <a:pt x="2015036" y="184552"/>
                  </a:lnTo>
                  <a:lnTo>
                    <a:pt x="2020482" y="184876"/>
                  </a:lnTo>
                  <a:lnTo>
                    <a:pt x="2025928" y="185157"/>
                  </a:lnTo>
                  <a:lnTo>
                    <a:pt x="2031374" y="185405"/>
                  </a:lnTo>
                  <a:lnTo>
                    <a:pt x="2036820" y="185622"/>
                  </a:lnTo>
                  <a:lnTo>
                    <a:pt x="2042266" y="185812"/>
                  </a:lnTo>
                  <a:lnTo>
                    <a:pt x="2047712" y="185974"/>
                  </a:lnTo>
                  <a:lnTo>
                    <a:pt x="2053158" y="186109"/>
                  </a:lnTo>
                  <a:lnTo>
                    <a:pt x="2058605" y="186226"/>
                  </a:lnTo>
                  <a:lnTo>
                    <a:pt x="2064051" y="186325"/>
                  </a:lnTo>
                  <a:lnTo>
                    <a:pt x="2069497" y="186410"/>
                  </a:lnTo>
                  <a:lnTo>
                    <a:pt x="2074943" y="186481"/>
                  </a:lnTo>
                  <a:lnTo>
                    <a:pt x="2080389" y="186538"/>
                  </a:lnTo>
                  <a:lnTo>
                    <a:pt x="2085835" y="186585"/>
                  </a:lnTo>
                  <a:lnTo>
                    <a:pt x="2091281" y="186626"/>
                  </a:lnTo>
                  <a:lnTo>
                    <a:pt x="2096727" y="186660"/>
                  </a:lnTo>
                  <a:lnTo>
                    <a:pt x="2102173" y="186688"/>
                  </a:lnTo>
                  <a:lnTo>
                    <a:pt x="2107619" y="186712"/>
                  </a:lnTo>
                  <a:lnTo>
                    <a:pt x="2113065" y="186733"/>
                  </a:lnTo>
                  <a:lnTo>
                    <a:pt x="2118511" y="186751"/>
                  </a:lnTo>
                  <a:lnTo>
                    <a:pt x="2123957" y="186768"/>
                  </a:lnTo>
                  <a:lnTo>
                    <a:pt x="2129403" y="186784"/>
                  </a:lnTo>
                  <a:lnTo>
                    <a:pt x="2134849" y="186800"/>
                  </a:lnTo>
                  <a:lnTo>
                    <a:pt x="2140295" y="186816"/>
                  </a:lnTo>
                  <a:lnTo>
                    <a:pt x="2145741" y="186832"/>
                  </a:lnTo>
                  <a:lnTo>
                    <a:pt x="2151187" y="186849"/>
                  </a:lnTo>
                  <a:lnTo>
                    <a:pt x="2156633" y="186867"/>
                  </a:lnTo>
                  <a:lnTo>
                    <a:pt x="2162079" y="186887"/>
                  </a:lnTo>
                  <a:lnTo>
                    <a:pt x="2167525" y="186907"/>
                  </a:lnTo>
                  <a:lnTo>
                    <a:pt x="2172971" y="186929"/>
                  </a:lnTo>
                  <a:lnTo>
                    <a:pt x="2178418" y="186951"/>
                  </a:lnTo>
                  <a:lnTo>
                    <a:pt x="2183864" y="186975"/>
                  </a:lnTo>
                  <a:lnTo>
                    <a:pt x="2189310" y="187000"/>
                  </a:lnTo>
                  <a:lnTo>
                    <a:pt x="2194756" y="187025"/>
                  </a:lnTo>
                  <a:lnTo>
                    <a:pt x="2200202" y="187051"/>
                  </a:lnTo>
                  <a:lnTo>
                    <a:pt x="2205648" y="187077"/>
                  </a:lnTo>
                  <a:lnTo>
                    <a:pt x="2211094" y="187104"/>
                  </a:lnTo>
                  <a:lnTo>
                    <a:pt x="2216540" y="187130"/>
                  </a:lnTo>
                  <a:lnTo>
                    <a:pt x="2221986" y="187156"/>
                  </a:lnTo>
                  <a:lnTo>
                    <a:pt x="2227432" y="187181"/>
                  </a:lnTo>
                  <a:lnTo>
                    <a:pt x="2232878" y="187206"/>
                  </a:lnTo>
                  <a:lnTo>
                    <a:pt x="2238324" y="187229"/>
                  </a:lnTo>
                  <a:lnTo>
                    <a:pt x="2243770" y="187251"/>
                  </a:lnTo>
                  <a:lnTo>
                    <a:pt x="2249216" y="187271"/>
                  </a:lnTo>
                  <a:lnTo>
                    <a:pt x="2254662" y="187290"/>
                  </a:lnTo>
                  <a:lnTo>
                    <a:pt x="2260108" y="187307"/>
                  </a:lnTo>
                  <a:lnTo>
                    <a:pt x="2265554" y="187321"/>
                  </a:lnTo>
                  <a:lnTo>
                    <a:pt x="2271000" y="187334"/>
                  </a:lnTo>
                  <a:lnTo>
                    <a:pt x="2276446" y="187344"/>
                  </a:lnTo>
                  <a:lnTo>
                    <a:pt x="2281892" y="187352"/>
                  </a:lnTo>
                  <a:lnTo>
                    <a:pt x="2287338" y="187357"/>
                  </a:lnTo>
                  <a:lnTo>
                    <a:pt x="2292784" y="187361"/>
                  </a:lnTo>
                  <a:lnTo>
                    <a:pt x="2298231" y="187362"/>
                  </a:lnTo>
                  <a:lnTo>
                    <a:pt x="2303677" y="187361"/>
                  </a:lnTo>
                  <a:lnTo>
                    <a:pt x="2309123" y="187358"/>
                  </a:lnTo>
                  <a:lnTo>
                    <a:pt x="2314569" y="187354"/>
                  </a:lnTo>
                  <a:lnTo>
                    <a:pt x="2320015" y="187347"/>
                  </a:lnTo>
                  <a:lnTo>
                    <a:pt x="2325461" y="187340"/>
                  </a:lnTo>
                  <a:lnTo>
                    <a:pt x="2330907" y="187332"/>
                  </a:lnTo>
                  <a:lnTo>
                    <a:pt x="2336353" y="187322"/>
                  </a:lnTo>
                  <a:lnTo>
                    <a:pt x="2341799" y="187312"/>
                  </a:lnTo>
                  <a:lnTo>
                    <a:pt x="2347245" y="187302"/>
                  </a:lnTo>
                  <a:lnTo>
                    <a:pt x="2352691" y="187292"/>
                  </a:lnTo>
                  <a:lnTo>
                    <a:pt x="2358137" y="187282"/>
                  </a:lnTo>
                  <a:lnTo>
                    <a:pt x="2363583" y="187273"/>
                  </a:lnTo>
                  <a:lnTo>
                    <a:pt x="2369029" y="187265"/>
                  </a:lnTo>
                  <a:lnTo>
                    <a:pt x="2374475" y="187258"/>
                  </a:lnTo>
                  <a:lnTo>
                    <a:pt x="2379921" y="187252"/>
                  </a:lnTo>
                  <a:lnTo>
                    <a:pt x="2385367" y="187248"/>
                  </a:lnTo>
                  <a:lnTo>
                    <a:pt x="2390813" y="187246"/>
                  </a:lnTo>
                  <a:lnTo>
                    <a:pt x="2396259" y="187246"/>
                  </a:lnTo>
                  <a:lnTo>
                    <a:pt x="2401705" y="187247"/>
                  </a:lnTo>
                  <a:lnTo>
                    <a:pt x="2407151" y="187251"/>
                  </a:lnTo>
                  <a:lnTo>
                    <a:pt x="2412597" y="187256"/>
                  </a:lnTo>
                  <a:lnTo>
                    <a:pt x="2418043" y="187264"/>
                  </a:lnTo>
                  <a:lnTo>
                    <a:pt x="2423490" y="187274"/>
                  </a:lnTo>
                  <a:lnTo>
                    <a:pt x="2428936" y="187285"/>
                  </a:lnTo>
                  <a:lnTo>
                    <a:pt x="2434382" y="187299"/>
                  </a:lnTo>
                  <a:lnTo>
                    <a:pt x="2439828" y="187314"/>
                  </a:lnTo>
                  <a:lnTo>
                    <a:pt x="2445274" y="187331"/>
                  </a:lnTo>
                  <a:lnTo>
                    <a:pt x="2450720" y="187349"/>
                  </a:lnTo>
                  <a:lnTo>
                    <a:pt x="2456166" y="187369"/>
                  </a:lnTo>
                  <a:lnTo>
                    <a:pt x="2461612" y="187389"/>
                  </a:lnTo>
                  <a:lnTo>
                    <a:pt x="2467058" y="187410"/>
                  </a:lnTo>
                  <a:lnTo>
                    <a:pt x="2472504" y="187432"/>
                  </a:lnTo>
                  <a:lnTo>
                    <a:pt x="2477950" y="187454"/>
                  </a:lnTo>
                  <a:lnTo>
                    <a:pt x="2483396" y="187477"/>
                  </a:lnTo>
                  <a:lnTo>
                    <a:pt x="2488842" y="187499"/>
                  </a:lnTo>
                  <a:lnTo>
                    <a:pt x="2494288" y="187521"/>
                  </a:lnTo>
                  <a:lnTo>
                    <a:pt x="2499734" y="187543"/>
                  </a:lnTo>
                  <a:lnTo>
                    <a:pt x="2505180" y="187564"/>
                  </a:lnTo>
                  <a:lnTo>
                    <a:pt x="2510626" y="187585"/>
                  </a:lnTo>
                  <a:lnTo>
                    <a:pt x="2516072" y="187605"/>
                  </a:lnTo>
                  <a:lnTo>
                    <a:pt x="2521518" y="187624"/>
                  </a:lnTo>
                  <a:lnTo>
                    <a:pt x="2526964" y="187642"/>
                  </a:lnTo>
                  <a:lnTo>
                    <a:pt x="2532410" y="187659"/>
                  </a:lnTo>
                  <a:lnTo>
                    <a:pt x="2537856" y="187675"/>
                  </a:lnTo>
                  <a:lnTo>
                    <a:pt x="2543303" y="187690"/>
                  </a:lnTo>
                  <a:lnTo>
                    <a:pt x="2548749" y="187703"/>
                  </a:lnTo>
                  <a:lnTo>
                    <a:pt x="2554195" y="187716"/>
                  </a:lnTo>
                  <a:lnTo>
                    <a:pt x="2559641" y="187728"/>
                  </a:lnTo>
                  <a:lnTo>
                    <a:pt x="2565087" y="187739"/>
                  </a:lnTo>
                  <a:lnTo>
                    <a:pt x="2570533" y="187748"/>
                  </a:lnTo>
                  <a:lnTo>
                    <a:pt x="2575979" y="187757"/>
                  </a:lnTo>
                  <a:lnTo>
                    <a:pt x="2581425" y="187765"/>
                  </a:lnTo>
                  <a:lnTo>
                    <a:pt x="2586871" y="187772"/>
                  </a:lnTo>
                  <a:lnTo>
                    <a:pt x="2592317" y="187778"/>
                  </a:lnTo>
                  <a:lnTo>
                    <a:pt x="2597763" y="187783"/>
                  </a:lnTo>
                  <a:lnTo>
                    <a:pt x="2603209" y="187788"/>
                  </a:lnTo>
                  <a:lnTo>
                    <a:pt x="2608655" y="187792"/>
                  </a:lnTo>
                  <a:lnTo>
                    <a:pt x="2614101" y="187796"/>
                  </a:lnTo>
                  <a:lnTo>
                    <a:pt x="2619547" y="187799"/>
                  </a:lnTo>
                  <a:lnTo>
                    <a:pt x="2624993" y="187802"/>
                  </a:lnTo>
                  <a:lnTo>
                    <a:pt x="2630439" y="187804"/>
                  </a:lnTo>
                  <a:lnTo>
                    <a:pt x="2635885" y="187806"/>
                  </a:lnTo>
                  <a:lnTo>
                    <a:pt x="2641331" y="187808"/>
                  </a:lnTo>
                  <a:lnTo>
                    <a:pt x="2646777" y="187809"/>
                  </a:lnTo>
                  <a:lnTo>
                    <a:pt x="2652223" y="187810"/>
                  </a:lnTo>
                  <a:lnTo>
                    <a:pt x="2657669" y="187811"/>
                  </a:lnTo>
                  <a:lnTo>
                    <a:pt x="2663116" y="187812"/>
                  </a:lnTo>
                  <a:lnTo>
                    <a:pt x="2668562" y="187813"/>
                  </a:lnTo>
                  <a:lnTo>
                    <a:pt x="2674008" y="187813"/>
                  </a:lnTo>
                  <a:lnTo>
                    <a:pt x="2679454" y="187814"/>
                  </a:lnTo>
                  <a:lnTo>
                    <a:pt x="2684900" y="187814"/>
                  </a:lnTo>
                  <a:lnTo>
                    <a:pt x="2690346" y="187814"/>
                  </a:lnTo>
                  <a:lnTo>
                    <a:pt x="2695792" y="187815"/>
                  </a:lnTo>
                  <a:lnTo>
                    <a:pt x="2701238" y="187815"/>
                  </a:lnTo>
                  <a:lnTo>
                    <a:pt x="2706684" y="187815"/>
                  </a:lnTo>
                  <a:lnTo>
                    <a:pt x="2712130" y="187815"/>
                  </a:lnTo>
                  <a:lnTo>
                    <a:pt x="2717576" y="187815"/>
                  </a:lnTo>
                  <a:lnTo>
                    <a:pt x="2723022" y="187815"/>
                  </a:lnTo>
                  <a:lnTo>
                    <a:pt x="2728468" y="187815"/>
                  </a:lnTo>
                  <a:lnTo>
                    <a:pt x="2733914" y="187815"/>
                  </a:lnTo>
                  <a:lnTo>
                    <a:pt x="2739360" y="187815"/>
                  </a:lnTo>
                  <a:lnTo>
                    <a:pt x="2744806" y="187815"/>
                  </a:lnTo>
                  <a:lnTo>
                    <a:pt x="2750252" y="187815"/>
                  </a:lnTo>
                  <a:lnTo>
                    <a:pt x="2755698" y="187815"/>
                  </a:lnTo>
                  <a:lnTo>
                    <a:pt x="2761144" y="187815"/>
                  </a:lnTo>
                  <a:lnTo>
                    <a:pt x="2766590" y="187815"/>
                  </a:lnTo>
                  <a:lnTo>
                    <a:pt x="2772036" y="187815"/>
                  </a:lnTo>
                  <a:lnTo>
                    <a:pt x="2777482" y="187815"/>
                  </a:lnTo>
                  <a:lnTo>
                    <a:pt x="2782929" y="187815"/>
                  </a:lnTo>
                  <a:lnTo>
                    <a:pt x="2777482" y="187815"/>
                  </a:lnTo>
                  <a:lnTo>
                    <a:pt x="2772036" y="187815"/>
                  </a:lnTo>
                  <a:lnTo>
                    <a:pt x="2766590" y="187815"/>
                  </a:lnTo>
                  <a:lnTo>
                    <a:pt x="2761144" y="187815"/>
                  </a:lnTo>
                  <a:lnTo>
                    <a:pt x="2755698" y="187815"/>
                  </a:lnTo>
                  <a:lnTo>
                    <a:pt x="2750252" y="187815"/>
                  </a:lnTo>
                  <a:lnTo>
                    <a:pt x="2744806" y="187815"/>
                  </a:lnTo>
                  <a:lnTo>
                    <a:pt x="2739360" y="187815"/>
                  </a:lnTo>
                  <a:lnTo>
                    <a:pt x="2733914" y="187815"/>
                  </a:lnTo>
                  <a:lnTo>
                    <a:pt x="2728468" y="187815"/>
                  </a:lnTo>
                  <a:lnTo>
                    <a:pt x="2723022" y="187815"/>
                  </a:lnTo>
                  <a:lnTo>
                    <a:pt x="2717576" y="187815"/>
                  </a:lnTo>
                  <a:lnTo>
                    <a:pt x="2712130" y="187815"/>
                  </a:lnTo>
                  <a:lnTo>
                    <a:pt x="2706684" y="187815"/>
                  </a:lnTo>
                  <a:lnTo>
                    <a:pt x="2701238" y="187815"/>
                  </a:lnTo>
                  <a:lnTo>
                    <a:pt x="2695792" y="187815"/>
                  </a:lnTo>
                  <a:lnTo>
                    <a:pt x="2690346" y="187815"/>
                  </a:lnTo>
                  <a:lnTo>
                    <a:pt x="2684900" y="187815"/>
                  </a:lnTo>
                  <a:lnTo>
                    <a:pt x="2679454" y="187815"/>
                  </a:lnTo>
                  <a:lnTo>
                    <a:pt x="2674008" y="187815"/>
                  </a:lnTo>
                  <a:lnTo>
                    <a:pt x="2668562" y="187815"/>
                  </a:lnTo>
                  <a:lnTo>
                    <a:pt x="2663116" y="187815"/>
                  </a:lnTo>
                  <a:lnTo>
                    <a:pt x="2657669" y="187815"/>
                  </a:lnTo>
                  <a:lnTo>
                    <a:pt x="2652223" y="187815"/>
                  </a:lnTo>
                  <a:lnTo>
                    <a:pt x="2646777" y="187815"/>
                  </a:lnTo>
                  <a:lnTo>
                    <a:pt x="2641331" y="187815"/>
                  </a:lnTo>
                  <a:lnTo>
                    <a:pt x="2635885" y="187815"/>
                  </a:lnTo>
                  <a:lnTo>
                    <a:pt x="2630439" y="187815"/>
                  </a:lnTo>
                  <a:lnTo>
                    <a:pt x="2624993" y="187815"/>
                  </a:lnTo>
                  <a:lnTo>
                    <a:pt x="2619547" y="187815"/>
                  </a:lnTo>
                  <a:lnTo>
                    <a:pt x="2614101" y="187815"/>
                  </a:lnTo>
                  <a:lnTo>
                    <a:pt x="2608655" y="187815"/>
                  </a:lnTo>
                  <a:lnTo>
                    <a:pt x="2603209" y="187815"/>
                  </a:lnTo>
                  <a:lnTo>
                    <a:pt x="2597763" y="187815"/>
                  </a:lnTo>
                  <a:lnTo>
                    <a:pt x="2592317" y="187815"/>
                  </a:lnTo>
                  <a:lnTo>
                    <a:pt x="2586871" y="187815"/>
                  </a:lnTo>
                  <a:lnTo>
                    <a:pt x="2581425" y="187815"/>
                  </a:lnTo>
                  <a:lnTo>
                    <a:pt x="2575979" y="187815"/>
                  </a:lnTo>
                  <a:lnTo>
                    <a:pt x="2570533" y="187815"/>
                  </a:lnTo>
                  <a:lnTo>
                    <a:pt x="2565087" y="187815"/>
                  </a:lnTo>
                  <a:lnTo>
                    <a:pt x="2559641" y="187815"/>
                  </a:lnTo>
                  <a:lnTo>
                    <a:pt x="2554195" y="187815"/>
                  </a:lnTo>
                  <a:lnTo>
                    <a:pt x="2548749" y="187815"/>
                  </a:lnTo>
                  <a:lnTo>
                    <a:pt x="2543303" y="187815"/>
                  </a:lnTo>
                  <a:lnTo>
                    <a:pt x="2537856" y="187815"/>
                  </a:lnTo>
                  <a:lnTo>
                    <a:pt x="2532410" y="187815"/>
                  </a:lnTo>
                  <a:lnTo>
                    <a:pt x="2526964" y="187815"/>
                  </a:lnTo>
                  <a:lnTo>
                    <a:pt x="2521518" y="187815"/>
                  </a:lnTo>
                  <a:lnTo>
                    <a:pt x="2516072" y="187815"/>
                  </a:lnTo>
                  <a:lnTo>
                    <a:pt x="2510626" y="187815"/>
                  </a:lnTo>
                  <a:lnTo>
                    <a:pt x="2505180" y="187815"/>
                  </a:lnTo>
                  <a:lnTo>
                    <a:pt x="2499734" y="187815"/>
                  </a:lnTo>
                  <a:lnTo>
                    <a:pt x="2494288" y="187815"/>
                  </a:lnTo>
                  <a:lnTo>
                    <a:pt x="2488842" y="187815"/>
                  </a:lnTo>
                  <a:lnTo>
                    <a:pt x="2483396" y="187815"/>
                  </a:lnTo>
                  <a:lnTo>
                    <a:pt x="2477950" y="187815"/>
                  </a:lnTo>
                  <a:lnTo>
                    <a:pt x="2472504" y="187815"/>
                  </a:lnTo>
                  <a:lnTo>
                    <a:pt x="2467058" y="187815"/>
                  </a:lnTo>
                  <a:lnTo>
                    <a:pt x="2461612" y="187815"/>
                  </a:lnTo>
                  <a:lnTo>
                    <a:pt x="2456166" y="187815"/>
                  </a:lnTo>
                  <a:lnTo>
                    <a:pt x="2450720" y="187815"/>
                  </a:lnTo>
                  <a:lnTo>
                    <a:pt x="2445274" y="187815"/>
                  </a:lnTo>
                  <a:lnTo>
                    <a:pt x="2439828" y="187815"/>
                  </a:lnTo>
                  <a:lnTo>
                    <a:pt x="2434382" y="187815"/>
                  </a:lnTo>
                  <a:lnTo>
                    <a:pt x="2428936" y="187815"/>
                  </a:lnTo>
                  <a:lnTo>
                    <a:pt x="2423490" y="187815"/>
                  </a:lnTo>
                  <a:lnTo>
                    <a:pt x="2418043" y="187815"/>
                  </a:lnTo>
                  <a:lnTo>
                    <a:pt x="2412597" y="187815"/>
                  </a:lnTo>
                  <a:lnTo>
                    <a:pt x="2407151" y="187815"/>
                  </a:lnTo>
                  <a:lnTo>
                    <a:pt x="2401705" y="187815"/>
                  </a:lnTo>
                  <a:lnTo>
                    <a:pt x="2396259" y="187815"/>
                  </a:lnTo>
                  <a:lnTo>
                    <a:pt x="2390813" y="187815"/>
                  </a:lnTo>
                  <a:lnTo>
                    <a:pt x="2385367" y="187815"/>
                  </a:lnTo>
                  <a:lnTo>
                    <a:pt x="2379921" y="187815"/>
                  </a:lnTo>
                  <a:lnTo>
                    <a:pt x="2374475" y="187815"/>
                  </a:lnTo>
                  <a:lnTo>
                    <a:pt x="2369029" y="187815"/>
                  </a:lnTo>
                  <a:lnTo>
                    <a:pt x="2363583" y="187815"/>
                  </a:lnTo>
                  <a:lnTo>
                    <a:pt x="2358137" y="187815"/>
                  </a:lnTo>
                  <a:lnTo>
                    <a:pt x="2352691" y="187815"/>
                  </a:lnTo>
                  <a:lnTo>
                    <a:pt x="2347245" y="187815"/>
                  </a:lnTo>
                  <a:lnTo>
                    <a:pt x="2341799" y="187815"/>
                  </a:lnTo>
                  <a:lnTo>
                    <a:pt x="2336353" y="187815"/>
                  </a:lnTo>
                  <a:lnTo>
                    <a:pt x="2330907" y="187815"/>
                  </a:lnTo>
                  <a:lnTo>
                    <a:pt x="2325461" y="187815"/>
                  </a:lnTo>
                  <a:lnTo>
                    <a:pt x="2320015" y="187815"/>
                  </a:lnTo>
                  <a:lnTo>
                    <a:pt x="2314569" y="187815"/>
                  </a:lnTo>
                  <a:lnTo>
                    <a:pt x="2309123" y="187815"/>
                  </a:lnTo>
                  <a:lnTo>
                    <a:pt x="2303677" y="187815"/>
                  </a:lnTo>
                  <a:lnTo>
                    <a:pt x="2298231" y="187815"/>
                  </a:lnTo>
                  <a:lnTo>
                    <a:pt x="2292784" y="187815"/>
                  </a:lnTo>
                  <a:lnTo>
                    <a:pt x="2287338" y="187815"/>
                  </a:lnTo>
                  <a:lnTo>
                    <a:pt x="2281892" y="187815"/>
                  </a:lnTo>
                  <a:lnTo>
                    <a:pt x="2276446" y="187815"/>
                  </a:lnTo>
                  <a:lnTo>
                    <a:pt x="2271000" y="187815"/>
                  </a:lnTo>
                  <a:lnTo>
                    <a:pt x="2265554" y="187815"/>
                  </a:lnTo>
                  <a:lnTo>
                    <a:pt x="2260108" y="187815"/>
                  </a:lnTo>
                  <a:lnTo>
                    <a:pt x="2254662" y="187815"/>
                  </a:lnTo>
                  <a:lnTo>
                    <a:pt x="2249216" y="187815"/>
                  </a:lnTo>
                  <a:lnTo>
                    <a:pt x="2243770" y="187815"/>
                  </a:lnTo>
                  <a:lnTo>
                    <a:pt x="2238324" y="187815"/>
                  </a:lnTo>
                  <a:lnTo>
                    <a:pt x="2232878" y="187815"/>
                  </a:lnTo>
                  <a:lnTo>
                    <a:pt x="2227432" y="187815"/>
                  </a:lnTo>
                  <a:lnTo>
                    <a:pt x="2221986" y="187815"/>
                  </a:lnTo>
                  <a:lnTo>
                    <a:pt x="2216540" y="187815"/>
                  </a:lnTo>
                  <a:lnTo>
                    <a:pt x="2211094" y="187815"/>
                  </a:lnTo>
                  <a:lnTo>
                    <a:pt x="2205648" y="187815"/>
                  </a:lnTo>
                  <a:lnTo>
                    <a:pt x="2200202" y="187815"/>
                  </a:lnTo>
                  <a:lnTo>
                    <a:pt x="2194756" y="187815"/>
                  </a:lnTo>
                  <a:lnTo>
                    <a:pt x="2189310" y="187815"/>
                  </a:lnTo>
                  <a:lnTo>
                    <a:pt x="2183864" y="187815"/>
                  </a:lnTo>
                  <a:lnTo>
                    <a:pt x="2178418" y="187815"/>
                  </a:lnTo>
                  <a:lnTo>
                    <a:pt x="2172971" y="187815"/>
                  </a:lnTo>
                  <a:lnTo>
                    <a:pt x="2167525" y="187815"/>
                  </a:lnTo>
                  <a:lnTo>
                    <a:pt x="2162079" y="187815"/>
                  </a:lnTo>
                  <a:lnTo>
                    <a:pt x="2156633" y="187815"/>
                  </a:lnTo>
                  <a:lnTo>
                    <a:pt x="2151187" y="187815"/>
                  </a:lnTo>
                  <a:lnTo>
                    <a:pt x="2145741" y="187815"/>
                  </a:lnTo>
                  <a:lnTo>
                    <a:pt x="2140295" y="187815"/>
                  </a:lnTo>
                  <a:lnTo>
                    <a:pt x="2134849" y="187815"/>
                  </a:lnTo>
                  <a:lnTo>
                    <a:pt x="2129403" y="187815"/>
                  </a:lnTo>
                  <a:lnTo>
                    <a:pt x="2123957" y="187815"/>
                  </a:lnTo>
                  <a:lnTo>
                    <a:pt x="2118511" y="187815"/>
                  </a:lnTo>
                  <a:lnTo>
                    <a:pt x="2113065" y="187815"/>
                  </a:lnTo>
                  <a:lnTo>
                    <a:pt x="2107619" y="187815"/>
                  </a:lnTo>
                  <a:lnTo>
                    <a:pt x="2102173" y="187815"/>
                  </a:lnTo>
                  <a:lnTo>
                    <a:pt x="2096727" y="187815"/>
                  </a:lnTo>
                  <a:lnTo>
                    <a:pt x="2091281" y="187815"/>
                  </a:lnTo>
                  <a:lnTo>
                    <a:pt x="2085835" y="187815"/>
                  </a:lnTo>
                  <a:lnTo>
                    <a:pt x="2080389" y="187815"/>
                  </a:lnTo>
                  <a:lnTo>
                    <a:pt x="2074943" y="187815"/>
                  </a:lnTo>
                  <a:lnTo>
                    <a:pt x="2069497" y="187815"/>
                  </a:lnTo>
                  <a:lnTo>
                    <a:pt x="2064051" y="187815"/>
                  </a:lnTo>
                  <a:lnTo>
                    <a:pt x="2058605" y="187815"/>
                  </a:lnTo>
                  <a:lnTo>
                    <a:pt x="2053158" y="187815"/>
                  </a:lnTo>
                  <a:lnTo>
                    <a:pt x="2047712" y="187815"/>
                  </a:lnTo>
                  <a:lnTo>
                    <a:pt x="2042266" y="187815"/>
                  </a:lnTo>
                  <a:lnTo>
                    <a:pt x="2036820" y="187815"/>
                  </a:lnTo>
                  <a:lnTo>
                    <a:pt x="2031374" y="187815"/>
                  </a:lnTo>
                  <a:lnTo>
                    <a:pt x="2025928" y="187815"/>
                  </a:lnTo>
                  <a:lnTo>
                    <a:pt x="2020482" y="187815"/>
                  </a:lnTo>
                  <a:lnTo>
                    <a:pt x="2015036" y="187815"/>
                  </a:lnTo>
                  <a:lnTo>
                    <a:pt x="2009590" y="187815"/>
                  </a:lnTo>
                  <a:lnTo>
                    <a:pt x="2004144" y="187815"/>
                  </a:lnTo>
                  <a:lnTo>
                    <a:pt x="1998698" y="187815"/>
                  </a:lnTo>
                  <a:lnTo>
                    <a:pt x="1993252" y="187815"/>
                  </a:lnTo>
                  <a:lnTo>
                    <a:pt x="1987806" y="187815"/>
                  </a:lnTo>
                  <a:lnTo>
                    <a:pt x="1982360" y="187815"/>
                  </a:lnTo>
                  <a:lnTo>
                    <a:pt x="1976914" y="187815"/>
                  </a:lnTo>
                  <a:lnTo>
                    <a:pt x="1971468" y="187815"/>
                  </a:lnTo>
                  <a:lnTo>
                    <a:pt x="1966022" y="187815"/>
                  </a:lnTo>
                  <a:lnTo>
                    <a:pt x="1960576" y="187815"/>
                  </a:lnTo>
                  <a:lnTo>
                    <a:pt x="1955130" y="187815"/>
                  </a:lnTo>
                  <a:lnTo>
                    <a:pt x="1949684" y="187815"/>
                  </a:lnTo>
                  <a:lnTo>
                    <a:pt x="1944238" y="187815"/>
                  </a:lnTo>
                  <a:lnTo>
                    <a:pt x="1938792" y="187815"/>
                  </a:lnTo>
                  <a:lnTo>
                    <a:pt x="1933345" y="187815"/>
                  </a:lnTo>
                  <a:lnTo>
                    <a:pt x="1927899" y="187815"/>
                  </a:lnTo>
                  <a:lnTo>
                    <a:pt x="1922453" y="187815"/>
                  </a:lnTo>
                  <a:lnTo>
                    <a:pt x="1917007" y="187815"/>
                  </a:lnTo>
                  <a:lnTo>
                    <a:pt x="1911561" y="187815"/>
                  </a:lnTo>
                  <a:lnTo>
                    <a:pt x="1906115" y="187815"/>
                  </a:lnTo>
                  <a:lnTo>
                    <a:pt x="1900669" y="187815"/>
                  </a:lnTo>
                  <a:lnTo>
                    <a:pt x="1895223" y="187815"/>
                  </a:lnTo>
                  <a:lnTo>
                    <a:pt x="1889777" y="187815"/>
                  </a:lnTo>
                  <a:lnTo>
                    <a:pt x="1884331" y="187815"/>
                  </a:lnTo>
                  <a:lnTo>
                    <a:pt x="1878885" y="187815"/>
                  </a:lnTo>
                  <a:lnTo>
                    <a:pt x="1873439" y="187815"/>
                  </a:lnTo>
                  <a:lnTo>
                    <a:pt x="1867993" y="187815"/>
                  </a:lnTo>
                  <a:lnTo>
                    <a:pt x="1862547" y="187815"/>
                  </a:lnTo>
                  <a:lnTo>
                    <a:pt x="1857101" y="187815"/>
                  </a:lnTo>
                  <a:lnTo>
                    <a:pt x="1851655" y="187815"/>
                  </a:lnTo>
                  <a:lnTo>
                    <a:pt x="1846209" y="187815"/>
                  </a:lnTo>
                  <a:lnTo>
                    <a:pt x="1840763" y="187815"/>
                  </a:lnTo>
                  <a:lnTo>
                    <a:pt x="1835317" y="187815"/>
                  </a:lnTo>
                  <a:lnTo>
                    <a:pt x="1829871" y="187815"/>
                  </a:lnTo>
                  <a:lnTo>
                    <a:pt x="1824425" y="187815"/>
                  </a:lnTo>
                  <a:lnTo>
                    <a:pt x="1818979" y="187815"/>
                  </a:lnTo>
                  <a:lnTo>
                    <a:pt x="1813532" y="187815"/>
                  </a:lnTo>
                  <a:lnTo>
                    <a:pt x="1808086" y="187815"/>
                  </a:lnTo>
                  <a:lnTo>
                    <a:pt x="1802640" y="187815"/>
                  </a:lnTo>
                  <a:lnTo>
                    <a:pt x="1797194" y="187815"/>
                  </a:lnTo>
                  <a:lnTo>
                    <a:pt x="1791748" y="187815"/>
                  </a:lnTo>
                  <a:lnTo>
                    <a:pt x="1786302" y="187815"/>
                  </a:lnTo>
                  <a:lnTo>
                    <a:pt x="1780856" y="187815"/>
                  </a:lnTo>
                  <a:lnTo>
                    <a:pt x="1775410" y="187815"/>
                  </a:lnTo>
                  <a:lnTo>
                    <a:pt x="1769964" y="187815"/>
                  </a:lnTo>
                  <a:lnTo>
                    <a:pt x="1764518" y="187815"/>
                  </a:lnTo>
                  <a:lnTo>
                    <a:pt x="1759072" y="187815"/>
                  </a:lnTo>
                  <a:lnTo>
                    <a:pt x="1753626" y="187815"/>
                  </a:lnTo>
                  <a:lnTo>
                    <a:pt x="1748180" y="187815"/>
                  </a:lnTo>
                  <a:lnTo>
                    <a:pt x="1742734" y="187815"/>
                  </a:lnTo>
                  <a:lnTo>
                    <a:pt x="1737288" y="187815"/>
                  </a:lnTo>
                  <a:lnTo>
                    <a:pt x="1731842" y="187815"/>
                  </a:lnTo>
                  <a:lnTo>
                    <a:pt x="1726396" y="187815"/>
                  </a:lnTo>
                  <a:lnTo>
                    <a:pt x="1720950" y="187815"/>
                  </a:lnTo>
                  <a:lnTo>
                    <a:pt x="1715504" y="187815"/>
                  </a:lnTo>
                  <a:lnTo>
                    <a:pt x="1710058" y="187815"/>
                  </a:lnTo>
                  <a:lnTo>
                    <a:pt x="1704612" y="187815"/>
                  </a:lnTo>
                  <a:lnTo>
                    <a:pt x="1699166" y="187815"/>
                  </a:lnTo>
                  <a:lnTo>
                    <a:pt x="1693720" y="187815"/>
                  </a:lnTo>
                  <a:lnTo>
                    <a:pt x="1688273" y="187815"/>
                  </a:lnTo>
                  <a:lnTo>
                    <a:pt x="1682827" y="187815"/>
                  </a:lnTo>
                  <a:lnTo>
                    <a:pt x="1677381" y="187815"/>
                  </a:lnTo>
                  <a:lnTo>
                    <a:pt x="1671935" y="187815"/>
                  </a:lnTo>
                  <a:lnTo>
                    <a:pt x="1666489" y="187815"/>
                  </a:lnTo>
                  <a:lnTo>
                    <a:pt x="1661043" y="187815"/>
                  </a:lnTo>
                  <a:lnTo>
                    <a:pt x="1655597" y="187815"/>
                  </a:lnTo>
                  <a:lnTo>
                    <a:pt x="1650151" y="187815"/>
                  </a:lnTo>
                  <a:lnTo>
                    <a:pt x="1644705" y="187815"/>
                  </a:lnTo>
                  <a:lnTo>
                    <a:pt x="1639259" y="187815"/>
                  </a:lnTo>
                  <a:lnTo>
                    <a:pt x="1633813" y="187815"/>
                  </a:lnTo>
                  <a:lnTo>
                    <a:pt x="1628367" y="187815"/>
                  </a:lnTo>
                  <a:lnTo>
                    <a:pt x="1622921" y="187815"/>
                  </a:lnTo>
                  <a:lnTo>
                    <a:pt x="1617475" y="187815"/>
                  </a:lnTo>
                  <a:lnTo>
                    <a:pt x="1612029" y="187815"/>
                  </a:lnTo>
                  <a:lnTo>
                    <a:pt x="1606583" y="187815"/>
                  </a:lnTo>
                  <a:lnTo>
                    <a:pt x="1601137" y="187815"/>
                  </a:lnTo>
                  <a:lnTo>
                    <a:pt x="1595691" y="187815"/>
                  </a:lnTo>
                  <a:lnTo>
                    <a:pt x="1590245" y="187815"/>
                  </a:lnTo>
                  <a:lnTo>
                    <a:pt x="1584799" y="187815"/>
                  </a:lnTo>
                  <a:lnTo>
                    <a:pt x="1579353" y="187815"/>
                  </a:lnTo>
                  <a:lnTo>
                    <a:pt x="1573907" y="187815"/>
                  </a:lnTo>
                  <a:lnTo>
                    <a:pt x="1568460" y="187815"/>
                  </a:lnTo>
                  <a:lnTo>
                    <a:pt x="1563014" y="187815"/>
                  </a:lnTo>
                  <a:lnTo>
                    <a:pt x="1557568" y="187815"/>
                  </a:lnTo>
                  <a:lnTo>
                    <a:pt x="1552122" y="187815"/>
                  </a:lnTo>
                  <a:lnTo>
                    <a:pt x="1546676" y="187815"/>
                  </a:lnTo>
                  <a:lnTo>
                    <a:pt x="1541230" y="187815"/>
                  </a:lnTo>
                  <a:lnTo>
                    <a:pt x="1535784" y="187815"/>
                  </a:lnTo>
                  <a:lnTo>
                    <a:pt x="1530338" y="187815"/>
                  </a:lnTo>
                  <a:lnTo>
                    <a:pt x="1524892" y="187815"/>
                  </a:lnTo>
                  <a:lnTo>
                    <a:pt x="1519446" y="187815"/>
                  </a:lnTo>
                  <a:lnTo>
                    <a:pt x="1514000" y="187815"/>
                  </a:lnTo>
                  <a:lnTo>
                    <a:pt x="1508554" y="187815"/>
                  </a:lnTo>
                  <a:lnTo>
                    <a:pt x="1503108" y="187815"/>
                  </a:lnTo>
                  <a:lnTo>
                    <a:pt x="1497662" y="187815"/>
                  </a:lnTo>
                  <a:lnTo>
                    <a:pt x="1492216" y="187815"/>
                  </a:lnTo>
                  <a:lnTo>
                    <a:pt x="1486770" y="187815"/>
                  </a:lnTo>
                  <a:lnTo>
                    <a:pt x="1481324" y="187815"/>
                  </a:lnTo>
                  <a:lnTo>
                    <a:pt x="1475878" y="187815"/>
                  </a:lnTo>
                  <a:lnTo>
                    <a:pt x="1470432" y="187815"/>
                  </a:lnTo>
                  <a:lnTo>
                    <a:pt x="1464986" y="187815"/>
                  </a:lnTo>
                  <a:lnTo>
                    <a:pt x="1459540" y="187815"/>
                  </a:lnTo>
                  <a:lnTo>
                    <a:pt x="1454094" y="187815"/>
                  </a:lnTo>
                  <a:lnTo>
                    <a:pt x="1448647" y="187815"/>
                  </a:lnTo>
                  <a:lnTo>
                    <a:pt x="1443201" y="187815"/>
                  </a:lnTo>
                  <a:lnTo>
                    <a:pt x="1437755" y="187815"/>
                  </a:lnTo>
                  <a:lnTo>
                    <a:pt x="1432309" y="187815"/>
                  </a:lnTo>
                  <a:lnTo>
                    <a:pt x="1426863" y="187815"/>
                  </a:lnTo>
                  <a:lnTo>
                    <a:pt x="1421417" y="187815"/>
                  </a:lnTo>
                  <a:lnTo>
                    <a:pt x="1415971" y="187815"/>
                  </a:lnTo>
                  <a:lnTo>
                    <a:pt x="1410525" y="187815"/>
                  </a:lnTo>
                  <a:lnTo>
                    <a:pt x="1405079" y="187815"/>
                  </a:lnTo>
                  <a:lnTo>
                    <a:pt x="1399633" y="187815"/>
                  </a:lnTo>
                  <a:lnTo>
                    <a:pt x="1394187" y="187815"/>
                  </a:lnTo>
                  <a:lnTo>
                    <a:pt x="1388741" y="187815"/>
                  </a:lnTo>
                  <a:lnTo>
                    <a:pt x="1383295" y="187815"/>
                  </a:lnTo>
                  <a:lnTo>
                    <a:pt x="1377849" y="187815"/>
                  </a:lnTo>
                  <a:lnTo>
                    <a:pt x="1372403" y="187815"/>
                  </a:lnTo>
                  <a:lnTo>
                    <a:pt x="1366957" y="187815"/>
                  </a:lnTo>
                  <a:lnTo>
                    <a:pt x="1361511" y="187815"/>
                  </a:lnTo>
                  <a:lnTo>
                    <a:pt x="1356065" y="187815"/>
                  </a:lnTo>
                  <a:lnTo>
                    <a:pt x="1350619" y="187815"/>
                  </a:lnTo>
                  <a:lnTo>
                    <a:pt x="1345173" y="187815"/>
                  </a:lnTo>
                  <a:lnTo>
                    <a:pt x="1339727" y="187815"/>
                  </a:lnTo>
                  <a:lnTo>
                    <a:pt x="1334281" y="187815"/>
                  </a:lnTo>
                  <a:lnTo>
                    <a:pt x="1328834" y="187815"/>
                  </a:lnTo>
                  <a:lnTo>
                    <a:pt x="1323388" y="187815"/>
                  </a:lnTo>
                  <a:lnTo>
                    <a:pt x="1317942" y="187815"/>
                  </a:lnTo>
                  <a:lnTo>
                    <a:pt x="1312496" y="187815"/>
                  </a:lnTo>
                  <a:lnTo>
                    <a:pt x="1307050" y="187815"/>
                  </a:lnTo>
                  <a:lnTo>
                    <a:pt x="1301604" y="187815"/>
                  </a:lnTo>
                  <a:lnTo>
                    <a:pt x="1296158" y="187815"/>
                  </a:lnTo>
                  <a:lnTo>
                    <a:pt x="1290712" y="187815"/>
                  </a:lnTo>
                  <a:lnTo>
                    <a:pt x="1285266" y="187815"/>
                  </a:lnTo>
                  <a:lnTo>
                    <a:pt x="1279820" y="187815"/>
                  </a:lnTo>
                  <a:lnTo>
                    <a:pt x="1274374" y="187815"/>
                  </a:lnTo>
                  <a:lnTo>
                    <a:pt x="1268928" y="187815"/>
                  </a:lnTo>
                  <a:lnTo>
                    <a:pt x="1263482" y="187815"/>
                  </a:lnTo>
                  <a:lnTo>
                    <a:pt x="1258036" y="187815"/>
                  </a:lnTo>
                  <a:lnTo>
                    <a:pt x="1252590" y="187815"/>
                  </a:lnTo>
                  <a:lnTo>
                    <a:pt x="1247144" y="187815"/>
                  </a:lnTo>
                  <a:lnTo>
                    <a:pt x="1241698" y="187815"/>
                  </a:lnTo>
                  <a:lnTo>
                    <a:pt x="1236252" y="187815"/>
                  </a:lnTo>
                  <a:lnTo>
                    <a:pt x="1230806" y="187815"/>
                  </a:lnTo>
                  <a:lnTo>
                    <a:pt x="1225360" y="187815"/>
                  </a:lnTo>
                  <a:lnTo>
                    <a:pt x="1219914" y="187815"/>
                  </a:lnTo>
                  <a:lnTo>
                    <a:pt x="1214468" y="187815"/>
                  </a:lnTo>
                  <a:lnTo>
                    <a:pt x="1209021" y="187815"/>
                  </a:lnTo>
                  <a:lnTo>
                    <a:pt x="1203575" y="187815"/>
                  </a:lnTo>
                  <a:lnTo>
                    <a:pt x="1198129" y="187815"/>
                  </a:lnTo>
                  <a:lnTo>
                    <a:pt x="1192683" y="187815"/>
                  </a:lnTo>
                  <a:lnTo>
                    <a:pt x="1187237" y="187815"/>
                  </a:lnTo>
                  <a:lnTo>
                    <a:pt x="1181791" y="187815"/>
                  </a:lnTo>
                  <a:lnTo>
                    <a:pt x="1176345" y="187815"/>
                  </a:lnTo>
                  <a:lnTo>
                    <a:pt x="1170899" y="187815"/>
                  </a:lnTo>
                  <a:lnTo>
                    <a:pt x="1165453" y="187815"/>
                  </a:lnTo>
                  <a:lnTo>
                    <a:pt x="1160007" y="187815"/>
                  </a:lnTo>
                  <a:lnTo>
                    <a:pt x="1154561" y="187815"/>
                  </a:lnTo>
                  <a:lnTo>
                    <a:pt x="1149115" y="187815"/>
                  </a:lnTo>
                  <a:lnTo>
                    <a:pt x="1143669" y="187815"/>
                  </a:lnTo>
                  <a:lnTo>
                    <a:pt x="1138223" y="187815"/>
                  </a:lnTo>
                  <a:lnTo>
                    <a:pt x="1132777" y="187815"/>
                  </a:lnTo>
                  <a:lnTo>
                    <a:pt x="1127331" y="187815"/>
                  </a:lnTo>
                  <a:lnTo>
                    <a:pt x="1121885" y="187815"/>
                  </a:lnTo>
                  <a:lnTo>
                    <a:pt x="1116439" y="187815"/>
                  </a:lnTo>
                  <a:lnTo>
                    <a:pt x="1110993" y="187815"/>
                  </a:lnTo>
                  <a:lnTo>
                    <a:pt x="1105547" y="187815"/>
                  </a:lnTo>
                  <a:lnTo>
                    <a:pt x="1100101" y="187815"/>
                  </a:lnTo>
                  <a:lnTo>
                    <a:pt x="1094655" y="187815"/>
                  </a:lnTo>
                  <a:lnTo>
                    <a:pt x="1089209" y="187815"/>
                  </a:lnTo>
                  <a:lnTo>
                    <a:pt x="1083762" y="187815"/>
                  </a:lnTo>
                  <a:lnTo>
                    <a:pt x="1078316" y="187815"/>
                  </a:lnTo>
                  <a:lnTo>
                    <a:pt x="1072870" y="187815"/>
                  </a:lnTo>
                  <a:lnTo>
                    <a:pt x="1067424" y="187815"/>
                  </a:lnTo>
                  <a:lnTo>
                    <a:pt x="1061978" y="187815"/>
                  </a:lnTo>
                  <a:lnTo>
                    <a:pt x="1056532" y="187815"/>
                  </a:lnTo>
                  <a:lnTo>
                    <a:pt x="1051086" y="187815"/>
                  </a:lnTo>
                  <a:lnTo>
                    <a:pt x="1045640" y="187815"/>
                  </a:lnTo>
                  <a:lnTo>
                    <a:pt x="1040194" y="187815"/>
                  </a:lnTo>
                  <a:lnTo>
                    <a:pt x="1034748" y="187815"/>
                  </a:lnTo>
                  <a:lnTo>
                    <a:pt x="1029302" y="187815"/>
                  </a:lnTo>
                  <a:lnTo>
                    <a:pt x="1023856" y="187815"/>
                  </a:lnTo>
                  <a:lnTo>
                    <a:pt x="1018410" y="187815"/>
                  </a:lnTo>
                  <a:lnTo>
                    <a:pt x="1012964" y="187815"/>
                  </a:lnTo>
                  <a:lnTo>
                    <a:pt x="1007518" y="187815"/>
                  </a:lnTo>
                  <a:lnTo>
                    <a:pt x="1002072" y="187815"/>
                  </a:lnTo>
                  <a:lnTo>
                    <a:pt x="996626" y="187815"/>
                  </a:lnTo>
                  <a:lnTo>
                    <a:pt x="991180" y="187815"/>
                  </a:lnTo>
                  <a:lnTo>
                    <a:pt x="985734" y="187815"/>
                  </a:lnTo>
                  <a:lnTo>
                    <a:pt x="980288" y="187815"/>
                  </a:lnTo>
                  <a:lnTo>
                    <a:pt x="974842" y="187815"/>
                  </a:lnTo>
                  <a:lnTo>
                    <a:pt x="969396" y="187815"/>
                  </a:lnTo>
                  <a:lnTo>
                    <a:pt x="963949" y="187815"/>
                  </a:lnTo>
                  <a:lnTo>
                    <a:pt x="958503" y="187815"/>
                  </a:lnTo>
                  <a:lnTo>
                    <a:pt x="953057" y="187815"/>
                  </a:lnTo>
                  <a:lnTo>
                    <a:pt x="947611" y="187815"/>
                  </a:lnTo>
                  <a:lnTo>
                    <a:pt x="942165" y="187815"/>
                  </a:lnTo>
                  <a:lnTo>
                    <a:pt x="936719" y="187815"/>
                  </a:lnTo>
                  <a:lnTo>
                    <a:pt x="931273" y="187815"/>
                  </a:lnTo>
                  <a:lnTo>
                    <a:pt x="925827" y="187815"/>
                  </a:lnTo>
                  <a:lnTo>
                    <a:pt x="920381" y="187815"/>
                  </a:lnTo>
                  <a:lnTo>
                    <a:pt x="914935" y="187815"/>
                  </a:lnTo>
                  <a:lnTo>
                    <a:pt x="909489" y="187815"/>
                  </a:lnTo>
                  <a:lnTo>
                    <a:pt x="904043" y="187815"/>
                  </a:lnTo>
                  <a:lnTo>
                    <a:pt x="898597" y="187815"/>
                  </a:lnTo>
                  <a:lnTo>
                    <a:pt x="893151" y="187815"/>
                  </a:lnTo>
                  <a:lnTo>
                    <a:pt x="887705" y="187815"/>
                  </a:lnTo>
                  <a:lnTo>
                    <a:pt x="882259" y="187815"/>
                  </a:lnTo>
                  <a:lnTo>
                    <a:pt x="876813" y="187815"/>
                  </a:lnTo>
                  <a:lnTo>
                    <a:pt x="871367" y="187815"/>
                  </a:lnTo>
                  <a:lnTo>
                    <a:pt x="865921" y="187815"/>
                  </a:lnTo>
                  <a:lnTo>
                    <a:pt x="860475" y="187815"/>
                  </a:lnTo>
                  <a:lnTo>
                    <a:pt x="855029" y="187815"/>
                  </a:lnTo>
                  <a:lnTo>
                    <a:pt x="849583" y="187815"/>
                  </a:lnTo>
                  <a:lnTo>
                    <a:pt x="844136" y="187815"/>
                  </a:lnTo>
                  <a:lnTo>
                    <a:pt x="838690" y="187815"/>
                  </a:lnTo>
                  <a:lnTo>
                    <a:pt x="833244" y="187815"/>
                  </a:lnTo>
                  <a:lnTo>
                    <a:pt x="827798" y="187815"/>
                  </a:lnTo>
                  <a:lnTo>
                    <a:pt x="822352" y="187815"/>
                  </a:lnTo>
                  <a:lnTo>
                    <a:pt x="816906" y="187815"/>
                  </a:lnTo>
                  <a:lnTo>
                    <a:pt x="811460" y="187815"/>
                  </a:lnTo>
                  <a:lnTo>
                    <a:pt x="806014" y="187815"/>
                  </a:lnTo>
                  <a:lnTo>
                    <a:pt x="800568" y="187815"/>
                  </a:lnTo>
                  <a:lnTo>
                    <a:pt x="795122" y="187815"/>
                  </a:lnTo>
                  <a:lnTo>
                    <a:pt x="789676" y="187815"/>
                  </a:lnTo>
                  <a:lnTo>
                    <a:pt x="784230" y="187815"/>
                  </a:lnTo>
                  <a:lnTo>
                    <a:pt x="778784" y="187815"/>
                  </a:lnTo>
                  <a:lnTo>
                    <a:pt x="773338" y="187815"/>
                  </a:lnTo>
                  <a:lnTo>
                    <a:pt x="767892" y="187815"/>
                  </a:lnTo>
                  <a:lnTo>
                    <a:pt x="762446" y="187815"/>
                  </a:lnTo>
                  <a:lnTo>
                    <a:pt x="757000" y="187815"/>
                  </a:lnTo>
                  <a:lnTo>
                    <a:pt x="751554" y="187815"/>
                  </a:lnTo>
                  <a:lnTo>
                    <a:pt x="746108" y="187815"/>
                  </a:lnTo>
                  <a:lnTo>
                    <a:pt x="740662" y="187815"/>
                  </a:lnTo>
                  <a:lnTo>
                    <a:pt x="735216" y="187815"/>
                  </a:lnTo>
                  <a:lnTo>
                    <a:pt x="729770" y="187815"/>
                  </a:lnTo>
                  <a:lnTo>
                    <a:pt x="724323" y="187815"/>
                  </a:lnTo>
                  <a:lnTo>
                    <a:pt x="718877" y="187815"/>
                  </a:lnTo>
                  <a:lnTo>
                    <a:pt x="713431" y="187815"/>
                  </a:lnTo>
                  <a:lnTo>
                    <a:pt x="707985" y="187815"/>
                  </a:lnTo>
                  <a:lnTo>
                    <a:pt x="702539" y="187815"/>
                  </a:lnTo>
                  <a:lnTo>
                    <a:pt x="697093" y="187815"/>
                  </a:lnTo>
                  <a:lnTo>
                    <a:pt x="691647" y="187815"/>
                  </a:lnTo>
                  <a:lnTo>
                    <a:pt x="686201" y="187815"/>
                  </a:lnTo>
                  <a:lnTo>
                    <a:pt x="680755" y="187815"/>
                  </a:lnTo>
                  <a:lnTo>
                    <a:pt x="675309" y="187815"/>
                  </a:lnTo>
                  <a:lnTo>
                    <a:pt x="669863" y="187815"/>
                  </a:lnTo>
                  <a:lnTo>
                    <a:pt x="664417" y="187815"/>
                  </a:lnTo>
                  <a:lnTo>
                    <a:pt x="658971" y="187815"/>
                  </a:lnTo>
                  <a:lnTo>
                    <a:pt x="653525" y="187815"/>
                  </a:lnTo>
                  <a:lnTo>
                    <a:pt x="648079" y="187815"/>
                  </a:lnTo>
                  <a:lnTo>
                    <a:pt x="642633" y="187815"/>
                  </a:lnTo>
                  <a:lnTo>
                    <a:pt x="637187" y="187815"/>
                  </a:lnTo>
                  <a:lnTo>
                    <a:pt x="631741" y="187815"/>
                  </a:lnTo>
                  <a:lnTo>
                    <a:pt x="626295" y="187815"/>
                  </a:lnTo>
                  <a:lnTo>
                    <a:pt x="620849" y="187815"/>
                  </a:lnTo>
                  <a:lnTo>
                    <a:pt x="615403" y="187815"/>
                  </a:lnTo>
                  <a:lnTo>
                    <a:pt x="609957" y="187815"/>
                  </a:lnTo>
                  <a:lnTo>
                    <a:pt x="604510" y="187815"/>
                  </a:lnTo>
                  <a:lnTo>
                    <a:pt x="599064" y="187815"/>
                  </a:lnTo>
                  <a:lnTo>
                    <a:pt x="593618" y="187815"/>
                  </a:lnTo>
                  <a:lnTo>
                    <a:pt x="588172" y="187815"/>
                  </a:lnTo>
                  <a:lnTo>
                    <a:pt x="582726" y="187815"/>
                  </a:lnTo>
                  <a:lnTo>
                    <a:pt x="577280" y="187815"/>
                  </a:lnTo>
                  <a:lnTo>
                    <a:pt x="571834" y="187815"/>
                  </a:lnTo>
                  <a:lnTo>
                    <a:pt x="566388" y="187815"/>
                  </a:lnTo>
                  <a:lnTo>
                    <a:pt x="560942" y="187815"/>
                  </a:lnTo>
                  <a:lnTo>
                    <a:pt x="555496" y="187815"/>
                  </a:lnTo>
                  <a:lnTo>
                    <a:pt x="550050" y="187815"/>
                  </a:lnTo>
                  <a:lnTo>
                    <a:pt x="544604" y="187815"/>
                  </a:lnTo>
                  <a:lnTo>
                    <a:pt x="539158" y="187815"/>
                  </a:lnTo>
                  <a:lnTo>
                    <a:pt x="533712" y="187815"/>
                  </a:lnTo>
                  <a:lnTo>
                    <a:pt x="528266" y="187815"/>
                  </a:lnTo>
                  <a:lnTo>
                    <a:pt x="522820" y="187815"/>
                  </a:lnTo>
                  <a:lnTo>
                    <a:pt x="517374" y="187815"/>
                  </a:lnTo>
                  <a:lnTo>
                    <a:pt x="511928" y="187815"/>
                  </a:lnTo>
                  <a:lnTo>
                    <a:pt x="506482" y="187815"/>
                  </a:lnTo>
                  <a:lnTo>
                    <a:pt x="501036" y="187815"/>
                  </a:lnTo>
                  <a:lnTo>
                    <a:pt x="495590" y="187815"/>
                  </a:lnTo>
                  <a:lnTo>
                    <a:pt x="490144" y="187815"/>
                  </a:lnTo>
                  <a:lnTo>
                    <a:pt x="484698" y="187815"/>
                  </a:lnTo>
                  <a:lnTo>
                    <a:pt x="479251" y="187815"/>
                  </a:lnTo>
                  <a:lnTo>
                    <a:pt x="473805" y="187815"/>
                  </a:lnTo>
                  <a:lnTo>
                    <a:pt x="468359" y="187815"/>
                  </a:lnTo>
                  <a:lnTo>
                    <a:pt x="462913" y="187815"/>
                  </a:lnTo>
                  <a:lnTo>
                    <a:pt x="457467" y="187815"/>
                  </a:lnTo>
                  <a:lnTo>
                    <a:pt x="452021" y="187815"/>
                  </a:lnTo>
                  <a:lnTo>
                    <a:pt x="446575" y="187815"/>
                  </a:lnTo>
                  <a:lnTo>
                    <a:pt x="441129" y="187815"/>
                  </a:lnTo>
                  <a:lnTo>
                    <a:pt x="435683" y="187815"/>
                  </a:lnTo>
                  <a:lnTo>
                    <a:pt x="430237" y="187815"/>
                  </a:lnTo>
                  <a:lnTo>
                    <a:pt x="424791" y="187815"/>
                  </a:lnTo>
                  <a:lnTo>
                    <a:pt x="419345" y="187815"/>
                  </a:lnTo>
                  <a:lnTo>
                    <a:pt x="413899" y="187815"/>
                  </a:lnTo>
                  <a:lnTo>
                    <a:pt x="408453" y="187815"/>
                  </a:lnTo>
                  <a:lnTo>
                    <a:pt x="403007" y="187815"/>
                  </a:lnTo>
                  <a:lnTo>
                    <a:pt x="397561" y="187815"/>
                  </a:lnTo>
                  <a:lnTo>
                    <a:pt x="392115" y="187815"/>
                  </a:lnTo>
                  <a:lnTo>
                    <a:pt x="386669" y="187815"/>
                  </a:lnTo>
                  <a:lnTo>
                    <a:pt x="381223" y="187815"/>
                  </a:lnTo>
                  <a:lnTo>
                    <a:pt x="375777" y="187815"/>
                  </a:lnTo>
                  <a:lnTo>
                    <a:pt x="370331" y="187815"/>
                  </a:lnTo>
                  <a:lnTo>
                    <a:pt x="364885" y="187815"/>
                  </a:lnTo>
                  <a:lnTo>
                    <a:pt x="359438" y="187815"/>
                  </a:lnTo>
                  <a:lnTo>
                    <a:pt x="353992" y="187815"/>
                  </a:lnTo>
                  <a:lnTo>
                    <a:pt x="348546" y="187815"/>
                  </a:lnTo>
                  <a:lnTo>
                    <a:pt x="343100" y="187815"/>
                  </a:lnTo>
                  <a:lnTo>
                    <a:pt x="337654" y="187815"/>
                  </a:lnTo>
                  <a:lnTo>
                    <a:pt x="332208" y="187815"/>
                  </a:lnTo>
                  <a:lnTo>
                    <a:pt x="326762" y="187815"/>
                  </a:lnTo>
                  <a:lnTo>
                    <a:pt x="321316" y="187815"/>
                  </a:lnTo>
                  <a:lnTo>
                    <a:pt x="315870" y="187815"/>
                  </a:lnTo>
                  <a:lnTo>
                    <a:pt x="310424" y="187815"/>
                  </a:lnTo>
                  <a:lnTo>
                    <a:pt x="304978" y="187815"/>
                  </a:lnTo>
                  <a:lnTo>
                    <a:pt x="299532" y="187815"/>
                  </a:lnTo>
                  <a:lnTo>
                    <a:pt x="294086" y="187815"/>
                  </a:lnTo>
                  <a:lnTo>
                    <a:pt x="288640" y="187815"/>
                  </a:lnTo>
                  <a:lnTo>
                    <a:pt x="283194" y="187815"/>
                  </a:lnTo>
                  <a:lnTo>
                    <a:pt x="277748" y="187815"/>
                  </a:lnTo>
                  <a:lnTo>
                    <a:pt x="272302" y="187815"/>
                  </a:lnTo>
                  <a:lnTo>
                    <a:pt x="266856" y="187815"/>
                  </a:lnTo>
                  <a:lnTo>
                    <a:pt x="261410" y="187815"/>
                  </a:lnTo>
                  <a:lnTo>
                    <a:pt x="255964" y="187815"/>
                  </a:lnTo>
                  <a:lnTo>
                    <a:pt x="250518" y="187815"/>
                  </a:lnTo>
                  <a:lnTo>
                    <a:pt x="245072" y="187815"/>
                  </a:lnTo>
                  <a:lnTo>
                    <a:pt x="239625" y="187815"/>
                  </a:lnTo>
                  <a:lnTo>
                    <a:pt x="234179" y="187815"/>
                  </a:lnTo>
                  <a:lnTo>
                    <a:pt x="228733" y="187815"/>
                  </a:lnTo>
                  <a:lnTo>
                    <a:pt x="223287" y="187815"/>
                  </a:lnTo>
                  <a:lnTo>
                    <a:pt x="217841" y="187815"/>
                  </a:lnTo>
                  <a:lnTo>
                    <a:pt x="212395" y="187815"/>
                  </a:lnTo>
                  <a:lnTo>
                    <a:pt x="206949" y="187815"/>
                  </a:lnTo>
                  <a:lnTo>
                    <a:pt x="201503" y="187815"/>
                  </a:lnTo>
                  <a:lnTo>
                    <a:pt x="196057" y="187815"/>
                  </a:lnTo>
                  <a:lnTo>
                    <a:pt x="190611" y="187815"/>
                  </a:lnTo>
                  <a:lnTo>
                    <a:pt x="185165" y="187815"/>
                  </a:lnTo>
                  <a:lnTo>
                    <a:pt x="179719" y="187815"/>
                  </a:lnTo>
                  <a:lnTo>
                    <a:pt x="174273" y="187815"/>
                  </a:lnTo>
                  <a:lnTo>
                    <a:pt x="168827" y="187815"/>
                  </a:lnTo>
                  <a:lnTo>
                    <a:pt x="163381" y="187815"/>
                  </a:lnTo>
                  <a:lnTo>
                    <a:pt x="157935" y="187815"/>
                  </a:lnTo>
                  <a:lnTo>
                    <a:pt x="152489" y="187815"/>
                  </a:lnTo>
                  <a:lnTo>
                    <a:pt x="147043" y="187815"/>
                  </a:lnTo>
                  <a:lnTo>
                    <a:pt x="141597" y="187815"/>
                  </a:lnTo>
                  <a:lnTo>
                    <a:pt x="136151" y="187815"/>
                  </a:lnTo>
                  <a:lnTo>
                    <a:pt x="130705" y="187815"/>
                  </a:lnTo>
                  <a:lnTo>
                    <a:pt x="125259" y="187815"/>
                  </a:lnTo>
                  <a:lnTo>
                    <a:pt x="119812" y="187815"/>
                  </a:lnTo>
                  <a:lnTo>
                    <a:pt x="114366" y="187815"/>
                  </a:lnTo>
                  <a:lnTo>
                    <a:pt x="108920" y="187815"/>
                  </a:lnTo>
                  <a:lnTo>
                    <a:pt x="103474" y="187815"/>
                  </a:lnTo>
                  <a:lnTo>
                    <a:pt x="98028" y="187815"/>
                  </a:lnTo>
                  <a:lnTo>
                    <a:pt x="92582" y="187815"/>
                  </a:lnTo>
                  <a:lnTo>
                    <a:pt x="87136" y="187815"/>
                  </a:lnTo>
                  <a:lnTo>
                    <a:pt x="81690" y="187815"/>
                  </a:lnTo>
                  <a:lnTo>
                    <a:pt x="76244" y="187815"/>
                  </a:lnTo>
                  <a:lnTo>
                    <a:pt x="70798" y="187815"/>
                  </a:lnTo>
                  <a:lnTo>
                    <a:pt x="65352" y="187815"/>
                  </a:lnTo>
                  <a:lnTo>
                    <a:pt x="59906" y="187815"/>
                  </a:lnTo>
                  <a:lnTo>
                    <a:pt x="54460" y="187815"/>
                  </a:lnTo>
                  <a:lnTo>
                    <a:pt x="49014" y="187815"/>
                  </a:lnTo>
                  <a:lnTo>
                    <a:pt x="43568" y="187815"/>
                  </a:lnTo>
                  <a:lnTo>
                    <a:pt x="38122" y="187815"/>
                  </a:lnTo>
                  <a:lnTo>
                    <a:pt x="32676" y="187815"/>
                  </a:lnTo>
                  <a:lnTo>
                    <a:pt x="27230" y="187815"/>
                  </a:lnTo>
                  <a:lnTo>
                    <a:pt x="21784" y="187815"/>
                  </a:lnTo>
                  <a:lnTo>
                    <a:pt x="16338" y="187815"/>
                  </a:lnTo>
                  <a:lnTo>
                    <a:pt x="10892" y="187815"/>
                  </a:lnTo>
                  <a:lnTo>
                    <a:pt x="5446" y="18781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57616" y="3585834"/>
              <a:ext cx="2782929" cy="187815"/>
            </a:xfrm>
            <a:custGeom>
              <a:avLst/>
              <a:pathLst>
                <a:path w="2782929" h="187815">
                  <a:moveTo>
                    <a:pt x="0" y="187815"/>
                  </a:moveTo>
                  <a:lnTo>
                    <a:pt x="5446" y="187815"/>
                  </a:lnTo>
                  <a:lnTo>
                    <a:pt x="10892" y="187815"/>
                  </a:lnTo>
                  <a:lnTo>
                    <a:pt x="16338" y="187815"/>
                  </a:lnTo>
                  <a:lnTo>
                    <a:pt x="21784" y="187815"/>
                  </a:lnTo>
                  <a:lnTo>
                    <a:pt x="27230" y="187815"/>
                  </a:lnTo>
                  <a:lnTo>
                    <a:pt x="32676" y="187815"/>
                  </a:lnTo>
                  <a:lnTo>
                    <a:pt x="38122" y="187815"/>
                  </a:lnTo>
                  <a:lnTo>
                    <a:pt x="43568" y="187815"/>
                  </a:lnTo>
                  <a:lnTo>
                    <a:pt x="49014" y="187815"/>
                  </a:lnTo>
                  <a:lnTo>
                    <a:pt x="54460" y="187814"/>
                  </a:lnTo>
                  <a:lnTo>
                    <a:pt x="59906" y="187814"/>
                  </a:lnTo>
                  <a:lnTo>
                    <a:pt x="65352" y="187813"/>
                  </a:lnTo>
                  <a:lnTo>
                    <a:pt x="70798" y="187813"/>
                  </a:lnTo>
                  <a:lnTo>
                    <a:pt x="76244" y="187812"/>
                  </a:lnTo>
                  <a:lnTo>
                    <a:pt x="81690" y="187811"/>
                  </a:lnTo>
                  <a:lnTo>
                    <a:pt x="87136" y="187810"/>
                  </a:lnTo>
                  <a:lnTo>
                    <a:pt x="92582" y="187808"/>
                  </a:lnTo>
                  <a:lnTo>
                    <a:pt x="98028" y="187806"/>
                  </a:lnTo>
                  <a:lnTo>
                    <a:pt x="103474" y="187804"/>
                  </a:lnTo>
                  <a:lnTo>
                    <a:pt x="108920" y="187801"/>
                  </a:lnTo>
                  <a:lnTo>
                    <a:pt x="114366" y="187797"/>
                  </a:lnTo>
                  <a:lnTo>
                    <a:pt x="119812" y="187792"/>
                  </a:lnTo>
                  <a:lnTo>
                    <a:pt x="125259" y="187787"/>
                  </a:lnTo>
                  <a:lnTo>
                    <a:pt x="130705" y="187780"/>
                  </a:lnTo>
                  <a:lnTo>
                    <a:pt x="136151" y="187771"/>
                  </a:lnTo>
                  <a:lnTo>
                    <a:pt x="141597" y="187761"/>
                  </a:lnTo>
                  <a:lnTo>
                    <a:pt x="147043" y="187749"/>
                  </a:lnTo>
                  <a:lnTo>
                    <a:pt x="152489" y="187734"/>
                  </a:lnTo>
                  <a:lnTo>
                    <a:pt x="157935" y="187717"/>
                  </a:lnTo>
                  <a:lnTo>
                    <a:pt x="163381" y="187696"/>
                  </a:lnTo>
                  <a:lnTo>
                    <a:pt x="168827" y="187672"/>
                  </a:lnTo>
                  <a:lnTo>
                    <a:pt x="174273" y="187643"/>
                  </a:lnTo>
                  <a:lnTo>
                    <a:pt x="179719" y="187609"/>
                  </a:lnTo>
                  <a:lnTo>
                    <a:pt x="185165" y="187570"/>
                  </a:lnTo>
                  <a:lnTo>
                    <a:pt x="190611" y="187525"/>
                  </a:lnTo>
                  <a:lnTo>
                    <a:pt x="196057" y="187474"/>
                  </a:lnTo>
                  <a:lnTo>
                    <a:pt x="201503" y="187413"/>
                  </a:lnTo>
                  <a:lnTo>
                    <a:pt x="206949" y="187343"/>
                  </a:lnTo>
                  <a:lnTo>
                    <a:pt x="212395" y="187265"/>
                  </a:lnTo>
                  <a:lnTo>
                    <a:pt x="217841" y="187177"/>
                  </a:lnTo>
                  <a:lnTo>
                    <a:pt x="223287" y="187078"/>
                  </a:lnTo>
                  <a:lnTo>
                    <a:pt x="228733" y="186964"/>
                  </a:lnTo>
                  <a:lnTo>
                    <a:pt x="234179" y="186837"/>
                  </a:lnTo>
                  <a:lnTo>
                    <a:pt x="239625" y="186697"/>
                  </a:lnTo>
                  <a:lnTo>
                    <a:pt x="245072" y="186542"/>
                  </a:lnTo>
                  <a:lnTo>
                    <a:pt x="250518" y="186372"/>
                  </a:lnTo>
                  <a:lnTo>
                    <a:pt x="255964" y="186184"/>
                  </a:lnTo>
                  <a:lnTo>
                    <a:pt x="261410" y="185977"/>
                  </a:lnTo>
                  <a:lnTo>
                    <a:pt x="266856" y="185753"/>
                  </a:lnTo>
                  <a:lnTo>
                    <a:pt x="272302" y="185512"/>
                  </a:lnTo>
                  <a:lnTo>
                    <a:pt x="277748" y="185253"/>
                  </a:lnTo>
                  <a:lnTo>
                    <a:pt x="283194" y="184974"/>
                  </a:lnTo>
                  <a:lnTo>
                    <a:pt x="288640" y="184674"/>
                  </a:lnTo>
                  <a:lnTo>
                    <a:pt x="294086" y="184357"/>
                  </a:lnTo>
                  <a:lnTo>
                    <a:pt x="299532" y="184023"/>
                  </a:lnTo>
                  <a:lnTo>
                    <a:pt x="304978" y="183672"/>
                  </a:lnTo>
                  <a:lnTo>
                    <a:pt x="310424" y="183305"/>
                  </a:lnTo>
                  <a:lnTo>
                    <a:pt x="315870" y="182920"/>
                  </a:lnTo>
                  <a:lnTo>
                    <a:pt x="321316" y="182522"/>
                  </a:lnTo>
                  <a:lnTo>
                    <a:pt x="326762" y="182112"/>
                  </a:lnTo>
                  <a:lnTo>
                    <a:pt x="332208" y="181692"/>
                  </a:lnTo>
                  <a:lnTo>
                    <a:pt x="337654" y="181263"/>
                  </a:lnTo>
                  <a:lnTo>
                    <a:pt x="343100" y="180826"/>
                  </a:lnTo>
                  <a:lnTo>
                    <a:pt x="348546" y="180385"/>
                  </a:lnTo>
                  <a:lnTo>
                    <a:pt x="353992" y="179942"/>
                  </a:lnTo>
                  <a:lnTo>
                    <a:pt x="359438" y="179498"/>
                  </a:lnTo>
                  <a:lnTo>
                    <a:pt x="364885" y="179056"/>
                  </a:lnTo>
                  <a:lnTo>
                    <a:pt x="370331" y="178620"/>
                  </a:lnTo>
                  <a:lnTo>
                    <a:pt x="375777" y="178191"/>
                  </a:lnTo>
                  <a:lnTo>
                    <a:pt x="381223" y="177772"/>
                  </a:lnTo>
                  <a:lnTo>
                    <a:pt x="386669" y="177363"/>
                  </a:lnTo>
                  <a:lnTo>
                    <a:pt x="392115" y="176966"/>
                  </a:lnTo>
                  <a:lnTo>
                    <a:pt x="397561" y="176587"/>
                  </a:lnTo>
                  <a:lnTo>
                    <a:pt x="403007" y="176227"/>
                  </a:lnTo>
                  <a:lnTo>
                    <a:pt x="408453" y="175885"/>
                  </a:lnTo>
                  <a:lnTo>
                    <a:pt x="413899" y="175562"/>
                  </a:lnTo>
                  <a:lnTo>
                    <a:pt x="419345" y="175259"/>
                  </a:lnTo>
                  <a:lnTo>
                    <a:pt x="424791" y="174980"/>
                  </a:lnTo>
                  <a:lnTo>
                    <a:pt x="430237" y="174728"/>
                  </a:lnTo>
                  <a:lnTo>
                    <a:pt x="435683" y="174500"/>
                  </a:lnTo>
                  <a:lnTo>
                    <a:pt x="441129" y="174294"/>
                  </a:lnTo>
                  <a:lnTo>
                    <a:pt x="446575" y="174112"/>
                  </a:lnTo>
                  <a:lnTo>
                    <a:pt x="452021" y="173954"/>
                  </a:lnTo>
                  <a:lnTo>
                    <a:pt x="457467" y="173827"/>
                  </a:lnTo>
                  <a:lnTo>
                    <a:pt x="462913" y="173723"/>
                  </a:lnTo>
                  <a:lnTo>
                    <a:pt x="468359" y="173643"/>
                  </a:lnTo>
                  <a:lnTo>
                    <a:pt x="473805" y="173586"/>
                  </a:lnTo>
                  <a:lnTo>
                    <a:pt x="479251" y="173551"/>
                  </a:lnTo>
                  <a:lnTo>
                    <a:pt x="484698" y="173544"/>
                  </a:lnTo>
                  <a:lnTo>
                    <a:pt x="490144" y="173560"/>
                  </a:lnTo>
                  <a:lnTo>
                    <a:pt x="495590" y="173597"/>
                  </a:lnTo>
                  <a:lnTo>
                    <a:pt x="501036" y="173654"/>
                  </a:lnTo>
                  <a:lnTo>
                    <a:pt x="506482" y="173731"/>
                  </a:lnTo>
                  <a:lnTo>
                    <a:pt x="511928" y="173830"/>
                  </a:lnTo>
                  <a:lnTo>
                    <a:pt x="517374" y="173949"/>
                  </a:lnTo>
                  <a:lnTo>
                    <a:pt x="522820" y="174085"/>
                  </a:lnTo>
                  <a:lnTo>
                    <a:pt x="528266" y="174238"/>
                  </a:lnTo>
                  <a:lnTo>
                    <a:pt x="533712" y="174406"/>
                  </a:lnTo>
                  <a:lnTo>
                    <a:pt x="539158" y="174590"/>
                  </a:lnTo>
                  <a:lnTo>
                    <a:pt x="544604" y="174789"/>
                  </a:lnTo>
                  <a:lnTo>
                    <a:pt x="550050" y="174999"/>
                  </a:lnTo>
                  <a:lnTo>
                    <a:pt x="555496" y="175220"/>
                  </a:lnTo>
                  <a:lnTo>
                    <a:pt x="560942" y="175450"/>
                  </a:lnTo>
                  <a:lnTo>
                    <a:pt x="566388" y="175688"/>
                  </a:lnTo>
                  <a:lnTo>
                    <a:pt x="571834" y="175934"/>
                  </a:lnTo>
                  <a:lnTo>
                    <a:pt x="577280" y="176183"/>
                  </a:lnTo>
                  <a:lnTo>
                    <a:pt x="582726" y="176434"/>
                  </a:lnTo>
                  <a:lnTo>
                    <a:pt x="588172" y="176687"/>
                  </a:lnTo>
                  <a:lnTo>
                    <a:pt x="593618" y="176938"/>
                  </a:lnTo>
                  <a:lnTo>
                    <a:pt x="599064" y="177186"/>
                  </a:lnTo>
                  <a:lnTo>
                    <a:pt x="604510" y="177428"/>
                  </a:lnTo>
                  <a:lnTo>
                    <a:pt x="609957" y="177663"/>
                  </a:lnTo>
                  <a:lnTo>
                    <a:pt x="615403" y="177890"/>
                  </a:lnTo>
                  <a:lnTo>
                    <a:pt x="620849" y="178106"/>
                  </a:lnTo>
                  <a:lnTo>
                    <a:pt x="626295" y="178309"/>
                  </a:lnTo>
                  <a:lnTo>
                    <a:pt x="631741" y="178496"/>
                  </a:lnTo>
                  <a:lnTo>
                    <a:pt x="637187" y="178669"/>
                  </a:lnTo>
                  <a:lnTo>
                    <a:pt x="642633" y="178826"/>
                  </a:lnTo>
                  <a:lnTo>
                    <a:pt x="648079" y="178966"/>
                  </a:lnTo>
                  <a:lnTo>
                    <a:pt x="653525" y="179086"/>
                  </a:lnTo>
                  <a:lnTo>
                    <a:pt x="658971" y="179184"/>
                  </a:lnTo>
                  <a:lnTo>
                    <a:pt x="664417" y="179263"/>
                  </a:lnTo>
                  <a:lnTo>
                    <a:pt x="669863" y="179323"/>
                  </a:lnTo>
                  <a:lnTo>
                    <a:pt x="675309" y="179363"/>
                  </a:lnTo>
                  <a:lnTo>
                    <a:pt x="680755" y="179383"/>
                  </a:lnTo>
                  <a:lnTo>
                    <a:pt x="686201" y="179380"/>
                  </a:lnTo>
                  <a:lnTo>
                    <a:pt x="691647" y="179359"/>
                  </a:lnTo>
                  <a:lnTo>
                    <a:pt x="697093" y="179321"/>
                  </a:lnTo>
                  <a:lnTo>
                    <a:pt x="702539" y="179266"/>
                  </a:lnTo>
                  <a:lnTo>
                    <a:pt x="707985" y="179195"/>
                  </a:lnTo>
                  <a:lnTo>
                    <a:pt x="713431" y="179106"/>
                  </a:lnTo>
                  <a:lnTo>
                    <a:pt x="718877" y="179004"/>
                  </a:lnTo>
                  <a:lnTo>
                    <a:pt x="724323" y="178891"/>
                  </a:lnTo>
                  <a:lnTo>
                    <a:pt x="729770" y="178767"/>
                  </a:lnTo>
                  <a:lnTo>
                    <a:pt x="735216" y="178635"/>
                  </a:lnTo>
                  <a:lnTo>
                    <a:pt x="740662" y="178495"/>
                  </a:lnTo>
                  <a:lnTo>
                    <a:pt x="746108" y="178349"/>
                  </a:lnTo>
                  <a:lnTo>
                    <a:pt x="751554" y="178200"/>
                  </a:lnTo>
                  <a:lnTo>
                    <a:pt x="757000" y="178049"/>
                  </a:lnTo>
                  <a:lnTo>
                    <a:pt x="762446" y="177898"/>
                  </a:lnTo>
                  <a:lnTo>
                    <a:pt x="767892" y="177747"/>
                  </a:lnTo>
                  <a:lnTo>
                    <a:pt x="773338" y="177600"/>
                  </a:lnTo>
                  <a:lnTo>
                    <a:pt x="778784" y="177456"/>
                  </a:lnTo>
                  <a:lnTo>
                    <a:pt x="784230" y="177317"/>
                  </a:lnTo>
                  <a:lnTo>
                    <a:pt x="789676" y="177184"/>
                  </a:lnTo>
                  <a:lnTo>
                    <a:pt x="795122" y="177059"/>
                  </a:lnTo>
                  <a:lnTo>
                    <a:pt x="800568" y="176943"/>
                  </a:lnTo>
                  <a:lnTo>
                    <a:pt x="806014" y="176836"/>
                  </a:lnTo>
                  <a:lnTo>
                    <a:pt x="811460" y="176737"/>
                  </a:lnTo>
                  <a:lnTo>
                    <a:pt x="816906" y="176648"/>
                  </a:lnTo>
                  <a:lnTo>
                    <a:pt x="822352" y="176568"/>
                  </a:lnTo>
                  <a:lnTo>
                    <a:pt x="827798" y="176500"/>
                  </a:lnTo>
                  <a:lnTo>
                    <a:pt x="833244" y="176441"/>
                  </a:lnTo>
                  <a:lnTo>
                    <a:pt x="838690" y="176391"/>
                  </a:lnTo>
                  <a:lnTo>
                    <a:pt x="844136" y="176348"/>
                  </a:lnTo>
                  <a:lnTo>
                    <a:pt x="849583" y="176314"/>
                  </a:lnTo>
                  <a:lnTo>
                    <a:pt x="855029" y="176288"/>
                  </a:lnTo>
                  <a:lnTo>
                    <a:pt x="860475" y="176268"/>
                  </a:lnTo>
                  <a:lnTo>
                    <a:pt x="865921" y="176252"/>
                  </a:lnTo>
                  <a:lnTo>
                    <a:pt x="871367" y="176241"/>
                  </a:lnTo>
                  <a:lnTo>
                    <a:pt x="876813" y="176231"/>
                  </a:lnTo>
                  <a:lnTo>
                    <a:pt x="882259" y="176224"/>
                  </a:lnTo>
                  <a:lnTo>
                    <a:pt x="887705" y="176216"/>
                  </a:lnTo>
                  <a:lnTo>
                    <a:pt x="893151" y="176207"/>
                  </a:lnTo>
                  <a:lnTo>
                    <a:pt x="898597" y="176195"/>
                  </a:lnTo>
                  <a:lnTo>
                    <a:pt x="904043" y="176180"/>
                  </a:lnTo>
                  <a:lnTo>
                    <a:pt x="909489" y="176160"/>
                  </a:lnTo>
                  <a:lnTo>
                    <a:pt x="914935" y="176134"/>
                  </a:lnTo>
                  <a:lnTo>
                    <a:pt x="920381" y="176100"/>
                  </a:lnTo>
                  <a:lnTo>
                    <a:pt x="925827" y="176060"/>
                  </a:lnTo>
                  <a:lnTo>
                    <a:pt x="931273" y="176013"/>
                  </a:lnTo>
                  <a:lnTo>
                    <a:pt x="936719" y="175957"/>
                  </a:lnTo>
                  <a:lnTo>
                    <a:pt x="942165" y="175891"/>
                  </a:lnTo>
                  <a:lnTo>
                    <a:pt x="947611" y="175818"/>
                  </a:lnTo>
                  <a:lnTo>
                    <a:pt x="953057" y="175737"/>
                  </a:lnTo>
                  <a:lnTo>
                    <a:pt x="958503" y="175649"/>
                  </a:lnTo>
                  <a:lnTo>
                    <a:pt x="963949" y="175553"/>
                  </a:lnTo>
                  <a:lnTo>
                    <a:pt x="969396" y="175450"/>
                  </a:lnTo>
                  <a:lnTo>
                    <a:pt x="974842" y="175343"/>
                  </a:lnTo>
                  <a:lnTo>
                    <a:pt x="980288" y="175231"/>
                  </a:lnTo>
                  <a:lnTo>
                    <a:pt x="985734" y="175116"/>
                  </a:lnTo>
                  <a:lnTo>
                    <a:pt x="991180" y="174999"/>
                  </a:lnTo>
                  <a:lnTo>
                    <a:pt x="996626" y="174881"/>
                  </a:lnTo>
                  <a:lnTo>
                    <a:pt x="1002072" y="174763"/>
                  </a:lnTo>
                  <a:lnTo>
                    <a:pt x="1007518" y="174647"/>
                  </a:lnTo>
                  <a:lnTo>
                    <a:pt x="1012964" y="174533"/>
                  </a:lnTo>
                  <a:lnTo>
                    <a:pt x="1018410" y="174422"/>
                  </a:lnTo>
                  <a:lnTo>
                    <a:pt x="1023856" y="174316"/>
                  </a:lnTo>
                  <a:lnTo>
                    <a:pt x="1029302" y="174215"/>
                  </a:lnTo>
                  <a:lnTo>
                    <a:pt x="1034748" y="174119"/>
                  </a:lnTo>
                  <a:lnTo>
                    <a:pt x="1040194" y="174028"/>
                  </a:lnTo>
                  <a:lnTo>
                    <a:pt x="1045640" y="173942"/>
                  </a:lnTo>
                  <a:lnTo>
                    <a:pt x="1051086" y="173862"/>
                  </a:lnTo>
                  <a:lnTo>
                    <a:pt x="1056532" y="173786"/>
                  </a:lnTo>
                  <a:lnTo>
                    <a:pt x="1061978" y="173712"/>
                  </a:lnTo>
                  <a:lnTo>
                    <a:pt x="1067424" y="173641"/>
                  </a:lnTo>
                  <a:lnTo>
                    <a:pt x="1072870" y="173571"/>
                  </a:lnTo>
                  <a:lnTo>
                    <a:pt x="1078316" y="173499"/>
                  </a:lnTo>
                  <a:lnTo>
                    <a:pt x="1083762" y="173424"/>
                  </a:lnTo>
                  <a:lnTo>
                    <a:pt x="1089209" y="173344"/>
                  </a:lnTo>
                  <a:lnTo>
                    <a:pt x="1094655" y="173256"/>
                  </a:lnTo>
                  <a:lnTo>
                    <a:pt x="1100101" y="173159"/>
                  </a:lnTo>
                  <a:lnTo>
                    <a:pt x="1105547" y="173051"/>
                  </a:lnTo>
                  <a:lnTo>
                    <a:pt x="1110993" y="172925"/>
                  </a:lnTo>
                  <a:lnTo>
                    <a:pt x="1116439" y="172781"/>
                  </a:lnTo>
                  <a:lnTo>
                    <a:pt x="1121885" y="172619"/>
                  </a:lnTo>
                  <a:lnTo>
                    <a:pt x="1127331" y="172435"/>
                  </a:lnTo>
                  <a:lnTo>
                    <a:pt x="1132777" y="172229"/>
                  </a:lnTo>
                  <a:lnTo>
                    <a:pt x="1138223" y="171994"/>
                  </a:lnTo>
                  <a:lnTo>
                    <a:pt x="1143669" y="171729"/>
                  </a:lnTo>
                  <a:lnTo>
                    <a:pt x="1149115" y="171436"/>
                  </a:lnTo>
                  <a:lnTo>
                    <a:pt x="1154561" y="171114"/>
                  </a:lnTo>
                  <a:lnTo>
                    <a:pt x="1160007" y="170764"/>
                  </a:lnTo>
                  <a:lnTo>
                    <a:pt x="1165453" y="170380"/>
                  </a:lnTo>
                  <a:lnTo>
                    <a:pt x="1170899" y="169961"/>
                  </a:lnTo>
                  <a:lnTo>
                    <a:pt x="1176345" y="169512"/>
                  </a:lnTo>
                  <a:lnTo>
                    <a:pt x="1181791" y="169034"/>
                  </a:lnTo>
                  <a:lnTo>
                    <a:pt x="1187237" y="168529"/>
                  </a:lnTo>
                  <a:lnTo>
                    <a:pt x="1192683" y="167996"/>
                  </a:lnTo>
                  <a:lnTo>
                    <a:pt x="1198129" y="167430"/>
                  </a:lnTo>
                  <a:lnTo>
                    <a:pt x="1203575" y="166842"/>
                  </a:lnTo>
                  <a:lnTo>
                    <a:pt x="1209021" y="166231"/>
                  </a:lnTo>
                  <a:lnTo>
                    <a:pt x="1214468" y="165601"/>
                  </a:lnTo>
                  <a:lnTo>
                    <a:pt x="1219914" y="164951"/>
                  </a:lnTo>
                  <a:lnTo>
                    <a:pt x="1225360" y="164281"/>
                  </a:lnTo>
                  <a:lnTo>
                    <a:pt x="1230806" y="163596"/>
                  </a:lnTo>
                  <a:lnTo>
                    <a:pt x="1236252" y="162899"/>
                  </a:lnTo>
                  <a:lnTo>
                    <a:pt x="1241698" y="162189"/>
                  </a:lnTo>
                  <a:lnTo>
                    <a:pt x="1247144" y="161469"/>
                  </a:lnTo>
                  <a:lnTo>
                    <a:pt x="1252590" y="160737"/>
                  </a:lnTo>
                  <a:lnTo>
                    <a:pt x="1258036" y="159995"/>
                  </a:lnTo>
                  <a:lnTo>
                    <a:pt x="1263482" y="159243"/>
                  </a:lnTo>
                  <a:lnTo>
                    <a:pt x="1268928" y="158482"/>
                  </a:lnTo>
                  <a:lnTo>
                    <a:pt x="1274374" y="157710"/>
                  </a:lnTo>
                  <a:lnTo>
                    <a:pt x="1279820" y="156925"/>
                  </a:lnTo>
                  <a:lnTo>
                    <a:pt x="1285266" y="156125"/>
                  </a:lnTo>
                  <a:lnTo>
                    <a:pt x="1290712" y="155308"/>
                  </a:lnTo>
                  <a:lnTo>
                    <a:pt x="1296158" y="154473"/>
                  </a:lnTo>
                  <a:lnTo>
                    <a:pt x="1301604" y="153617"/>
                  </a:lnTo>
                  <a:lnTo>
                    <a:pt x="1307050" y="152735"/>
                  </a:lnTo>
                  <a:lnTo>
                    <a:pt x="1312496" y="151817"/>
                  </a:lnTo>
                  <a:lnTo>
                    <a:pt x="1317942" y="150866"/>
                  </a:lnTo>
                  <a:lnTo>
                    <a:pt x="1323388" y="149878"/>
                  </a:lnTo>
                  <a:lnTo>
                    <a:pt x="1328834" y="148847"/>
                  </a:lnTo>
                  <a:lnTo>
                    <a:pt x="1334281" y="147771"/>
                  </a:lnTo>
                  <a:lnTo>
                    <a:pt x="1339727" y="146628"/>
                  </a:lnTo>
                  <a:lnTo>
                    <a:pt x="1345173" y="145426"/>
                  </a:lnTo>
                  <a:lnTo>
                    <a:pt x="1350619" y="144162"/>
                  </a:lnTo>
                  <a:lnTo>
                    <a:pt x="1356065" y="142831"/>
                  </a:lnTo>
                  <a:lnTo>
                    <a:pt x="1361511" y="141428"/>
                  </a:lnTo>
                  <a:lnTo>
                    <a:pt x="1366957" y="139931"/>
                  </a:lnTo>
                  <a:lnTo>
                    <a:pt x="1372403" y="138345"/>
                  </a:lnTo>
                  <a:lnTo>
                    <a:pt x="1377849" y="136672"/>
                  </a:lnTo>
                  <a:lnTo>
                    <a:pt x="1383295" y="134908"/>
                  </a:lnTo>
                  <a:lnTo>
                    <a:pt x="1388741" y="133052"/>
                  </a:lnTo>
                  <a:lnTo>
                    <a:pt x="1394187" y="131083"/>
                  </a:lnTo>
                  <a:lnTo>
                    <a:pt x="1399633" y="128999"/>
                  </a:lnTo>
                  <a:lnTo>
                    <a:pt x="1405079" y="126812"/>
                  </a:lnTo>
                  <a:lnTo>
                    <a:pt x="1410525" y="124520"/>
                  </a:lnTo>
                  <a:lnTo>
                    <a:pt x="1415971" y="122123"/>
                  </a:lnTo>
                  <a:lnTo>
                    <a:pt x="1421417" y="119611"/>
                  </a:lnTo>
                  <a:lnTo>
                    <a:pt x="1426863" y="116970"/>
                  </a:lnTo>
                  <a:lnTo>
                    <a:pt x="1432309" y="114222"/>
                  </a:lnTo>
                  <a:lnTo>
                    <a:pt x="1437755" y="111371"/>
                  </a:lnTo>
                  <a:lnTo>
                    <a:pt x="1443201" y="108418"/>
                  </a:lnTo>
                  <a:lnTo>
                    <a:pt x="1448647" y="105363"/>
                  </a:lnTo>
                  <a:lnTo>
                    <a:pt x="1454094" y="102183"/>
                  </a:lnTo>
                  <a:lnTo>
                    <a:pt x="1459540" y="98911"/>
                  </a:lnTo>
                  <a:lnTo>
                    <a:pt x="1464986" y="95552"/>
                  </a:lnTo>
                  <a:lnTo>
                    <a:pt x="1470432" y="92110"/>
                  </a:lnTo>
                  <a:lnTo>
                    <a:pt x="1475878" y="88590"/>
                  </a:lnTo>
                  <a:lnTo>
                    <a:pt x="1481324" y="84982"/>
                  </a:lnTo>
                  <a:lnTo>
                    <a:pt x="1486770" y="81309"/>
                  </a:lnTo>
                  <a:lnTo>
                    <a:pt x="1492216" y="77581"/>
                  </a:lnTo>
                  <a:lnTo>
                    <a:pt x="1497662" y="73805"/>
                  </a:lnTo>
                  <a:lnTo>
                    <a:pt x="1503108" y="69991"/>
                  </a:lnTo>
                  <a:lnTo>
                    <a:pt x="1508554" y="66141"/>
                  </a:lnTo>
                  <a:lnTo>
                    <a:pt x="1514000" y="62273"/>
                  </a:lnTo>
                  <a:lnTo>
                    <a:pt x="1519446" y="58398"/>
                  </a:lnTo>
                  <a:lnTo>
                    <a:pt x="1524892" y="54529"/>
                  </a:lnTo>
                  <a:lnTo>
                    <a:pt x="1530338" y="50673"/>
                  </a:lnTo>
                  <a:lnTo>
                    <a:pt x="1535784" y="46847"/>
                  </a:lnTo>
                  <a:lnTo>
                    <a:pt x="1541230" y="43072"/>
                  </a:lnTo>
                  <a:lnTo>
                    <a:pt x="1546676" y="39355"/>
                  </a:lnTo>
                  <a:lnTo>
                    <a:pt x="1552122" y="35708"/>
                  </a:lnTo>
                  <a:lnTo>
                    <a:pt x="1557568" y="32144"/>
                  </a:lnTo>
                  <a:lnTo>
                    <a:pt x="1563014" y="28679"/>
                  </a:lnTo>
                  <a:lnTo>
                    <a:pt x="1568460" y="25359"/>
                  </a:lnTo>
                  <a:lnTo>
                    <a:pt x="1573907" y="22172"/>
                  </a:lnTo>
                  <a:lnTo>
                    <a:pt x="1579353" y="19131"/>
                  </a:lnTo>
                  <a:lnTo>
                    <a:pt x="1584799" y="16248"/>
                  </a:lnTo>
                  <a:lnTo>
                    <a:pt x="1590245" y="13537"/>
                  </a:lnTo>
                  <a:lnTo>
                    <a:pt x="1595691" y="11069"/>
                  </a:lnTo>
                  <a:lnTo>
                    <a:pt x="1601137" y="8815"/>
                  </a:lnTo>
                  <a:lnTo>
                    <a:pt x="1606583" y="6781"/>
                  </a:lnTo>
                  <a:lnTo>
                    <a:pt x="1612029" y="4978"/>
                  </a:lnTo>
                  <a:lnTo>
                    <a:pt x="1617475" y="3417"/>
                  </a:lnTo>
                  <a:lnTo>
                    <a:pt x="1622921" y="2162"/>
                  </a:lnTo>
                  <a:lnTo>
                    <a:pt x="1628367" y="1203"/>
                  </a:lnTo>
                  <a:lnTo>
                    <a:pt x="1633813" y="518"/>
                  </a:lnTo>
                  <a:lnTo>
                    <a:pt x="1639259" y="116"/>
                  </a:lnTo>
                  <a:lnTo>
                    <a:pt x="1644705" y="0"/>
                  </a:lnTo>
                  <a:lnTo>
                    <a:pt x="1650151" y="214"/>
                  </a:lnTo>
                  <a:lnTo>
                    <a:pt x="1655597" y="774"/>
                  </a:lnTo>
                  <a:lnTo>
                    <a:pt x="1661043" y="1630"/>
                  </a:lnTo>
                  <a:lnTo>
                    <a:pt x="1666489" y="2780"/>
                  </a:lnTo>
                  <a:lnTo>
                    <a:pt x="1671935" y="4222"/>
                  </a:lnTo>
                  <a:lnTo>
                    <a:pt x="1677381" y="5969"/>
                  </a:lnTo>
                  <a:lnTo>
                    <a:pt x="1682827" y="8066"/>
                  </a:lnTo>
                  <a:lnTo>
                    <a:pt x="1688273" y="10434"/>
                  </a:lnTo>
                  <a:lnTo>
                    <a:pt x="1693720" y="13064"/>
                  </a:lnTo>
                  <a:lnTo>
                    <a:pt x="1699166" y="15946"/>
                  </a:lnTo>
                  <a:lnTo>
                    <a:pt x="1704612" y="19071"/>
                  </a:lnTo>
                  <a:lnTo>
                    <a:pt x="1710058" y="22488"/>
                  </a:lnTo>
                  <a:lnTo>
                    <a:pt x="1715504" y="26113"/>
                  </a:lnTo>
                  <a:lnTo>
                    <a:pt x="1720950" y="29930"/>
                  </a:lnTo>
                  <a:lnTo>
                    <a:pt x="1726396" y="33924"/>
                  </a:lnTo>
                  <a:lnTo>
                    <a:pt x="1731842" y="38081"/>
                  </a:lnTo>
                  <a:lnTo>
                    <a:pt x="1737288" y="42411"/>
                  </a:lnTo>
                  <a:lnTo>
                    <a:pt x="1742734" y="46869"/>
                  </a:lnTo>
                  <a:lnTo>
                    <a:pt x="1748180" y="51428"/>
                  </a:lnTo>
                  <a:lnTo>
                    <a:pt x="1753626" y="56070"/>
                  </a:lnTo>
                  <a:lnTo>
                    <a:pt x="1759072" y="60780"/>
                  </a:lnTo>
                  <a:lnTo>
                    <a:pt x="1764518" y="65547"/>
                  </a:lnTo>
                  <a:lnTo>
                    <a:pt x="1769964" y="70343"/>
                  </a:lnTo>
                  <a:lnTo>
                    <a:pt x="1775410" y="75148"/>
                  </a:lnTo>
                  <a:lnTo>
                    <a:pt x="1780856" y="79946"/>
                  </a:lnTo>
                  <a:lnTo>
                    <a:pt x="1786302" y="84724"/>
                  </a:lnTo>
                  <a:lnTo>
                    <a:pt x="1791748" y="89465"/>
                  </a:lnTo>
                  <a:lnTo>
                    <a:pt x="1797194" y="94141"/>
                  </a:lnTo>
                  <a:lnTo>
                    <a:pt x="1802640" y="98751"/>
                  </a:lnTo>
                  <a:lnTo>
                    <a:pt x="1808086" y="103283"/>
                  </a:lnTo>
                  <a:lnTo>
                    <a:pt x="1813532" y="107730"/>
                  </a:lnTo>
                  <a:lnTo>
                    <a:pt x="1818979" y="112079"/>
                  </a:lnTo>
                  <a:lnTo>
                    <a:pt x="1824425" y="116292"/>
                  </a:lnTo>
                  <a:lnTo>
                    <a:pt x="1829871" y="120389"/>
                  </a:lnTo>
                  <a:lnTo>
                    <a:pt x="1835317" y="124366"/>
                  </a:lnTo>
                  <a:lnTo>
                    <a:pt x="1840763" y="128219"/>
                  </a:lnTo>
                  <a:lnTo>
                    <a:pt x="1846209" y="131943"/>
                  </a:lnTo>
                  <a:lnTo>
                    <a:pt x="1851655" y="135500"/>
                  </a:lnTo>
                  <a:lnTo>
                    <a:pt x="1857101" y="138915"/>
                  </a:lnTo>
                  <a:lnTo>
                    <a:pt x="1862547" y="142192"/>
                  </a:lnTo>
                  <a:lnTo>
                    <a:pt x="1867993" y="145332"/>
                  </a:lnTo>
                  <a:lnTo>
                    <a:pt x="1873439" y="148335"/>
                  </a:lnTo>
                  <a:lnTo>
                    <a:pt x="1878885" y="151175"/>
                  </a:lnTo>
                  <a:lnTo>
                    <a:pt x="1884331" y="153863"/>
                  </a:lnTo>
                  <a:lnTo>
                    <a:pt x="1889777" y="156417"/>
                  </a:lnTo>
                  <a:lnTo>
                    <a:pt x="1895223" y="158839"/>
                  </a:lnTo>
                  <a:lnTo>
                    <a:pt x="1900669" y="161131"/>
                  </a:lnTo>
                  <a:lnTo>
                    <a:pt x="1906115" y="163283"/>
                  </a:lnTo>
                  <a:lnTo>
                    <a:pt x="1911561" y="165287"/>
                  </a:lnTo>
                  <a:lnTo>
                    <a:pt x="1917007" y="167172"/>
                  </a:lnTo>
                  <a:lnTo>
                    <a:pt x="1922453" y="168942"/>
                  </a:lnTo>
                  <a:lnTo>
                    <a:pt x="1927899" y="170599"/>
                  </a:lnTo>
                  <a:lnTo>
                    <a:pt x="1933345" y="172144"/>
                  </a:lnTo>
                  <a:lnTo>
                    <a:pt x="1938792" y="173556"/>
                  </a:lnTo>
                  <a:lnTo>
                    <a:pt x="1944238" y="174871"/>
                  </a:lnTo>
                  <a:lnTo>
                    <a:pt x="1949684" y="176090"/>
                  </a:lnTo>
                  <a:lnTo>
                    <a:pt x="1955130" y="177219"/>
                  </a:lnTo>
                  <a:lnTo>
                    <a:pt x="1960576" y="178260"/>
                  </a:lnTo>
                  <a:lnTo>
                    <a:pt x="1966022" y="179197"/>
                  </a:lnTo>
                  <a:lnTo>
                    <a:pt x="1971468" y="180054"/>
                  </a:lnTo>
                  <a:lnTo>
                    <a:pt x="1976914" y="180839"/>
                  </a:lnTo>
                  <a:lnTo>
                    <a:pt x="1982360" y="181555"/>
                  </a:lnTo>
                  <a:lnTo>
                    <a:pt x="1987806" y="182206"/>
                  </a:lnTo>
                  <a:lnTo>
                    <a:pt x="1993252" y="182783"/>
                  </a:lnTo>
                  <a:lnTo>
                    <a:pt x="1998698" y="183299"/>
                  </a:lnTo>
                  <a:lnTo>
                    <a:pt x="2004144" y="183764"/>
                  </a:lnTo>
                  <a:lnTo>
                    <a:pt x="2009590" y="184180"/>
                  </a:lnTo>
                  <a:lnTo>
                    <a:pt x="2015036" y="184552"/>
                  </a:lnTo>
                  <a:lnTo>
                    <a:pt x="2020482" y="184876"/>
                  </a:lnTo>
                  <a:lnTo>
                    <a:pt x="2025928" y="185157"/>
                  </a:lnTo>
                  <a:lnTo>
                    <a:pt x="2031374" y="185405"/>
                  </a:lnTo>
                  <a:lnTo>
                    <a:pt x="2036820" y="185622"/>
                  </a:lnTo>
                  <a:lnTo>
                    <a:pt x="2042266" y="185812"/>
                  </a:lnTo>
                  <a:lnTo>
                    <a:pt x="2047712" y="185974"/>
                  </a:lnTo>
                  <a:lnTo>
                    <a:pt x="2053158" y="186109"/>
                  </a:lnTo>
                  <a:lnTo>
                    <a:pt x="2058605" y="186226"/>
                  </a:lnTo>
                  <a:lnTo>
                    <a:pt x="2064051" y="186325"/>
                  </a:lnTo>
                  <a:lnTo>
                    <a:pt x="2069497" y="186410"/>
                  </a:lnTo>
                  <a:lnTo>
                    <a:pt x="2074943" y="186481"/>
                  </a:lnTo>
                  <a:lnTo>
                    <a:pt x="2080389" y="186538"/>
                  </a:lnTo>
                  <a:lnTo>
                    <a:pt x="2085835" y="186585"/>
                  </a:lnTo>
                  <a:lnTo>
                    <a:pt x="2091281" y="186626"/>
                  </a:lnTo>
                  <a:lnTo>
                    <a:pt x="2096727" y="186660"/>
                  </a:lnTo>
                  <a:lnTo>
                    <a:pt x="2102173" y="186688"/>
                  </a:lnTo>
                  <a:lnTo>
                    <a:pt x="2107619" y="186712"/>
                  </a:lnTo>
                  <a:lnTo>
                    <a:pt x="2113065" y="186733"/>
                  </a:lnTo>
                  <a:lnTo>
                    <a:pt x="2118511" y="186751"/>
                  </a:lnTo>
                  <a:lnTo>
                    <a:pt x="2123957" y="186768"/>
                  </a:lnTo>
                  <a:lnTo>
                    <a:pt x="2129403" y="186784"/>
                  </a:lnTo>
                  <a:lnTo>
                    <a:pt x="2134849" y="186800"/>
                  </a:lnTo>
                  <a:lnTo>
                    <a:pt x="2140295" y="186816"/>
                  </a:lnTo>
                  <a:lnTo>
                    <a:pt x="2145741" y="186832"/>
                  </a:lnTo>
                  <a:lnTo>
                    <a:pt x="2151187" y="186849"/>
                  </a:lnTo>
                  <a:lnTo>
                    <a:pt x="2156633" y="186867"/>
                  </a:lnTo>
                  <a:lnTo>
                    <a:pt x="2162079" y="186887"/>
                  </a:lnTo>
                  <a:lnTo>
                    <a:pt x="2167525" y="186907"/>
                  </a:lnTo>
                  <a:lnTo>
                    <a:pt x="2172971" y="186929"/>
                  </a:lnTo>
                  <a:lnTo>
                    <a:pt x="2178418" y="186951"/>
                  </a:lnTo>
                  <a:lnTo>
                    <a:pt x="2183864" y="186975"/>
                  </a:lnTo>
                  <a:lnTo>
                    <a:pt x="2189310" y="187000"/>
                  </a:lnTo>
                  <a:lnTo>
                    <a:pt x="2194756" y="187025"/>
                  </a:lnTo>
                  <a:lnTo>
                    <a:pt x="2200202" y="187051"/>
                  </a:lnTo>
                  <a:lnTo>
                    <a:pt x="2205648" y="187077"/>
                  </a:lnTo>
                  <a:lnTo>
                    <a:pt x="2211094" y="187104"/>
                  </a:lnTo>
                  <a:lnTo>
                    <a:pt x="2216540" y="187130"/>
                  </a:lnTo>
                  <a:lnTo>
                    <a:pt x="2221986" y="187156"/>
                  </a:lnTo>
                  <a:lnTo>
                    <a:pt x="2227432" y="187181"/>
                  </a:lnTo>
                  <a:lnTo>
                    <a:pt x="2232878" y="187206"/>
                  </a:lnTo>
                  <a:lnTo>
                    <a:pt x="2238324" y="187229"/>
                  </a:lnTo>
                  <a:lnTo>
                    <a:pt x="2243770" y="187251"/>
                  </a:lnTo>
                  <a:lnTo>
                    <a:pt x="2249216" y="187271"/>
                  </a:lnTo>
                  <a:lnTo>
                    <a:pt x="2254662" y="187290"/>
                  </a:lnTo>
                  <a:lnTo>
                    <a:pt x="2260108" y="187307"/>
                  </a:lnTo>
                  <a:lnTo>
                    <a:pt x="2265554" y="187321"/>
                  </a:lnTo>
                  <a:lnTo>
                    <a:pt x="2271000" y="187334"/>
                  </a:lnTo>
                  <a:lnTo>
                    <a:pt x="2276446" y="187344"/>
                  </a:lnTo>
                  <a:lnTo>
                    <a:pt x="2281892" y="187352"/>
                  </a:lnTo>
                  <a:lnTo>
                    <a:pt x="2287338" y="187357"/>
                  </a:lnTo>
                  <a:lnTo>
                    <a:pt x="2292784" y="187361"/>
                  </a:lnTo>
                  <a:lnTo>
                    <a:pt x="2298231" y="187362"/>
                  </a:lnTo>
                  <a:lnTo>
                    <a:pt x="2303677" y="187361"/>
                  </a:lnTo>
                  <a:lnTo>
                    <a:pt x="2309123" y="187358"/>
                  </a:lnTo>
                  <a:lnTo>
                    <a:pt x="2314569" y="187354"/>
                  </a:lnTo>
                  <a:lnTo>
                    <a:pt x="2320015" y="187347"/>
                  </a:lnTo>
                  <a:lnTo>
                    <a:pt x="2325461" y="187340"/>
                  </a:lnTo>
                  <a:lnTo>
                    <a:pt x="2330907" y="187332"/>
                  </a:lnTo>
                  <a:lnTo>
                    <a:pt x="2336353" y="187322"/>
                  </a:lnTo>
                  <a:lnTo>
                    <a:pt x="2341799" y="187312"/>
                  </a:lnTo>
                  <a:lnTo>
                    <a:pt x="2347245" y="187302"/>
                  </a:lnTo>
                  <a:lnTo>
                    <a:pt x="2352691" y="187292"/>
                  </a:lnTo>
                  <a:lnTo>
                    <a:pt x="2358137" y="187282"/>
                  </a:lnTo>
                  <a:lnTo>
                    <a:pt x="2363583" y="187273"/>
                  </a:lnTo>
                  <a:lnTo>
                    <a:pt x="2369029" y="187265"/>
                  </a:lnTo>
                  <a:lnTo>
                    <a:pt x="2374475" y="187258"/>
                  </a:lnTo>
                  <a:lnTo>
                    <a:pt x="2379921" y="187252"/>
                  </a:lnTo>
                  <a:lnTo>
                    <a:pt x="2385367" y="187248"/>
                  </a:lnTo>
                  <a:lnTo>
                    <a:pt x="2390813" y="187246"/>
                  </a:lnTo>
                  <a:lnTo>
                    <a:pt x="2396259" y="187246"/>
                  </a:lnTo>
                  <a:lnTo>
                    <a:pt x="2401705" y="187247"/>
                  </a:lnTo>
                  <a:lnTo>
                    <a:pt x="2407151" y="187251"/>
                  </a:lnTo>
                  <a:lnTo>
                    <a:pt x="2412597" y="187256"/>
                  </a:lnTo>
                  <a:lnTo>
                    <a:pt x="2418043" y="187264"/>
                  </a:lnTo>
                  <a:lnTo>
                    <a:pt x="2423490" y="187274"/>
                  </a:lnTo>
                  <a:lnTo>
                    <a:pt x="2428936" y="187285"/>
                  </a:lnTo>
                  <a:lnTo>
                    <a:pt x="2434382" y="187299"/>
                  </a:lnTo>
                  <a:lnTo>
                    <a:pt x="2439828" y="187314"/>
                  </a:lnTo>
                  <a:lnTo>
                    <a:pt x="2445274" y="187331"/>
                  </a:lnTo>
                  <a:lnTo>
                    <a:pt x="2450720" y="187349"/>
                  </a:lnTo>
                  <a:lnTo>
                    <a:pt x="2456166" y="187369"/>
                  </a:lnTo>
                  <a:lnTo>
                    <a:pt x="2461612" y="187389"/>
                  </a:lnTo>
                  <a:lnTo>
                    <a:pt x="2467058" y="187410"/>
                  </a:lnTo>
                  <a:lnTo>
                    <a:pt x="2472504" y="187432"/>
                  </a:lnTo>
                  <a:lnTo>
                    <a:pt x="2477950" y="187454"/>
                  </a:lnTo>
                  <a:lnTo>
                    <a:pt x="2483396" y="187477"/>
                  </a:lnTo>
                  <a:lnTo>
                    <a:pt x="2488842" y="187499"/>
                  </a:lnTo>
                  <a:lnTo>
                    <a:pt x="2494288" y="187521"/>
                  </a:lnTo>
                  <a:lnTo>
                    <a:pt x="2499734" y="187543"/>
                  </a:lnTo>
                  <a:lnTo>
                    <a:pt x="2505180" y="187564"/>
                  </a:lnTo>
                  <a:lnTo>
                    <a:pt x="2510626" y="187585"/>
                  </a:lnTo>
                  <a:lnTo>
                    <a:pt x="2516072" y="187605"/>
                  </a:lnTo>
                  <a:lnTo>
                    <a:pt x="2521518" y="187624"/>
                  </a:lnTo>
                  <a:lnTo>
                    <a:pt x="2526964" y="187642"/>
                  </a:lnTo>
                  <a:lnTo>
                    <a:pt x="2532410" y="187659"/>
                  </a:lnTo>
                  <a:lnTo>
                    <a:pt x="2537856" y="187675"/>
                  </a:lnTo>
                  <a:lnTo>
                    <a:pt x="2543303" y="187690"/>
                  </a:lnTo>
                  <a:lnTo>
                    <a:pt x="2548749" y="187703"/>
                  </a:lnTo>
                  <a:lnTo>
                    <a:pt x="2554195" y="187716"/>
                  </a:lnTo>
                  <a:lnTo>
                    <a:pt x="2559641" y="187728"/>
                  </a:lnTo>
                  <a:lnTo>
                    <a:pt x="2565087" y="187739"/>
                  </a:lnTo>
                  <a:lnTo>
                    <a:pt x="2570533" y="187748"/>
                  </a:lnTo>
                  <a:lnTo>
                    <a:pt x="2575979" y="187757"/>
                  </a:lnTo>
                  <a:lnTo>
                    <a:pt x="2581425" y="187765"/>
                  </a:lnTo>
                  <a:lnTo>
                    <a:pt x="2586871" y="187772"/>
                  </a:lnTo>
                  <a:lnTo>
                    <a:pt x="2592317" y="187778"/>
                  </a:lnTo>
                  <a:lnTo>
                    <a:pt x="2597763" y="187783"/>
                  </a:lnTo>
                  <a:lnTo>
                    <a:pt x="2603209" y="187788"/>
                  </a:lnTo>
                  <a:lnTo>
                    <a:pt x="2608655" y="187792"/>
                  </a:lnTo>
                  <a:lnTo>
                    <a:pt x="2614101" y="187796"/>
                  </a:lnTo>
                  <a:lnTo>
                    <a:pt x="2619547" y="187799"/>
                  </a:lnTo>
                  <a:lnTo>
                    <a:pt x="2624993" y="187802"/>
                  </a:lnTo>
                  <a:lnTo>
                    <a:pt x="2630439" y="187804"/>
                  </a:lnTo>
                  <a:lnTo>
                    <a:pt x="2635885" y="187806"/>
                  </a:lnTo>
                  <a:lnTo>
                    <a:pt x="2641331" y="187808"/>
                  </a:lnTo>
                  <a:lnTo>
                    <a:pt x="2646777" y="187809"/>
                  </a:lnTo>
                  <a:lnTo>
                    <a:pt x="2652223" y="187810"/>
                  </a:lnTo>
                  <a:lnTo>
                    <a:pt x="2657669" y="187811"/>
                  </a:lnTo>
                  <a:lnTo>
                    <a:pt x="2663116" y="187812"/>
                  </a:lnTo>
                  <a:lnTo>
                    <a:pt x="2668562" y="187813"/>
                  </a:lnTo>
                  <a:lnTo>
                    <a:pt x="2674008" y="187813"/>
                  </a:lnTo>
                  <a:lnTo>
                    <a:pt x="2679454" y="187814"/>
                  </a:lnTo>
                  <a:lnTo>
                    <a:pt x="2684900" y="187814"/>
                  </a:lnTo>
                  <a:lnTo>
                    <a:pt x="2690346" y="187814"/>
                  </a:lnTo>
                  <a:lnTo>
                    <a:pt x="2695792" y="187815"/>
                  </a:lnTo>
                  <a:lnTo>
                    <a:pt x="2701238" y="187815"/>
                  </a:lnTo>
                  <a:lnTo>
                    <a:pt x="2706684" y="187815"/>
                  </a:lnTo>
                  <a:lnTo>
                    <a:pt x="2712130" y="187815"/>
                  </a:lnTo>
                  <a:lnTo>
                    <a:pt x="2717576" y="187815"/>
                  </a:lnTo>
                  <a:lnTo>
                    <a:pt x="2723022" y="187815"/>
                  </a:lnTo>
                  <a:lnTo>
                    <a:pt x="2728468" y="187815"/>
                  </a:lnTo>
                  <a:lnTo>
                    <a:pt x="2733914" y="187815"/>
                  </a:lnTo>
                  <a:lnTo>
                    <a:pt x="2739360" y="187815"/>
                  </a:lnTo>
                  <a:lnTo>
                    <a:pt x="2744806" y="187815"/>
                  </a:lnTo>
                  <a:lnTo>
                    <a:pt x="2750252" y="187815"/>
                  </a:lnTo>
                  <a:lnTo>
                    <a:pt x="2755698" y="187815"/>
                  </a:lnTo>
                  <a:lnTo>
                    <a:pt x="2761144" y="187815"/>
                  </a:lnTo>
                  <a:lnTo>
                    <a:pt x="2766590" y="187815"/>
                  </a:lnTo>
                  <a:lnTo>
                    <a:pt x="2772036" y="187815"/>
                  </a:lnTo>
                  <a:lnTo>
                    <a:pt x="2777482" y="187815"/>
                  </a:lnTo>
                  <a:lnTo>
                    <a:pt x="2782929" y="187815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957616" y="3662838"/>
              <a:ext cx="2782929" cy="110812"/>
            </a:xfrm>
            <a:custGeom>
              <a:avLst/>
              <a:pathLst>
                <a:path w="2782929" h="110812">
                  <a:moveTo>
                    <a:pt x="0" y="110793"/>
                  </a:moveTo>
                  <a:lnTo>
                    <a:pt x="5446" y="110790"/>
                  </a:lnTo>
                  <a:lnTo>
                    <a:pt x="10892" y="110787"/>
                  </a:lnTo>
                  <a:lnTo>
                    <a:pt x="16338" y="110784"/>
                  </a:lnTo>
                  <a:lnTo>
                    <a:pt x="21784" y="110781"/>
                  </a:lnTo>
                  <a:lnTo>
                    <a:pt x="27230" y="110777"/>
                  </a:lnTo>
                  <a:lnTo>
                    <a:pt x="32676" y="110772"/>
                  </a:lnTo>
                  <a:lnTo>
                    <a:pt x="38122" y="110768"/>
                  </a:lnTo>
                  <a:lnTo>
                    <a:pt x="43568" y="110762"/>
                  </a:lnTo>
                  <a:lnTo>
                    <a:pt x="49014" y="110757"/>
                  </a:lnTo>
                  <a:lnTo>
                    <a:pt x="54460" y="110750"/>
                  </a:lnTo>
                  <a:lnTo>
                    <a:pt x="59906" y="110743"/>
                  </a:lnTo>
                  <a:lnTo>
                    <a:pt x="65352" y="110735"/>
                  </a:lnTo>
                  <a:lnTo>
                    <a:pt x="70798" y="110727"/>
                  </a:lnTo>
                  <a:lnTo>
                    <a:pt x="76244" y="110717"/>
                  </a:lnTo>
                  <a:lnTo>
                    <a:pt x="81690" y="110707"/>
                  </a:lnTo>
                  <a:lnTo>
                    <a:pt x="87136" y="110696"/>
                  </a:lnTo>
                  <a:lnTo>
                    <a:pt x="92582" y="110684"/>
                  </a:lnTo>
                  <a:lnTo>
                    <a:pt x="98028" y="110671"/>
                  </a:lnTo>
                  <a:lnTo>
                    <a:pt x="103474" y="110656"/>
                  </a:lnTo>
                  <a:lnTo>
                    <a:pt x="108920" y="110640"/>
                  </a:lnTo>
                  <a:lnTo>
                    <a:pt x="114366" y="110624"/>
                  </a:lnTo>
                  <a:lnTo>
                    <a:pt x="119812" y="110606"/>
                  </a:lnTo>
                  <a:lnTo>
                    <a:pt x="125259" y="110586"/>
                  </a:lnTo>
                  <a:lnTo>
                    <a:pt x="130705" y="110565"/>
                  </a:lnTo>
                  <a:lnTo>
                    <a:pt x="136151" y="110542"/>
                  </a:lnTo>
                  <a:lnTo>
                    <a:pt x="141597" y="110518"/>
                  </a:lnTo>
                  <a:lnTo>
                    <a:pt x="147043" y="110491"/>
                  </a:lnTo>
                  <a:lnTo>
                    <a:pt x="152489" y="110463"/>
                  </a:lnTo>
                  <a:lnTo>
                    <a:pt x="157935" y="110433"/>
                  </a:lnTo>
                  <a:lnTo>
                    <a:pt x="163381" y="110402"/>
                  </a:lnTo>
                  <a:lnTo>
                    <a:pt x="168827" y="110367"/>
                  </a:lnTo>
                  <a:lnTo>
                    <a:pt x="174273" y="110331"/>
                  </a:lnTo>
                  <a:lnTo>
                    <a:pt x="179719" y="110293"/>
                  </a:lnTo>
                  <a:lnTo>
                    <a:pt x="185165" y="110252"/>
                  </a:lnTo>
                  <a:lnTo>
                    <a:pt x="190611" y="110209"/>
                  </a:lnTo>
                  <a:lnTo>
                    <a:pt x="196057" y="110163"/>
                  </a:lnTo>
                  <a:lnTo>
                    <a:pt x="201503" y="110115"/>
                  </a:lnTo>
                  <a:lnTo>
                    <a:pt x="206949" y="110064"/>
                  </a:lnTo>
                  <a:lnTo>
                    <a:pt x="212395" y="110010"/>
                  </a:lnTo>
                  <a:lnTo>
                    <a:pt x="217841" y="109953"/>
                  </a:lnTo>
                  <a:lnTo>
                    <a:pt x="223287" y="109894"/>
                  </a:lnTo>
                  <a:lnTo>
                    <a:pt x="228733" y="109831"/>
                  </a:lnTo>
                  <a:lnTo>
                    <a:pt x="234179" y="109766"/>
                  </a:lnTo>
                  <a:lnTo>
                    <a:pt x="239625" y="109698"/>
                  </a:lnTo>
                  <a:lnTo>
                    <a:pt x="245072" y="109626"/>
                  </a:lnTo>
                  <a:lnTo>
                    <a:pt x="250518" y="109551"/>
                  </a:lnTo>
                  <a:lnTo>
                    <a:pt x="255964" y="109472"/>
                  </a:lnTo>
                  <a:lnTo>
                    <a:pt x="261410" y="109391"/>
                  </a:lnTo>
                  <a:lnTo>
                    <a:pt x="266856" y="109306"/>
                  </a:lnTo>
                  <a:lnTo>
                    <a:pt x="272302" y="109217"/>
                  </a:lnTo>
                  <a:lnTo>
                    <a:pt x="277748" y="109125"/>
                  </a:lnTo>
                  <a:lnTo>
                    <a:pt x="283194" y="109029"/>
                  </a:lnTo>
                  <a:lnTo>
                    <a:pt x="288640" y="108929"/>
                  </a:lnTo>
                  <a:lnTo>
                    <a:pt x="294086" y="108826"/>
                  </a:lnTo>
                  <a:lnTo>
                    <a:pt x="299532" y="108719"/>
                  </a:lnTo>
                  <a:lnTo>
                    <a:pt x="304978" y="108608"/>
                  </a:lnTo>
                  <a:lnTo>
                    <a:pt x="310424" y="108493"/>
                  </a:lnTo>
                  <a:lnTo>
                    <a:pt x="315870" y="108374"/>
                  </a:lnTo>
                  <a:lnTo>
                    <a:pt x="321316" y="108252"/>
                  </a:lnTo>
                  <a:lnTo>
                    <a:pt x="326762" y="108125"/>
                  </a:lnTo>
                  <a:lnTo>
                    <a:pt x="332208" y="107994"/>
                  </a:lnTo>
                  <a:lnTo>
                    <a:pt x="337654" y="107860"/>
                  </a:lnTo>
                  <a:lnTo>
                    <a:pt x="343100" y="107722"/>
                  </a:lnTo>
                  <a:lnTo>
                    <a:pt x="348546" y="107578"/>
                  </a:lnTo>
                  <a:lnTo>
                    <a:pt x="353992" y="107431"/>
                  </a:lnTo>
                  <a:lnTo>
                    <a:pt x="359438" y="107280"/>
                  </a:lnTo>
                  <a:lnTo>
                    <a:pt x="364885" y="107125"/>
                  </a:lnTo>
                  <a:lnTo>
                    <a:pt x="370331" y="106965"/>
                  </a:lnTo>
                  <a:lnTo>
                    <a:pt x="375777" y="106802"/>
                  </a:lnTo>
                  <a:lnTo>
                    <a:pt x="381223" y="106635"/>
                  </a:lnTo>
                  <a:lnTo>
                    <a:pt x="386669" y="106463"/>
                  </a:lnTo>
                  <a:lnTo>
                    <a:pt x="392115" y="106288"/>
                  </a:lnTo>
                  <a:lnTo>
                    <a:pt x="397561" y="106109"/>
                  </a:lnTo>
                  <a:lnTo>
                    <a:pt x="403007" y="105927"/>
                  </a:lnTo>
                  <a:lnTo>
                    <a:pt x="408453" y="105740"/>
                  </a:lnTo>
                  <a:lnTo>
                    <a:pt x="413899" y="105550"/>
                  </a:lnTo>
                  <a:lnTo>
                    <a:pt x="419345" y="105357"/>
                  </a:lnTo>
                  <a:lnTo>
                    <a:pt x="424791" y="105161"/>
                  </a:lnTo>
                  <a:lnTo>
                    <a:pt x="430237" y="104961"/>
                  </a:lnTo>
                  <a:lnTo>
                    <a:pt x="435683" y="104759"/>
                  </a:lnTo>
                  <a:lnTo>
                    <a:pt x="441129" y="104555"/>
                  </a:lnTo>
                  <a:lnTo>
                    <a:pt x="446575" y="104348"/>
                  </a:lnTo>
                  <a:lnTo>
                    <a:pt x="452021" y="104139"/>
                  </a:lnTo>
                  <a:lnTo>
                    <a:pt x="457467" y="103929"/>
                  </a:lnTo>
                  <a:lnTo>
                    <a:pt x="462913" y="103717"/>
                  </a:lnTo>
                  <a:lnTo>
                    <a:pt x="468359" y="103505"/>
                  </a:lnTo>
                  <a:lnTo>
                    <a:pt x="473805" y="103292"/>
                  </a:lnTo>
                  <a:lnTo>
                    <a:pt x="479251" y="103079"/>
                  </a:lnTo>
                  <a:lnTo>
                    <a:pt x="484698" y="102866"/>
                  </a:lnTo>
                  <a:lnTo>
                    <a:pt x="490144" y="102654"/>
                  </a:lnTo>
                  <a:lnTo>
                    <a:pt x="495590" y="102444"/>
                  </a:lnTo>
                  <a:lnTo>
                    <a:pt x="501036" y="102234"/>
                  </a:lnTo>
                  <a:lnTo>
                    <a:pt x="506482" y="102027"/>
                  </a:lnTo>
                  <a:lnTo>
                    <a:pt x="511928" y="101824"/>
                  </a:lnTo>
                  <a:lnTo>
                    <a:pt x="517374" y="101623"/>
                  </a:lnTo>
                  <a:lnTo>
                    <a:pt x="522820" y="101425"/>
                  </a:lnTo>
                  <a:lnTo>
                    <a:pt x="528266" y="101233"/>
                  </a:lnTo>
                  <a:lnTo>
                    <a:pt x="533712" y="101045"/>
                  </a:lnTo>
                  <a:lnTo>
                    <a:pt x="539158" y="100863"/>
                  </a:lnTo>
                  <a:lnTo>
                    <a:pt x="544604" y="100685"/>
                  </a:lnTo>
                  <a:lnTo>
                    <a:pt x="550050" y="100517"/>
                  </a:lnTo>
                  <a:lnTo>
                    <a:pt x="555496" y="100354"/>
                  </a:lnTo>
                  <a:lnTo>
                    <a:pt x="560942" y="100198"/>
                  </a:lnTo>
                  <a:lnTo>
                    <a:pt x="566388" y="100050"/>
                  </a:lnTo>
                  <a:lnTo>
                    <a:pt x="571834" y="99913"/>
                  </a:lnTo>
                  <a:lnTo>
                    <a:pt x="577280" y="99783"/>
                  </a:lnTo>
                  <a:lnTo>
                    <a:pt x="582726" y="99661"/>
                  </a:lnTo>
                  <a:lnTo>
                    <a:pt x="588172" y="99551"/>
                  </a:lnTo>
                  <a:lnTo>
                    <a:pt x="593618" y="99451"/>
                  </a:lnTo>
                  <a:lnTo>
                    <a:pt x="599064" y="99361"/>
                  </a:lnTo>
                  <a:lnTo>
                    <a:pt x="604510" y="99280"/>
                  </a:lnTo>
                  <a:lnTo>
                    <a:pt x="609957" y="99212"/>
                  </a:lnTo>
                  <a:lnTo>
                    <a:pt x="615403" y="99156"/>
                  </a:lnTo>
                  <a:lnTo>
                    <a:pt x="620849" y="99109"/>
                  </a:lnTo>
                  <a:lnTo>
                    <a:pt x="626295" y="99072"/>
                  </a:lnTo>
                  <a:lnTo>
                    <a:pt x="631741" y="99051"/>
                  </a:lnTo>
                  <a:lnTo>
                    <a:pt x="637187" y="99040"/>
                  </a:lnTo>
                  <a:lnTo>
                    <a:pt x="642633" y="99038"/>
                  </a:lnTo>
                  <a:lnTo>
                    <a:pt x="648079" y="99048"/>
                  </a:lnTo>
                  <a:lnTo>
                    <a:pt x="653525" y="99072"/>
                  </a:lnTo>
                  <a:lnTo>
                    <a:pt x="658971" y="99105"/>
                  </a:lnTo>
                  <a:lnTo>
                    <a:pt x="664417" y="99147"/>
                  </a:lnTo>
                  <a:lnTo>
                    <a:pt x="669863" y="99202"/>
                  </a:lnTo>
                  <a:lnTo>
                    <a:pt x="675309" y="99267"/>
                  </a:lnTo>
                  <a:lnTo>
                    <a:pt x="680755" y="99340"/>
                  </a:lnTo>
                  <a:lnTo>
                    <a:pt x="686201" y="99421"/>
                  </a:lnTo>
                  <a:lnTo>
                    <a:pt x="691647" y="99515"/>
                  </a:lnTo>
                  <a:lnTo>
                    <a:pt x="697093" y="99616"/>
                  </a:lnTo>
                  <a:lnTo>
                    <a:pt x="702539" y="99723"/>
                  </a:lnTo>
                  <a:lnTo>
                    <a:pt x="707985" y="99838"/>
                  </a:lnTo>
                  <a:lnTo>
                    <a:pt x="713431" y="99961"/>
                  </a:lnTo>
                  <a:lnTo>
                    <a:pt x="718877" y="100089"/>
                  </a:lnTo>
                  <a:lnTo>
                    <a:pt x="724323" y="100221"/>
                  </a:lnTo>
                  <a:lnTo>
                    <a:pt x="729770" y="100360"/>
                  </a:lnTo>
                  <a:lnTo>
                    <a:pt x="735216" y="100502"/>
                  </a:lnTo>
                  <a:lnTo>
                    <a:pt x="740662" y="100648"/>
                  </a:lnTo>
                  <a:lnTo>
                    <a:pt x="746108" y="100796"/>
                  </a:lnTo>
                  <a:lnTo>
                    <a:pt x="751554" y="100946"/>
                  </a:lnTo>
                  <a:lnTo>
                    <a:pt x="757000" y="101098"/>
                  </a:lnTo>
                  <a:lnTo>
                    <a:pt x="762446" y="101251"/>
                  </a:lnTo>
                  <a:lnTo>
                    <a:pt x="767892" y="101404"/>
                  </a:lnTo>
                  <a:lnTo>
                    <a:pt x="773338" y="101556"/>
                  </a:lnTo>
                  <a:lnTo>
                    <a:pt x="778784" y="101707"/>
                  </a:lnTo>
                  <a:lnTo>
                    <a:pt x="784230" y="101856"/>
                  </a:lnTo>
                  <a:lnTo>
                    <a:pt x="789676" y="102003"/>
                  </a:lnTo>
                  <a:lnTo>
                    <a:pt x="795122" y="102147"/>
                  </a:lnTo>
                  <a:lnTo>
                    <a:pt x="800568" y="102288"/>
                  </a:lnTo>
                  <a:lnTo>
                    <a:pt x="806014" y="102425"/>
                  </a:lnTo>
                  <a:lnTo>
                    <a:pt x="811460" y="102557"/>
                  </a:lnTo>
                  <a:lnTo>
                    <a:pt x="816906" y="102684"/>
                  </a:lnTo>
                  <a:lnTo>
                    <a:pt x="822352" y="102807"/>
                  </a:lnTo>
                  <a:lnTo>
                    <a:pt x="827798" y="102925"/>
                  </a:lnTo>
                  <a:lnTo>
                    <a:pt x="833244" y="103035"/>
                  </a:lnTo>
                  <a:lnTo>
                    <a:pt x="838690" y="103139"/>
                  </a:lnTo>
                  <a:lnTo>
                    <a:pt x="844136" y="103239"/>
                  </a:lnTo>
                  <a:lnTo>
                    <a:pt x="849583" y="103331"/>
                  </a:lnTo>
                  <a:lnTo>
                    <a:pt x="855029" y="103415"/>
                  </a:lnTo>
                  <a:lnTo>
                    <a:pt x="860475" y="103494"/>
                  </a:lnTo>
                  <a:lnTo>
                    <a:pt x="865921" y="103567"/>
                  </a:lnTo>
                  <a:lnTo>
                    <a:pt x="871367" y="103631"/>
                  </a:lnTo>
                  <a:lnTo>
                    <a:pt x="876813" y="103688"/>
                  </a:lnTo>
                  <a:lnTo>
                    <a:pt x="882259" y="103739"/>
                  </a:lnTo>
                  <a:lnTo>
                    <a:pt x="887705" y="103784"/>
                  </a:lnTo>
                  <a:lnTo>
                    <a:pt x="893151" y="103820"/>
                  </a:lnTo>
                  <a:lnTo>
                    <a:pt x="898597" y="103851"/>
                  </a:lnTo>
                  <a:lnTo>
                    <a:pt x="904043" y="103875"/>
                  </a:lnTo>
                  <a:lnTo>
                    <a:pt x="909489" y="103893"/>
                  </a:lnTo>
                  <a:lnTo>
                    <a:pt x="914935" y="103904"/>
                  </a:lnTo>
                  <a:lnTo>
                    <a:pt x="920381" y="103910"/>
                  </a:lnTo>
                  <a:lnTo>
                    <a:pt x="925827" y="103911"/>
                  </a:lnTo>
                  <a:lnTo>
                    <a:pt x="931273" y="103906"/>
                  </a:lnTo>
                  <a:lnTo>
                    <a:pt x="936719" y="103895"/>
                  </a:lnTo>
                  <a:lnTo>
                    <a:pt x="942165" y="103880"/>
                  </a:lnTo>
                  <a:lnTo>
                    <a:pt x="947611" y="103861"/>
                  </a:lnTo>
                  <a:lnTo>
                    <a:pt x="953057" y="103837"/>
                  </a:lnTo>
                  <a:lnTo>
                    <a:pt x="958503" y="103809"/>
                  </a:lnTo>
                  <a:lnTo>
                    <a:pt x="963949" y="103779"/>
                  </a:lnTo>
                  <a:lnTo>
                    <a:pt x="969396" y="103745"/>
                  </a:lnTo>
                  <a:lnTo>
                    <a:pt x="974842" y="103707"/>
                  </a:lnTo>
                  <a:lnTo>
                    <a:pt x="980288" y="103668"/>
                  </a:lnTo>
                  <a:lnTo>
                    <a:pt x="985734" y="103626"/>
                  </a:lnTo>
                  <a:lnTo>
                    <a:pt x="991180" y="103582"/>
                  </a:lnTo>
                  <a:lnTo>
                    <a:pt x="996626" y="103536"/>
                  </a:lnTo>
                  <a:lnTo>
                    <a:pt x="1002072" y="103489"/>
                  </a:lnTo>
                  <a:lnTo>
                    <a:pt x="1007518" y="103441"/>
                  </a:lnTo>
                  <a:lnTo>
                    <a:pt x="1012964" y="103392"/>
                  </a:lnTo>
                  <a:lnTo>
                    <a:pt x="1018410" y="103343"/>
                  </a:lnTo>
                  <a:lnTo>
                    <a:pt x="1023856" y="103292"/>
                  </a:lnTo>
                  <a:lnTo>
                    <a:pt x="1029302" y="103242"/>
                  </a:lnTo>
                  <a:lnTo>
                    <a:pt x="1034748" y="103191"/>
                  </a:lnTo>
                  <a:lnTo>
                    <a:pt x="1040194" y="103141"/>
                  </a:lnTo>
                  <a:lnTo>
                    <a:pt x="1045640" y="103091"/>
                  </a:lnTo>
                  <a:lnTo>
                    <a:pt x="1051086" y="103041"/>
                  </a:lnTo>
                  <a:lnTo>
                    <a:pt x="1056532" y="102991"/>
                  </a:lnTo>
                  <a:lnTo>
                    <a:pt x="1061978" y="102942"/>
                  </a:lnTo>
                  <a:lnTo>
                    <a:pt x="1067424" y="102893"/>
                  </a:lnTo>
                  <a:lnTo>
                    <a:pt x="1072870" y="102845"/>
                  </a:lnTo>
                  <a:lnTo>
                    <a:pt x="1078316" y="102797"/>
                  </a:lnTo>
                  <a:lnTo>
                    <a:pt x="1083762" y="102749"/>
                  </a:lnTo>
                  <a:lnTo>
                    <a:pt x="1089209" y="102703"/>
                  </a:lnTo>
                  <a:lnTo>
                    <a:pt x="1094655" y="102656"/>
                  </a:lnTo>
                  <a:lnTo>
                    <a:pt x="1100101" y="102610"/>
                  </a:lnTo>
                  <a:lnTo>
                    <a:pt x="1105547" y="102564"/>
                  </a:lnTo>
                  <a:lnTo>
                    <a:pt x="1110993" y="102518"/>
                  </a:lnTo>
                  <a:lnTo>
                    <a:pt x="1116439" y="102473"/>
                  </a:lnTo>
                  <a:lnTo>
                    <a:pt x="1121885" y="102427"/>
                  </a:lnTo>
                  <a:lnTo>
                    <a:pt x="1127331" y="102381"/>
                  </a:lnTo>
                  <a:lnTo>
                    <a:pt x="1132777" y="102335"/>
                  </a:lnTo>
                  <a:lnTo>
                    <a:pt x="1138223" y="102289"/>
                  </a:lnTo>
                  <a:lnTo>
                    <a:pt x="1143669" y="102242"/>
                  </a:lnTo>
                  <a:lnTo>
                    <a:pt x="1149115" y="102194"/>
                  </a:lnTo>
                  <a:lnTo>
                    <a:pt x="1154561" y="102146"/>
                  </a:lnTo>
                  <a:lnTo>
                    <a:pt x="1160007" y="102096"/>
                  </a:lnTo>
                  <a:lnTo>
                    <a:pt x="1165453" y="102046"/>
                  </a:lnTo>
                  <a:lnTo>
                    <a:pt x="1170899" y="101995"/>
                  </a:lnTo>
                  <a:lnTo>
                    <a:pt x="1176345" y="101942"/>
                  </a:lnTo>
                  <a:lnTo>
                    <a:pt x="1181791" y="101887"/>
                  </a:lnTo>
                  <a:lnTo>
                    <a:pt x="1187237" y="101832"/>
                  </a:lnTo>
                  <a:lnTo>
                    <a:pt x="1192683" y="101775"/>
                  </a:lnTo>
                  <a:lnTo>
                    <a:pt x="1198129" y="101715"/>
                  </a:lnTo>
                  <a:lnTo>
                    <a:pt x="1203575" y="101655"/>
                  </a:lnTo>
                  <a:lnTo>
                    <a:pt x="1209021" y="101593"/>
                  </a:lnTo>
                  <a:lnTo>
                    <a:pt x="1214468" y="101528"/>
                  </a:lnTo>
                  <a:lnTo>
                    <a:pt x="1219914" y="101461"/>
                  </a:lnTo>
                  <a:lnTo>
                    <a:pt x="1225360" y="101393"/>
                  </a:lnTo>
                  <a:lnTo>
                    <a:pt x="1230806" y="101323"/>
                  </a:lnTo>
                  <a:lnTo>
                    <a:pt x="1236252" y="101250"/>
                  </a:lnTo>
                  <a:lnTo>
                    <a:pt x="1241698" y="101175"/>
                  </a:lnTo>
                  <a:lnTo>
                    <a:pt x="1247144" y="101099"/>
                  </a:lnTo>
                  <a:lnTo>
                    <a:pt x="1252590" y="101020"/>
                  </a:lnTo>
                  <a:lnTo>
                    <a:pt x="1258036" y="100938"/>
                  </a:lnTo>
                  <a:lnTo>
                    <a:pt x="1263482" y="100855"/>
                  </a:lnTo>
                  <a:lnTo>
                    <a:pt x="1268928" y="100769"/>
                  </a:lnTo>
                  <a:lnTo>
                    <a:pt x="1274374" y="100681"/>
                  </a:lnTo>
                  <a:lnTo>
                    <a:pt x="1279820" y="100590"/>
                  </a:lnTo>
                  <a:lnTo>
                    <a:pt x="1285266" y="100498"/>
                  </a:lnTo>
                  <a:lnTo>
                    <a:pt x="1290712" y="100403"/>
                  </a:lnTo>
                  <a:lnTo>
                    <a:pt x="1296158" y="100304"/>
                  </a:lnTo>
                  <a:lnTo>
                    <a:pt x="1301604" y="100204"/>
                  </a:lnTo>
                  <a:lnTo>
                    <a:pt x="1307050" y="100101"/>
                  </a:lnTo>
                  <a:lnTo>
                    <a:pt x="1312496" y="99995"/>
                  </a:lnTo>
                  <a:lnTo>
                    <a:pt x="1317942" y="99886"/>
                  </a:lnTo>
                  <a:lnTo>
                    <a:pt x="1323388" y="99774"/>
                  </a:lnTo>
                  <a:lnTo>
                    <a:pt x="1328834" y="99659"/>
                  </a:lnTo>
                  <a:lnTo>
                    <a:pt x="1334281" y="99541"/>
                  </a:lnTo>
                  <a:lnTo>
                    <a:pt x="1339727" y="99419"/>
                  </a:lnTo>
                  <a:lnTo>
                    <a:pt x="1345173" y="99293"/>
                  </a:lnTo>
                  <a:lnTo>
                    <a:pt x="1350619" y="99165"/>
                  </a:lnTo>
                  <a:lnTo>
                    <a:pt x="1356065" y="99031"/>
                  </a:lnTo>
                  <a:lnTo>
                    <a:pt x="1361511" y="98893"/>
                  </a:lnTo>
                  <a:lnTo>
                    <a:pt x="1366957" y="98751"/>
                  </a:lnTo>
                  <a:lnTo>
                    <a:pt x="1372403" y="98604"/>
                  </a:lnTo>
                  <a:lnTo>
                    <a:pt x="1377849" y="98451"/>
                  </a:lnTo>
                  <a:lnTo>
                    <a:pt x="1383295" y="98294"/>
                  </a:lnTo>
                  <a:lnTo>
                    <a:pt x="1388741" y="98131"/>
                  </a:lnTo>
                  <a:lnTo>
                    <a:pt x="1394187" y="97962"/>
                  </a:lnTo>
                  <a:lnTo>
                    <a:pt x="1399633" y="97786"/>
                  </a:lnTo>
                  <a:lnTo>
                    <a:pt x="1405079" y="97603"/>
                  </a:lnTo>
                  <a:lnTo>
                    <a:pt x="1410525" y="97415"/>
                  </a:lnTo>
                  <a:lnTo>
                    <a:pt x="1415971" y="97218"/>
                  </a:lnTo>
                  <a:lnTo>
                    <a:pt x="1421417" y="97013"/>
                  </a:lnTo>
                  <a:lnTo>
                    <a:pt x="1426863" y="96802"/>
                  </a:lnTo>
                  <a:lnTo>
                    <a:pt x="1432309" y="96582"/>
                  </a:lnTo>
                  <a:lnTo>
                    <a:pt x="1437755" y="96351"/>
                  </a:lnTo>
                  <a:lnTo>
                    <a:pt x="1443201" y="96112"/>
                  </a:lnTo>
                  <a:lnTo>
                    <a:pt x="1448647" y="95865"/>
                  </a:lnTo>
                  <a:lnTo>
                    <a:pt x="1454094" y="95608"/>
                  </a:lnTo>
                  <a:lnTo>
                    <a:pt x="1459540" y="95339"/>
                  </a:lnTo>
                  <a:lnTo>
                    <a:pt x="1464986" y="95060"/>
                  </a:lnTo>
                  <a:lnTo>
                    <a:pt x="1470432" y="94772"/>
                  </a:lnTo>
                  <a:lnTo>
                    <a:pt x="1475878" y="94471"/>
                  </a:lnTo>
                  <a:lnTo>
                    <a:pt x="1481324" y="94158"/>
                  </a:lnTo>
                  <a:lnTo>
                    <a:pt x="1486770" y="93834"/>
                  </a:lnTo>
                  <a:lnTo>
                    <a:pt x="1492216" y="93500"/>
                  </a:lnTo>
                  <a:lnTo>
                    <a:pt x="1497662" y="93149"/>
                  </a:lnTo>
                  <a:lnTo>
                    <a:pt x="1503108" y="92787"/>
                  </a:lnTo>
                  <a:lnTo>
                    <a:pt x="1508554" y="92413"/>
                  </a:lnTo>
                  <a:lnTo>
                    <a:pt x="1514000" y="92025"/>
                  </a:lnTo>
                  <a:lnTo>
                    <a:pt x="1519446" y="91621"/>
                  </a:lnTo>
                  <a:lnTo>
                    <a:pt x="1524892" y="91204"/>
                  </a:lnTo>
                  <a:lnTo>
                    <a:pt x="1530338" y="90775"/>
                  </a:lnTo>
                  <a:lnTo>
                    <a:pt x="1535784" y="90328"/>
                  </a:lnTo>
                  <a:lnTo>
                    <a:pt x="1541230" y="89865"/>
                  </a:lnTo>
                  <a:lnTo>
                    <a:pt x="1546676" y="89389"/>
                  </a:lnTo>
                  <a:lnTo>
                    <a:pt x="1552122" y="88899"/>
                  </a:lnTo>
                  <a:lnTo>
                    <a:pt x="1557568" y="88387"/>
                  </a:lnTo>
                  <a:lnTo>
                    <a:pt x="1563014" y="87861"/>
                  </a:lnTo>
                  <a:lnTo>
                    <a:pt x="1568460" y="87319"/>
                  </a:lnTo>
                  <a:lnTo>
                    <a:pt x="1573907" y="86762"/>
                  </a:lnTo>
                  <a:lnTo>
                    <a:pt x="1579353" y="86181"/>
                  </a:lnTo>
                  <a:lnTo>
                    <a:pt x="1584799" y="85586"/>
                  </a:lnTo>
                  <a:lnTo>
                    <a:pt x="1590245" y="84974"/>
                  </a:lnTo>
                  <a:lnTo>
                    <a:pt x="1595691" y="84341"/>
                  </a:lnTo>
                  <a:lnTo>
                    <a:pt x="1601137" y="83687"/>
                  </a:lnTo>
                  <a:lnTo>
                    <a:pt x="1606583" y="83016"/>
                  </a:lnTo>
                  <a:lnTo>
                    <a:pt x="1612029" y="82328"/>
                  </a:lnTo>
                  <a:lnTo>
                    <a:pt x="1617475" y="81614"/>
                  </a:lnTo>
                  <a:lnTo>
                    <a:pt x="1622921" y="80881"/>
                  </a:lnTo>
                  <a:lnTo>
                    <a:pt x="1628367" y="80129"/>
                  </a:lnTo>
                  <a:lnTo>
                    <a:pt x="1633813" y="79358"/>
                  </a:lnTo>
                  <a:lnTo>
                    <a:pt x="1639259" y="78558"/>
                  </a:lnTo>
                  <a:lnTo>
                    <a:pt x="1644705" y="77740"/>
                  </a:lnTo>
                  <a:lnTo>
                    <a:pt x="1650151" y="76902"/>
                  </a:lnTo>
                  <a:lnTo>
                    <a:pt x="1655597" y="76041"/>
                  </a:lnTo>
                  <a:lnTo>
                    <a:pt x="1661043" y="75153"/>
                  </a:lnTo>
                  <a:lnTo>
                    <a:pt x="1666489" y="74246"/>
                  </a:lnTo>
                  <a:lnTo>
                    <a:pt x="1671935" y="73319"/>
                  </a:lnTo>
                  <a:lnTo>
                    <a:pt x="1677381" y="72364"/>
                  </a:lnTo>
                  <a:lnTo>
                    <a:pt x="1682827" y="71386"/>
                  </a:lnTo>
                  <a:lnTo>
                    <a:pt x="1688273" y="70389"/>
                  </a:lnTo>
                  <a:lnTo>
                    <a:pt x="1693720" y="69372"/>
                  </a:lnTo>
                  <a:lnTo>
                    <a:pt x="1699166" y="68324"/>
                  </a:lnTo>
                  <a:lnTo>
                    <a:pt x="1704612" y="67257"/>
                  </a:lnTo>
                  <a:lnTo>
                    <a:pt x="1710058" y="66171"/>
                  </a:lnTo>
                  <a:lnTo>
                    <a:pt x="1715504" y="65063"/>
                  </a:lnTo>
                  <a:lnTo>
                    <a:pt x="1720950" y="63929"/>
                  </a:lnTo>
                  <a:lnTo>
                    <a:pt x="1726396" y="62778"/>
                  </a:lnTo>
                  <a:lnTo>
                    <a:pt x="1731842" y="61609"/>
                  </a:lnTo>
                  <a:lnTo>
                    <a:pt x="1737288" y="60418"/>
                  </a:lnTo>
                  <a:lnTo>
                    <a:pt x="1742734" y="59207"/>
                  </a:lnTo>
                  <a:lnTo>
                    <a:pt x="1748180" y="57981"/>
                  </a:lnTo>
                  <a:lnTo>
                    <a:pt x="1753626" y="56740"/>
                  </a:lnTo>
                  <a:lnTo>
                    <a:pt x="1759072" y="55478"/>
                  </a:lnTo>
                  <a:lnTo>
                    <a:pt x="1764518" y="54203"/>
                  </a:lnTo>
                  <a:lnTo>
                    <a:pt x="1769964" y="52915"/>
                  </a:lnTo>
                  <a:lnTo>
                    <a:pt x="1775410" y="51616"/>
                  </a:lnTo>
                  <a:lnTo>
                    <a:pt x="1780856" y="50302"/>
                  </a:lnTo>
                  <a:lnTo>
                    <a:pt x="1786302" y="48979"/>
                  </a:lnTo>
                  <a:lnTo>
                    <a:pt x="1791748" y="47649"/>
                  </a:lnTo>
                  <a:lnTo>
                    <a:pt x="1797194" y="46310"/>
                  </a:lnTo>
                  <a:lnTo>
                    <a:pt x="1802640" y="44964"/>
                  </a:lnTo>
                  <a:lnTo>
                    <a:pt x="1808086" y="43614"/>
                  </a:lnTo>
                  <a:lnTo>
                    <a:pt x="1813532" y="42262"/>
                  </a:lnTo>
                  <a:lnTo>
                    <a:pt x="1818979" y="40907"/>
                  </a:lnTo>
                  <a:lnTo>
                    <a:pt x="1824425" y="39552"/>
                  </a:lnTo>
                  <a:lnTo>
                    <a:pt x="1829871" y="38198"/>
                  </a:lnTo>
                  <a:lnTo>
                    <a:pt x="1835317" y="36846"/>
                  </a:lnTo>
                  <a:lnTo>
                    <a:pt x="1840763" y="35500"/>
                  </a:lnTo>
                  <a:lnTo>
                    <a:pt x="1846209" y="34159"/>
                  </a:lnTo>
                  <a:lnTo>
                    <a:pt x="1851655" y="32824"/>
                  </a:lnTo>
                  <a:lnTo>
                    <a:pt x="1857101" y="31498"/>
                  </a:lnTo>
                  <a:lnTo>
                    <a:pt x="1862547" y="30184"/>
                  </a:lnTo>
                  <a:lnTo>
                    <a:pt x="1867993" y="28881"/>
                  </a:lnTo>
                  <a:lnTo>
                    <a:pt x="1873439" y="27588"/>
                  </a:lnTo>
                  <a:lnTo>
                    <a:pt x="1878885" y="26313"/>
                  </a:lnTo>
                  <a:lnTo>
                    <a:pt x="1884331" y="25054"/>
                  </a:lnTo>
                  <a:lnTo>
                    <a:pt x="1889777" y="23810"/>
                  </a:lnTo>
                  <a:lnTo>
                    <a:pt x="1895223" y="22581"/>
                  </a:lnTo>
                  <a:lnTo>
                    <a:pt x="1900669" y="21380"/>
                  </a:lnTo>
                  <a:lnTo>
                    <a:pt x="1906115" y="20197"/>
                  </a:lnTo>
                  <a:lnTo>
                    <a:pt x="1911561" y="19033"/>
                  </a:lnTo>
                  <a:lnTo>
                    <a:pt x="1917007" y="17892"/>
                  </a:lnTo>
                  <a:lnTo>
                    <a:pt x="1922453" y="16782"/>
                  </a:lnTo>
                  <a:lnTo>
                    <a:pt x="1927899" y="15695"/>
                  </a:lnTo>
                  <a:lnTo>
                    <a:pt x="1933345" y="14630"/>
                  </a:lnTo>
                  <a:lnTo>
                    <a:pt x="1938792" y="13598"/>
                  </a:lnTo>
                  <a:lnTo>
                    <a:pt x="1944238" y="12598"/>
                  </a:lnTo>
                  <a:lnTo>
                    <a:pt x="1949684" y="11624"/>
                  </a:lnTo>
                  <a:lnTo>
                    <a:pt x="1955130" y="10677"/>
                  </a:lnTo>
                  <a:lnTo>
                    <a:pt x="1960576" y="9772"/>
                  </a:lnTo>
                  <a:lnTo>
                    <a:pt x="1966022" y="8899"/>
                  </a:lnTo>
                  <a:lnTo>
                    <a:pt x="1971468" y="8055"/>
                  </a:lnTo>
                  <a:lnTo>
                    <a:pt x="1976914" y="7245"/>
                  </a:lnTo>
                  <a:lnTo>
                    <a:pt x="1982360" y="6483"/>
                  </a:lnTo>
                  <a:lnTo>
                    <a:pt x="1987806" y="5753"/>
                  </a:lnTo>
                  <a:lnTo>
                    <a:pt x="1993252" y="5056"/>
                  </a:lnTo>
                  <a:lnTo>
                    <a:pt x="1998698" y="4403"/>
                  </a:lnTo>
                  <a:lnTo>
                    <a:pt x="2004144" y="3797"/>
                  </a:lnTo>
                  <a:lnTo>
                    <a:pt x="2009590" y="3227"/>
                  </a:lnTo>
                  <a:lnTo>
                    <a:pt x="2015036" y="2693"/>
                  </a:lnTo>
                  <a:lnTo>
                    <a:pt x="2020482" y="2215"/>
                  </a:lnTo>
                  <a:lnTo>
                    <a:pt x="2025928" y="1781"/>
                  </a:lnTo>
                  <a:lnTo>
                    <a:pt x="2031374" y="1386"/>
                  </a:lnTo>
                  <a:lnTo>
                    <a:pt x="2036820" y="1033"/>
                  </a:lnTo>
                  <a:lnTo>
                    <a:pt x="2042266" y="744"/>
                  </a:lnTo>
                  <a:lnTo>
                    <a:pt x="2047712" y="497"/>
                  </a:lnTo>
                  <a:lnTo>
                    <a:pt x="2053158" y="292"/>
                  </a:lnTo>
                  <a:lnTo>
                    <a:pt x="2058605" y="140"/>
                  </a:lnTo>
                  <a:lnTo>
                    <a:pt x="2064051" y="48"/>
                  </a:lnTo>
                  <a:lnTo>
                    <a:pt x="2069497" y="1"/>
                  </a:lnTo>
                  <a:lnTo>
                    <a:pt x="2074943" y="0"/>
                  </a:lnTo>
                  <a:lnTo>
                    <a:pt x="2080389" y="61"/>
                  </a:lnTo>
                  <a:lnTo>
                    <a:pt x="2085835" y="178"/>
                  </a:lnTo>
                  <a:lnTo>
                    <a:pt x="2091281" y="342"/>
                  </a:lnTo>
                  <a:lnTo>
                    <a:pt x="2096727" y="552"/>
                  </a:lnTo>
                  <a:lnTo>
                    <a:pt x="2102173" y="836"/>
                  </a:lnTo>
                  <a:lnTo>
                    <a:pt x="2107619" y="1168"/>
                  </a:lnTo>
                  <a:lnTo>
                    <a:pt x="2113065" y="1547"/>
                  </a:lnTo>
                  <a:lnTo>
                    <a:pt x="2118511" y="1981"/>
                  </a:lnTo>
                  <a:lnTo>
                    <a:pt x="2123957" y="2482"/>
                  </a:lnTo>
                  <a:lnTo>
                    <a:pt x="2129403" y="3030"/>
                  </a:lnTo>
                  <a:lnTo>
                    <a:pt x="2134849" y="3625"/>
                  </a:lnTo>
                  <a:lnTo>
                    <a:pt x="2140295" y="4281"/>
                  </a:lnTo>
                  <a:lnTo>
                    <a:pt x="2145741" y="4995"/>
                  </a:lnTo>
                  <a:lnTo>
                    <a:pt x="2151187" y="5753"/>
                  </a:lnTo>
                  <a:lnTo>
                    <a:pt x="2156633" y="6557"/>
                  </a:lnTo>
                  <a:lnTo>
                    <a:pt x="2162079" y="7426"/>
                  </a:lnTo>
                  <a:lnTo>
                    <a:pt x="2167525" y="8341"/>
                  </a:lnTo>
                  <a:lnTo>
                    <a:pt x="2172971" y="9298"/>
                  </a:lnTo>
                  <a:lnTo>
                    <a:pt x="2178418" y="10299"/>
                  </a:lnTo>
                  <a:lnTo>
                    <a:pt x="2183864" y="11360"/>
                  </a:lnTo>
                  <a:lnTo>
                    <a:pt x="2189310" y="12458"/>
                  </a:lnTo>
                  <a:lnTo>
                    <a:pt x="2194756" y="13593"/>
                  </a:lnTo>
                  <a:lnTo>
                    <a:pt x="2200202" y="14774"/>
                  </a:lnTo>
                  <a:lnTo>
                    <a:pt x="2205648" y="15999"/>
                  </a:lnTo>
                  <a:lnTo>
                    <a:pt x="2211094" y="17256"/>
                  </a:lnTo>
                  <a:lnTo>
                    <a:pt x="2216540" y="18545"/>
                  </a:lnTo>
                  <a:lnTo>
                    <a:pt x="2221986" y="19876"/>
                  </a:lnTo>
                  <a:lnTo>
                    <a:pt x="2227432" y="21237"/>
                  </a:lnTo>
                  <a:lnTo>
                    <a:pt x="2232878" y="22625"/>
                  </a:lnTo>
                  <a:lnTo>
                    <a:pt x="2238324" y="24037"/>
                  </a:lnTo>
                  <a:lnTo>
                    <a:pt x="2243770" y="25484"/>
                  </a:lnTo>
                  <a:lnTo>
                    <a:pt x="2249216" y="26950"/>
                  </a:lnTo>
                  <a:lnTo>
                    <a:pt x="2254662" y="28435"/>
                  </a:lnTo>
                  <a:lnTo>
                    <a:pt x="2260108" y="29941"/>
                  </a:lnTo>
                  <a:lnTo>
                    <a:pt x="2265554" y="31466"/>
                  </a:lnTo>
                  <a:lnTo>
                    <a:pt x="2271000" y="33004"/>
                  </a:lnTo>
                  <a:lnTo>
                    <a:pt x="2276446" y="34553"/>
                  </a:lnTo>
                  <a:lnTo>
                    <a:pt x="2281892" y="36115"/>
                  </a:lnTo>
                  <a:lnTo>
                    <a:pt x="2287338" y="37685"/>
                  </a:lnTo>
                  <a:lnTo>
                    <a:pt x="2292784" y="39261"/>
                  </a:lnTo>
                  <a:lnTo>
                    <a:pt x="2298231" y="40841"/>
                  </a:lnTo>
                  <a:lnTo>
                    <a:pt x="2303677" y="42424"/>
                  </a:lnTo>
                  <a:lnTo>
                    <a:pt x="2309123" y="44008"/>
                  </a:lnTo>
                  <a:lnTo>
                    <a:pt x="2314569" y="45590"/>
                  </a:lnTo>
                  <a:lnTo>
                    <a:pt x="2320015" y="47170"/>
                  </a:lnTo>
                  <a:lnTo>
                    <a:pt x="2325461" y="48743"/>
                  </a:lnTo>
                  <a:lnTo>
                    <a:pt x="2330907" y="50310"/>
                  </a:lnTo>
                  <a:lnTo>
                    <a:pt x="2336353" y="51871"/>
                  </a:lnTo>
                  <a:lnTo>
                    <a:pt x="2341799" y="53421"/>
                  </a:lnTo>
                  <a:lnTo>
                    <a:pt x="2347245" y="54958"/>
                  </a:lnTo>
                  <a:lnTo>
                    <a:pt x="2352691" y="56485"/>
                  </a:lnTo>
                  <a:lnTo>
                    <a:pt x="2358137" y="58000"/>
                  </a:lnTo>
                  <a:lnTo>
                    <a:pt x="2363583" y="59495"/>
                  </a:lnTo>
                  <a:lnTo>
                    <a:pt x="2369029" y="60974"/>
                  </a:lnTo>
                  <a:lnTo>
                    <a:pt x="2374475" y="62439"/>
                  </a:lnTo>
                  <a:lnTo>
                    <a:pt x="2379921" y="63886"/>
                  </a:lnTo>
                  <a:lnTo>
                    <a:pt x="2385367" y="65308"/>
                  </a:lnTo>
                  <a:lnTo>
                    <a:pt x="2390813" y="66713"/>
                  </a:lnTo>
                  <a:lnTo>
                    <a:pt x="2396259" y="68099"/>
                  </a:lnTo>
                  <a:lnTo>
                    <a:pt x="2401705" y="69461"/>
                  </a:lnTo>
                  <a:lnTo>
                    <a:pt x="2407151" y="70798"/>
                  </a:lnTo>
                  <a:lnTo>
                    <a:pt x="2412597" y="72114"/>
                  </a:lnTo>
                  <a:lnTo>
                    <a:pt x="2418043" y="73410"/>
                  </a:lnTo>
                  <a:lnTo>
                    <a:pt x="2423490" y="74675"/>
                  </a:lnTo>
                  <a:lnTo>
                    <a:pt x="2428936" y="75916"/>
                  </a:lnTo>
                  <a:lnTo>
                    <a:pt x="2434382" y="77135"/>
                  </a:lnTo>
                  <a:lnTo>
                    <a:pt x="2439828" y="78331"/>
                  </a:lnTo>
                  <a:lnTo>
                    <a:pt x="2445274" y="79492"/>
                  </a:lnTo>
                  <a:lnTo>
                    <a:pt x="2450720" y="80631"/>
                  </a:lnTo>
                  <a:lnTo>
                    <a:pt x="2456166" y="81747"/>
                  </a:lnTo>
                  <a:lnTo>
                    <a:pt x="2461612" y="82835"/>
                  </a:lnTo>
                  <a:lnTo>
                    <a:pt x="2467058" y="83892"/>
                  </a:lnTo>
                  <a:lnTo>
                    <a:pt x="2472504" y="84925"/>
                  </a:lnTo>
                  <a:lnTo>
                    <a:pt x="2477950" y="85935"/>
                  </a:lnTo>
                  <a:lnTo>
                    <a:pt x="2483396" y="86913"/>
                  </a:lnTo>
                  <a:lnTo>
                    <a:pt x="2488842" y="87863"/>
                  </a:lnTo>
                  <a:lnTo>
                    <a:pt x="2494288" y="88790"/>
                  </a:lnTo>
                  <a:lnTo>
                    <a:pt x="2499734" y="89694"/>
                  </a:lnTo>
                  <a:lnTo>
                    <a:pt x="2505180" y="90562"/>
                  </a:lnTo>
                  <a:lnTo>
                    <a:pt x="2510626" y="91407"/>
                  </a:lnTo>
                  <a:lnTo>
                    <a:pt x="2516072" y="92229"/>
                  </a:lnTo>
                  <a:lnTo>
                    <a:pt x="2521518" y="93025"/>
                  </a:lnTo>
                  <a:lnTo>
                    <a:pt x="2526964" y="93790"/>
                  </a:lnTo>
                  <a:lnTo>
                    <a:pt x="2532410" y="94532"/>
                  </a:lnTo>
                  <a:lnTo>
                    <a:pt x="2537856" y="95253"/>
                  </a:lnTo>
                  <a:lnTo>
                    <a:pt x="2543303" y="95945"/>
                  </a:lnTo>
                  <a:lnTo>
                    <a:pt x="2548749" y="96610"/>
                  </a:lnTo>
                  <a:lnTo>
                    <a:pt x="2554195" y="97255"/>
                  </a:lnTo>
                  <a:lnTo>
                    <a:pt x="2559641" y="97879"/>
                  </a:lnTo>
                  <a:lnTo>
                    <a:pt x="2565087" y="98473"/>
                  </a:lnTo>
                  <a:lnTo>
                    <a:pt x="2570533" y="99046"/>
                  </a:lnTo>
                  <a:lnTo>
                    <a:pt x="2575979" y="99599"/>
                  </a:lnTo>
                  <a:lnTo>
                    <a:pt x="2581425" y="100132"/>
                  </a:lnTo>
                  <a:lnTo>
                    <a:pt x="2586871" y="100637"/>
                  </a:lnTo>
                  <a:lnTo>
                    <a:pt x="2592317" y="101123"/>
                  </a:lnTo>
                  <a:lnTo>
                    <a:pt x="2597763" y="101593"/>
                  </a:lnTo>
                  <a:lnTo>
                    <a:pt x="2603209" y="102040"/>
                  </a:lnTo>
                  <a:lnTo>
                    <a:pt x="2608655" y="102465"/>
                  </a:lnTo>
                  <a:lnTo>
                    <a:pt x="2614101" y="102875"/>
                  </a:lnTo>
                  <a:lnTo>
                    <a:pt x="2619547" y="103268"/>
                  </a:lnTo>
                  <a:lnTo>
                    <a:pt x="2624993" y="103640"/>
                  </a:lnTo>
                  <a:lnTo>
                    <a:pt x="2630439" y="103994"/>
                  </a:lnTo>
                  <a:lnTo>
                    <a:pt x="2635885" y="104335"/>
                  </a:lnTo>
                  <a:lnTo>
                    <a:pt x="2641331" y="104661"/>
                  </a:lnTo>
                  <a:lnTo>
                    <a:pt x="2646777" y="104967"/>
                  </a:lnTo>
                  <a:lnTo>
                    <a:pt x="2652223" y="105260"/>
                  </a:lnTo>
                  <a:lnTo>
                    <a:pt x="2657669" y="105541"/>
                  </a:lnTo>
                  <a:lnTo>
                    <a:pt x="2663116" y="105808"/>
                  </a:lnTo>
                  <a:lnTo>
                    <a:pt x="2668562" y="106059"/>
                  </a:lnTo>
                  <a:lnTo>
                    <a:pt x="2674008" y="106299"/>
                  </a:lnTo>
                  <a:lnTo>
                    <a:pt x="2679454" y="106530"/>
                  </a:lnTo>
                  <a:lnTo>
                    <a:pt x="2684900" y="106746"/>
                  </a:lnTo>
                  <a:lnTo>
                    <a:pt x="2690346" y="106951"/>
                  </a:lnTo>
                  <a:lnTo>
                    <a:pt x="2695792" y="107148"/>
                  </a:lnTo>
                  <a:lnTo>
                    <a:pt x="2701238" y="107336"/>
                  </a:lnTo>
                  <a:lnTo>
                    <a:pt x="2706684" y="107511"/>
                  </a:lnTo>
                  <a:lnTo>
                    <a:pt x="2712130" y="107678"/>
                  </a:lnTo>
                  <a:lnTo>
                    <a:pt x="2717576" y="107838"/>
                  </a:lnTo>
                  <a:lnTo>
                    <a:pt x="2723022" y="107991"/>
                  </a:lnTo>
                  <a:lnTo>
                    <a:pt x="2728468" y="108133"/>
                  </a:lnTo>
                  <a:lnTo>
                    <a:pt x="2733914" y="108270"/>
                  </a:lnTo>
                  <a:lnTo>
                    <a:pt x="2739360" y="108401"/>
                  </a:lnTo>
                  <a:lnTo>
                    <a:pt x="2744806" y="108524"/>
                  </a:lnTo>
                  <a:lnTo>
                    <a:pt x="2750252" y="108641"/>
                  </a:lnTo>
                  <a:lnTo>
                    <a:pt x="2755698" y="108753"/>
                  </a:lnTo>
                  <a:lnTo>
                    <a:pt x="2761144" y="108860"/>
                  </a:lnTo>
                  <a:lnTo>
                    <a:pt x="2766590" y="108960"/>
                  </a:lnTo>
                  <a:lnTo>
                    <a:pt x="2772036" y="109056"/>
                  </a:lnTo>
                  <a:lnTo>
                    <a:pt x="2777482" y="109148"/>
                  </a:lnTo>
                  <a:lnTo>
                    <a:pt x="2782929" y="109236"/>
                  </a:lnTo>
                  <a:lnTo>
                    <a:pt x="2782929" y="110812"/>
                  </a:lnTo>
                  <a:lnTo>
                    <a:pt x="2777482" y="110812"/>
                  </a:lnTo>
                  <a:lnTo>
                    <a:pt x="2772036" y="110812"/>
                  </a:lnTo>
                  <a:lnTo>
                    <a:pt x="2766590" y="110812"/>
                  </a:lnTo>
                  <a:lnTo>
                    <a:pt x="2761144" y="110812"/>
                  </a:lnTo>
                  <a:lnTo>
                    <a:pt x="2755698" y="110812"/>
                  </a:lnTo>
                  <a:lnTo>
                    <a:pt x="2750252" y="110812"/>
                  </a:lnTo>
                  <a:lnTo>
                    <a:pt x="2744806" y="110812"/>
                  </a:lnTo>
                  <a:lnTo>
                    <a:pt x="2739360" y="110812"/>
                  </a:lnTo>
                  <a:lnTo>
                    <a:pt x="2733914" y="110812"/>
                  </a:lnTo>
                  <a:lnTo>
                    <a:pt x="2728468" y="110812"/>
                  </a:lnTo>
                  <a:lnTo>
                    <a:pt x="2723022" y="110812"/>
                  </a:lnTo>
                  <a:lnTo>
                    <a:pt x="2717576" y="110812"/>
                  </a:lnTo>
                  <a:lnTo>
                    <a:pt x="2712130" y="110812"/>
                  </a:lnTo>
                  <a:lnTo>
                    <a:pt x="2706684" y="110812"/>
                  </a:lnTo>
                  <a:lnTo>
                    <a:pt x="2701238" y="110812"/>
                  </a:lnTo>
                  <a:lnTo>
                    <a:pt x="2695792" y="110812"/>
                  </a:lnTo>
                  <a:lnTo>
                    <a:pt x="2690346" y="110812"/>
                  </a:lnTo>
                  <a:lnTo>
                    <a:pt x="2684900" y="110812"/>
                  </a:lnTo>
                  <a:lnTo>
                    <a:pt x="2679454" y="110812"/>
                  </a:lnTo>
                  <a:lnTo>
                    <a:pt x="2674008" y="110812"/>
                  </a:lnTo>
                  <a:lnTo>
                    <a:pt x="2668562" y="110812"/>
                  </a:lnTo>
                  <a:lnTo>
                    <a:pt x="2663116" y="110812"/>
                  </a:lnTo>
                  <a:lnTo>
                    <a:pt x="2657669" y="110812"/>
                  </a:lnTo>
                  <a:lnTo>
                    <a:pt x="2652223" y="110812"/>
                  </a:lnTo>
                  <a:lnTo>
                    <a:pt x="2646777" y="110812"/>
                  </a:lnTo>
                  <a:lnTo>
                    <a:pt x="2641331" y="110812"/>
                  </a:lnTo>
                  <a:lnTo>
                    <a:pt x="2635885" y="110812"/>
                  </a:lnTo>
                  <a:lnTo>
                    <a:pt x="2630439" y="110812"/>
                  </a:lnTo>
                  <a:lnTo>
                    <a:pt x="2624993" y="110812"/>
                  </a:lnTo>
                  <a:lnTo>
                    <a:pt x="2619547" y="110812"/>
                  </a:lnTo>
                  <a:lnTo>
                    <a:pt x="2614101" y="110812"/>
                  </a:lnTo>
                  <a:lnTo>
                    <a:pt x="2608655" y="110812"/>
                  </a:lnTo>
                  <a:lnTo>
                    <a:pt x="2603209" y="110812"/>
                  </a:lnTo>
                  <a:lnTo>
                    <a:pt x="2597763" y="110812"/>
                  </a:lnTo>
                  <a:lnTo>
                    <a:pt x="2592317" y="110812"/>
                  </a:lnTo>
                  <a:lnTo>
                    <a:pt x="2586871" y="110812"/>
                  </a:lnTo>
                  <a:lnTo>
                    <a:pt x="2581425" y="110812"/>
                  </a:lnTo>
                  <a:lnTo>
                    <a:pt x="2575979" y="110812"/>
                  </a:lnTo>
                  <a:lnTo>
                    <a:pt x="2570533" y="110812"/>
                  </a:lnTo>
                  <a:lnTo>
                    <a:pt x="2565087" y="110812"/>
                  </a:lnTo>
                  <a:lnTo>
                    <a:pt x="2559641" y="110812"/>
                  </a:lnTo>
                  <a:lnTo>
                    <a:pt x="2554195" y="110812"/>
                  </a:lnTo>
                  <a:lnTo>
                    <a:pt x="2548749" y="110812"/>
                  </a:lnTo>
                  <a:lnTo>
                    <a:pt x="2543303" y="110812"/>
                  </a:lnTo>
                  <a:lnTo>
                    <a:pt x="2537856" y="110812"/>
                  </a:lnTo>
                  <a:lnTo>
                    <a:pt x="2532410" y="110812"/>
                  </a:lnTo>
                  <a:lnTo>
                    <a:pt x="2526964" y="110812"/>
                  </a:lnTo>
                  <a:lnTo>
                    <a:pt x="2521518" y="110812"/>
                  </a:lnTo>
                  <a:lnTo>
                    <a:pt x="2516072" y="110812"/>
                  </a:lnTo>
                  <a:lnTo>
                    <a:pt x="2510626" y="110812"/>
                  </a:lnTo>
                  <a:lnTo>
                    <a:pt x="2505180" y="110812"/>
                  </a:lnTo>
                  <a:lnTo>
                    <a:pt x="2499734" y="110812"/>
                  </a:lnTo>
                  <a:lnTo>
                    <a:pt x="2494288" y="110812"/>
                  </a:lnTo>
                  <a:lnTo>
                    <a:pt x="2488842" y="110812"/>
                  </a:lnTo>
                  <a:lnTo>
                    <a:pt x="2483396" y="110812"/>
                  </a:lnTo>
                  <a:lnTo>
                    <a:pt x="2477950" y="110812"/>
                  </a:lnTo>
                  <a:lnTo>
                    <a:pt x="2472504" y="110812"/>
                  </a:lnTo>
                  <a:lnTo>
                    <a:pt x="2467058" y="110812"/>
                  </a:lnTo>
                  <a:lnTo>
                    <a:pt x="2461612" y="110812"/>
                  </a:lnTo>
                  <a:lnTo>
                    <a:pt x="2456166" y="110812"/>
                  </a:lnTo>
                  <a:lnTo>
                    <a:pt x="2450720" y="110812"/>
                  </a:lnTo>
                  <a:lnTo>
                    <a:pt x="2445274" y="110812"/>
                  </a:lnTo>
                  <a:lnTo>
                    <a:pt x="2439828" y="110812"/>
                  </a:lnTo>
                  <a:lnTo>
                    <a:pt x="2434382" y="110812"/>
                  </a:lnTo>
                  <a:lnTo>
                    <a:pt x="2428936" y="110812"/>
                  </a:lnTo>
                  <a:lnTo>
                    <a:pt x="2423490" y="110812"/>
                  </a:lnTo>
                  <a:lnTo>
                    <a:pt x="2418043" y="110812"/>
                  </a:lnTo>
                  <a:lnTo>
                    <a:pt x="2412597" y="110812"/>
                  </a:lnTo>
                  <a:lnTo>
                    <a:pt x="2407151" y="110812"/>
                  </a:lnTo>
                  <a:lnTo>
                    <a:pt x="2401705" y="110812"/>
                  </a:lnTo>
                  <a:lnTo>
                    <a:pt x="2396259" y="110812"/>
                  </a:lnTo>
                  <a:lnTo>
                    <a:pt x="2390813" y="110812"/>
                  </a:lnTo>
                  <a:lnTo>
                    <a:pt x="2385367" y="110812"/>
                  </a:lnTo>
                  <a:lnTo>
                    <a:pt x="2379921" y="110812"/>
                  </a:lnTo>
                  <a:lnTo>
                    <a:pt x="2374475" y="110812"/>
                  </a:lnTo>
                  <a:lnTo>
                    <a:pt x="2369029" y="110812"/>
                  </a:lnTo>
                  <a:lnTo>
                    <a:pt x="2363583" y="110812"/>
                  </a:lnTo>
                  <a:lnTo>
                    <a:pt x="2358137" y="110812"/>
                  </a:lnTo>
                  <a:lnTo>
                    <a:pt x="2352691" y="110812"/>
                  </a:lnTo>
                  <a:lnTo>
                    <a:pt x="2347245" y="110812"/>
                  </a:lnTo>
                  <a:lnTo>
                    <a:pt x="2341799" y="110812"/>
                  </a:lnTo>
                  <a:lnTo>
                    <a:pt x="2336353" y="110812"/>
                  </a:lnTo>
                  <a:lnTo>
                    <a:pt x="2330907" y="110812"/>
                  </a:lnTo>
                  <a:lnTo>
                    <a:pt x="2325461" y="110812"/>
                  </a:lnTo>
                  <a:lnTo>
                    <a:pt x="2320015" y="110812"/>
                  </a:lnTo>
                  <a:lnTo>
                    <a:pt x="2314569" y="110812"/>
                  </a:lnTo>
                  <a:lnTo>
                    <a:pt x="2309123" y="110812"/>
                  </a:lnTo>
                  <a:lnTo>
                    <a:pt x="2303677" y="110812"/>
                  </a:lnTo>
                  <a:lnTo>
                    <a:pt x="2298231" y="110812"/>
                  </a:lnTo>
                  <a:lnTo>
                    <a:pt x="2292784" y="110812"/>
                  </a:lnTo>
                  <a:lnTo>
                    <a:pt x="2287338" y="110812"/>
                  </a:lnTo>
                  <a:lnTo>
                    <a:pt x="2281892" y="110812"/>
                  </a:lnTo>
                  <a:lnTo>
                    <a:pt x="2276446" y="110812"/>
                  </a:lnTo>
                  <a:lnTo>
                    <a:pt x="2271000" y="110812"/>
                  </a:lnTo>
                  <a:lnTo>
                    <a:pt x="2265554" y="110812"/>
                  </a:lnTo>
                  <a:lnTo>
                    <a:pt x="2260108" y="110812"/>
                  </a:lnTo>
                  <a:lnTo>
                    <a:pt x="2254662" y="110812"/>
                  </a:lnTo>
                  <a:lnTo>
                    <a:pt x="2249216" y="110812"/>
                  </a:lnTo>
                  <a:lnTo>
                    <a:pt x="2243770" y="110812"/>
                  </a:lnTo>
                  <a:lnTo>
                    <a:pt x="2238324" y="110812"/>
                  </a:lnTo>
                  <a:lnTo>
                    <a:pt x="2232878" y="110812"/>
                  </a:lnTo>
                  <a:lnTo>
                    <a:pt x="2227432" y="110812"/>
                  </a:lnTo>
                  <a:lnTo>
                    <a:pt x="2221986" y="110812"/>
                  </a:lnTo>
                  <a:lnTo>
                    <a:pt x="2216540" y="110812"/>
                  </a:lnTo>
                  <a:lnTo>
                    <a:pt x="2211094" y="110812"/>
                  </a:lnTo>
                  <a:lnTo>
                    <a:pt x="2205648" y="110812"/>
                  </a:lnTo>
                  <a:lnTo>
                    <a:pt x="2200202" y="110812"/>
                  </a:lnTo>
                  <a:lnTo>
                    <a:pt x="2194756" y="110812"/>
                  </a:lnTo>
                  <a:lnTo>
                    <a:pt x="2189310" y="110812"/>
                  </a:lnTo>
                  <a:lnTo>
                    <a:pt x="2183864" y="110812"/>
                  </a:lnTo>
                  <a:lnTo>
                    <a:pt x="2178418" y="110812"/>
                  </a:lnTo>
                  <a:lnTo>
                    <a:pt x="2172971" y="110812"/>
                  </a:lnTo>
                  <a:lnTo>
                    <a:pt x="2167525" y="110812"/>
                  </a:lnTo>
                  <a:lnTo>
                    <a:pt x="2162079" y="110812"/>
                  </a:lnTo>
                  <a:lnTo>
                    <a:pt x="2156633" y="110812"/>
                  </a:lnTo>
                  <a:lnTo>
                    <a:pt x="2151187" y="110812"/>
                  </a:lnTo>
                  <a:lnTo>
                    <a:pt x="2145741" y="110812"/>
                  </a:lnTo>
                  <a:lnTo>
                    <a:pt x="2140295" y="110812"/>
                  </a:lnTo>
                  <a:lnTo>
                    <a:pt x="2134849" y="110812"/>
                  </a:lnTo>
                  <a:lnTo>
                    <a:pt x="2129403" y="110812"/>
                  </a:lnTo>
                  <a:lnTo>
                    <a:pt x="2123957" y="110812"/>
                  </a:lnTo>
                  <a:lnTo>
                    <a:pt x="2118511" y="110812"/>
                  </a:lnTo>
                  <a:lnTo>
                    <a:pt x="2113065" y="110812"/>
                  </a:lnTo>
                  <a:lnTo>
                    <a:pt x="2107619" y="110812"/>
                  </a:lnTo>
                  <a:lnTo>
                    <a:pt x="2102173" y="110812"/>
                  </a:lnTo>
                  <a:lnTo>
                    <a:pt x="2096727" y="110812"/>
                  </a:lnTo>
                  <a:lnTo>
                    <a:pt x="2091281" y="110812"/>
                  </a:lnTo>
                  <a:lnTo>
                    <a:pt x="2085835" y="110812"/>
                  </a:lnTo>
                  <a:lnTo>
                    <a:pt x="2080389" y="110812"/>
                  </a:lnTo>
                  <a:lnTo>
                    <a:pt x="2074943" y="110812"/>
                  </a:lnTo>
                  <a:lnTo>
                    <a:pt x="2069497" y="110812"/>
                  </a:lnTo>
                  <a:lnTo>
                    <a:pt x="2064051" y="110812"/>
                  </a:lnTo>
                  <a:lnTo>
                    <a:pt x="2058605" y="110812"/>
                  </a:lnTo>
                  <a:lnTo>
                    <a:pt x="2053158" y="110812"/>
                  </a:lnTo>
                  <a:lnTo>
                    <a:pt x="2047712" y="110812"/>
                  </a:lnTo>
                  <a:lnTo>
                    <a:pt x="2042266" y="110812"/>
                  </a:lnTo>
                  <a:lnTo>
                    <a:pt x="2036820" y="110812"/>
                  </a:lnTo>
                  <a:lnTo>
                    <a:pt x="2031374" y="110812"/>
                  </a:lnTo>
                  <a:lnTo>
                    <a:pt x="2025928" y="110812"/>
                  </a:lnTo>
                  <a:lnTo>
                    <a:pt x="2020482" y="110812"/>
                  </a:lnTo>
                  <a:lnTo>
                    <a:pt x="2015036" y="110812"/>
                  </a:lnTo>
                  <a:lnTo>
                    <a:pt x="2009590" y="110812"/>
                  </a:lnTo>
                  <a:lnTo>
                    <a:pt x="2004144" y="110812"/>
                  </a:lnTo>
                  <a:lnTo>
                    <a:pt x="1998698" y="110812"/>
                  </a:lnTo>
                  <a:lnTo>
                    <a:pt x="1993252" y="110812"/>
                  </a:lnTo>
                  <a:lnTo>
                    <a:pt x="1987806" y="110812"/>
                  </a:lnTo>
                  <a:lnTo>
                    <a:pt x="1982360" y="110812"/>
                  </a:lnTo>
                  <a:lnTo>
                    <a:pt x="1976914" y="110812"/>
                  </a:lnTo>
                  <a:lnTo>
                    <a:pt x="1971468" y="110812"/>
                  </a:lnTo>
                  <a:lnTo>
                    <a:pt x="1966022" y="110812"/>
                  </a:lnTo>
                  <a:lnTo>
                    <a:pt x="1960576" y="110812"/>
                  </a:lnTo>
                  <a:lnTo>
                    <a:pt x="1955130" y="110812"/>
                  </a:lnTo>
                  <a:lnTo>
                    <a:pt x="1949684" y="110812"/>
                  </a:lnTo>
                  <a:lnTo>
                    <a:pt x="1944238" y="110812"/>
                  </a:lnTo>
                  <a:lnTo>
                    <a:pt x="1938792" y="110812"/>
                  </a:lnTo>
                  <a:lnTo>
                    <a:pt x="1933345" y="110812"/>
                  </a:lnTo>
                  <a:lnTo>
                    <a:pt x="1927899" y="110812"/>
                  </a:lnTo>
                  <a:lnTo>
                    <a:pt x="1922453" y="110812"/>
                  </a:lnTo>
                  <a:lnTo>
                    <a:pt x="1917007" y="110812"/>
                  </a:lnTo>
                  <a:lnTo>
                    <a:pt x="1911561" y="110812"/>
                  </a:lnTo>
                  <a:lnTo>
                    <a:pt x="1906115" y="110812"/>
                  </a:lnTo>
                  <a:lnTo>
                    <a:pt x="1900669" y="110812"/>
                  </a:lnTo>
                  <a:lnTo>
                    <a:pt x="1895223" y="110812"/>
                  </a:lnTo>
                  <a:lnTo>
                    <a:pt x="1889777" y="110812"/>
                  </a:lnTo>
                  <a:lnTo>
                    <a:pt x="1884331" y="110812"/>
                  </a:lnTo>
                  <a:lnTo>
                    <a:pt x="1878885" y="110812"/>
                  </a:lnTo>
                  <a:lnTo>
                    <a:pt x="1873439" y="110812"/>
                  </a:lnTo>
                  <a:lnTo>
                    <a:pt x="1867993" y="110812"/>
                  </a:lnTo>
                  <a:lnTo>
                    <a:pt x="1862547" y="110812"/>
                  </a:lnTo>
                  <a:lnTo>
                    <a:pt x="1857101" y="110812"/>
                  </a:lnTo>
                  <a:lnTo>
                    <a:pt x="1851655" y="110812"/>
                  </a:lnTo>
                  <a:lnTo>
                    <a:pt x="1846209" y="110812"/>
                  </a:lnTo>
                  <a:lnTo>
                    <a:pt x="1840763" y="110812"/>
                  </a:lnTo>
                  <a:lnTo>
                    <a:pt x="1835317" y="110812"/>
                  </a:lnTo>
                  <a:lnTo>
                    <a:pt x="1829871" y="110812"/>
                  </a:lnTo>
                  <a:lnTo>
                    <a:pt x="1824425" y="110812"/>
                  </a:lnTo>
                  <a:lnTo>
                    <a:pt x="1818979" y="110812"/>
                  </a:lnTo>
                  <a:lnTo>
                    <a:pt x="1813532" y="110812"/>
                  </a:lnTo>
                  <a:lnTo>
                    <a:pt x="1808086" y="110812"/>
                  </a:lnTo>
                  <a:lnTo>
                    <a:pt x="1802640" y="110812"/>
                  </a:lnTo>
                  <a:lnTo>
                    <a:pt x="1797194" y="110812"/>
                  </a:lnTo>
                  <a:lnTo>
                    <a:pt x="1791748" y="110812"/>
                  </a:lnTo>
                  <a:lnTo>
                    <a:pt x="1786302" y="110812"/>
                  </a:lnTo>
                  <a:lnTo>
                    <a:pt x="1780856" y="110812"/>
                  </a:lnTo>
                  <a:lnTo>
                    <a:pt x="1775410" y="110812"/>
                  </a:lnTo>
                  <a:lnTo>
                    <a:pt x="1769964" y="110812"/>
                  </a:lnTo>
                  <a:lnTo>
                    <a:pt x="1764518" y="110812"/>
                  </a:lnTo>
                  <a:lnTo>
                    <a:pt x="1759072" y="110812"/>
                  </a:lnTo>
                  <a:lnTo>
                    <a:pt x="1753626" y="110812"/>
                  </a:lnTo>
                  <a:lnTo>
                    <a:pt x="1748180" y="110812"/>
                  </a:lnTo>
                  <a:lnTo>
                    <a:pt x="1742734" y="110812"/>
                  </a:lnTo>
                  <a:lnTo>
                    <a:pt x="1737288" y="110812"/>
                  </a:lnTo>
                  <a:lnTo>
                    <a:pt x="1731842" y="110812"/>
                  </a:lnTo>
                  <a:lnTo>
                    <a:pt x="1726396" y="110812"/>
                  </a:lnTo>
                  <a:lnTo>
                    <a:pt x="1720950" y="110812"/>
                  </a:lnTo>
                  <a:lnTo>
                    <a:pt x="1715504" y="110812"/>
                  </a:lnTo>
                  <a:lnTo>
                    <a:pt x="1710058" y="110812"/>
                  </a:lnTo>
                  <a:lnTo>
                    <a:pt x="1704612" y="110812"/>
                  </a:lnTo>
                  <a:lnTo>
                    <a:pt x="1699166" y="110812"/>
                  </a:lnTo>
                  <a:lnTo>
                    <a:pt x="1693720" y="110812"/>
                  </a:lnTo>
                  <a:lnTo>
                    <a:pt x="1688273" y="110812"/>
                  </a:lnTo>
                  <a:lnTo>
                    <a:pt x="1682827" y="110812"/>
                  </a:lnTo>
                  <a:lnTo>
                    <a:pt x="1677381" y="110812"/>
                  </a:lnTo>
                  <a:lnTo>
                    <a:pt x="1671935" y="110812"/>
                  </a:lnTo>
                  <a:lnTo>
                    <a:pt x="1666489" y="110812"/>
                  </a:lnTo>
                  <a:lnTo>
                    <a:pt x="1661043" y="110812"/>
                  </a:lnTo>
                  <a:lnTo>
                    <a:pt x="1655597" y="110812"/>
                  </a:lnTo>
                  <a:lnTo>
                    <a:pt x="1650151" y="110812"/>
                  </a:lnTo>
                  <a:lnTo>
                    <a:pt x="1644705" y="110812"/>
                  </a:lnTo>
                  <a:lnTo>
                    <a:pt x="1639259" y="110812"/>
                  </a:lnTo>
                  <a:lnTo>
                    <a:pt x="1633813" y="110812"/>
                  </a:lnTo>
                  <a:lnTo>
                    <a:pt x="1628367" y="110812"/>
                  </a:lnTo>
                  <a:lnTo>
                    <a:pt x="1622921" y="110812"/>
                  </a:lnTo>
                  <a:lnTo>
                    <a:pt x="1617475" y="110812"/>
                  </a:lnTo>
                  <a:lnTo>
                    <a:pt x="1612029" y="110812"/>
                  </a:lnTo>
                  <a:lnTo>
                    <a:pt x="1606583" y="110812"/>
                  </a:lnTo>
                  <a:lnTo>
                    <a:pt x="1601137" y="110812"/>
                  </a:lnTo>
                  <a:lnTo>
                    <a:pt x="1595691" y="110812"/>
                  </a:lnTo>
                  <a:lnTo>
                    <a:pt x="1590245" y="110812"/>
                  </a:lnTo>
                  <a:lnTo>
                    <a:pt x="1584799" y="110812"/>
                  </a:lnTo>
                  <a:lnTo>
                    <a:pt x="1579353" y="110812"/>
                  </a:lnTo>
                  <a:lnTo>
                    <a:pt x="1573907" y="110812"/>
                  </a:lnTo>
                  <a:lnTo>
                    <a:pt x="1568460" y="110812"/>
                  </a:lnTo>
                  <a:lnTo>
                    <a:pt x="1563014" y="110812"/>
                  </a:lnTo>
                  <a:lnTo>
                    <a:pt x="1557568" y="110812"/>
                  </a:lnTo>
                  <a:lnTo>
                    <a:pt x="1552122" y="110812"/>
                  </a:lnTo>
                  <a:lnTo>
                    <a:pt x="1546676" y="110812"/>
                  </a:lnTo>
                  <a:lnTo>
                    <a:pt x="1541230" y="110812"/>
                  </a:lnTo>
                  <a:lnTo>
                    <a:pt x="1535784" y="110812"/>
                  </a:lnTo>
                  <a:lnTo>
                    <a:pt x="1530338" y="110812"/>
                  </a:lnTo>
                  <a:lnTo>
                    <a:pt x="1524892" y="110812"/>
                  </a:lnTo>
                  <a:lnTo>
                    <a:pt x="1519446" y="110812"/>
                  </a:lnTo>
                  <a:lnTo>
                    <a:pt x="1514000" y="110812"/>
                  </a:lnTo>
                  <a:lnTo>
                    <a:pt x="1508554" y="110812"/>
                  </a:lnTo>
                  <a:lnTo>
                    <a:pt x="1503108" y="110812"/>
                  </a:lnTo>
                  <a:lnTo>
                    <a:pt x="1497662" y="110812"/>
                  </a:lnTo>
                  <a:lnTo>
                    <a:pt x="1492216" y="110812"/>
                  </a:lnTo>
                  <a:lnTo>
                    <a:pt x="1486770" y="110812"/>
                  </a:lnTo>
                  <a:lnTo>
                    <a:pt x="1481324" y="110812"/>
                  </a:lnTo>
                  <a:lnTo>
                    <a:pt x="1475878" y="110812"/>
                  </a:lnTo>
                  <a:lnTo>
                    <a:pt x="1470432" y="110812"/>
                  </a:lnTo>
                  <a:lnTo>
                    <a:pt x="1464986" y="110812"/>
                  </a:lnTo>
                  <a:lnTo>
                    <a:pt x="1459540" y="110812"/>
                  </a:lnTo>
                  <a:lnTo>
                    <a:pt x="1454094" y="110812"/>
                  </a:lnTo>
                  <a:lnTo>
                    <a:pt x="1448647" y="110812"/>
                  </a:lnTo>
                  <a:lnTo>
                    <a:pt x="1443201" y="110812"/>
                  </a:lnTo>
                  <a:lnTo>
                    <a:pt x="1437755" y="110812"/>
                  </a:lnTo>
                  <a:lnTo>
                    <a:pt x="1432309" y="110812"/>
                  </a:lnTo>
                  <a:lnTo>
                    <a:pt x="1426863" y="110812"/>
                  </a:lnTo>
                  <a:lnTo>
                    <a:pt x="1421417" y="110812"/>
                  </a:lnTo>
                  <a:lnTo>
                    <a:pt x="1415971" y="110812"/>
                  </a:lnTo>
                  <a:lnTo>
                    <a:pt x="1410525" y="110812"/>
                  </a:lnTo>
                  <a:lnTo>
                    <a:pt x="1405079" y="110812"/>
                  </a:lnTo>
                  <a:lnTo>
                    <a:pt x="1399633" y="110812"/>
                  </a:lnTo>
                  <a:lnTo>
                    <a:pt x="1394187" y="110812"/>
                  </a:lnTo>
                  <a:lnTo>
                    <a:pt x="1388741" y="110812"/>
                  </a:lnTo>
                  <a:lnTo>
                    <a:pt x="1383295" y="110812"/>
                  </a:lnTo>
                  <a:lnTo>
                    <a:pt x="1377849" y="110812"/>
                  </a:lnTo>
                  <a:lnTo>
                    <a:pt x="1372403" y="110812"/>
                  </a:lnTo>
                  <a:lnTo>
                    <a:pt x="1366957" y="110812"/>
                  </a:lnTo>
                  <a:lnTo>
                    <a:pt x="1361511" y="110812"/>
                  </a:lnTo>
                  <a:lnTo>
                    <a:pt x="1356065" y="110812"/>
                  </a:lnTo>
                  <a:lnTo>
                    <a:pt x="1350619" y="110812"/>
                  </a:lnTo>
                  <a:lnTo>
                    <a:pt x="1345173" y="110812"/>
                  </a:lnTo>
                  <a:lnTo>
                    <a:pt x="1339727" y="110812"/>
                  </a:lnTo>
                  <a:lnTo>
                    <a:pt x="1334281" y="110812"/>
                  </a:lnTo>
                  <a:lnTo>
                    <a:pt x="1328834" y="110812"/>
                  </a:lnTo>
                  <a:lnTo>
                    <a:pt x="1323388" y="110812"/>
                  </a:lnTo>
                  <a:lnTo>
                    <a:pt x="1317942" y="110812"/>
                  </a:lnTo>
                  <a:lnTo>
                    <a:pt x="1312496" y="110812"/>
                  </a:lnTo>
                  <a:lnTo>
                    <a:pt x="1307050" y="110812"/>
                  </a:lnTo>
                  <a:lnTo>
                    <a:pt x="1301604" y="110812"/>
                  </a:lnTo>
                  <a:lnTo>
                    <a:pt x="1296158" y="110812"/>
                  </a:lnTo>
                  <a:lnTo>
                    <a:pt x="1290712" y="110812"/>
                  </a:lnTo>
                  <a:lnTo>
                    <a:pt x="1285266" y="110812"/>
                  </a:lnTo>
                  <a:lnTo>
                    <a:pt x="1279820" y="110812"/>
                  </a:lnTo>
                  <a:lnTo>
                    <a:pt x="1274374" y="110812"/>
                  </a:lnTo>
                  <a:lnTo>
                    <a:pt x="1268928" y="110812"/>
                  </a:lnTo>
                  <a:lnTo>
                    <a:pt x="1263482" y="110812"/>
                  </a:lnTo>
                  <a:lnTo>
                    <a:pt x="1258036" y="110812"/>
                  </a:lnTo>
                  <a:lnTo>
                    <a:pt x="1252590" y="110812"/>
                  </a:lnTo>
                  <a:lnTo>
                    <a:pt x="1247144" y="110812"/>
                  </a:lnTo>
                  <a:lnTo>
                    <a:pt x="1241698" y="110812"/>
                  </a:lnTo>
                  <a:lnTo>
                    <a:pt x="1236252" y="110812"/>
                  </a:lnTo>
                  <a:lnTo>
                    <a:pt x="1230806" y="110812"/>
                  </a:lnTo>
                  <a:lnTo>
                    <a:pt x="1225360" y="110812"/>
                  </a:lnTo>
                  <a:lnTo>
                    <a:pt x="1219914" y="110812"/>
                  </a:lnTo>
                  <a:lnTo>
                    <a:pt x="1214468" y="110812"/>
                  </a:lnTo>
                  <a:lnTo>
                    <a:pt x="1209021" y="110812"/>
                  </a:lnTo>
                  <a:lnTo>
                    <a:pt x="1203575" y="110812"/>
                  </a:lnTo>
                  <a:lnTo>
                    <a:pt x="1198129" y="110812"/>
                  </a:lnTo>
                  <a:lnTo>
                    <a:pt x="1192683" y="110812"/>
                  </a:lnTo>
                  <a:lnTo>
                    <a:pt x="1187237" y="110812"/>
                  </a:lnTo>
                  <a:lnTo>
                    <a:pt x="1181791" y="110812"/>
                  </a:lnTo>
                  <a:lnTo>
                    <a:pt x="1176345" y="110812"/>
                  </a:lnTo>
                  <a:lnTo>
                    <a:pt x="1170899" y="110812"/>
                  </a:lnTo>
                  <a:lnTo>
                    <a:pt x="1165453" y="110812"/>
                  </a:lnTo>
                  <a:lnTo>
                    <a:pt x="1160007" y="110812"/>
                  </a:lnTo>
                  <a:lnTo>
                    <a:pt x="1154561" y="110812"/>
                  </a:lnTo>
                  <a:lnTo>
                    <a:pt x="1149115" y="110812"/>
                  </a:lnTo>
                  <a:lnTo>
                    <a:pt x="1143669" y="110812"/>
                  </a:lnTo>
                  <a:lnTo>
                    <a:pt x="1138223" y="110812"/>
                  </a:lnTo>
                  <a:lnTo>
                    <a:pt x="1132777" y="110812"/>
                  </a:lnTo>
                  <a:lnTo>
                    <a:pt x="1127331" y="110812"/>
                  </a:lnTo>
                  <a:lnTo>
                    <a:pt x="1121885" y="110812"/>
                  </a:lnTo>
                  <a:lnTo>
                    <a:pt x="1116439" y="110812"/>
                  </a:lnTo>
                  <a:lnTo>
                    <a:pt x="1110993" y="110812"/>
                  </a:lnTo>
                  <a:lnTo>
                    <a:pt x="1105547" y="110812"/>
                  </a:lnTo>
                  <a:lnTo>
                    <a:pt x="1100101" y="110812"/>
                  </a:lnTo>
                  <a:lnTo>
                    <a:pt x="1094655" y="110812"/>
                  </a:lnTo>
                  <a:lnTo>
                    <a:pt x="1089209" y="110812"/>
                  </a:lnTo>
                  <a:lnTo>
                    <a:pt x="1083762" y="110812"/>
                  </a:lnTo>
                  <a:lnTo>
                    <a:pt x="1078316" y="110812"/>
                  </a:lnTo>
                  <a:lnTo>
                    <a:pt x="1072870" y="110812"/>
                  </a:lnTo>
                  <a:lnTo>
                    <a:pt x="1067424" y="110812"/>
                  </a:lnTo>
                  <a:lnTo>
                    <a:pt x="1061978" y="110812"/>
                  </a:lnTo>
                  <a:lnTo>
                    <a:pt x="1056532" y="110812"/>
                  </a:lnTo>
                  <a:lnTo>
                    <a:pt x="1051086" y="110812"/>
                  </a:lnTo>
                  <a:lnTo>
                    <a:pt x="1045640" y="110812"/>
                  </a:lnTo>
                  <a:lnTo>
                    <a:pt x="1040194" y="110812"/>
                  </a:lnTo>
                  <a:lnTo>
                    <a:pt x="1034748" y="110812"/>
                  </a:lnTo>
                  <a:lnTo>
                    <a:pt x="1029302" y="110812"/>
                  </a:lnTo>
                  <a:lnTo>
                    <a:pt x="1023856" y="110812"/>
                  </a:lnTo>
                  <a:lnTo>
                    <a:pt x="1018410" y="110812"/>
                  </a:lnTo>
                  <a:lnTo>
                    <a:pt x="1012964" y="110812"/>
                  </a:lnTo>
                  <a:lnTo>
                    <a:pt x="1007518" y="110812"/>
                  </a:lnTo>
                  <a:lnTo>
                    <a:pt x="1002072" y="110812"/>
                  </a:lnTo>
                  <a:lnTo>
                    <a:pt x="996626" y="110812"/>
                  </a:lnTo>
                  <a:lnTo>
                    <a:pt x="991180" y="110812"/>
                  </a:lnTo>
                  <a:lnTo>
                    <a:pt x="985734" y="110812"/>
                  </a:lnTo>
                  <a:lnTo>
                    <a:pt x="980288" y="110812"/>
                  </a:lnTo>
                  <a:lnTo>
                    <a:pt x="974842" y="110812"/>
                  </a:lnTo>
                  <a:lnTo>
                    <a:pt x="969396" y="110812"/>
                  </a:lnTo>
                  <a:lnTo>
                    <a:pt x="963949" y="110812"/>
                  </a:lnTo>
                  <a:lnTo>
                    <a:pt x="958503" y="110812"/>
                  </a:lnTo>
                  <a:lnTo>
                    <a:pt x="953057" y="110812"/>
                  </a:lnTo>
                  <a:lnTo>
                    <a:pt x="947611" y="110812"/>
                  </a:lnTo>
                  <a:lnTo>
                    <a:pt x="942165" y="110812"/>
                  </a:lnTo>
                  <a:lnTo>
                    <a:pt x="936719" y="110812"/>
                  </a:lnTo>
                  <a:lnTo>
                    <a:pt x="931273" y="110812"/>
                  </a:lnTo>
                  <a:lnTo>
                    <a:pt x="925827" y="110812"/>
                  </a:lnTo>
                  <a:lnTo>
                    <a:pt x="920381" y="110812"/>
                  </a:lnTo>
                  <a:lnTo>
                    <a:pt x="914935" y="110812"/>
                  </a:lnTo>
                  <a:lnTo>
                    <a:pt x="909489" y="110812"/>
                  </a:lnTo>
                  <a:lnTo>
                    <a:pt x="904043" y="110812"/>
                  </a:lnTo>
                  <a:lnTo>
                    <a:pt x="898597" y="110812"/>
                  </a:lnTo>
                  <a:lnTo>
                    <a:pt x="893151" y="110812"/>
                  </a:lnTo>
                  <a:lnTo>
                    <a:pt x="887705" y="110812"/>
                  </a:lnTo>
                  <a:lnTo>
                    <a:pt x="882259" y="110812"/>
                  </a:lnTo>
                  <a:lnTo>
                    <a:pt x="876813" y="110812"/>
                  </a:lnTo>
                  <a:lnTo>
                    <a:pt x="871367" y="110812"/>
                  </a:lnTo>
                  <a:lnTo>
                    <a:pt x="865921" y="110812"/>
                  </a:lnTo>
                  <a:lnTo>
                    <a:pt x="860475" y="110812"/>
                  </a:lnTo>
                  <a:lnTo>
                    <a:pt x="855029" y="110812"/>
                  </a:lnTo>
                  <a:lnTo>
                    <a:pt x="849583" y="110812"/>
                  </a:lnTo>
                  <a:lnTo>
                    <a:pt x="844136" y="110812"/>
                  </a:lnTo>
                  <a:lnTo>
                    <a:pt x="838690" y="110812"/>
                  </a:lnTo>
                  <a:lnTo>
                    <a:pt x="833244" y="110812"/>
                  </a:lnTo>
                  <a:lnTo>
                    <a:pt x="827798" y="110812"/>
                  </a:lnTo>
                  <a:lnTo>
                    <a:pt x="822352" y="110812"/>
                  </a:lnTo>
                  <a:lnTo>
                    <a:pt x="816906" y="110812"/>
                  </a:lnTo>
                  <a:lnTo>
                    <a:pt x="811460" y="110812"/>
                  </a:lnTo>
                  <a:lnTo>
                    <a:pt x="806014" y="110812"/>
                  </a:lnTo>
                  <a:lnTo>
                    <a:pt x="800568" y="110812"/>
                  </a:lnTo>
                  <a:lnTo>
                    <a:pt x="795122" y="110812"/>
                  </a:lnTo>
                  <a:lnTo>
                    <a:pt x="789676" y="110812"/>
                  </a:lnTo>
                  <a:lnTo>
                    <a:pt x="784230" y="110812"/>
                  </a:lnTo>
                  <a:lnTo>
                    <a:pt x="778784" y="110812"/>
                  </a:lnTo>
                  <a:lnTo>
                    <a:pt x="773338" y="110812"/>
                  </a:lnTo>
                  <a:lnTo>
                    <a:pt x="767892" y="110812"/>
                  </a:lnTo>
                  <a:lnTo>
                    <a:pt x="762446" y="110812"/>
                  </a:lnTo>
                  <a:lnTo>
                    <a:pt x="757000" y="110812"/>
                  </a:lnTo>
                  <a:lnTo>
                    <a:pt x="751554" y="110812"/>
                  </a:lnTo>
                  <a:lnTo>
                    <a:pt x="746108" y="110812"/>
                  </a:lnTo>
                  <a:lnTo>
                    <a:pt x="740662" y="110812"/>
                  </a:lnTo>
                  <a:lnTo>
                    <a:pt x="735216" y="110812"/>
                  </a:lnTo>
                  <a:lnTo>
                    <a:pt x="729770" y="110812"/>
                  </a:lnTo>
                  <a:lnTo>
                    <a:pt x="724323" y="110812"/>
                  </a:lnTo>
                  <a:lnTo>
                    <a:pt x="718877" y="110812"/>
                  </a:lnTo>
                  <a:lnTo>
                    <a:pt x="713431" y="110812"/>
                  </a:lnTo>
                  <a:lnTo>
                    <a:pt x="707985" y="110812"/>
                  </a:lnTo>
                  <a:lnTo>
                    <a:pt x="702539" y="110812"/>
                  </a:lnTo>
                  <a:lnTo>
                    <a:pt x="697093" y="110812"/>
                  </a:lnTo>
                  <a:lnTo>
                    <a:pt x="691647" y="110812"/>
                  </a:lnTo>
                  <a:lnTo>
                    <a:pt x="686201" y="110812"/>
                  </a:lnTo>
                  <a:lnTo>
                    <a:pt x="680755" y="110812"/>
                  </a:lnTo>
                  <a:lnTo>
                    <a:pt x="675309" y="110812"/>
                  </a:lnTo>
                  <a:lnTo>
                    <a:pt x="669863" y="110812"/>
                  </a:lnTo>
                  <a:lnTo>
                    <a:pt x="664417" y="110812"/>
                  </a:lnTo>
                  <a:lnTo>
                    <a:pt x="658971" y="110812"/>
                  </a:lnTo>
                  <a:lnTo>
                    <a:pt x="653525" y="110812"/>
                  </a:lnTo>
                  <a:lnTo>
                    <a:pt x="648079" y="110812"/>
                  </a:lnTo>
                  <a:lnTo>
                    <a:pt x="642633" y="110812"/>
                  </a:lnTo>
                  <a:lnTo>
                    <a:pt x="637187" y="110812"/>
                  </a:lnTo>
                  <a:lnTo>
                    <a:pt x="631741" y="110812"/>
                  </a:lnTo>
                  <a:lnTo>
                    <a:pt x="626295" y="110812"/>
                  </a:lnTo>
                  <a:lnTo>
                    <a:pt x="620849" y="110812"/>
                  </a:lnTo>
                  <a:lnTo>
                    <a:pt x="615403" y="110812"/>
                  </a:lnTo>
                  <a:lnTo>
                    <a:pt x="609957" y="110812"/>
                  </a:lnTo>
                  <a:lnTo>
                    <a:pt x="604510" y="110812"/>
                  </a:lnTo>
                  <a:lnTo>
                    <a:pt x="599064" y="110812"/>
                  </a:lnTo>
                  <a:lnTo>
                    <a:pt x="593618" y="110812"/>
                  </a:lnTo>
                  <a:lnTo>
                    <a:pt x="588172" y="110812"/>
                  </a:lnTo>
                  <a:lnTo>
                    <a:pt x="582726" y="110812"/>
                  </a:lnTo>
                  <a:lnTo>
                    <a:pt x="577280" y="110812"/>
                  </a:lnTo>
                  <a:lnTo>
                    <a:pt x="571834" y="110812"/>
                  </a:lnTo>
                  <a:lnTo>
                    <a:pt x="566388" y="110812"/>
                  </a:lnTo>
                  <a:lnTo>
                    <a:pt x="560942" y="110812"/>
                  </a:lnTo>
                  <a:lnTo>
                    <a:pt x="555496" y="110812"/>
                  </a:lnTo>
                  <a:lnTo>
                    <a:pt x="550050" y="110812"/>
                  </a:lnTo>
                  <a:lnTo>
                    <a:pt x="544604" y="110812"/>
                  </a:lnTo>
                  <a:lnTo>
                    <a:pt x="539158" y="110812"/>
                  </a:lnTo>
                  <a:lnTo>
                    <a:pt x="533712" y="110812"/>
                  </a:lnTo>
                  <a:lnTo>
                    <a:pt x="528266" y="110812"/>
                  </a:lnTo>
                  <a:lnTo>
                    <a:pt x="522820" y="110812"/>
                  </a:lnTo>
                  <a:lnTo>
                    <a:pt x="517374" y="110812"/>
                  </a:lnTo>
                  <a:lnTo>
                    <a:pt x="511928" y="110812"/>
                  </a:lnTo>
                  <a:lnTo>
                    <a:pt x="506482" y="110812"/>
                  </a:lnTo>
                  <a:lnTo>
                    <a:pt x="501036" y="110812"/>
                  </a:lnTo>
                  <a:lnTo>
                    <a:pt x="495590" y="110812"/>
                  </a:lnTo>
                  <a:lnTo>
                    <a:pt x="490144" y="110812"/>
                  </a:lnTo>
                  <a:lnTo>
                    <a:pt x="484698" y="110812"/>
                  </a:lnTo>
                  <a:lnTo>
                    <a:pt x="479251" y="110812"/>
                  </a:lnTo>
                  <a:lnTo>
                    <a:pt x="473805" y="110812"/>
                  </a:lnTo>
                  <a:lnTo>
                    <a:pt x="468359" y="110812"/>
                  </a:lnTo>
                  <a:lnTo>
                    <a:pt x="462913" y="110812"/>
                  </a:lnTo>
                  <a:lnTo>
                    <a:pt x="457467" y="110812"/>
                  </a:lnTo>
                  <a:lnTo>
                    <a:pt x="452021" y="110812"/>
                  </a:lnTo>
                  <a:lnTo>
                    <a:pt x="446575" y="110812"/>
                  </a:lnTo>
                  <a:lnTo>
                    <a:pt x="441129" y="110812"/>
                  </a:lnTo>
                  <a:lnTo>
                    <a:pt x="435683" y="110812"/>
                  </a:lnTo>
                  <a:lnTo>
                    <a:pt x="430237" y="110812"/>
                  </a:lnTo>
                  <a:lnTo>
                    <a:pt x="424791" y="110812"/>
                  </a:lnTo>
                  <a:lnTo>
                    <a:pt x="419345" y="110812"/>
                  </a:lnTo>
                  <a:lnTo>
                    <a:pt x="413899" y="110812"/>
                  </a:lnTo>
                  <a:lnTo>
                    <a:pt x="408453" y="110812"/>
                  </a:lnTo>
                  <a:lnTo>
                    <a:pt x="403007" y="110812"/>
                  </a:lnTo>
                  <a:lnTo>
                    <a:pt x="397561" y="110812"/>
                  </a:lnTo>
                  <a:lnTo>
                    <a:pt x="392115" y="110812"/>
                  </a:lnTo>
                  <a:lnTo>
                    <a:pt x="386669" y="110812"/>
                  </a:lnTo>
                  <a:lnTo>
                    <a:pt x="381223" y="110812"/>
                  </a:lnTo>
                  <a:lnTo>
                    <a:pt x="375777" y="110812"/>
                  </a:lnTo>
                  <a:lnTo>
                    <a:pt x="370331" y="110812"/>
                  </a:lnTo>
                  <a:lnTo>
                    <a:pt x="364885" y="110812"/>
                  </a:lnTo>
                  <a:lnTo>
                    <a:pt x="359438" y="110812"/>
                  </a:lnTo>
                  <a:lnTo>
                    <a:pt x="353992" y="110812"/>
                  </a:lnTo>
                  <a:lnTo>
                    <a:pt x="348546" y="110812"/>
                  </a:lnTo>
                  <a:lnTo>
                    <a:pt x="343100" y="110812"/>
                  </a:lnTo>
                  <a:lnTo>
                    <a:pt x="337654" y="110812"/>
                  </a:lnTo>
                  <a:lnTo>
                    <a:pt x="332208" y="110812"/>
                  </a:lnTo>
                  <a:lnTo>
                    <a:pt x="326762" y="110812"/>
                  </a:lnTo>
                  <a:lnTo>
                    <a:pt x="321316" y="110812"/>
                  </a:lnTo>
                  <a:lnTo>
                    <a:pt x="315870" y="110812"/>
                  </a:lnTo>
                  <a:lnTo>
                    <a:pt x="310424" y="110812"/>
                  </a:lnTo>
                  <a:lnTo>
                    <a:pt x="304978" y="110812"/>
                  </a:lnTo>
                  <a:lnTo>
                    <a:pt x="299532" y="110812"/>
                  </a:lnTo>
                  <a:lnTo>
                    <a:pt x="294086" y="110812"/>
                  </a:lnTo>
                  <a:lnTo>
                    <a:pt x="288640" y="110812"/>
                  </a:lnTo>
                  <a:lnTo>
                    <a:pt x="283194" y="110812"/>
                  </a:lnTo>
                  <a:lnTo>
                    <a:pt x="277748" y="110812"/>
                  </a:lnTo>
                  <a:lnTo>
                    <a:pt x="272302" y="110812"/>
                  </a:lnTo>
                  <a:lnTo>
                    <a:pt x="266856" y="110812"/>
                  </a:lnTo>
                  <a:lnTo>
                    <a:pt x="261410" y="110812"/>
                  </a:lnTo>
                  <a:lnTo>
                    <a:pt x="255964" y="110812"/>
                  </a:lnTo>
                  <a:lnTo>
                    <a:pt x="250518" y="110812"/>
                  </a:lnTo>
                  <a:lnTo>
                    <a:pt x="245072" y="110812"/>
                  </a:lnTo>
                  <a:lnTo>
                    <a:pt x="239625" y="110812"/>
                  </a:lnTo>
                  <a:lnTo>
                    <a:pt x="234179" y="110812"/>
                  </a:lnTo>
                  <a:lnTo>
                    <a:pt x="228733" y="110812"/>
                  </a:lnTo>
                  <a:lnTo>
                    <a:pt x="223287" y="110812"/>
                  </a:lnTo>
                  <a:lnTo>
                    <a:pt x="217841" y="110812"/>
                  </a:lnTo>
                  <a:lnTo>
                    <a:pt x="212395" y="110812"/>
                  </a:lnTo>
                  <a:lnTo>
                    <a:pt x="206949" y="110812"/>
                  </a:lnTo>
                  <a:lnTo>
                    <a:pt x="201503" y="110812"/>
                  </a:lnTo>
                  <a:lnTo>
                    <a:pt x="196057" y="110812"/>
                  </a:lnTo>
                  <a:lnTo>
                    <a:pt x="190611" y="110812"/>
                  </a:lnTo>
                  <a:lnTo>
                    <a:pt x="185165" y="110812"/>
                  </a:lnTo>
                  <a:lnTo>
                    <a:pt x="179719" y="110812"/>
                  </a:lnTo>
                  <a:lnTo>
                    <a:pt x="174273" y="110812"/>
                  </a:lnTo>
                  <a:lnTo>
                    <a:pt x="168827" y="110812"/>
                  </a:lnTo>
                  <a:lnTo>
                    <a:pt x="163381" y="110812"/>
                  </a:lnTo>
                  <a:lnTo>
                    <a:pt x="157935" y="110812"/>
                  </a:lnTo>
                  <a:lnTo>
                    <a:pt x="152489" y="110812"/>
                  </a:lnTo>
                  <a:lnTo>
                    <a:pt x="147043" y="110812"/>
                  </a:lnTo>
                  <a:lnTo>
                    <a:pt x="141597" y="110812"/>
                  </a:lnTo>
                  <a:lnTo>
                    <a:pt x="136151" y="110812"/>
                  </a:lnTo>
                  <a:lnTo>
                    <a:pt x="130705" y="110812"/>
                  </a:lnTo>
                  <a:lnTo>
                    <a:pt x="125259" y="110812"/>
                  </a:lnTo>
                  <a:lnTo>
                    <a:pt x="119812" y="110812"/>
                  </a:lnTo>
                  <a:lnTo>
                    <a:pt x="114366" y="110812"/>
                  </a:lnTo>
                  <a:lnTo>
                    <a:pt x="108920" y="110812"/>
                  </a:lnTo>
                  <a:lnTo>
                    <a:pt x="103474" y="110812"/>
                  </a:lnTo>
                  <a:lnTo>
                    <a:pt x="98028" y="110812"/>
                  </a:lnTo>
                  <a:lnTo>
                    <a:pt x="92582" y="110812"/>
                  </a:lnTo>
                  <a:lnTo>
                    <a:pt x="87136" y="110812"/>
                  </a:lnTo>
                  <a:lnTo>
                    <a:pt x="81690" y="110812"/>
                  </a:lnTo>
                  <a:lnTo>
                    <a:pt x="76244" y="110812"/>
                  </a:lnTo>
                  <a:lnTo>
                    <a:pt x="70798" y="110812"/>
                  </a:lnTo>
                  <a:lnTo>
                    <a:pt x="65352" y="110812"/>
                  </a:lnTo>
                  <a:lnTo>
                    <a:pt x="59906" y="110812"/>
                  </a:lnTo>
                  <a:lnTo>
                    <a:pt x="54460" y="110812"/>
                  </a:lnTo>
                  <a:lnTo>
                    <a:pt x="49014" y="110812"/>
                  </a:lnTo>
                  <a:lnTo>
                    <a:pt x="43568" y="110812"/>
                  </a:lnTo>
                  <a:lnTo>
                    <a:pt x="38122" y="110812"/>
                  </a:lnTo>
                  <a:lnTo>
                    <a:pt x="32676" y="110812"/>
                  </a:lnTo>
                  <a:lnTo>
                    <a:pt x="27230" y="110812"/>
                  </a:lnTo>
                  <a:lnTo>
                    <a:pt x="21784" y="110812"/>
                  </a:lnTo>
                  <a:lnTo>
                    <a:pt x="16338" y="110812"/>
                  </a:lnTo>
                  <a:lnTo>
                    <a:pt x="10892" y="110812"/>
                  </a:lnTo>
                  <a:lnTo>
                    <a:pt x="5446" y="11081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957616" y="3662838"/>
              <a:ext cx="2782929" cy="110793"/>
            </a:xfrm>
            <a:custGeom>
              <a:avLst/>
              <a:pathLst>
                <a:path w="2782929" h="110793">
                  <a:moveTo>
                    <a:pt x="0" y="110793"/>
                  </a:moveTo>
                  <a:lnTo>
                    <a:pt x="5446" y="110790"/>
                  </a:lnTo>
                  <a:lnTo>
                    <a:pt x="10892" y="110787"/>
                  </a:lnTo>
                  <a:lnTo>
                    <a:pt x="16338" y="110784"/>
                  </a:lnTo>
                  <a:lnTo>
                    <a:pt x="21784" y="110781"/>
                  </a:lnTo>
                  <a:lnTo>
                    <a:pt x="27230" y="110777"/>
                  </a:lnTo>
                  <a:lnTo>
                    <a:pt x="32676" y="110772"/>
                  </a:lnTo>
                  <a:lnTo>
                    <a:pt x="38122" y="110768"/>
                  </a:lnTo>
                  <a:lnTo>
                    <a:pt x="43568" y="110762"/>
                  </a:lnTo>
                  <a:lnTo>
                    <a:pt x="49014" y="110757"/>
                  </a:lnTo>
                  <a:lnTo>
                    <a:pt x="54460" y="110750"/>
                  </a:lnTo>
                  <a:lnTo>
                    <a:pt x="59906" y="110743"/>
                  </a:lnTo>
                  <a:lnTo>
                    <a:pt x="65352" y="110735"/>
                  </a:lnTo>
                  <a:lnTo>
                    <a:pt x="70798" y="110727"/>
                  </a:lnTo>
                  <a:lnTo>
                    <a:pt x="76244" y="110717"/>
                  </a:lnTo>
                  <a:lnTo>
                    <a:pt x="81690" y="110707"/>
                  </a:lnTo>
                  <a:lnTo>
                    <a:pt x="87136" y="110696"/>
                  </a:lnTo>
                  <a:lnTo>
                    <a:pt x="92582" y="110684"/>
                  </a:lnTo>
                  <a:lnTo>
                    <a:pt x="98028" y="110671"/>
                  </a:lnTo>
                  <a:lnTo>
                    <a:pt x="103474" y="110656"/>
                  </a:lnTo>
                  <a:lnTo>
                    <a:pt x="108920" y="110640"/>
                  </a:lnTo>
                  <a:lnTo>
                    <a:pt x="114366" y="110624"/>
                  </a:lnTo>
                  <a:lnTo>
                    <a:pt x="119812" y="110606"/>
                  </a:lnTo>
                  <a:lnTo>
                    <a:pt x="125259" y="110586"/>
                  </a:lnTo>
                  <a:lnTo>
                    <a:pt x="130705" y="110565"/>
                  </a:lnTo>
                  <a:lnTo>
                    <a:pt x="136151" y="110542"/>
                  </a:lnTo>
                  <a:lnTo>
                    <a:pt x="141597" y="110518"/>
                  </a:lnTo>
                  <a:lnTo>
                    <a:pt x="147043" y="110491"/>
                  </a:lnTo>
                  <a:lnTo>
                    <a:pt x="152489" y="110463"/>
                  </a:lnTo>
                  <a:lnTo>
                    <a:pt x="157935" y="110433"/>
                  </a:lnTo>
                  <a:lnTo>
                    <a:pt x="163381" y="110402"/>
                  </a:lnTo>
                  <a:lnTo>
                    <a:pt x="168827" y="110367"/>
                  </a:lnTo>
                  <a:lnTo>
                    <a:pt x="174273" y="110331"/>
                  </a:lnTo>
                  <a:lnTo>
                    <a:pt x="179719" y="110293"/>
                  </a:lnTo>
                  <a:lnTo>
                    <a:pt x="185165" y="110252"/>
                  </a:lnTo>
                  <a:lnTo>
                    <a:pt x="190611" y="110209"/>
                  </a:lnTo>
                  <a:lnTo>
                    <a:pt x="196057" y="110163"/>
                  </a:lnTo>
                  <a:lnTo>
                    <a:pt x="201503" y="110115"/>
                  </a:lnTo>
                  <a:lnTo>
                    <a:pt x="206949" y="110064"/>
                  </a:lnTo>
                  <a:lnTo>
                    <a:pt x="212395" y="110010"/>
                  </a:lnTo>
                  <a:lnTo>
                    <a:pt x="217841" y="109953"/>
                  </a:lnTo>
                  <a:lnTo>
                    <a:pt x="223287" y="109894"/>
                  </a:lnTo>
                  <a:lnTo>
                    <a:pt x="228733" y="109831"/>
                  </a:lnTo>
                  <a:lnTo>
                    <a:pt x="234179" y="109766"/>
                  </a:lnTo>
                  <a:lnTo>
                    <a:pt x="239625" y="109698"/>
                  </a:lnTo>
                  <a:lnTo>
                    <a:pt x="245072" y="109626"/>
                  </a:lnTo>
                  <a:lnTo>
                    <a:pt x="250518" y="109551"/>
                  </a:lnTo>
                  <a:lnTo>
                    <a:pt x="255964" y="109472"/>
                  </a:lnTo>
                  <a:lnTo>
                    <a:pt x="261410" y="109391"/>
                  </a:lnTo>
                  <a:lnTo>
                    <a:pt x="266856" y="109306"/>
                  </a:lnTo>
                  <a:lnTo>
                    <a:pt x="272302" y="109217"/>
                  </a:lnTo>
                  <a:lnTo>
                    <a:pt x="277748" y="109125"/>
                  </a:lnTo>
                  <a:lnTo>
                    <a:pt x="283194" y="109029"/>
                  </a:lnTo>
                  <a:lnTo>
                    <a:pt x="288640" y="108929"/>
                  </a:lnTo>
                  <a:lnTo>
                    <a:pt x="294086" y="108826"/>
                  </a:lnTo>
                  <a:lnTo>
                    <a:pt x="299532" y="108719"/>
                  </a:lnTo>
                  <a:lnTo>
                    <a:pt x="304978" y="108608"/>
                  </a:lnTo>
                  <a:lnTo>
                    <a:pt x="310424" y="108493"/>
                  </a:lnTo>
                  <a:lnTo>
                    <a:pt x="315870" y="108374"/>
                  </a:lnTo>
                  <a:lnTo>
                    <a:pt x="321316" y="108252"/>
                  </a:lnTo>
                  <a:lnTo>
                    <a:pt x="326762" y="108125"/>
                  </a:lnTo>
                  <a:lnTo>
                    <a:pt x="332208" y="107994"/>
                  </a:lnTo>
                  <a:lnTo>
                    <a:pt x="337654" y="107860"/>
                  </a:lnTo>
                  <a:lnTo>
                    <a:pt x="343100" y="107722"/>
                  </a:lnTo>
                  <a:lnTo>
                    <a:pt x="348546" y="107578"/>
                  </a:lnTo>
                  <a:lnTo>
                    <a:pt x="353992" y="107431"/>
                  </a:lnTo>
                  <a:lnTo>
                    <a:pt x="359438" y="107280"/>
                  </a:lnTo>
                  <a:lnTo>
                    <a:pt x="364885" y="107125"/>
                  </a:lnTo>
                  <a:lnTo>
                    <a:pt x="370331" y="106965"/>
                  </a:lnTo>
                  <a:lnTo>
                    <a:pt x="375777" y="106802"/>
                  </a:lnTo>
                  <a:lnTo>
                    <a:pt x="381223" y="106635"/>
                  </a:lnTo>
                  <a:lnTo>
                    <a:pt x="386669" y="106463"/>
                  </a:lnTo>
                  <a:lnTo>
                    <a:pt x="392115" y="106288"/>
                  </a:lnTo>
                  <a:lnTo>
                    <a:pt x="397561" y="106109"/>
                  </a:lnTo>
                  <a:lnTo>
                    <a:pt x="403007" y="105927"/>
                  </a:lnTo>
                  <a:lnTo>
                    <a:pt x="408453" y="105740"/>
                  </a:lnTo>
                  <a:lnTo>
                    <a:pt x="413899" y="105550"/>
                  </a:lnTo>
                  <a:lnTo>
                    <a:pt x="419345" y="105357"/>
                  </a:lnTo>
                  <a:lnTo>
                    <a:pt x="424791" y="105161"/>
                  </a:lnTo>
                  <a:lnTo>
                    <a:pt x="430237" y="104961"/>
                  </a:lnTo>
                  <a:lnTo>
                    <a:pt x="435683" y="104759"/>
                  </a:lnTo>
                  <a:lnTo>
                    <a:pt x="441129" y="104555"/>
                  </a:lnTo>
                  <a:lnTo>
                    <a:pt x="446575" y="104348"/>
                  </a:lnTo>
                  <a:lnTo>
                    <a:pt x="452021" y="104139"/>
                  </a:lnTo>
                  <a:lnTo>
                    <a:pt x="457467" y="103929"/>
                  </a:lnTo>
                  <a:lnTo>
                    <a:pt x="462913" y="103717"/>
                  </a:lnTo>
                  <a:lnTo>
                    <a:pt x="468359" y="103505"/>
                  </a:lnTo>
                  <a:lnTo>
                    <a:pt x="473805" y="103292"/>
                  </a:lnTo>
                  <a:lnTo>
                    <a:pt x="479251" y="103079"/>
                  </a:lnTo>
                  <a:lnTo>
                    <a:pt x="484698" y="102866"/>
                  </a:lnTo>
                  <a:lnTo>
                    <a:pt x="490144" y="102654"/>
                  </a:lnTo>
                  <a:lnTo>
                    <a:pt x="495590" y="102444"/>
                  </a:lnTo>
                  <a:lnTo>
                    <a:pt x="501036" y="102234"/>
                  </a:lnTo>
                  <a:lnTo>
                    <a:pt x="506482" y="102027"/>
                  </a:lnTo>
                  <a:lnTo>
                    <a:pt x="511928" y="101824"/>
                  </a:lnTo>
                  <a:lnTo>
                    <a:pt x="517374" y="101623"/>
                  </a:lnTo>
                  <a:lnTo>
                    <a:pt x="522820" y="101425"/>
                  </a:lnTo>
                  <a:lnTo>
                    <a:pt x="528266" y="101233"/>
                  </a:lnTo>
                  <a:lnTo>
                    <a:pt x="533712" y="101045"/>
                  </a:lnTo>
                  <a:lnTo>
                    <a:pt x="539158" y="100863"/>
                  </a:lnTo>
                  <a:lnTo>
                    <a:pt x="544604" y="100685"/>
                  </a:lnTo>
                  <a:lnTo>
                    <a:pt x="550050" y="100517"/>
                  </a:lnTo>
                  <a:lnTo>
                    <a:pt x="555496" y="100354"/>
                  </a:lnTo>
                  <a:lnTo>
                    <a:pt x="560942" y="100198"/>
                  </a:lnTo>
                  <a:lnTo>
                    <a:pt x="566388" y="100050"/>
                  </a:lnTo>
                  <a:lnTo>
                    <a:pt x="571834" y="99913"/>
                  </a:lnTo>
                  <a:lnTo>
                    <a:pt x="577280" y="99783"/>
                  </a:lnTo>
                  <a:lnTo>
                    <a:pt x="582726" y="99661"/>
                  </a:lnTo>
                  <a:lnTo>
                    <a:pt x="588172" y="99551"/>
                  </a:lnTo>
                  <a:lnTo>
                    <a:pt x="593618" y="99451"/>
                  </a:lnTo>
                  <a:lnTo>
                    <a:pt x="599064" y="99361"/>
                  </a:lnTo>
                  <a:lnTo>
                    <a:pt x="604510" y="99280"/>
                  </a:lnTo>
                  <a:lnTo>
                    <a:pt x="609957" y="99212"/>
                  </a:lnTo>
                  <a:lnTo>
                    <a:pt x="615403" y="99156"/>
                  </a:lnTo>
                  <a:lnTo>
                    <a:pt x="620849" y="99109"/>
                  </a:lnTo>
                  <a:lnTo>
                    <a:pt x="626295" y="99072"/>
                  </a:lnTo>
                  <a:lnTo>
                    <a:pt x="631741" y="99051"/>
                  </a:lnTo>
                  <a:lnTo>
                    <a:pt x="637187" y="99040"/>
                  </a:lnTo>
                  <a:lnTo>
                    <a:pt x="642633" y="99038"/>
                  </a:lnTo>
                  <a:lnTo>
                    <a:pt x="648079" y="99048"/>
                  </a:lnTo>
                  <a:lnTo>
                    <a:pt x="653525" y="99072"/>
                  </a:lnTo>
                  <a:lnTo>
                    <a:pt x="658971" y="99105"/>
                  </a:lnTo>
                  <a:lnTo>
                    <a:pt x="664417" y="99147"/>
                  </a:lnTo>
                  <a:lnTo>
                    <a:pt x="669863" y="99202"/>
                  </a:lnTo>
                  <a:lnTo>
                    <a:pt x="675309" y="99267"/>
                  </a:lnTo>
                  <a:lnTo>
                    <a:pt x="680755" y="99340"/>
                  </a:lnTo>
                  <a:lnTo>
                    <a:pt x="686201" y="99421"/>
                  </a:lnTo>
                  <a:lnTo>
                    <a:pt x="691647" y="99515"/>
                  </a:lnTo>
                  <a:lnTo>
                    <a:pt x="697093" y="99616"/>
                  </a:lnTo>
                  <a:lnTo>
                    <a:pt x="702539" y="99723"/>
                  </a:lnTo>
                  <a:lnTo>
                    <a:pt x="707985" y="99838"/>
                  </a:lnTo>
                  <a:lnTo>
                    <a:pt x="713431" y="99961"/>
                  </a:lnTo>
                  <a:lnTo>
                    <a:pt x="718877" y="100089"/>
                  </a:lnTo>
                  <a:lnTo>
                    <a:pt x="724323" y="100221"/>
                  </a:lnTo>
                  <a:lnTo>
                    <a:pt x="729770" y="100360"/>
                  </a:lnTo>
                  <a:lnTo>
                    <a:pt x="735216" y="100502"/>
                  </a:lnTo>
                  <a:lnTo>
                    <a:pt x="740662" y="100648"/>
                  </a:lnTo>
                  <a:lnTo>
                    <a:pt x="746108" y="100796"/>
                  </a:lnTo>
                  <a:lnTo>
                    <a:pt x="751554" y="100946"/>
                  </a:lnTo>
                  <a:lnTo>
                    <a:pt x="757000" y="101098"/>
                  </a:lnTo>
                  <a:lnTo>
                    <a:pt x="762446" y="101251"/>
                  </a:lnTo>
                  <a:lnTo>
                    <a:pt x="767892" y="101404"/>
                  </a:lnTo>
                  <a:lnTo>
                    <a:pt x="773338" y="101556"/>
                  </a:lnTo>
                  <a:lnTo>
                    <a:pt x="778784" y="101707"/>
                  </a:lnTo>
                  <a:lnTo>
                    <a:pt x="784230" y="101856"/>
                  </a:lnTo>
                  <a:lnTo>
                    <a:pt x="789676" y="102003"/>
                  </a:lnTo>
                  <a:lnTo>
                    <a:pt x="795122" y="102147"/>
                  </a:lnTo>
                  <a:lnTo>
                    <a:pt x="800568" y="102288"/>
                  </a:lnTo>
                  <a:lnTo>
                    <a:pt x="806014" y="102425"/>
                  </a:lnTo>
                  <a:lnTo>
                    <a:pt x="811460" y="102557"/>
                  </a:lnTo>
                  <a:lnTo>
                    <a:pt x="816906" y="102684"/>
                  </a:lnTo>
                  <a:lnTo>
                    <a:pt x="822352" y="102807"/>
                  </a:lnTo>
                  <a:lnTo>
                    <a:pt x="827798" y="102925"/>
                  </a:lnTo>
                  <a:lnTo>
                    <a:pt x="833244" y="103035"/>
                  </a:lnTo>
                  <a:lnTo>
                    <a:pt x="838690" y="103139"/>
                  </a:lnTo>
                  <a:lnTo>
                    <a:pt x="844136" y="103239"/>
                  </a:lnTo>
                  <a:lnTo>
                    <a:pt x="849583" y="103331"/>
                  </a:lnTo>
                  <a:lnTo>
                    <a:pt x="855029" y="103415"/>
                  </a:lnTo>
                  <a:lnTo>
                    <a:pt x="860475" y="103494"/>
                  </a:lnTo>
                  <a:lnTo>
                    <a:pt x="865921" y="103567"/>
                  </a:lnTo>
                  <a:lnTo>
                    <a:pt x="871367" y="103631"/>
                  </a:lnTo>
                  <a:lnTo>
                    <a:pt x="876813" y="103688"/>
                  </a:lnTo>
                  <a:lnTo>
                    <a:pt x="882259" y="103739"/>
                  </a:lnTo>
                  <a:lnTo>
                    <a:pt x="887705" y="103784"/>
                  </a:lnTo>
                  <a:lnTo>
                    <a:pt x="893151" y="103820"/>
                  </a:lnTo>
                  <a:lnTo>
                    <a:pt x="898597" y="103851"/>
                  </a:lnTo>
                  <a:lnTo>
                    <a:pt x="904043" y="103875"/>
                  </a:lnTo>
                  <a:lnTo>
                    <a:pt x="909489" y="103893"/>
                  </a:lnTo>
                  <a:lnTo>
                    <a:pt x="914935" y="103904"/>
                  </a:lnTo>
                  <a:lnTo>
                    <a:pt x="920381" y="103910"/>
                  </a:lnTo>
                  <a:lnTo>
                    <a:pt x="925827" y="103911"/>
                  </a:lnTo>
                  <a:lnTo>
                    <a:pt x="931273" y="103906"/>
                  </a:lnTo>
                  <a:lnTo>
                    <a:pt x="936719" y="103895"/>
                  </a:lnTo>
                  <a:lnTo>
                    <a:pt x="942165" y="103880"/>
                  </a:lnTo>
                  <a:lnTo>
                    <a:pt x="947611" y="103861"/>
                  </a:lnTo>
                  <a:lnTo>
                    <a:pt x="953057" y="103837"/>
                  </a:lnTo>
                  <a:lnTo>
                    <a:pt x="958503" y="103809"/>
                  </a:lnTo>
                  <a:lnTo>
                    <a:pt x="963949" y="103779"/>
                  </a:lnTo>
                  <a:lnTo>
                    <a:pt x="969396" y="103745"/>
                  </a:lnTo>
                  <a:lnTo>
                    <a:pt x="974842" y="103707"/>
                  </a:lnTo>
                  <a:lnTo>
                    <a:pt x="980288" y="103668"/>
                  </a:lnTo>
                  <a:lnTo>
                    <a:pt x="985734" y="103626"/>
                  </a:lnTo>
                  <a:lnTo>
                    <a:pt x="991180" y="103582"/>
                  </a:lnTo>
                  <a:lnTo>
                    <a:pt x="996626" y="103536"/>
                  </a:lnTo>
                  <a:lnTo>
                    <a:pt x="1002072" y="103489"/>
                  </a:lnTo>
                  <a:lnTo>
                    <a:pt x="1007518" y="103441"/>
                  </a:lnTo>
                  <a:lnTo>
                    <a:pt x="1012964" y="103392"/>
                  </a:lnTo>
                  <a:lnTo>
                    <a:pt x="1018410" y="103343"/>
                  </a:lnTo>
                  <a:lnTo>
                    <a:pt x="1023856" y="103292"/>
                  </a:lnTo>
                  <a:lnTo>
                    <a:pt x="1029302" y="103242"/>
                  </a:lnTo>
                  <a:lnTo>
                    <a:pt x="1034748" y="103191"/>
                  </a:lnTo>
                  <a:lnTo>
                    <a:pt x="1040194" y="103141"/>
                  </a:lnTo>
                  <a:lnTo>
                    <a:pt x="1045640" y="103091"/>
                  </a:lnTo>
                  <a:lnTo>
                    <a:pt x="1051086" y="103041"/>
                  </a:lnTo>
                  <a:lnTo>
                    <a:pt x="1056532" y="102991"/>
                  </a:lnTo>
                  <a:lnTo>
                    <a:pt x="1061978" y="102942"/>
                  </a:lnTo>
                  <a:lnTo>
                    <a:pt x="1067424" y="102893"/>
                  </a:lnTo>
                  <a:lnTo>
                    <a:pt x="1072870" y="102845"/>
                  </a:lnTo>
                  <a:lnTo>
                    <a:pt x="1078316" y="102797"/>
                  </a:lnTo>
                  <a:lnTo>
                    <a:pt x="1083762" y="102749"/>
                  </a:lnTo>
                  <a:lnTo>
                    <a:pt x="1089209" y="102703"/>
                  </a:lnTo>
                  <a:lnTo>
                    <a:pt x="1094655" y="102656"/>
                  </a:lnTo>
                  <a:lnTo>
                    <a:pt x="1100101" y="102610"/>
                  </a:lnTo>
                  <a:lnTo>
                    <a:pt x="1105547" y="102564"/>
                  </a:lnTo>
                  <a:lnTo>
                    <a:pt x="1110993" y="102518"/>
                  </a:lnTo>
                  <a:lnTo>
                    <a:pt x="1116439" y="102473"/>
                  </a:lnTo>
                  <a:lnTo>
                    <a:pt x="1121885" y="102427"/>
                  </a:lnTo>
                  <a:lnTo>
                    <a:pt x="1127331" y="102381"/>
                  </a:lnTo>
                  <a:lnTo>
                    <a:pt x="1132777" y="102335"/>
                  </a:lnTo>
                  <a:lnTo>
                    <a:pt x="1138223" y="102289"/>
                  </a:lnTo>
                  <a:lnTo>
                    <a:pt x="1143669" y="102242"/>
                  </a:lnTo>
                  <a:lnTo>
                    <a:pt x="1149115" y="102194"/>
                  </a:lnTo>
                  <a:lnTo>
                    <a:pt x="1154561" y="102146"/>
                  </a:lnTo>
                  <a:lnTo>
                    <a:pt x="1160007" y="102096"/>
                  </a:lnTo>
                  <a:lnTo>
                    <a:pt x="1165453" y="102046"/>
                  </a:lnTo>
                  <a:lnTo>
                    <a:pt x="1170899" y="101995"/>
                  </a:lnTo>
                  <a:lnTo>
                    <a:pt x="1176345" y="101942"/>
                  </a:lnTo>
                  <a:lnTo>
                    <a:pt x="1181791" y="101887"/>
                  </a:lnTo>
                  <a:lnTo>
                    <a:pt x="1187237" y="101832"/>
                  </a:lnTo>
                  <a:lnTo>
                    <a:pt x="1192683" y="101775"/>
                  </a:lnTo>
                  <a:lnTo>
                    <a:pt x="1198129" y="101715"/>
                  </a:lnTo>
                  <a:lnTo>
                    <a:pt x="1203575" y="101655"/>
                  </a:lnTo>
                  <a:lnTo>
                    <a:pt x="1209021" y="101593"/>
                  </a:lnTo>
                  <a:lnTo>
                    <a:pt x="1214468" y="101528"/>
                  </a:lnTo>
                  <a:lnTo>
                    <a:pt x="1219914" y="101461"/>
                  </a:lnTo>
                  <a:lnTo>
                    <a:pt x="1225360" y="101393"/>
                  </a:lnTo>
                  <a:lnTo>
                    <a:pt x="1230806" y="101323"/>
                  </a:lnTo>
                  <a:lnTo>
                    <a:pt x="1236252" y="101250"/>
                  </a:lnTo>
                  <a:lnTo>
                    <a:pt x="1241698" y="101175"/>
                  </a:lnTo>
                  <a:lnTo>
                    <a:pt x="1247144" y="101099"/>
                  </a:lnTo>
                  <a:lnTo>
                    <a:pt x="1252590" y="101020"/>
                  </a:lnTo>
                  <a:lnTo>
                    <a:pt x="1258036" y="100938"/>
                  </a:lnTo>
                  <a:lnTo>
                    <a:pt x="1263482" y="100855"/>
                  </a:lnTo>
                  <a:lnTo>
                    <a:pt x="1268928" y="100769"/>
                  </a:lnTo>
                  <a:lnTo>
                    <a:pt x="1274374" y="100681"/>
                  </a:lnTo>
                  <a:lnTo>
                    <a:pt x="1279820" y="100590"/>
                  </a:lnTo>
                  <a:lnTo>
                    <a:pt x="1285266" y="100498"/>
                  </a:lnTo>
                  <a:lnTo>
                    <a:pt x="1290712" y="100403"/>
                  </a:lnTo>
                  <a:lnTo>
                    <a:pt x="1296158" y="100304"/>
                  </a:lnTo>
                  <a:lnTo>
                    <a:pt x="1301604" y="100204"/>
                  </a:lnTo>
                  <a:lnTo>
                    <a:pt x="1307050" y="100101"/>
                  </a:lnTo>
                  <a:lnTo>
                    <a:pt x="1312496" y="99995"/>
                  </a:lnTo>
                  <a:lnTo>
                    <a:pt x="1317942" y="99886"/>
                  </a:lnTo>
                  <a:lnTo>
                    <a:pt x="1323388" y="99774"/>
                  </a:lnTo>
                  <a:lnTo>
                    <a:pt x="1328834" y="99659"/>
                  </a:lnTo>
                  <a:lnTo>
                    <a:pt x="1334281" y="99541"/>
                  </a:lnTo>
                  <a:lnTo>
                    <a:pt x="1339727" y="99419"/>
                  </a:lnTo>
                  <a:lnTo>
                    <a:pt x="1345173" y="99293"/>
                  </a:lnTo>
                  <a:lnTo>
                    <a:pt x="1350619" y="99165"/>
                  </a:lnTo>
                  <a:lnTo>
                    <a:pt x="1356065" y="99031"/>
                  </a:lnTo>
                  <a:lnTo>
                    <a:pt x="1361511" y="98893"/>
                  </a:lnTo>
                  <a:lnTo>
                    <a:pt x="1366957" y="98751"/>
                  </a:lnTo>
                  <a:lnTo>
                    <a:pt x="1372403" y="98604"/>
                  </a:lnTo>
                  <a:lnTo>
                    <a:pt x="1377849" y="98451"/>
                  </a:lnTo>
                  <a:lnTo>
                    <a:pt x="1383295" y="98294"/>
                  </a:lnTo>
                  <a:lnTo>
                    <a:pt x="1388741" y="98131"/>
                  </a:lnTo>
                  <a:lnTo>
                    <a:pt x="1394187" y="97962"/>
                  </a:lnTo>
                  <a:lnTo>
                    <a:pt x="1399633" y="97786"/>
                  </a:lnTo>
                  <a:lnTo>
                    <a:pt x="1405079" y="97603"/>
                  </a:lnTo>
                  <a:lnTo>
                    <a:pt x="1410525" y="97415"/>
                  </a:lnTo>
                  <a:lnTo>
                    <a:pt x="1415971" y="97218"/>
                  </a:lnTo>
                  <a:lnTo>
                    <a:pt x="1421417" y="97013"/>
                  </a:lnTo>
                  <a:lnTo>
                    <a:pt x="1426863" y="96802"/>
                  </a:lnTo>
                  <a:lnTo>
                    <a:pt x="1432309" y="96582"/>
                  </a:lnTo>
                  <a:lnTo>
                    <a:pt x="1437755" y="96351"/>
                  </a:lnTo>
                  <a:lnTo>
                    <a:pt x="1443201" y="96112"/>
                  </a:lnTo>
                  <a:lnTo>
                    <a:pt x="1448647" y="95865"/>
                  </a:lnTo>
                  <a:lnTo>
                    <a:pt x="1454094" y="95608"/>
                  </a:lnTo>
                  <a:lnTo>
                    <a:pt x="1459540" y="95339"/>
                  </a:lnTo>
                  <a:lnTo>
                    <a:pt x="1464986" y="95060"/>
                  </a:lnTo>
                  <a:lnTo>
                    <a:pt x="1470432" y="94772"/>
                  </a:lnTo>
                  <a:lnTo>
                    <a:pt x="1475878" y="94471"/>
                  </a:lnTo>
                  <a:lnTo>
                    <a:pt x="1481324" y="94158"/>
                  </a:lnTo>
                  <a:lnTo>
                    <a:pt x="1486770" y="93834"/>
                  </a:lnTo>
                  <a:lnTo>
                    <a:pt x="1492216" y="93500"/>
                  </a:lnTo>
                  <a:lnTo>
                    <a:pt x="1497662" y="93149"/>
                  </a:lnTo>
                  <a:lnTo>
                    <a:pt x="1503108" y="92787"/>
                  </a:lnTo>
                  <a:lnTo>
                    <a:pt x="1508554" y="92413"/>
                  </a:lnTo>
                  <a:lnTo>
                    <a:pt x="1514000" y="92025"/>
                  </a:lnTo>
                  <a:lnTo>
                    <a:pt x="1519446" y="91621"/>
                  </a:lnTo>
                  <a:lnTo>
                    <a:pt x="1524892" y="91204"/>
                  </a:lnTo>
                  <a:lnTo>
                    <a:pt x="1530338" y="90775"/>
                  </a:lnTo>
                  <a:lnTo>
                    <a:pt x="1535784" y="90328"/>
                  </a:lnTo>
                  <a:lnTo>
                    <a:pt x="1541230" y="89865"/>
                  </a:lnTo>
                  <a:lnTo>
                    <a:pt x="1546676" y="89389"/>
                  </a:lnTo>
                  <a:lnTo>
                    <a:pt x="1552122" y="88899"/>
                  </a:lnTo>
                  <a:lnTo>
                    <a:pt x="1557568" y="88387"/>
                  </a:lnTo>
                  <a:lnTo>
                    <a:pt x="1563014" y="87861"/>
                  </a:lnTo>
                  <a:lnTo>
                    <a:pt x="1568460" y="87319"/>
                  </a:lnTo>
                  <a:lnTo>
                    <a:pt x="1573907" y="86762"/>
                  </a:lnTo>
                  <a:lnTo>
                    <a:pt x="1579353" y="86181"/>
                  </a:lnTo>
                  <a:lnTo>
                    <a:pt x="1584799" y="85586"/>
                  </a:lnTo>
                  <a:lnTo>
                    <a:pt x="1590245" y="84974"/>
                  </a:lnTo>
                  <a:lnTo>
                    <a:pt x="1595691" y="84341"/>
                  </a:lnTo>
                  <a:lnTo>
                    <a:pt x="1601137" y="83687"/>
                  </a:lnTo>
                  <a:lnTo>
                    <a:pt x="1606583" y="83016"/>
                  </a:lnTo>
                  <a:lnTo>
                    <a:pt x="1612029" y="82328"/>
                  </a:lnTo>
                  <a:lnTo>
                    <a:pt x="1617475" y="81614"/>
                  </a:lnTo>
                  <a:lnTo>
                    <a:pt x="1622921" y="80881"/>
                  </a:lnTo>
                  <a:lnTo>
                    <a:pt x="1628367" y="80129"/>
                  </a:lnTo>
                  <a:lnTo>
                    <a:pt x="1633813" y="79358"/>
                  </a:lnTo>
                  <a:lnTo>
                    <a:pt x="1639259" y="78558"/>
                  </a:lnTo>
                  <a:lnTo>
                    <a:pt x="1644705" y="77740"/>
                  </a:lnTo>
                  <a:lnTo>
                    <a:pt x="1650151" y="76902"/>
                  </a:lnTo>
                  <a:lnTo>
                    <a:pt x="1655597" y="76041"/>
                  </a:lnTo>
                  <a:lnTo>
                    <a:pt x="1661043" y="75153"/>
                  </a:lnTo>
                  <a:lnTo>
                    <a:pt x="1666489" y="74246"/>
                  </a:lnTo>
                  <a:lnTo>
                    <a:pt x="1671935" y="73319"/>
                  </a:lnTo>
                  <a:lnTo>
                    <a:pt x="1677381" y="72364"/>
                  </a:lnTo>
                  <a:lnTo>
                    <a:pt x="1682827" y="71386"/>
                  </a:lnTo>
                  <a:lnTo>
                    <a:pt x="1688273" y="70389"/>
                  </a:lnTo>
                  <a:lnTo>
                    <a:pt x="1693720" y="69372"/>
                  </a:lnTo>
                  <a:lnTo>
                    <a:pt x="1699166" y="68324"/>
                  </a:lnTo>
                  <a:lnTo>
                    <a:pt x="1704612" y="67257"/>
                  </a:lnTo>
                  <a:lnTo>
                    <a:pt x="1710058" y="66171"/>
                  </a:lnTo>
                  <a:lnTo>
                    <a:pt x="1715504" y="65063"/>
                  </a:lnTo>
                  <a:lnTo>
                    <a:pt x="1720950" y="63929"/>
                  </a:lnTo>
                  <a:lnTo>
                    <a:pt x="1726396" y="62778"/>
                  </a:lnTo>
                  <a:lnTo>
                    <a:pt x="1731842" y="61609"/>
                  </a:lnTo>
                  <a:lnTo>
                    <a:pt x="1737288" y="60418"/>
                  </a:lnTo>
                  <a:lnTo>
                    <a:pt x="1742734" y="59207"/>
                  </a:lnTo>
                  <a:lnTo>
                    <a:pt x="1748180" y="57981"/>
                  </a:lnTo>
                  <a:lnTo>
                    <a:pt x="1753626" y="56740"/>
                  </a:lnTo>
                  <a:lnTo>
                    <a:pt x="1759072" y="55478"/>
                  </a:lnTo>
                  <a:lnTo>
                    <a:pt x="1764518" y="54203"/>
                  </a:lnTo>
                  <a:lnTo>
                    <a:pt x="1769964" y="52915"/>
                  </a:lnTo>
                  <a:lnTo>
                    <a:pt x="1775410" y="51616"/>
                  </a:lnTo>
                  <a:lnTo>
                    <a:pt x="1780856" y="50302"/>
                  </a:lnTo>
                  <a:lnTo>
                    <a:pt x="1786302" y="48979"/>
                  </a:lnTo>
                  <a:lnTo>
                    <a:pt x="1791748" y="47649"/>
                  </a:lnTo>
                  <a:lnTo>
                    <a:pt x="1797194" y="46310"/>
                  </a:lnTo>
                  <a:lnTo>
                    <a:pt x="1802640" y="44964"/>
                  </a:lnTo>
                  <a:lnTo>
                    <a:pt x="1808086" y="43614"/>
                  </a:lnTo>
                  <a:lnTo>
                    <a:pt x="1813532" y="42262"/>
                  </a:lnTo>
                  <a:lnTo>
                    <a:pt x="1818979" y="40907"/>
                  </a:lnTo>
                  <a:lnTo>
                    <a:pt x="1824425" y="39552"/>
                  </a:lnTo>
                  <a:lnTo>
                    <a:pt x="1829871" y="38198"/>
                  </a:lnTo>
                  <a:lnTo>
                    <a:pt x="1835317" y="36846"/>
                  </a:lnTo>
                  <a:lnTo>
                    <a:pt x="1840763" y="35500"/>
                  </a:lnTo>
                  <a:lnTo>
                    <a:pt x="1846209" y="34159"/>
                  </a:lnTo>
                  <a:lnTo>
                    <a:pt x="1851655" y="32824"/>
                  </a:lnTo>
                  <a:lnTo>
                    <a:pt x="1857101" y="31498"/>
                  </a:lnTo>
                  <a:lnTo>
                    <a:pt x="1862547" y="30184"/>
                  </a:lnTo>
                  <a:lnTo>
                    <a:pt x="1867993" y="28881"/>
                  </a:lnTo>
                  <a:lnTo>
                    <a:pt x="1873439" y="27588"/>
                  </a:lnTo>
                  <a:lnTo>
                    <a:pt x="1878885" y="26313"/>
                  </a:lnTo>
                  <a:lnTo>
                    <a:pt x="1884331" y="25054"/>
                  </a:lnTo>
                  <a:lnTo>
                    <a:pt x="1889777" y="23810"/>
                  </a:lnTo>
                  <a:lnTo>
                    <a:pt x="1895223" y="22581"/>
                  </a:lnTo>
                  <a:lnTo>
                    <a:pt x="1900669" y="21380"/>
                  </a:lnTo>
                  <a:lnTo>
                    <a:pt x="1906115" y="20197"/>
                  </a:lnTo>
                  <a:lnTo>
                    <a:pt x="1911561" y="19033"/>
                  </a:lnTo>
                  <a:lnTo>
                    <a:pt x="1917007" y="17892"/>
                  </a:lnTo>
                  <a:lnTo>
                    <a:pt x="1922453" y="16782"/>
                  </a:lnTo>
                  <a:lnTo>
                    <a:pt x="1927899" y="15695"/>
                  </a:lnTo>
                  <a:lnTo>
                    <a:pt x="1933345" y="14630"/>
                  </a:lnTo>
                  <a:lnTo>
                    <a:pt x="1938792" y="13598"/>
                  </a:lnTo>
                  <a:lnTo>
                    <a:pt x="1944238" y="12598"/>
                  </a:lnTo>
                  <a:lnTo>
                    <a:pt x="1949684" y="11624"/>
                  </a:lnTo>
                  <a:lnTo>
                    <a:pt x="1955130" y="10677"/>
                  </a:lnTo>
                  <a:lnTo>
                    <a:pt x="1960576" y="9772"/>
                  </a:lnTo>
                  <a:lnTo>
                    <a:pt x="1966022" y="8899"/>
                  </a:lnTo>
                  <a:lnTo>
                    <a:pt x="1971468" y="8055"/>
                  </a:lnTo>
                  <a:lnTo>
                    <a:pt x="1976914" y="7245"/>
                  </a:lnTo>
                  <a:lnTo>
                    <a:pt x="1982360" y="6483"/>
                  </a:lnTo>
                  <a:lnTo>
                    <a:pt x="1987806" y="5753"/>
                  </a:lnTo>
                  <a:lnTo>
                    <a:pt x="1993252" y="5056"/>
                  </a:lnTo>
                  <a:lnTo>
                    <a:pt x="1998698" y="4403"/>
                  </a:lnTo>
                  <a:lnTo>
                    <a:pt x="2004144" y="3797"/>
                  </a:lnTo>
                  <a:lnTo>
                    <a:pt x="2009590" y="3227"/>
                  </a:lnTo>
                  <a:lnTo>
                    <a:pt x="2015036" y="2693"/>
                  </a:lnTo>
                  <a:lnTo>
                    <a:pt x="2020482" y="2215"/>
                  </a:lnTo>
                  <a:lnTo>
                    <a:pt x="2025928" y="1781"/>
                  </a:lnTo>
                  <a:lnTo>
                    <a:pt x="2031374" y="1386"/>
                  </a:lnTo>
                  <a:lnTo>
                    <a:pt x="2036820" y="1033"/>
                  </a:lnTo>
                  <a:lnTo>
                    <a:pt x="2042266" y="744"/>
                  </a:lnTo>
                  <a:lnTo>
                    <a:pt x="2047712" y="497"/>
                  </a:lnTo>
                  <a:lnTo>
                    <a:pt x="2053158" y="292"/>
                  </a:lnTo>
                  <a:lnTo>
                    <a:pt x="2058605" y="140"/>
                  </a:lnTo>
                  <a:lnTo>
                    <a:pt x="2064051" y="48"/>
                  </a:lnTo>
                  <a:lnTo>
                    <a:pt x="2069497" y="1"/>
                  </a:lnTo>
                  <a:lnTo>
                    <a:pt x="2074943" y="0"/>
                  </a:lnTo>
                  <a:lnTo>
                    <a:pt x="2080389" y="61"/>
                  </a:lnTo>
                  <a:lnTo>
                    <a:pt x="2085835" y="178"/>
                  </a:lnTo>
                  <a:lnTo>
                    <a:pt x="2091281" y="342"/>
                  </a:lnTo>
                  <a:lnTo>
                    <a:pt x="2096727" y="552"/>
                  </a:lnTo>
                  <a:lnTo>
                    <a:pt x="2102173" y="836"/>
                  </a:lnTo>
                  <a:lnTo>
                    <a:pt x="2107619" y="1168"/>
                  </a:lnTo>
                  <a:lnTo>
                    <a:pt x="2113065" y="1547"/>
                  </a:lnTo>
                  <a:lnTo>
                    <a:pt x="2118511" y="1981"/>
                  </a:lnTo>
                  <a:lnTo>
                    <a:pt x="2123957" y="2482"/>
                  </a:lnTo>
                  <a:lnTo>
                    <a:pt x="2129403" y="3030"/>
                  </a:lnTo>
                  <a:lnTo>
                    <a:pt x="2134849" y="3625"/>
                  </a:lnTo>
                  <a:lnTo>
                    <a:pt x="2140295" y="4281"/>
                  </a:lnTo>
                  <a:lnTo>
                    <a:pt x="2145741" y="4995"/>
                  </a:lnTo>
                  <a:lnTo>
                    <a:pt x="2151187" y="5753"/>
                  </a:lnTo>
                  <a:lnTo>
                    <a:pt x="2156633" y="6557"/>
                  </a:lnTo>
                  <a:lnTo>
                    <a:pt x="2162079" y="7426"/>
                  </a:lnTo>
                  <a:lnTo>
                    <a:pt x="2167525" y="8341"/>
                  </a:lnTo>
                  <a:lnTo>
                    <a:pt x="2172971" y="9298"/>
                  </a:lnTo>
                  <a:lnTo>
                    <a:pt x="2178418" y="10299"/>
                  </a:lnTo>
                  <a:lnTo>
                    <a:pt x="2183864" y="11360"/>
                  </a:lnTo>
                  <a:lnTo>
                    <a:pt x="2189310" y="12458"/>
                  </a:lnTo>
                  <a:lnTo>
                    <a:pt x="2194756" y="13593"/>
                  </a:lnTo>
                  <a:lnTo>
                    <a:pt x="2200202" y="14774"/>
                  </a:lnTo>
                  <a:lnTo>
                    <a:pt x="2205648" y="15999"/>
                  </a:lnTo>
                  <a:lnTo>
                    <a:pt x="2211094" y="17256"/>
                  </a:lnTo>
                  <a:lnTo>
                    <a:pt x="2216540" y="18545"/>
                  </a:lnTo>
                  <a:lnTo>
                    <a:pt x="2221986" y="19876"/>
                  </a:lnTo>
                  <a:lnTo>
                    <a:pt x="2227432" y="21237"/>
                  </a:lnTo>
                  <a:lnTo>
                    <a:pt x="2232878" y="22625"/>
                  </a:lnTo>
                  <a:lnTo>
                    <a:pt x="2238324" y="24037"/>
                  </a:lnTo>
                  <a:lnTo>
                    <a:pt x="2243770" y="25484"/>
                  </a:lnTo>
                  <a:lnTo>
                    <a:pt x="2249216" y="26950"/>
                  </a:lnTo>
                  <a:lnTo>
                    <a:pt x="2254662" y="28435"/>
                  </a:lnTo>
                  <a:lnTo>
                    <a:pt x="2260108" y="29941"/>
                  </a:lnTo>
                  <a:lnTo>
                    <a:pt x="2265554" y="31466"/>
                  </a:lnTo>
                  <a:lnTo>
                    <a:pt x="2271000" y="33004"/>
                  </a:lnTo>
                  <a:lnTo>
                    <a:pt x="2276446" y="34553"/>
                  </a:lnTo>
                  <a:lnTo>
                    <a:pt x="2281892" y="36115"/>
                  </a:lnTo>
                  <a:lnTo>
                    <a:pt x="2287338" y="37685"/>
                  </a:lnTo>
                  <a:lnTo>
                    <a:pt x="2292784" y="39261"/>
                  </a:lnTo>
                  <a:lnTo>
                    <a:pt x="2298231" y="40841"/>
                  </a:lnTo>
                  <a:lnTo>
                    <a:pt x="2303677" y="42424"/>
                  </a:lnTo>
                  <a:lnTo>
                    <a:pt x="2309123" y="44008"/>
                  </a:lnTo>
                  <a:lnTo>
                    <a:pt x="2314569" y="45590"/>
                  </a:lnTo>
                  <a:lnTo>
                    <a:pt x="2320015" y="47170"/>
                  </a:lnTo>
                  <a:lnTo>
                    <a:pt x="2325461" y="48743"/>
                  </a:lnTo>
                  <a:lnTo>
                    <a:pt x="2330907" y="50310"/>
                  </a:lnTo>
                  <a:lnTo>
                    <a:pt x="2336353" y="51871"/>
                  </a:lnTo>
                  <a:lnTo>
                    <a:pt x="2341799" y="53421"/>
                  </a:lnTo>
                  <a:lnTo>
                    <a:pt x="2347245" y="54958"/>
                  </a:lnTo>
                  <a:lnTo>
                    <a:pt x="2352691" y="56485"/>
                  </a:lnTo>
                  <a:lnTo>
                    <a:pt x="2358137" y="58000"/>
                  </a:lnTo>
                  <a:lnTo>
                    <a:pt x="2363583" y="59495"/>
                  </a:lnTo>
                  <a:lnTo>
                    <a:pt x="2369029" y="60974"/>
                  </a:lnTo>
                  <a:lnTo>
                    <a:pt x="2374475" y="62439"/>
                  </a:lnTo>
                  <a:lnTo>
                    <a:pt x="2379921" y="63886"/>
                  </a:lnTo>
                  <a:lnTo>
                    <a:pt x="2385367" y="65308"/>
                  </a:lnTo>
                  <a:lnTo>
                    <a:pt x="2390813" y="66713"/>
                  </a:lnTo>
                  <a:lnTo>
                    <a:pt x="2396259" y="68099"/>
                  </a:lnTo>
                  <a:lnTo>
                    <a:pt x="2401705" y="69461"/>
                  </a:lnTo>
                  <a:lnTo>
                    <a:pt x="2407151" y="70798"/>
                  </a:lnTo>
                  <a:lnTo>
                    <a:pt x="2412597" y="72114"/>
                  </a:lnTo>
                  <a:lnTo>
                    <a:pt x="2418043" y="73410"/>
                  </a:lnTo>
                  <a:lnTo>
                    <a:pt x="2423490" y="74675"/>
                  </a:lnTo>
                  <a:lnTo>
                    <a:pt x="2428936" y="75916"/>
                  </a:lnTo>
                  <a:lnTo>
                    <a:pt x="2434382" y="77135"/>
                  </a:lnTo>
                  <a:lnTo>
                    <a:pt x="2439828" y="78331"/>
                  </a:lnTo>
                  <a:lnTo>
                    <a:pt x="2445274" y="79492"/>
                  </a:lnTo>
                  <a:lnTo>
                    <a:pt x="2450720" y="80631"/>
                  </a:lnTo>
                  <a:lnTo>
                    <a:pt x="2456166" y="81747"/>
                  </a:lnTo>
                  <a:lnTo>
                    <a:pt x="2461612" y="82835"/>
                  </a:lnTo>
                  <a:lnTo>
                    <a:pt x="2467058" y="83892"/>
                  </a:lnTo>
                  <a:lnTo>
                    <a:pt x="2472504" y="84925"/>
                  </a:lnTo>
                  <a:lnTo>
                    <a:pt x="2477950" y="85935"/>
                  </a:lnTo>
                  <a:lnTo>
                    <a:pt x="2483396" y="86913"/>
                  </a:lnTo>
                  <a:lnTo>
                    <a:pt x="2488842" y="87863"/>
                  </a:lnTo>
                  <a:lnTo>
                    <a:pt x="2494288" y="88790"/>
                  </a:lnTo>
                  <a:lnTo>
                    <a:pt x="2499734" y="89694"/>
                  </a:lnTo>
                  <a:lnTo>
                    <a:pt x="2505180" y="90562"/>
                  </a:lnTo>
                  <a:lnTo>
                    <a:pt x="2510626" y="91407"/>
                  </a:lnTo>
                  <a:lnTo>
                    <a:pt x="2516072" y="92229"/>
                  </a:lnTo>
                  <a:lnTo>
                    <a:pt x="2521518" y="93025"/>
                  </a:lnTo>
                  <a:lnTo>
                    <a:pt x="2526964" y="93790"/>
                  </a:lnTo>
                  <a:lnTo>
                    <a:pt x="2532410" y="94532"/>
                  </a:lnTo>
                  <a:lnTo>
                    <a:pt x="2537856" y="95253"/>
                  </a:lnTo>
                  <a:lnTo>
                    <a:pt x="2543303" y="95945"/>
                  </a:lnTo>
                  <a:lnTo>
                    <a:pt x="2548749" y="96610"/>
                  </a:lnTo>
                  <a:lnTo>
                    <a:pt x="2554195" y="97255"/>
                  </a:lnTo>
                  <a:lnTo>
                    <a:pt x="2559641" y="97879"/>
                  </a:lnTo>
                  <a:lnTo>
                    <a:pt x="2565087" y="98473"/>
                  </a:lnTo>
                  <a:lnTo>
                    <a:pt x="2570533" y="99046"/>
                  </a:lnTo>
                  <a:lnTo>
                    <a:pt x="2575979" y="99599"/>
                  </a:lnTo>
                  <a:lnTo>
                    <a:pt x="2581425" y="100132"/>
                  </a:lnTo>
                  <a:lnTo>
                    <a:pt x="2586871" y="100637"/>
                  </a:lnTo>
                  <a:lnTo>
                    <a:pt x="2592317" y="101123"/>
                  </a:lnTo>
                  <a:lnTo>
                    <a:pt x="2597763" y="101593"/>
                  </a:lnTo>
                  <a:lnTo>
                    <a:pt x="2603209" y="102040"/>
                  </a:lnTo>
                  <a:lnTo>
                    <a:pt x="2608655" y="102465"/>
                  </a:lnTo>
                  <a:lnTo>
                    <a:pt x="2614101" y="102875"/>
                  </a:lnTo>
                  <a:lnTo>
                    <a:pt x="2619547" y="103268"/>
                  </a:lnTo>
                  <a:lnTo>
                    <a:pt x="2624993" y="103640"/>
                  </a:lnTo>
                  <a:lnTo>
                    <a:pt x="2630439" y="103994"/>
                  </a:lnTo>
                  <a:lnTo>
                    <a:pt x="2635885" y="104335"/>
                  </a:lnTo>
                  <a:lnTo>
                    <a:pt x="2641331" y="104661"/>
                  </a:lnTo>
                  <a:lnTo>
                    <a:pt x="2646777" y="104967"/>
                  </a:lnTo>
                  <a:lnTo>
                    <a:pt x="2652223" y="105260"/>
                  </a:lnTo>
                  <a:lnTo>
                    <a:pt x="2657669" y="105541"/>
                  </a:lnTo>
                  <a:lnTo>
                    <a:pt x="2663116" y="105808"/>
                  </a:lnTo>
                  <a:lnTo>
                    <a:pt x="2668562" y="106059"/>
                  </a:lnTo>
                  <a:lnTo>
                    <a:pt x="2674008" y="106299"/>
                  </a:lnTo>
                  <a:lnTo>
                    <a:pt x="2679454" y="106530"/>
                  </a:lnTo>
                  <a:lnTo>
                    <a:pt x="2684900" y="106746"/>
                  </a:lnTo>
                  <a:lnTo>
                    <a:pt x="2690346" y="106951"/>
                  </a:lnTo>
                  <a:lnTo>
                    <a:pt x="2695792" y="107148"/>
                  </a:lnTo>
                  <a:lnTo>
                    <a:pt x="2701238" y="107336"/>
                  </a:lnTo>
                  <a:lnTo>
                    <a:pt x="2706684" y="107511"/>
                  </a:lnTo>
                  <a:lnTo>
                    <a:pt x="2712130" y="107678"/>
                  </a:lnTo>
                  <a:lnTo>
                    <a:pt x="2717576" y="107838"/>
                  </a:lnTo>
                  <a:lnTo>
                    <a:pt x="2723022" y="107991"/>
                  </a:lnTo>
                  <a:lnTo>
                    <a:pt x="2728468" y="108133"/>
                  </a:lnTo>
                  <a:lnTo>
                    <a:pt x="2733914" y="108270"/>
                  </a:lnTo>
                  <a:lnTo>
                    <a:pt x="2739360" y="108401"/>
                  </a:lnTo>
                  <a:lnTo>
                    <a:pt x="2744806" y="108524"/>
                  </a:lnTo>
                  <a:lnTo>
                    <a:pt x="2750252" y="108641"/>
                  </a:lnTo>
                  <a:lnTo>
                    <a:pt x="2755698" y="108753"/>
                  </a:lnTo>
                  <a:lnTo>
                    <a:pt x="2761144" y="108860"/>
                  </a:lnTo>
                  <a:lnTo>
                    <a:pt x="2766590" y="108960"/>
                  </a:lnTo>
                  <a:lnTo>
                    <a:pt x="2772036" y="109056"/>
                  </a:lnTo>
                  <a:lnTo>
                    <a:pt x="2777482" y="109148"/>
                  </a:lnTo>
                  <a:lnTo>
                    <a:pt x="2782929" y="109236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18470" y="3796435"/>
              <a:ext cx="3061221" cy="0"/>
            </a:xfrm>
            <a:custGeom>
              <a:avLst/>
              <a:pathLst>
                <a:path w="3061221" h="0">
                  <a:moveTo>
                    <a:pt x="0" y="0"/>
                  </a:moveTo>
                  <a:lnTo>
                    <a:pt x="30612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957616" y="379643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52739" y="379643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547862" y="379643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342984" y="379643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3926539" y="38573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721661" y="385873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516784" y="3859065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311906" y="38573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306414" y="4008160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3748881" y="4206324"/>
              <a:ext cx="3200400" cy="1208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818470" y="4503602"/>
              <a:ext cx="3061221" cy="501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957616" y="4798698"/>
              <a:ext cx="2782929" cy="183385"/>
            </a:xfrm>
            <a:custGeom>
              <a:avLst/>
              <a:pathLst>
                <a:path w="2782929" h="183385">
                  <a:moveTo>
                    <a:pt x="0" y="183385"/>
                  </a:moveTo>
                  <a:lnTo>
                    <a:pt x="5446" y="183385"/>
                  </a:lnTo>
                  <a:lnTo>
                    <a:pt x="10892" y="183385"/>
                  </a:lnTo>
                  <a:lnTo>
                    <a:pt x="16338" y="183385"/>
                  </a:lnTo>
                  <a:lnTo>
                    <a:pt x="21784" y="183385"/>
                  </a:lnTo>
                  <a:lnTo>
                    <a:pt x="27230" y="183385"/>
                  </a:lnTo>
                  <a:lnTo>
                    <a:pt x="32676" y="183385"/>
                  </a:lnTo>
                  <a:lnTo>
                    <a:pt x="38122" y="183385"/>
                  </a:lnTo>
                  <a:lnTo>
                    <a:pt x="43568" y="183385"/>
                  </a:lnTo>
                  <a:lnTo>
                    <a:pt x="49014" y="183385"/>
                  </a:lnTo>
                  <a:lnTo>
                    <a:pt x="54460" y="183385"/>
                  </a:lnTo>
                  <a:lnTo>
                    <a:pt x="59906" y="183385"/>
                  </a:lnTo>
                  <a:lnTo>
                    <a:pt x="65352" y="183385"/>
                  </a:lnTo>
                  <a:lnTo>
                    <a:pt x="70798" y="183385"/>
                  </a:lnTo>
                  <a:lnTo>
                    <a:pt x="76244" y="183385"/>
                  </a:lnTo>
                  <a:lnTo>
                    <a:pt x="81690" y="183385"/>
                  </a:lnTo>
                  <a:lnTo>
                    <a:pt x="87136" y="183385"/>
                  </a:lnTo>
                  <a:lnTo>
                    <a:pt x="92582" y="183385"/>
                  </a:lnTo>
                  <a:lnTo>
                    <a:pt x="98028" y="183385"/>
                  </a:lnTo>
                  <a:lnTo>
                    <a:pt x="103474" y="183385"/>
                  </a:lnTo>
                  <a:lnTo>
                    <a:pt x="108920" y="183385"/>
                  </a:lnTo>
                  <a:lnTo>
                    <a:pt x="114366" y="183385"/>
                  </a:lnTo>
                  <a:lnTo>
                    <a:pt x="119812" y="183385"/>
                  </a:lnTo>
                  <a:lnTo>
                    <a:pt x="125259" y="183385"/>
                  </a:lnTo>
                  <a:lnTo>
                    <a:pt x="130705" y="183385"/>
                  </a:lnTo>
                  <a:lnTo>
                    <a:pt x="136151" y="183384"/>
                  </a:lnTo>
                  <a:lnTo>
                    <a:pt x="141597" y="183384"/>
                  </a:lnTo>
                  <a:lnTo>
                    <a:pt x="147043" y="183383"/>
                  </a:lnTo>
                  <a:lnTo>
                    <a:pt x="152489" y="183382"/>
                  </a:lnTo>
                  <a:lnTo>
                    <a:pt x="157935" y="183381"/>
                  </a:lnTo>
                  <a:lnTo>
                    <a:pt x="163381" y="183379"/>
                  </a:lnTo>
                  <a:lnTo>
                    <a:pt x="168827" y="183377"/>
                  </a:lnTo>
                  <a:lnTo>
                    <a:pt x="174273" y="183373"/>
                  </a:lnTo>
                  <a:lnTo>
                    <a:pt x="179719" y="183368"/>
                  </a:lnTo>
                  <a:lnTo>
                    <a:pt x="185165" y="183360"/>
                  </a:lnTo>
                  <a:lnTo>
                    <a:pt x="190611" y="183350"/>
                  </a:lnTo>
                  <a:lnTo>
                    <a:pt x="196057" y="183337"/>
                  </a:lnTo>
                  <a:lnTo>
                    <a:pt x="201503" y="183319"/>
                  </a:lnTo>
                  <a:lnTo>
                    <a:pt x="206949" y="183295"/>
                  </a:lnTo>
                  <a:lnTo>
                    <a:pt x="212395" y="183263"/>
                  </a:lnTo>
                  <a:lnTo>
                    <a:pt x="217841" y="183221"/>
                  </a:lnTo>
                  <a:lnTo>
                    <a:pt x="223287" y="183166"/>
                  </a:lnTo>
                  <a:lnTo>
                    <a:pt x="228733" y="183097"/>
                  </a:lnTo>
                  <a:lnTo>
                    <a:pt x="234179" y="183009"/>
                  </a:lnTo>
                  <a:lnTo>
                    <a:pt x="239625" y="182899"/>
                  </a:lnTo>
                  <a:lnTo>
                    <a:pt x="245072" y="182764"/>
                  </a:lnTo>
                  <a:lnTo>
                    <a:pt x="250518" y="182597"/>
                  </a:lnTo>
                  <a:lnTo>
                    <a:pt x="255964" y="182388"/>
                  </a:lnTo>
                  <a:lnTo>
                    <a:pt x="261410" y="182136"/>
                  </a:lnTo>
                  <a:lnTo>
                    <a:pt x="266856" y="181836"/>
                  </a:lnTo>
                  <a:lnTo>
                    <a:pt x="272302" y="181482"/>
                  </a:lnTo>
                  <a:lnTo>
                    <a:pt x="277748" y="181068"/>
                  </a:lnTo>
                  <a:lnTo>
                    <a:pt x="283194" y="180589"/>
                  </a:lnTo>
                  <a:lnTo>
                    <a:pt x="288640" y="180040"/>
                  </a:lnTo>
                  <a:lnTo>
                    <a:pt x="294086" y="179401"/>
                  </a:lnTo>
                  <a:lnTo>
                    <a:pt x="299532" y="178681"/>
                  </a:lnTo>
                  <a:lnTo>
                    <a:pt x="304978" y="177880"/>
                  </a:lnTo>
                  <a:lnTo>
                    <a:pt x="310424" y="176995"/>
                  </a:lnTo>
                  <a:lnTo>
                    <a:pt x="315870" y="176029"/>
                  </a:lnTo>
                  <a:lnTo>
                    <a:pt x="321316" y="174981"/>
                  </a:lnTo>
                  <a:lnTo>
                    <a:pt x="326762" y="173857"/>
                  </a:lnTo>
                  <a:lnTo>
                    <a:pt x="332208" y="172653"/>
                  </a:lnTo>
                  <a:lnTo>
                    <a:pt x="337654" y="171383"/>
                  </a:lnTo>
                  <a:lnTo>
                    <a:pt x="343100" y="170061"/>
                  </a:lnTo>
                  <a:lnTo>
                    <a:pt x="348546" y="168698"/>
                  </a:lnTo>
                  <a:lnTo>
                    <a:pt x="353992" y="167303"/>
                  </a:lnTo>
                  <a:lnTo>
                    <a:pt x="359438" y="165890"/>
                  </a:lnTo>
                  <a:lnTo>
                    <a:pt x="364885" y="164470"/>
                  </a:lnTo>
                  <a:lnTo>
                    <a:pt x="370331" y="163058"/>
                  </a:lnTo>
                  <a:lnTo>
                    <a:pt x="375777" y="161668"/>
                  </a:lnTo>
                  <a:lnTo>
                    <a:pt x="381223" y="160311"/>
                  </a:lnTo>
                  <a:lnTo>
                    <a:pt x="386669" y="158996"/>
                  </a:lnTo>
                  <a:lnTo>
                    <a:pt x="392115" y="157729"/>
                  </a:lnTo>
                  <a:lnTo>
                    <a:pt x="397561" y="156515"/>
                  </a:lnTo>
                  <a:lnTo>
                    <a:pt x="403007" y="155359"/>
                  </a:lnTo>
                  <a:lnTo>
                    <a:pt x="408453" y="154263"/>
                  </a:lnTo>
                  <a:lnTo>
                    <a:pt x="413899" y="153230"/>
                  </a:lnTo>
                  <a:lnTo>
                    <a:pt x="419345" y="152246"/>
                  </a:lnTo>
                  <a:lnTo>
                    <a:pt x="424791" y="151302"/>
                  </a:lnTo>
                  <a:lnTo>
                    <a:pt x="430237" y="150389"/>
                  </a:lnTo>
                  <a:lnTo>
                    <a:pt x="435683" y="149493"/>
                  </a:lnTo>
                  <a:lnTo>
                    <a:pt x="441129" y="148602"/>
                  </a:lnTo>
                  <a:lnTo>
                    <a:pt x="446575" y="147699"/>
                  </a:lnTo>
                  <a:lnTo>
                    <a:pt x="452021" y="146758"/>
                  </a:lnTo>
                  <a:lnTo>
                    <a:pt x="457467" y="145763"/>
                  </a:lnTo>
                  <a:lnTo>
                    <a:pt x="462913" y="144698"/>
                  </a:lnTo>
                  <a:lnTo>
                    <a:pt x="468359" y="143545"/>
                  </a:lnTo>
                  <a:lnTo>
                    <a:pt x="473805" y="142288"/>
                  </a:lnTo>
                  <a:lnTo>
                    <a:pt x="479251" y="140913"/>
                  </a:lnTo>
                  <a:lnTo>
                    <a:pt x="484698" y="139405"/>
                  </a:lnTo>
                  <a:lnTo>
                    <a:pt x="490144" y="137731"/>
                  </a:lnTo>
                  <a:lnTo>
                    <a:pt x="495590" y="135896"/>
                  </a:lnTo>
                  <a:lnTo>
                    <a:pt x="501036" y="133902"/>
                  </a:lnTo>
                  <a:lnTo>
                    <a:pt x="506482" y="131746"/>
                  </a:lnTo>
                  <a:lnTo>
                    <a:pt x="511928" y="129430"/>
                  </a:lnTo>
                  <a:lnTo>
                    <a:pt x="517374" y="126956"/>
                  </a:lnTo>
                  <a:lnTo>
                    <a:pt x="522820" y="124331"/>
                  </a:lnTo>
                  <a:lnTo>
                    <a:pt x="528266" y="121548"/>
                  </a:lnTo>
                  <a:lnTo>
                    <a:pt x="533712" y="118626"/>
                  </a:lnTo>
                  <a:lnTo>
                    <a:pt x="539158" y="115588"/>
                  </a:lnTo>
                  <a:lnTo>
                    <a:pt x="544604" y="112447"/>
                  </a:lnTo>
                  <a:lnTo>
                    <a:pt x="550050" y="109218"/>
                  </a:lnTo>
                  <a:lnTo>
                    <a:pt x="555496" y="105914"/>
                  </a:lnTo>
                  <a:lnTo>
                    <a:pt x="560942" y="102547"/>
                  </a:lnTo>
                  <a:lnTo>
                    <a:pt x="566388" y="99128"/>
                  </a:lnTo>
                  <a:lnTo>
                    <a:pt x="571834" y="95668"/>
                  </a:lnTo>
                  <a:lnTo>
                    <a:pt x="577280" y="92182"/>
                  </a:lnTo>
                  <a:lnTo>
                    <a:pt x="582726" y="88674"/>
                  </a:lnTo>
                  <a:lnTo>
                    <a:pt x="588172" y="85149"/>
                  </a:lnTo>
                  <a:lnTo>
                    <a:pt x="593618" y="81608"/>
                  </a:lnTo>
                  <a:lnTo>
                    <a:pt x="599064" y="78053"/>
                  </a:lnTo>
                  <a:lnTo>
                    <a:pt x="604510" y="74480"/>
                  </a:lnTo>
                  <a:lnTo>
                    <a:pt x="609957" y="70883"/>
                  </a:lnTo>
                  <a:lnTo>
                    <a:pt x="615403" y="67261"/>
                  </a:lnTo>
                  <a:lnTo>
                    <a:pt x="620849" y="63609"/>
                  </a:lnTo>
                  <a:lnTo>
                    <a:pt x="626295" y="59924"/>
                  </a:lnTo>
                  <a:lnTo>
                    <a:pt x="631741" y="56204"/>
                  </a:lnTo>
                  <a:lnTo>
                    <a:pt x="637187" y="52448"/>
                  </a:lnTo>
                  <a:lnTo>
                    <a:pt x="642633" y="48657"/>
                  </a:lnTo>
                  <a:lnTo>
                    <a:pt x="648079" y="44833"/>
                  </a:lnTo>
                  <a:lnTo>
                    <a:pt x="653525" y="40990"/>
                  </a:lnTo>
                  <a:lnTo>
                    <a:pt x="658971" y="37144"/>
                  </a:lnTo>
                  <a:lnTo>
                    <a:pt x="664417" y="33312"/>
                  </a:lnTo>
                  <a:lnTo>
                    <a:pt x="669863" y="29516"/>
                  </a:lnTo>
                  <a:lnTo>
                    <a:pt x="675309" y="25781"/>
                  </a:lnTo>
                  <a:lnTo>
                    <a:pt x="680755" y="22136"/>
                  </a:lnTo>
                  <a:lnTo>
                    <a:pt x="686201" y="18633"/>
                  </a:lnTo>
                  <a:lnTo>
                    <a:pt x="691647" y="15313"/>
                  </a:lnTo>
                  <a:lnTo>
                    <a:pt x="697093" y="12207"/>
                  </a:lnTo>
                  <a:lnTo>
                    <a:pt x="702539" y="9354"/>
                  </a:lnTo>
                  <a:lnTo>
                    <a:pt x="707985" y="6794"/>
                  </a:lnTo>
                  <a:lnTo>
                    <a:pt x="713431" y="4567"/>
                  </a:lnTo>
                  <a:lnTo>
                    <a:pt x="718877" y="2713"/>
                  </a:lnTo>
                  <a:lnTo>
                    <a:pt x="724323" y="1307"/>
                  </a:lnTo>
                  <a:lnTo>
                    <a:pt x="729770" y="407"/>
                  </a:lnTo>
                  <a:lnTo>
                    <a:pt x="735216" y="0"/>
                  </a:lnTo>
                  <a:lnTo>
                    <a:pt x="740662" y="109"/>
                  </a:lnTo>
                  <a:lnTo>
                    <a:pt x="746108" y="757"/>
                  </a:lnTo>
                  <a:lnTo>
                    <a:pt x="751554" y="1961"/>
                  </a:lnTo>
                  <a:lnTo>
                    <a:pt x="757000" y="3732"/>
                  </a:lnTo>
                  <a:lnTo>
                    <a:pt x="762446" y="6096"/>
                  </a:lnTo>
                  <a:lnTo>
                    <a:pt x="767892" y="9120"/>
                  </a:lnTo>
                  <a:lnTo>
                    <a:pt x="773338" y="12703"/>
                  </a:lnTo>
                  <a:lnTo>
                    <a:pt x="778784" y="16829"/>
                  </a:lnTo>
                  <a:lnTo>
                    <a:pt x="784230" y="21473"/>
                  </a:lnTo>
                  <a:lnTo>
                    <a:pt x="789676" y="26606"/>
                  </a:lnTo>
                  <a:lnTo>
                    <a:pt x="795122" y="32195"/>
                  </a:lnTo>
                  <a:lnTo>
                    <a:pt x="800568" y="38199"/>
                  </a:lnTo>
                  <a:lnTo>
                    <a:pt x="806014" y="44627"/>
                  </a:lnTo>
                  <a:lnTo>
                    <a:pt x="811460" y="51353"/>
                  </a:lnTo>
                  <a:lnTo>
                    <a:pt x="816906" y="58317"/>
                  </a:lnTo>
                  <a:lnTo>
                    <a:pt x="822352" y="65463"/>
                  </a:lnTo>
                  <a:lnTo>
                    <a:pt x="827798" y="72731"/>
                  </a:lnTo>
                  <a:lnTo>
                    <a:pt x="833244" y="80062"/>
                  </a:lnTo>
                  <a:lnTo>
                    <a:pt x="838690" y="87396"/>
                  </a:lnTo>
                  <a:lnTo>
                    <a:pt x="844136" y="94658"/>
                  </a:lnTo>
                  <a:lnTo>
                    <a:pt x="849583" y="101783"/>
                  </a:lnTo>
                  <a:lnTo>
                    <a:pt x="855029" y="108724"/>
                  </a:lnTo>
                  <a:lnTo>
                    <a:pt x="860475" y="115436"/>
                  </a:lnTo>
                  <a:lnTo>
                    <a:pt x="865921" y="121879"/>
                  </a:lnTo>
                  <a:lnTo>
                    <a:pt x="871367" y="128018"/>
                  </a:lnTo>
                  <a:lnTo>
                    <a:pt x="876813" y="133825"/>
                  </a:lnTo>
                  <a:lnTo>
                    <a:pt x="882259" y="139238"/>
                  </a:lnTo>
                  <a:lnTo>
                    <a:pt x="887705" y="144238"/>
                  </a:lnTo>
                  <a:lnTo>
                    <a:pt x="893151" y="148853"/>
                  </a:lnTo>
                  <a:lnTo>
                    <a:pt x="898597" y="153081"/>
                  </a:lnTo>
                  <a:lnTo>
                    <a:pt x="904043" y="156925"/>
                  </a:lnTo>
                  <a:lnTo>
                    <a:pt x="909489" y="160394"/>
                  </a:lnTo>
                  <a:lnTo>
                    <a:pt x="914935" y="163498"/>
                  </a:lnTo>
                  <a:lnTo>
                    <a:pt x="920381" y="166238"/>
                  </a:lnTo>
                  <a:lnTo>
                    <a:pt x="925827" y="168609"/>
                  </a:lnTo>
                  <a:lnTo>
                    <a:pt x="931273" y="170683"/>
                  </a:lnTo>
                  <a:lnTo>
                    <a:pt x="936719" y="172481"/>
                  </a:lnTo>
                  <a:lnTo>
                    <a:pt x="942165" y="174029"/>
                  </a:lnTo>
                  <a:lnTo>
                    <a:pt x="947611" y="175350"/>
                  </a:lnTo>
                  <a:lnTo>
                    <a:pt x="953057" y="176468"/>
                  </a:lnTo>
                  <a:lnTo>
                    <a:pt x="958503" y="177406"/>
                  </a:lnTo>
                  <a:lnTo>
                    <a:pt x="963949" y="178163"/>
                  </a:lnTo>
                  <a:lnTo>
                    <a:pt x="969396" y="178794"/>
                  </a:lnTo>
                  <a:lnTo>
                    <a:pt x="974842" y="179317"/>
                  </a:lnTo>
                  <a:lnTo>
                    <a:pt x="980288" y="179748"/>
                  </a:lnTo>
                  <a:lnTo>
                    <a:pt x="985734" y="180105"/>
                  </a:lnTo>
                  <a:lnTo>
                    <a:pt x="991180" y="180399"/>
                  </a:lnTo>
                  <a:lnTo>
                    <a:pt x="996626" y="180644"/>
                  </a:lnTo>
                  <a:lnTo>
                    <a:pt x="1002072" y="180845"/>
                  </a:lnTo>
                  <a:lnTo>
                    <a:pt x="1007518" y="181019"/>
                  </a:lnTo>
                  <a:lnTo>
                    <a:pt x="1012964" y="181172"/>
                  </a:lnTo>
                  <a:lnTo>
                    <a:pt x="1018410" y="181311"/>
                  </a:lnTo>
                  <a:lnTo>
                    <a:pt x="1023856" y="181438"/>
                  </a:lnTo>
                  <a:lnTo>
                    <a:pt x="1029302" y="181558"/>
                  </a:lnTo>
                  <a:lnTo>
                    <a:pt x="1034748" y="181673"/>
                  </a:lnTo>
                  <a:lnTo>
                    <a:pt x="1040194" y="181784"/>
                  </a:lnTo>
                  <a:lnTo>
                    <a:pt x="1045640" y="181892"/>
                  </a:lnTo>
                  <a:lnTo>
                    <a:pt x="1051086" y="181997"/>
                  </a:lnTo>
                  <a:lnTo>
                    <a:pt x="1056532" y="182099"/>
                  </a:lnTo>
                  <a:lnTo>
                    <a:pt x="1061978" y="182197"/>
                  </a:lnTo>
                  <a:lnTo>
                    <a:pt x="1067424" y="182290"/>
                  </a:lnTo>
                  <a:lnTo>
                    <a:pt x="1072870" y="182378"/>
                  </a:lnTo>
                  <a:lnTo>
                    <a:pt x="1078316" y="182460"/>
                  </a:lnTo>
                  <a:lnTo>
                    <a:pt x="1083762" y="182534"/>
                  </a:lnTo>
                  <a:lnTo>
                    <a:pt x="1089209" y="182600"/>
                  </a:lnTo>
                  <a:lnTo>
                    <a:pt x="1094655" y="182659"/>
                  </a:lnTo>
                  <a:lnTo>
                    <a:pt x="1100101" y="182709"/>
                  </a:lnTo>
                  <a:lnTo>
                    <a:pt x="1105547" y="182751"/>
                  </a:lnTo>
                  <a:lnTo>
                    <a:pt x="1110993" y="182785"/>
                  </a:lnTo>
                  <a:lnTo>
                    <a:pt x="1116439" y="182811"/>
                  </a:lnTo>
                  <a:lnTo>
                    <a:pt x="1121885" y="182829"/>
                  </a:lnTo>
                  <a:lnTo>
                    <a:pt x="1127331" y="182841"/>
                  </a:lnTo>
                  <a:lnTo>
                    <a:pt x="1132777" y="182847"/>
                  </a:lnTo>
                  <a:lnTo>
                    <a:pt x="1138223" y="182849"/>
                  </a:lnTo>
                  <a:lnTo>
                    <a:pt x="1143669" y="182847"/>
                  </a:lnTo>
                  <a:lnTo>
                    <a:pt x="1149115" y="182841"/>
                  </a:lnTo>
                  <a:lnTo>
                    <a:pt x="1154561" y="182833"/>
                  </a:lnTo>
                  <a:lnTo>
                    <a:pt x="1160007" y="182823"/>
                  </a:lnTo>
                  <a:lnTo>
                    <a:pt x="1165453" y="182811"/>
                  </a:lnTo>
                  <a:lnTo>
                    <a:pt x="1170899" y="182799"/>
                  </a:lnTo>
                  <a:lnTo>
                    <a:pt x="1176345" y="182785"/>
                  </a:lnTo>
                  <a:lnTo>
                    <a:pt x="1181791" y="182770"/>
                  </a:lnTo>
                  <a:lnTo>
                    <a:pt x="1187237" y="182754"/>
                  </a:lnTo>
                  <a:lnTo>
                    <a:pt x="1192683" y="182737"/>
                  </a:lnTo>
                  <a:lnTo>
                    <a:pt x="1198129" y="182718"/>
                  </a:lnTo>
                  <a:lnTo>
                    <a:pt x="1203575" y="182697"/>
                  </a:lnTo>
                  <a:lnTo>
                    <a:pt x="1209021" y="182674"/>
                  </a:lnTo>
                  <a:lnTo>
                    <a:pt x="1214468" y="182648"/>
                  </a:lnTo>
                  <a:lnTo>
                    <a:pt x="1219914" y="182619"/>
                  </a:lnTo>
                  <a:lnTo>
                    <a:pt x="1225360" y="182588"/>
                  </a:lnTo>
                  <a:lnTo>
                    <a:pt x="1230806" y="182554"/>
                  </a:lnTo>
                  <a:lnTo>
                    <a:pt x="1236252" y="182517"/>
                  </a:lnTo>
                  <a:lnTo>
                    <a:pt x="1241698" y="182478"/>
                  </a:lnTo>
                  <a:lnTo>
                    <a:pt x="1247144" y="182438"/>
                  </a:lnTo>
                  <a:lnTo>
                    <a:pt x="1252590" y="182397"/>
                  </a:lnTo>
                  <a:lnTo>
                    <a:pt x="1258036" y="182356"/>
                  </a:lnTo>
                  <a:lnTo>
                    <a:pt x="1263482" y="182316"/>
                  </a:lnTo>
                  <a:lnTo>
                    <a:pt x="1268928" y="182278"/>
                  </a:lnTo>
                  <a:lnTo>
                    <a:pt x="1274374" y="182243"/>
                  </a:lnTo>
                  <a:lnTo>
                    <a:pt x="1279820" y="182212"/>
                  </a:lnTo>
                  <a:lnTo>
                    <a:pt x="1285266" y="182187"/>
                  </a:lnTo>
                  <a:lnTo>
                    <a:pt x="1290712" y="182167"/>
                  </a:lnTo>
                  <a:lnTo>
                    <a:pt x="1296158" y="182153"/>
                  </a:lnTo>
                  <a:lnTo>
                    <a:pt x="1301604" y="182147"/>
                  </a:lnTo>
                  <a:lnTo>
                    <a:pt x="1307050" y="182147"/>
                  </a:lnTo>
                  <a:lnTo>
                    <a:pt x="1312496" y="182155"/>
                  </a:lnTo>
                  <a:lnTo>
                    <a:pt x="1317942" y="182171"/>
                  </a:lnTo>
                  <a:lnTo>
                    <a:pt x="1323388" y="182194"/>
                  </a:lnTo>
                  <a:lnTo>
                    <a:pt x="1328834" y="182224"/>
                  </a:lnTo>
                  <a:lnTo>
                    <a:pt x="1334281" y="182259"/>
                  </a:lnTo>
                  <a:lnTo>
                    <a:pt x="1339727" y="182299"/>
                  </a:lnTo>
                  <a:lnTo>
                    <a:pt x="1345173" y="182344"/>
                  </a:lnTo>
                  <a:lnTo>
                    <a:pt x="1350619" y="182392"/>
                  </a:lnTo>
                  <a:lnTo>
                    <a:pt x="1356065" y="182443"/>
                  </a:lnTo>
                  <a:lnTo>
                    <a:pt x="1361511" y="182495"/>
                  </a:lnTo>
                  <a:lnTo>
                    <a:pt x="1366957" y="182547"/>
                  </a:lnTo>
                  <a:lnTo>
                    <a:pt x="1372403" y="182598"/>
                  </a:lnTo>
                  <a:lnTo>
                    <a:pt x="1377849" y="182647"/>
                  </a:lnTo>
                  <a:lnTo>
                    <a:pt x="1383295" y="182694"/>
                  </a:lnTo>
                  <a:lnTo>
                    <a:pt x="1388741" y="182737"/>
                  </a:lnTo>
                  <a:lnTo>
                    <a:pt x="1394187" y="182776"/>
                  </a:lnTo>
                  <a:lnTo>
                    <a:pt x="1399633" y="182810"/>
                  </a:lnTo>
                  <a:lnTo>
                    <a:pt x="1405079" y="182839"/>
                  </a:lnTo>
                  <a:lnTo>
                    <a:pt x="1410525" y="182863"/>
                  </a:lnTo>
                  <a:lnTo>
                    <a:pt x="1415971" y="182882"/>
                  </a:lnTo>
                  <a:lnTo>
                    <a:pt x="1421417" y="182897"/>
                  </a:lnTo>
                  <a:lnTo>
                    <a:pt x="1426863" y="182907"/>
                  </a:lnTo>
                  <a:lnTo>
                    <a:pt x="1432309" y="182913"/>
                  </a:lnTo>
                  <a:lnTo>
                    <a:pt x="1437755" y="182915"/>
                  </a:lnTo>
                  <a:lnTo>
                    <a:pt x="1443201" y="182914"/>
                  </a:lnTo>
                  <a:lnTo>
                    <a:pt x="1448647" y="182912"/>
                  </a:lnTo>
                  <a:lnTo>
                    <a:pt x="1454094" y="182909"/>
                  </a:lnTo>
                  <a:lnTo>
                    <a:pt x="1459540" y="182905"/>
                  </a:lnTo>
                  <a:lnTo>
                    <a:pt x="1464986" y="182902"/>
                  </a:lnTo>
                  <a:lnTo>
                    <a:pt x="1470432" y="182900"/>
                  </a:lnTo>
                  <a:lnTo>
                    <a:pt x="1475878" y="182900"/>
                  </a:lnTo>
                  <a:lnTo>
                    <a:pt x="1481324" y="182903"/>
                  </a:lnTo>
                  <a:lnTo>
                    <a:pt x="1486770" y="182908"/>
                  </a:lnTo>
                  <a:lnTo>
                    <a:pt x="1492216" y="182917"/>
                  </a:lnTo>
                  <a:lnTo>
                    <a:pt x="1497662" y="182928"/>
                  </a:lnTo>
                  <a:lnTo>
                    <a:pt x="1503108" y="182943"/>
                  </a:lnTo>
                  <a:lnTo>
                    <a:pt x="1508554" y="182960"/>
                  </a:lnTo>
                  <a:lnTo>
                    <a:pt x="1514000" y="182980"/>
                  </a:lnTo>
                  <a:lnTo>
                    <a:pt x="1519446" y="183003"/>
                  </a:lnTo>
                  <a:lnTo>
                    <a:pt x="1524892" y="183027"/>
                  </a:lnTo>
                  <a:lnTo>
                    <a:pt x="1530338" y="183053"/>
                  </a:lnTo>
                  <a:lnTo>
                    <a:pt x="1535784" y="183080"/>
                  </a:lnTo>
                  <a:lnTo>
                    <a:pt x="1541230" y="183106"/>
                  </a:lnTo>
                  <a:lnTo>
                    <a:pt x="1546676" y="183133"/>
                  </a:lnTo>
                  <a:lnTo>
                    <a:pt x="1552122" y="183159"/>
                  </a:lnTo>
                  <a:lnTo>
                    <a:pt x="1557568" y="183183"/>
                  </a:lnTo>
                  <a:lnTo>
                    <a:pt x="1563014" y="183206"/>
                  </a:lnTo>
                  <a:lnTo>
                    <a:pt x="1568460" y="183227"/>
                  </a:lnTo>
                  <a:lnTo>
                    <a:pt x="1573907" y="183246"/>
                  </a:lnTo>
                  <a:lnTo>
                    <a:pt x="1579353" y="183263"/>
                  </a:lnTo>
                  <a:lnTo>
                    <a:pt x="1584799" y="183277"/>
                  </a:lnTo>
                  <a:lnTo>
                    <a:pt x="1590245" y="183288"/>
                  </a:lnTo>
                  <a:lnTo>
                    <a:pt x="1595691" y="183296"/>
                  </a:lnTo>
                  <a:lnTo>
                    <a:pt x="1601137" y="183301"/>
                  </a:lnTo>
                  <a:lnTo>
                    <a:pt x="1606583" y="183304"/>
                  </a:lnTo>
                  <a:lnTo>
                    <a:pt x="1612029" y="183303"/>
                  </a:lnTo>
                  <a:lnTo>
                    <a:pt x="1617475" y="183300"/>
                  </a:lnTo>
                  <a:lnTo>
                    <a:pt x="1622921" y="183294"/>
                  </a:lnTo>
                  <a:lnTo>
                    <a:pt x="1628367" y="183285"/>
                  </a:lnTo>
                  <a:lnTo>
                    <a:pt x="1633813" y="183272"/>
                  </a:lnTo>
                  <a:lnTo>
                    <a:pt x="1639259" y="183257"/>
                  </a:lnTo>
                  <a:lnTo>
                    <a:pt x="1644705" y="183240"/>
                  </a:lnTo>
                  <a:lnTo>
                    <a:pt x="1650151" y="183220"/>
                  </a:lnTo>
                  <a:lnTo>
                    <a:pt x="1655597" y="183198"/>
                  </a:lnTo>
                  <a:lnTo>
                    <a:pt x="1661043" y="183174"/>
                  </a:lnTo>
                  <a:lnTo>
                    <a:pt x="1666489" y="183149"/>
                  </a:lnTo>
                  <a:lnTo>
                    <a:pt x="1671935" y="183122"/>
                  </a:lnTo>
                  <a:lnTo>
                    <a:pt x="1677381" y="183095"/>
                  </a:lnTo>
                  <a:lnTo>
                    <a:pt x="1682827" y="183067"/>
                  </a:lnTo>
                  <a:lnTo>
                    <a:pt x="1688273" y="183040"/>
                  </a:lnTo>
                  <a:lnTo>
                    <a:pt x="1693720" y="183013"/>
                  </a:lnTo>
                  <a:lnTo>
                    <a:pt x="1699166" y="182987"/>
                  </a:lnTo>
                  <a:lnTo>
                    <a:pt x="1704612" y="182963"/>
                  </a:lnTo>
                  <a:lnTo>
                    <a:pt x="1710058" y="182942"/>
                  </a:lnTo>
                  <a:lnTo>
                    <a:pt x="1715504" y="182922"/>
                  </a:lnTo>
                  <a:lnTo>
                    <a:pt x="1720950" y="182906"/>
                  </a:lnTo>
                  <a:lnTo>
                    <a:pt x="1726396" y="182892"/>
                  </a:lnTo>
                  <a:lnTo>
                    <a:pt x="1731842" y="182880"/>
                  </a:lnTo>
                  <a:lnTo>
                    <a:pt x="1737288" y="182872"/>
                  </a:lnTo>
                  <a:lnTo>
                    <a:pt x="1742734" y="182865"/>
                  </a:lnTo>
                  <a:lnTo>
                    <a:pt x="1748180" y="182861"/>
                  </a:lnTo>
                  <a:lnTo>
                    <a:pt x="1753626" y="182859"/>
                  </a:lnTo>
                  <a:lnTo>
                    <a:pt x="1759072" y="182858"/>
                  </a:lnTo>
                  <a:lnTo>
                    <a:pt x="1764518" y="182859"/>
                  </a:lnTo>
                  <a:lnTo>
                    <a:pt x="1769964" y="182859"/>
                  </a:lnTo>
                  <a:lnTo>
                    <a:pt x="1775410" y="182861"/>
                  </a:lnTo>
                  <a:lnTo>
                    <a:pt x="1780856" y="182861"/>
                  </a:lnTo>
                  <a:lnTo>
                    <a:pt x="1786302" y="182862"/>
                  </a:lnTo>
                  <a:lnTo>
                    <a:pt x="1791748" y="182862"/>
                  </a:lnTo>
                  <a:lnTo>
                    <a:pt x="1797194" y="182862"/>
                  </a:lnTo>
                  <a:lnTo>
                    <a:pt x="1802640" y="182861"/>
                  </a:lnTo>
                  <a:lnTo>
                    <a:pt x="1808086" y="182860"/>
                  </a:lnTo>
                  <a:lnTo>
                    <a:pt x="1813532" y="182859"/>
                  </a:lnTo>
                  <a:lnTo>
                    <a:pt x="1818979" y="182858"/>
                  </a:lnTo>
                  <a:lnTo>
                    <a:pt x="1824425" y="182858"/>
                  </a:lnTo>
                  <a:lnTo>
                    <a:pt x="1829871" y="182860"/>
                  </a:lnTo>
                  <a:lnTo>
                    <a:pt x="1835317" y="182863"/>
                  </a:lnTo>
                  <a:lnTo>
                    <a:pt x="1840763" y="182868"/>
                  </a:lnTo>
                  <a:lnTo>
                    <a:pt x="1846209" y="182876"/>
                  </a:lnTo>
                  <a:lnTo>
                    <a:pt x="1851655" y="182886"/>
                  </a:lnTo>
                  <a:lnTo>
                    <a:pt x="1857101" y="182898"/>
                  </a:lnTo>
                  <a:lnTo>
                    <a:pt x="1862547" y="182914"/>
                  </a:lnTo>
                  <a:lnTo>
                    <a:pt x="1867993" y="182932"/>
                  </a:lnTo>
                  <a:lnTo>
                    <a:pt x="1873439" y="182953"/>
                  </a:lnTo>
                  <a:lnTo>
                    <a:pt x="1878885" y="182976"/>
                  </a:lnTo>
                  <a:lnTo>
                    <a:pt x="1884331" y="183001"/>
                  </a:lnTo>
                  <a:lnTo>
                    <a:pt x="1889777" y="183028"/>
                  </a:lnTo>
                  <a:lnTo>
                    <a:pt x="1895223" y="183055"/>
                  </a:lnTo>
                  <a:lnTo>
                    <a:pt x="1900669" y="183083"/>
                  </a:lnTo>
                  <a:lnTo>
                    <a:pt x="1906115" y="183111"/>
                  </a:lnTo>
                  <a:lnTo>
                    <a:pt x="1911561" y="183139"/>
                  </a:lnTo>
                  <a:lnTo>
                    <a:pt x="1917007" y="183166"/>
                  </a:lnTo>
                  <a:lnTo>
                    <a:pt x="1922453" y="183191"/>
                  </a:lnTo>
                  <a:lnTo>
                    <a:pt x="1927899" y="183216"/>
                  </a:lnTo>
                  <a:lnTo>
                    <a:pt x="1933345" y="183238"/>
                  </a:lnTo>
                  <a:lnTo>
                    <a:pt x="1938792" y="183259"/>
                  </a:lnTo>
                  <a:lnTo>
                    <a:pt x="1944238" y="183278"/>
                  </a:lnTo>
                  <a:lnTo>
                    <a:pt x="1949684" y="183295"/>
                  </a:lnTo>
                  <a:lnTo>
                    <a:pt x="1955130" y="183310"/>
                  </a:lnTo>
                  <a:lnTo>
                    <a:pt x="1960576" y="183323"/>
                  </a:lnTo>
                  <a:lnTo>
                    <a:pt x="1966022" y="183334"/>
                  </a:lnTo>
                  <a:lnTo>
                    <a:pt x="1971468" y="183344"/>
                  </a:lnTo>
                  <a:lnTo>
                    <a:pt x="1976914" y="183352"/>
                  </a:lnTo>
                  <a:lnTo>
                    <a:pt x="1982360" y="183359"/>
                  </a:lnTo>
                  <a:lnTo>
                    <a:pt x="1987806" y="183364"/>
                  </a:lnTo>
                  <a:lnTo>
                    <a:pt x="1993252" y="183369"/>
                  </a:lnTo>
                  <a:lnTo>
                    <a:pt x="1998698" y="183372"/>
                  </a:lnTo>
                  <a:lnTo>
                    <a:pt x="2004144" y="183375"/>
                  </a:lnTo>
                  <a:lnTo>
                    <a:pt x="2009590" y="183378"/>
                  </a:lnTo>
                  <a:lnTo>
                    <a:pt x="2015036" y="183380"/>
                  </a:lnTo>
                  <a:lnTo>
                    <a:pt x="2020482" y="183381"/>
                  </a:lnTo>
                  <a:lnTo>
                    <a:pt x="2025928" y="183382"/>
                  </a:lnTo>
                  <a:lnTo>
                    <a:pt x="2031374" y="183383"/>
                  </a:lnTo>
                  <a:lnTo>
                    <a:pt x="2036820" y="183384"/>
                  </a:lnTo>
                  <a:lnTo>
                    <a:pt x="2042266" y="183384"/>
                  </a:lnTo>
                  <a:lnTo>
                    <a:pt x="2047712" y="183384"/>
                  </a:lnTo>
                  <a:lnTo>
                    <a:pt x="2053158" y="183385"/>
                  </a:lnTo>
                  <a:lnTo>
                    <a:pt x="2058605" y="183385"/>
                  </a:lnTo>
                  <a:lnTo>
                    <a:pt x="2064051" y="183385"/>
                  </a:lnTo>
                  <a:lnTo>
                    <a:pt x="2069497" y="183385"/>
                  </a:lnTo>
                  <a:lnTo>
                    <a:pt x="2074943" y="183385"/>
                  </a:lnTo>
                  <a:lnTo>
                    <a:pt x="2080389" y="183385"/>
                  </a:lnTo>
                  <a:lnTo>
                    <a:pt x="2085835" y="183385"/>
                  </a:lnTo>
                  <a:lnTo>
                    <a:pt x="2091281" y="183385"/>
                  </a:lnTo>
                  <a:lnTo>
                    <a:pt x="2096727" y="183384"/>
                  </a:lnTo>
                  <a:lnTo>
                    <a:pt x="2102173" y="183384"/>
                  </a:lnTo>
                  <a:lnTo>
                    <a:pt x="2107619" y="183384"/>
                  </a:lnTo>
                  <a:lnTo>
                    <a:pt x="2113065" y="183383"/>
                  </a:lnTo>
                  <a:lnTo>
                    <a:pt x="2118511" y="183383"/>
                  </a:lnTo>
                  <a:lnTo>
                    <a:pt x="2123957" y="183382"/>
                  </a:lnTo>
                  <a:lnTo>
                    <a:pt x="2129403" y="183381"/>
                  </a:lnTo>
                  <a:lnTo>
                    <a:pt x="2134849" y="183379"/>
                  </a:lnTo>
                  <a:lnTo>
                    <a:pt x="2140295" y="183377"/>
                  </a:lnTo>
                  <a:lnTo>
                    <a:pt x="2145741" y="183375"/>
                  </a:lnTo>
                  <a:lnTo>
                    <a:pt x="2151187" y="183371"/>
                  </a:lnTo>
                  <a:lnTo>
                    <a:pt x="2156633" y="183367"/>
                  </a:lnTo>
                  <a:lnTo>
                    <a:pt x="2162079" y="183362"/>
                  </a:lnTo>
                  <a:lnTo>
                    <a:pt x="2167525" y="183356"/>
                  </a:lnTo>
                  <a:lnTo>
                    <a:pt x="2172971" y="183349"/>
                  </a:lnTo>
                  <a:lnTo>
                    <a:pt x="2178418" y="183340"/>
                  </a:lnTo>
                  <a:lnTo>
                    <a:pt x="2183864" y="183330"/>
                  </a:lnTo>
                  <a:lnTo>
                    <a:pt x="2189310" y="183317"/>
                  </a:lnTo>
                  <a:lnTo>
                    <a:pt x="2194756" y="183303"/>
                  </a:lnTo>
                  <a:lnTo>
                    <a:pt x="2200202" y="183287"/>
                  </a:lnTo>
                  <a:lnTo>
                    <a:pt x="2205648" y="183268"/>
                  </a:lnTo>
                  <a:lnTo>
                    <a:pt x="2211094" y="183248"/>
                  </a:lnTo>
                  <a:lnTo>
                    <a:pt x="2216540" y="183225"/>
                  </a:lnTo>
                  <a:lnTo>
                    <a:pt x="2221986" y="183199"/>
                  </a:lnTo>
                  <a:lnTo>
                    <a:pt x="2227432" y="183171"/>
                  </a:lnTo>
                  <a:lnTo>
                    <a:pt x="2232878" y="183141"/>
                  </a:lnTo>
                  <a:lnTo>
                    <a:pt x="2238324" y="183110"/>
                  </a:lnTo>
                  <a:lnTo>
                    <a:pt x="2243770" y="183077"/>
                  </a:lnTo>
                  <a:lnTo>
                    <a:pt x="2249216" y="183042"/>
                  </a:lnTo>
                  <a:lnTo>
                    <a:pt x="2254662" y="183007"/>
                  </a:lnTo>
                  <a:lnTo>
                    <a:pt x="2260108" y="182971"/>
                  </a:lnTo>
                  <a:lnTo>
                    <a:pt x="2265554" y="182935"/>
                  </a:lnTo>
                  <a:lnTo>
                    <a:pt x="2271000" y="182900"/>
                  </a:lnTo>
                  <a:lnTo>
                    <a:pt x="2276446" y="182866"/>
                  </a:lnTo>
                  <a:lnTo>
                    <a:pt x="2281892" y="182832"/>
                  </a:lnTo>
                  <a:lnTo>
                    <a:pt x="2287338" y="182801"/>
                  </a:lnTo>
                  <a:lnTo>
                    <a:pt x="2292784" y="182772"/>
                  </a:lnTo>
                  <a:lnTo>
                    <a:pt x="2298231" y="182745"/>
                  </a:lnTo>
                  <a:lnTo>
                    <a:pt x="2303677" y="182721"/>
                  </a:lnTo>
                  <a:lnTo>
                    <a:pt x="2309123" y="182700"/>
                  </a:lnTo>
                  <a:lnTo>
                    <a:pt x="2314569" y="182682"/>
                  </a:lnTo>
                  <a:lnTo>
                    <a:pt x="2320015" y="182668"/>
                  </a:lnTo>
                  <a:lnTo>
                    <a:pt x="2325461" y="182657"/>
                  </a:lnTo>
                  <a:lnTo>
                    <a:pt x="2330907" y="182649"/>
                  </a:lnTo>
                  <a:lnTo>
                    <a:pt x="2336353" y="182644"/>
                  </a:lnTo>
                  <a:lnTo>
                    <a:pt x="2341799" y="182644"/>
                  </a:lnTo>
                  <a:lnTo>
                    <a:pt x="2347245" y="182646"/>
                  </a:lnTo>
                  <a:lnTo>
                    <a:pt x="2352691" y="182651"/>
                  </a:lnTo>
                  <a:lnTo>
                    <a:pt x="2358137" y="182659"/>
                  </a:lnTo>
                  <a:lnTo>
                    <a:pt x="2363583" y="182669"/>
                  </a:lnTo>
                  <a:lnTo>
                    <a:pt x="2369029" y="182681"/>
                  </a:lnTo>
                  <a:lnTo>
                    <a:pt x="2374475" y="182695"/>
                  </a:lnTo>
                  <a:lnTo>
                    <a:pt x="2379921" y="182710"/>
                  </a:lnTo>
                  <a:lnTo>
                    <a:pt x="2385367" y="182726"/>
                  </a:lnTo>
                  <a:lnTo>
                    <a:pt x="2390813" y="182742"/>
                  </a:lnTo>
                  <a:lnTo>
                    <a:pt x="2396259" y="182758"/>
                  </a:lnTo>
                  <a:lnTo>
                    <a:pt x="2401705" y="182774"/>
                  </a:lnTo>
                  <a:lnTo>
                    <a:pt x="2407151" y="182789"/>
                  </a:lnTo>
                  <a:lnTo>
                    <a:pt x="2412597" y="182802"/>
                  </a:lnTo>
                  <a:lnTo>
                    <a:pt x="2418043" y="182814"/>
                  </a:lnTo>
                  <a:lnTo>
                    <a:pt x="2423490" y="182824"/>
                  </a:lnTo>
                  <a:lnTo>
                    <a:pt x="2428936" y="182833"/>
                  </a:lnTo>
                  <a:lnTo>
                    <a:pt x="2434382" y="182839"/>
                  </a:lnTo>
                  <a:lnTo>
                    <a:pt x="2439828" y="182844"/>
                  </a:lnTo>
                  <a:lnTo>
                    <a:pt x="2445274" y="182847"/>
                  </a:lnTo>
                  <a:lnTo>
                    <a:pt x="2450720" y="182850"/>
                  </a:lnTo>
                  <a:lnTo>
                    <a:pt x="2456166" y="182851"/>
                  </a:lnTo>
                  <a:lnTo>
                    <a:pt x="2461612" y="182853"/>
                  </a:lnTo>
                  <a:lnTo>
                    <a:pt x="2467058" y="182855"/>
                  </a:lnTo>
                  <a:lnTo>
                    <a:pt x="2472504" y="182857"/>
                  </a:lnTo>
                  <a:lnTo>
                    <a:pt x="2477950" y="182861"/>
                  </a:lnTo>
                  <a:lnTo>
                    <a:pt x="2483396" y="182867"/>
                  </a:lnTo>
                  <a:lnTo>
                    <a:pt x="2488842" y="182875"/>
                  </a:lnTo>
                  <a:lnTo>
                    <a:pt x="2494288" y="182884"/>
                  </a:lnTo>
                  <a:lnTo>
                    <a:pt x="2499734" y="182897"/>
                  </a:lnTo>
                  <a:lnTo>
                    <a:pt x="2505180" y="182912"/>
                  </a:lnTo>
                  <a:lnTo>
                    <a:pt x="2510626" y="182930"/>
                  </a:lnTo>
                  <a:lnTo>
                    <a:pt x="2516072" y="182949"/>
                  </a:lnTo>
                  <a:lnTo>
                    <a:pt x="2521518" y="182970"/>
                  </a:lnTo>
                  <a:lnTo>
                    <a:pt x="2526964" y="182992"/>
                  </a:lnTo>
                  <a:lnTo>
                    <a:pt x="2532410" y="183015"/>
                  </a:lnTo>
                  <a:lnTo>
                    <a:pt x="2537856" y="183038"/>
                  </a:lnTo>
                  <a:lnTo>
                    <a:pt x="2543303" y="183061"/>
                  </a:lnTo>
                  <a:lnTo>
                    <a:pt x="2548749" y="183082"/>
                  </a:lnTo>
                  <a:lnTo>
                    <a:pt x="2554195" y="183101"/>
                  </a:lnTo>
                  <a:lnTo>
                    <a:pt x="2559641" y="183118"/>
                  </a:lnTo>
                  <a:lnTo>
                    <a:pt x="2565087" y="183132"/>
                  </a:lnTo>
                  <a:lnTo>
                    <a:pt x="2570533" y="183142"/>
                  </a:lnTo>
                  <a:lnTo>
                    <a:pt x="2575979" y="183147"/>
                  </a:lnTo>
                  <a:lnTo>
                    <a:pt x="2581425" y="183148"/>
                  </a:lnTo>
                  <a:lnTo>
                    <a:pt x="2586871" y="183144"/>
                  </a:lnTo>
                  <a:lnTo>
                    <a:pt x="2592317" y="183135"/>
                  </a:lnTo>
                  <a:lnTo>
                    <a:pt x="2597763" y="183121"/>
                  </a:lnTo>
                  <a:lnTo>
                    <a:pt x="2603209" y="183101"/>
                  </a:lnTo>
                  <a:lnTo>
                    <a:pt x="2608655" y="183077"/>
                  </a:lnTo>
                  <a:lnTo>
                    <a:pt x="2614101" y="183048"/>
                  </a:lnTo>
                  <a:lnTo>
                    <a:pt x="2619547" y="183015"/>
                  </a:lnTo>
                  <a:lnTo>
                    <a:pt x="2624993" y="182977"/>
                  </a:lnTo>
                  <a:lnTo>
                    <a:pt x="2630439" y="182937"/>
                  </a:lnTo>
                  <a:lnTo>
                    <a:pt x="2635885" y="182894"/>
                  </a:lnTo>
                  <a:lnTo>
                    <a:pt x="2641331" y="182849"/>
                  </a:lnTo>
                  <a:lnTo>
                    <a:pt x="2646777" y="182804"/>
                  </a:lnTo>
                  <a:lnTo>
                    <a:pt x="2652223" y="182759"/>
                  </a:lnTo>
                  <a:lnTo>
                    <a:pt x="2657669" y="182715"/>
                  </a:lnTo>
                  <a:lnTo>
                    <a:pt x="2663116" y="182674"/>
                  </a:lnTo>
                  <a:lnTo>
                    <a:pt x="2668562" y="182636"/>
                  </a:lnTo>
                  <a:lnTo>
                    <a:pt x="2674008" y="182602"/>
                  </a:lnTo>
                  <a:lnTo>
                    <a:pt x="2679454" y="182573"/>
                  </a:lnTo>
                  <a:lnTo>
                    <a:pt x="2684900" y="182550"/>
                  </a:lnTo>
                  <a:lnTo>
                    <a:pt x="2690346" y="182533"/>
                  </a:lnTo>
                  <a:lnTo>
                    <a:pt x="2695792" y="182524"/>
                  </a:lnTo>
                  <a:lnTo>
                    <a:pt x="2701238" y="182522"/>
                  </a:lnTo>
                  <a:lnTo>
                    <a:pt x="2706684" y="182527"/>
                  </a:lnTo>
                  <a:lnTo>
                    <a:pt x="2712130" y="182539"/>
                  </a:lnTo>
                  <a:lnTo>
                    <a:pt x="2717576" y="182558"/>
                  </a:lnTo>
                  <a:lnTo>
                    <a:pt x="2723022" y="182583"/>
                  </a:lnTo>
                  <a:lnTo>
                    <a:pt x="2728468" y="182614"/>
                  </a:lnTo>
                  <a:lnTo>
                    <a:pt x="2733914" y="182650"/>
                  </a:lnTo>
                  <a:lnTo>
                    <a:pt x="2739360" y="182691"/>
                  </a:lnTo>
                  <a:lnTo>
                    <a:pt x="2744806" y="182735"/>
                  </a:lnTo>
                  <a:lnTo>
                    <a:pt x="2750252" y="182781"/>
                  </a:lnTo>
                  <a:lnTo>
                    <a:pt x="2755698" y="182829"/>
                  </a:lnTo>
                  <a:lnTo>
                    <a:pt x="2761144" y="182877"/>
                  </a:lnTo>
                  <a:lnTo>
                    <a:pt x="2766590" y="182925"/>
                  </a:lnTo>
                  <a:lnTo>
                    <a:pt x="2772036" y="182972"/>
                  </a:lnTo>
                  <a:lnTo>
                    <a:pt x="2777482" y="183018"/>
                  </a:lnTo>
                  <a:lnTo>
                    <a:pt x="2782929" y="183061"/>
                  </a:lnTo>
                  <a:lnTo>
                    <a:pt x="2782929" y="183385"/>
                  </a:lnTo>
                  <a:lnTo>
                    <a:pt x="2777482" y="183385"/>
                  </a:lnTo>
                  <a:lnTo>
                    <a:pt x="2772036" y="183385"/>
                  </a:lnTo>
                  <a:lnTo>
                    <a:pt x="2766590" y="183385"/>
                  </a:lnTo>
                  <a:lnTo>
                    <a:pt x="2761144" y="183385"/>
                  </a:lnTo>
                  <a:lnTo>
                    <a:pt x="2755698" y="183385"/>
                  </a:lnTo>
                  <a:lnTo>
                    <a:pt x="2750252" y="183385"/>
                  </a:lnTo>
                  <a:lnTo>
                    <a:pt x="2744806" y="183385"/>
                  </a:lnTo>
                  <a:lnTo>
                    <a:pt x="2739360" y="183385"/>
                  </a:lnTo>
                  <a:lnTo>
                    <a:pt x="2733914" y="183385"/>
                  </a:lnTo>
                  <a:lnTo>
                    <a:pt x="2728468" y="183385"/>
                  </a:lnTo>
                  <a:lnTo>
                    <a:pt x="2723022" y="183385"/>
                  </a:lnTo>
                  <a:lnTo>
                    <a:pt x="2717576" y="183385"/>
                  </a:lnTo>
                  <a:lnTo>
                    <a:pt x="2712130" y="183385"/>
                  </a:lnTo>
                  <a:lnTo>
                    <a:pt x="2706684" y="183385"/>
                  </a:lnTo>
                  <a:lnTo>
                    <a:pt x="2701238" y="183385"/>
                  </a:lnTo>
                  <a:lnTo>
                    <a:pt x="2695792" y="183385"/>
                  </a:lnTo>
                  <a:lnTo>
                    <a:pt x="2690346" y="183385"/>
                  </a:lnTo>
                  <a:lnTo>
                    <a:pt x="2684900" y="183385"/>
                  </a:lnTo>
                  <a:lnTo>
                    <a:pt x="2679454" y="183385"/>
                  </a:lnTo>
                  <a:lnTo>
                    <a:pt x="2674008" y="183385"/>
                  </a:lnTo>
                  <a:lnTo>
                    <a:pt x="2668562" y="183385"/>
                  </a:lnTo>
                  <a:lnTo>
                    <a:pt x="2663116" y="183385"/>
                  </a:lnTo>
                  <a:lnTo>
                    <a:pt x="2657669" y="183385"/>
                  </a:lnTo>
                  <a:lnTo>
                    <a:pt x="2652223" y="183385"/>
                  </a:lnTo>
                  <a:lnTo>
                    <a:pt x="2646777" y="183385"/>
                  </a:lnTo>
                  <a:lnTo>
                    <a:pt x="2641331" y="183385"/>
                  </a:lnTo>
                  <a:lnTo>
                    <a:pt x="2635885" y="183385"/>
                  </a:lnTo>
                  <a:lnTo>
                    <a:pt x="2630439" y="183385"/>
                  </a:lnTo>
                  <a:lnTo>
                    <a:pt x="2624993" y="183385"/>
                  </a:lnTo>
                  <a:lnTo>
                    <a:pt x="2619547" y="183385"/>
                  </a:lnTo>
                  <a:lnTo>
                    <a:pt x="2614101" y="183385"/>
                  </a:lnTo>
                  <a:lnTo>
                    <a:pt x="2608655" y="183385"/>
                  </a:lnTo>
                  <a:lnTo>
                    <a:pt x="2603209" y="183385"/>
                  </a:lnTo>
                  <a:lnTo>
                    <a:pt x="2597763" y="183385"/>
                  </a:lnTo>
                  <a:lnTo>
                    <a:pt x="2592317" y="183385"/>
                  </a:lnTo>
                  <a:lnTo>
                    <a:pt x="2586871" y="183385"/>
                  </a:lnTo>
                  <a:lnTo>
                    <a:pt x="2581425" y="183385"/>
                  </a:lnTo>
                  <a:lnTo>
                    <a:pt x="2575979" y="183385"/>
                  </a:lnTo>
                  <a:lnTo>
                    <a:pt x="2570533" y="183385"/>
                  </a:lnTo>
                  <a:lnTo>
                    <a:pt x="2565087" y="183385"/>
                  </a:lnTo>
                  <a:lnTo>
                    <a:pt x="2559641" y="183385"/>
                  </a:lnTo>
                  <a:lnTo>
                    <a:pt x="2554195" y="183385"/>
                  </a:lnTo>
                  <a:lnTo>
                    <a:pt x="2548749" y="183385"/>
                  </a:lnTo>
                  <a:lnTo>
                    <a:pt x="2543303" y="183385"/>
                  </a:lnTo>
                  <a:lnTo>
                    <a:pt x="2537856" y="183385"/>
                  </a:lnTo>
                  <a:lnTo>
                    <a:pt x="2532410" y="183385"/>
                  </a:lnTo>
                  <a:lnTo>
                    <a:pt x="2526964" y="183385"/>
                  </a:lnTo>
                  <a:lnTo>
                    <a:pt x="2521518" y="183385"/>
                  </a:lnTo>
                  <a:lnTo>
                    <a:pt x="2516072" y="183385"/>
                  </a:lnTo>
                  <a:lnTo>
                    <a:pt x="2510626" y="183385"/>
                  </a:lnTo>
                  <a:lnTo>
                    <a:pt x="2505180" y="183385"/>
                  </a:lnTo>
                  <a:lnTo>
                    <a:pt x="2499734" y="183385"/>
                  </a:lnTo>
                  <a:lnTo>
                    <a:pt x="2494288" y="183385"/>
                  </a:lnTo>
                  <a:lnTo>
                    <a:pt x="2488842" y="183385"/>
                  </a:lnTo>
                  <a:lnTo>
                    <a:pt x="2483396" y="183385"/>
                  </a:lnTo>
                  <a:lnTo>
                    <a:pt x="2477950" y="183385"/>
                  </a:lnTo>
                  <a:lnTo>
                    <a:pt x="2472504" y="183385"/>
                  </a:lnTo>
                  <a:lnTo>
                    <a:pt x="2467058" y="183385"/>
                  </a:lnTo>
                  <a:lnTo>
                    <a:pt x="2461612" y="183385"/>
                  </a:lnTo>
                  <a:lnTo>
                    <a:pt x="2456166" y="183385"/>
                  </a:lnTo>
                  <a:lnTo>
                    <a:pt x="2450720" y="183385"/>
                  </a:lnTo>
                  <a:lnTo>
                    <a:pt x="2445274" y="183385"/>
                  </a:lnTo>
                  <a:lnTo>
                    <a:pt x="2439828" y="183385"/>
                  </a:lnTo>
                  <a:lnTo>
                    <a:pt x="2434382" y="183385"/>
                  </a:lnTo>
                  <a:lnTo>
                    <a:pt x="2428936" y="183385"/>
                  </a:lnTo>
                  <a:lnTo>
                    <a:pt x="2423490" y="183385"/>
                  </a:lnTo>
                  <a:lnTo>
                    <a:pt x="2418043" y="183385"/>
                  </a:lnTo>
                  <a:lnTo>
                    <a:pt x="2412597" y="183385"/>
                  </a:lnTo>
                  <a:lnTo>
                    <a:pt x="2407151" y="183385"/>
                  </a:lnTo>
                  <a:lnTo>
                    <a:pt x="2401705" y="183385"/>
                  </a:lnTo>
                  <a:lnTo>
                    <a:pt x="2396259" y="183385"/>
                  </a:lnTo>
                  <a:lnTo>
                    <a:pt x="2390813" y="183385"/>
                  </a:lnTo>
                  <a:lnTo>
                    <a:pt x="2385367" y="183385"/>
                  </a:lnTo>
                  <a:lnTo>
                    <a:pt x="2379921" y="183385"/>
                  </a:lnTo>
                  <a:lnTo>
                    <a:pt x="2374475" y="183385"/>
                  </a:lnTo>
                  <a:lnTo>
                    <a:pt x="2369029" y="183385"/>
                  </a:lnTo>
                  <a:lnTo>
                    <a:pt x="2363583" y="183385"/>
                  </a:lnTo>
                  <a:lnTo>
                    <a:pt x="2358137" y="183385"/>
                  </a:lnTo>
                  <a:lnTo>
                    <a:pt x="2352691" y="183385"/>
                  </a:lnTo>
                  <a:lnTo>
                    <a:pt x="2347245" y="183385"/>
                  </a:lnTo>
                  <a:lnTo>
                    <a:pt x="2341799" y="183385"/>
                  </a:lnTo>
                  <a:lnTo>
                    <a:pt x="2336353" y="183385"/>
                  </a:lnTo>
                  <a:lnTo>
                    <a:pt x="2330907" y="183385"/>
                  </a:lnTo>
                  <a:lnTo>
                    <a:pt x="2325461" y="183385"/>
                  </a:lnTo>
                  <a:lnTo>
                    <a:pt x="2320015" y="183385"/>
                  </a:lnTo>
                  <a:lnTo>
                    <a:pt x="2314569" y="183385"/>
                  </a:lnTo>
                  <a:lnTo>
                    <a:pt x="2309123" y="183385"/>
                  </a:lnTo>
                  <a:lnTo>
                    <a:pt x="2303677" y="183385"/>
                  </a:lnTo>
                  <a:lnTo>
                    <a:pt x="2298231" y="183385"/>
                  </a:lnTo>
                  <a:lnTo>
                    <a:pt x="2292784" y="183385"/>
                  </a:lnTo>
                  <a:lnTo>
                    <a:pt x="2287338" y="183385"/>
                  </a:lnTo>
                  <a:lnTo>
                    <a:pt x="2281892" y="183385"/>
                  </a:lnTo>
                  <a:lnTo>
                    <a:pt x="2276446" y="183385"/>
                  </a:lnTo>
                  <a:lnTo>
                    <a:pt x="2271000" y="183385"/>
                  </a:lnTo>
                  <a:lnTo>
                    <a:pt x="2265554" y="183385"/>
                  </a:lnTo>
                  <a:lnTo>
                    <a:pt x="2260108" y="183385"/>
                  </a:lnTo>
                  <a:lnTo>
                    <a:pt x="2254662" y="183385"/>
                  </a:lnTo>
                  <a:lnTo>
                    <a:pt x="2249216" y="183385"/>
                  </a:lnTo>
                  <a:lnTo>
                    <a:pt x="2243770" y="183385"/>
                  </a:lnTo>
                  <a:lnTo>
                    <a:pt x="2238324" y="183385"/>
                  </a:lnTo>
                  <a:lnTo>
                    <a:pt x="2232878" y="183385"/>
                  </a:lnTo>
                  <a:lnTo>
                    <a:pt x="2227432" y="183385"/>
                  </a:lnTo>
                  <a:lnTo>
                    <a:pt x="2221986" y="183385"/>
                  </a:lnTo>
                  <a:lnTo>
                    <a:pt x="2216540" y="183385"/>
                  </a:lnTo>
                  <a:lnTo>
                    <a:pt x="2211094" y="183385"/>
                  </a:lnTo>
                  <a:lnTo>
                    <a:pt x="2205648" y="183385"/>
                  </a:lnTo>
                  <a:lnTo>
                    <a:pt x="2200202" y="183385"/>
                  </a:lnTo>
                  <a:lnTo>
                    <a:pt x="2194756" y="183385"/>
                  </a:lnTo>
                  <a:lnTo>
                    <a:pt x="2189310" y="183385"/>
                  </a:lnTo>
                  <a:lnTo>
                    <a:pt x="2183864" y="183385"/>
                  </a:lnTo>
                  <a:lnTo>
                    <a:pt x="2178418" y="183385"/>
                  </a:lnTo>
                  <a:lnTo>
                    <a:pt x="2172971" y="183385"/>
                  </a:lnTo>
                  <a:lnTo>
                    <a:pt x="2167525" y="183385"/>
                  </a:lnTo>
                  <a:lnTo>
                    <a:pt x="2162079" y="183385"/>
                  </a:lnTo>
                  <a:lnTo>
                    <a:pt x="2156633" y="183385"/>
                  </a:lnTo>
                  <a:lnTo>
                    <a:pt x="2151187" y="183385"/>
                  </a:lnTo>
                  <a:lnTo>
                    <a:pt x="2145741" y="183385"/>
                  </a:lnTo>
                  <a:lnTo>
                    <a:pt x="2140295" y="183385"/>
                  </a:lnTo>
                  <a:lnTo>
                    <a:pt x="2134849" y="183385"/>
                  </a:lnTo>
                  <a:lnTo>
                    <a:pt x="2129403" y="183385"/>
                  </a:lnTo>
                  <a:lnTo>
                    <a:pt x="2123957" y="183385"/>
                  </a:lnTo>
                  <a:lnTo>
                    <a:pt x="2118511" y="183385"/>
                  </a:lnTo>
                  <a:lnTo>
                    <a:pt x="2113065" y="183385"/>
                  </a:lnTo>
                  <a:lnTo>
                    <a:pt x="2107619" y="183385"/>
                  </a:lnTo>
                  <a:lnTo>
                    <a:pt x="2102173" y="183385"/>
                  </a:lnTo>
                  <a:lnTo>
                    <a:pt x="2096727" y="183385"/>
                  </a:lnTo>
                  <a:lnTo>
                    <a:pt x="2091281" y="183385"/>
                  </a:lnTo>
                  <a:lnTo>
                    <a:pt x="2085835" y="183385"/>
                  </a:lnTo>
                  <a:lnTo>
                    <a:pt x="2080389" y="183385"/>
                  </a:lnTo>
                  <a:lnTo>
                    <a:pt x="2074943" y="183385"/>
                  </a:lnTo>
                  <a:lnTo>
                    <a:pt x="2069497" y="183385"/>
                  </a:lnTo>
                  <a:lnTo>
                    <a:pt x="2064051" y="183385"/>
                  </a:lnTo>
                  <a:lnTo>
                    <a:pt x="2058605" y="183385"/>
                  </a:lnTo>
                  <a:lnTo>
                    <a:pt x="2053158" y="183385"/>
                  </a:lnTo>
                  <a:lnTo>
                    <a:pt x="2047712" y="183385"/>
                  </a:lnTo>
                  <a:lnTo>
                    <a:pt x="2042266" y="183385"/>
                  </a:lnTo>
                  <a:lnTo>
                    <a:pt x="2036820" y="183385"/>
                  </a:lnTo>
                  <a:lnTo>
                    <a:pt x="2031374" y="183385"/>
                  </a:lnTo>
                  <a:lnTo>
                    <a:pt x="2025928" y="183385"/>
                  </a:lnTo>
                  <a:lnTo>
                    <a:pt x="2020482" y="183385"/>
                  </a:lnTo>
                  <a:lnTo>
                    <a:pt x="2015036" y="183385"/>
                  </a:lnTo>
                  <a:lnTo>
                    <a:pt x="2009590" y="183385"/>
                  </a:lnTo>
                  <a:lnTo>
                    <a:pt x="2004144" y="183385"/>
                  </a:lnTo>
                  <a:lnTo>
                    <a:pt x="1998698" y="183385"/>
                  </a:lnTo>
                  <a:lnTo>
                    <a:pt x="1993252" y="183385"/>
                  </a:lnTo>
                  <a:lnTo>
                    <a:pt x="1987806" y="183385"/>
                  </a:lnTo>
                  <a:lnTo>
                    <a:pt x="1982360" y="183385"/>
                  </a:lnTo>
                  <a:lnTo>
                    <a:pt x="1976914" y="183385"/>
                  </a:lnTo>
                  <a:lnTo>
                    <a:pt x="1971468" y="183385"/>
                  </a:lnTo>
                  <a:lnTo>
                    <a:pt x="1966022" y="183385"/>
                  </a:lnTo>
                  <a:lnTo>
                    <a:pt x="1960576" y="183385"/>
                  </a:lnTo>
                  <a:lnTo>
                    <a:pt x="1955130" y="183385"/>
                  </a:lnTo>
                  <a:lnTo>
                    <a:pt x="1949684" y="183385"/>
                  </a:lnTo>
                  <a:lnTo>
                    <a:pt x="1944238" y="183385"/>
                  </a:lnTo>
                  <a:lnTo>
                    <a:pt x="1938792" y="183385"/>
                  </a:lnTo>
                  <a:lnTo>
                    <a:pt x="1933345" y="183385"/>
                  </a:lnTo>
                  <a:lnTo>
                    <a:pt x="1927899" y="183385"/>
                  </a:lnTo>
                  <a:lnTo>
                    <a:pt x="1922453" y="183385"/>
                  </a:lnTo>
                  <a:lnTo>
                    <a:pt x="1917007" y="183385"/>
                  </a:lnTo>
                  <a:lnTo>
                    <a:pt x="1911561" y="183385"/>
                  </a:lnTo>
                  <a:lnTo>
                    <a:pt x="1906115" y="183385"/>
                  </a:lnTo>
                  <a:lnTo>
                    <a:pt x="1900669" y="183385"/>
                  </a:lnTo>
                  <a:lnTo>
                    <a:pt x="1895223" y="183385"/>
                  </a:lnTo>
                  <a:lnTo>
                    <a:pt x="1889777" y="183385"/>
                  </a:lnTo>
                  <a:lnTo>
                    <a:pt x="1884331" y="183385"/>
                  </a:lnTo>
                  <a:lnTo>
                    <a:pt x="1878885" y="183385"/>
                  </a:lnTo>
                  <a:lnTo>
                    <a:pt x="1873439" y="183385"/>
                  </a:lnTo>
                  <a:lnTo>
                    <a:pt x="1867993" y="183385"/>
                  </a:lnTo>
                  <a:lnTo>
                    <a:pt x="1862547" y="183385"/>
                  </a:lnTo>
                  <a:lnTo>
                    <a:pt x="1857101" y="183385"/>
                  </a:lnTo>
                  <a:lnTo>
                    <a:pt x="1851655" y="183385"/>
                  </a:lnTo>
                  <a:lnTo>
                    <a:pt x="1846209" y="183385"/>
                  </a:lnTo>
                  <a:lnTo>
                    <a:pt x="1840763" y="183385"/>
                  </a:lnTo>
                  <a:lnTo>
                    <a:pt x="1835317" y="183385"/>
                  </a:lnTo>
                  <a:lnTo>
                    <a:pt x="1829871" y="183385"/>
                  </a:lnTo>
                  <a:lnTo>
                    <a:pt x="1824425" y="183385"/>
                  </a:lnTo>
                  <a:lnTo>
                    <a:pt x="1818979" y="183385"/>
                  </a:lnTo>
                  <a:lnTo>
                    <a:pt x="1813532" y="183385"/>
                  </a:lnTo>
                  <a:lnTo>
                    <a:pt x="1808086" y="183385"/>
                  </a:lnTo>
                  <a:lnTo>
                    <a:pt x="1802640" y="183385"/>
                  </a:lnTo>
                  <a:lnTo>
                    <a:pt x="1797194" y="183385"/>
                  </a:lnTo>
                  <a:lnTo>
                    <a:pt x="1791748" y="183385"/>
                  </a:lnTo>
                  <a:lnTo>
                    <a:pt x="1786302" y="183385"/>
                  </a:lnTo>
                  <a:lnTo>
                    <a:pt x="1780856" y="183385"/>
                  </a:lnTo>
                  <a:lnTo>
                    <a:pt x="1775410" y="183385"/>
                  </a:lnTo>
                  <a:lnTo>
                    <a:pt x="1769964" y="183385"/>
                  </a:lnTo>
                  <a:lnTo>
                    <a:pt x="1764518" y="183385"/>
                  </a:lnTo>
                  <a:lnTo>
                    <a:pt x="1759072" y="183385"/>
                  </a:lnTo>
                  <a:lnTo>
                    <a:pt x="1753626" y="183385"/>
                  </a:lnTo>
                  <a:lnTo>
                    <a:pt x="1748180" y="183385"/>
                  </a:lnTo>
                  <a:lnTo>
                    <a:pt x="1742734" y="183385"/>
                  </a:lnTo>
                  <a:lnTo>
                    <a:pt x="1737288" y="183385"/>
                  </a:lnTo>
                  <a:lnTo>
                    <a:pt x="1731842" y="183385"/>
                  </a:lnTo>
                  <a:lnTo>
                    <a:pt x="1726396" y="183385"/>
                  </a:lnTo>
                  <a:lnTo>
                    <a:pt x="1720950" y="183385"/>
                  </a:lnTo>
                  <a:lnTo>
                    <a:pt x="1715504" y="183385"/>
                  </a:lnTo>
                  <a:lnTo>
                    <a:pt x="1710058" y="183385"/>
                  </a:lnTo>
                  <a:lnTo>
                    <a:pt x="1704612" y="183385"/>
                  </a:lnTo>
                  <a:lnTo>
                    <a:pt x="1699166" y="183385"/>
                  </a:lnTo>
                  <a:lnTo>
                    <a:pt x="1693720" y="183385"/>
                  </a:lnTo>
                  <a:lnTo>
                    <a:pt x="1688273" y="183385"/>
                  </a:lnTo>
                  <a:lnTo>
                    <a:pt x="1682827" y="183385"/>
                  </a:lnTo>
                  <a:lnTo>
                    <a:pt x="1677381" y="183385"/>
                  </a:lnTo>
                  <a:lnTo>
                    <a:pt x="1671935" y="183385"/>
                  </a:lnTo>
                  <a:lnTo>
                    <a:pt x="1666489" y="183385"/>
                  </a:lnTo>
                  <a:lnTo>
                    <a:pt x="1661043" y="183385"/>
                  </a:lnTo>
                  <a:lnTo>
                    <a:pt x="1655597" y="183385"/>
                  </a:lnTo>
                  <a:lnTo>
                    <a:pt x="1650151" y="183385"/>
                  </a:lnTo>
                  <a:lnTo>
                    <a:pt x="1644705" y="183385"/>
                  </a:lnTo>
                  <a:lnTo>
                    <a:pt x="1639259" y="183385"/>
                  </a:lnTo>
                  <a:lnTo>
                    <a:pt x="1633813" y="183385"/>
                  </a:lnTo>
                  <a:lnTo>
                    <a:pt x="1628367" y="183385"/>
                  </a:lnTo>
                  <a:lnTo>
                    <a:pt x="1622921" y="183385"/>
                  </a:lnTo>
                  <a:lnTo>
                    <a:pt x="1617475" y="183385"/>
                  </a:lnTo>
                  <a:lnTo>
                    <a:pt x="1612029" y="183385"/>
                  </a:lnTo>
                  <a:lnTo>
                    <a:pt x="1606583" y="183385"/>
                  </a:lnTo>
                  <a:lnTo>
                    <a:pt x="1601137" y="183385"/>
                  </a:lnTo>
                  <a:lnTo>
                    <a:pt x="1595691" y="183385"/>
                  </a:lnTo>
                  <a:lnTo>
                    <a:pt x="1590245" y="183385"/>
                  </a:lnTo>
                  <a:lnTo>
                    <a:pt x="1584799" y="183385"/>
                  </a:lnTo>
                  <a:lnTo>
                    <a:pt x="1579353" y="183385"/>
                  </a:lnTo>
                  <a:lnTo>
                    <a:pt x="1573907" y="183385"/>
                  </a:lnTo>
                  <a:lnTo>
                    <a:pt x="1568460" y="183385"/>
                  </a:lnTo>
                  <a:lnTo>
                    <a:pt x="1563014" y="183385"/>
                  </a:lnTo>
                  <a:lnTo>
                    <a:pt x="1557568" y="183385"/>
                  </a:lnTo>
                  <a:lnTo>
                    <a:pt x="1552122" y="183385"/>
                  </a:lnTo>
                  <a:lnTo>
                    <a:pt x="1546676" y="183385"/>
                  </a:lnTo>
                  <a:lnTo>
                    <a:pt x="1541230" y="183385"/>
                  </a:lnTo>
                  <a:lnTo>
                    <a:pt x="1535784" y="183385"/>
                  </a:lnTo>
                  <a:lnTo>
                    <a:pt x="1530338" y="183385"/>
                  </a:lnTo>
                  <a:lnTo>
                    <a:pt x="1524892" y="183385"/>
                  </a:lnTo>
                  <a:lnTo>
                    <a:pt x="1519446" y="183385"/>
                  </a:lnTo>
                  <a:lnTo>
                    <a:pt x="1514000" y="183385"/>
                  </a:lnTo>
                  <a:lnTo>
                    <a:pt x="1508554" y="183385"/>
                  </a:lnTo>
                  <a:lnTo>
                    <a:pt x="1503108" y="183385"/>
                  </a:lnTo>
                  <a:lnTo>
                    <a:pt x="1497662" y="183385"/>
                  </a:lnTo>
                  <a:lnTo>
                    <a:pt x="1492216" y="183385"/>
                  </a:lnTo>
                  <a:lnTo>
                    <a:pt x="1486770" y="183385"/>
                  </a:lnTo>
                  <a:lnTo>
                    <a:pt x="1481324" y="183385"/>
                  </a:lnTo>
                  <a:lnTo>
                    <a:pt x="1475878" y="183385"/>
                  </a:lnTo>
                  <a:lnTo>
                    <a:pt x="1470432" y="183385"/>
                  </a:lnTo>
                  <a:lnTo>
                    <a:pt x="1464986" y="183385"/>
                  </a:lnTo>
                  <a:lnTo>
                    <a:pt x="1459540" y="183385"/>
                  </a:lnTo>
                  <a:lnTo>
                    <a:pt x="1454094" y="183385"/>
                  </a:lnTo>
                  <a:lnTo>
                    <a:pt x="1448647" y="183385"/>
                  </a:lnTo>
                  <a:lnTo>
                    <a:pt x="1443201" y="183385"/>
                  </a:lnTo>
                  <a:lnTo>
                    <a:pt x="1437755" y="183385"/>
                  </a:lnTo>
                  <a:lnTo>
                    <a:pt x="1432309" y="183385"/>
                  </a:lnTo>
                  <a:lnTo>
                    <a:pt x="1426863" y="183385"/>
                  </a:lnTo>
                  <a:lnTo>
                    <a:pt x="1421417" y="183385"/>
                  </a:lnTo>
                  <a:lnTo>
                    <a:pt x="1415971" y="183385"/>
                  </a:lnTo>
                  <a:lnTo>
                    <a:pt x="1410525" y="183385"/>
                  </a:lnTo>
                  <a:lnTo>
                    <a:pt x="1405079" y="183385"/>
                  </a:lnTo>
                  <a:lnTo>
                    <a:pt x="1399633" y="183385"/>
                  </a:lnTo>
                  <a:lnTo>
                    <a:pt x="1394187" y="183385"/>
                  </a:lnTo>
                  <a:lnTo>
                    <a:pt x="1388741" y="183385"/>
                  </a:lnTo>
                  <a:lnTo>
                    <a:pt x="1383295" y="183385"/>
                  </a:lnTo>
                  <a:lnTo>
                    <a:pt x="1377849" y="183385"/>
                  </a:lnTo>
                  <a:lnTo>
                    <a:pt x="1372403" y="183385"/>
                  </a:lnTo>
                  <a:lnTo>
                    <a:pt x="1366957" y="183385"/>
                  </a:lnTo>
                  <a:lnTo>
                    <a:pt x="1361511" y="183385"/>
                  </a:lnTo>
                  <a:lnTo>
                    <a:pt x="1356065" y="183385"/>
                  </a:lnTo>
                  <a:lnTo>
                    <a:pt x="1350619" y="183385"/>
                  </a:lnTo>
                  <a:lnTo>
                    <a:pt x="1345173" y="183385"/>
                  </a:lnTo>
                  <a:lnTo>
                    <a:pt x="1339727" y="183385"/>
                  </a:lnTo>
                  <a:lnTo>
                    <a:pt x="1334281" y="183385"/>
                  </a:lnTo>
                  <a:lnTo>
                    <a:pt x="1328834" y="183385"/>
                  </a:lnTo>
                  <a:lnTo>
                    <a:pt x="1323388" y="183385"/>
                  </a:lnTo>
                  <a:lnTo>
                    <a:pt x="1317942" y="183385"/>
                  </a:lnTo>
                  <a:lnTo>
                    <a:pt x="1312496" y="183385"/>
                  </a:lnTo>
                  <a:lnTo>
                    <a:pt x="1307050" y="183385"/>
                  </a:lnTo>
                  <a:lnTo>
                    <a:pt x="1301604" y="183385"/>
                  </a:lnTo>
                  <a:lnTo>
                    <a:pt x="1296158" y="183385"/>
                  </a:lnTo>
                  <a:lnTo>
                    <a:pt x="1290712" y="183385"/>
                  </a:lnTo>
                  <a:lnTo>
                    <a:pt x="1285266" y="183385"/>
                  </a:lnTo>
                  <a:lnTo>
                    <a:pt x="1279820" y="183385"/>
                  </a:lnTo>
                  <a:lnTo>
                    <a:pt x="1274374" y="183385"/>
                  </a:lnTo>
                  <a:lnTo>
                    <a:pt x="1268928" y="183385"/>
                  </a:lnTo>
                  <a:lnTo>
                    <a:pt x="1263482" y="183385"/>
                  </a:lnTo>
                  <a:lnTo>
                    <a:pt x="1258036" y="183385"/>
                  </a:lnTo>
                  <a:lnTo>
                    <a:pt x="1252590" y="183385"/>
                  </a:lnTo>
                  <a:lnTo>
                    <a:pt x="1247144" y="183385"/>
                  </a:lnTo>
                  <a:lnTo>
                    <a:pt x="1241698" y="183385"/>
                  </a:lnTo>
                  <a:lnTo>
                    <a:pt x="1236252" y="183385"/>
                  </a:lnTo>
                  <a:lnTo>
                    <a:pt x="1230806" y="183385"/>
                  </a:lnTo>
                  <a:lnTo>
                    <a:pt x="1225360" y="183385"/>
                  </a:lnTo>
                  <a:lnTo>
                    <a:pt x="1219914" y="183385"/>
                  </a:lnTo>
                  <a:lnTo>
                    <a:pt x="1214468" y="183385"/>
                  </a:lnTo>
                  <a:lnTo>
                    <a:pt x="1209021" y="183385"/>
                  </a:lnTo>
                  <a:lnTo>
                    <a:pt x="1203575" y="183385"/>
                  </a:lnTo>
                  <a:lnTo>
                    <a:pt x="1198129" y="183385"/>
                  </a:lnTo>
                  <a:lnTo>
                    <a:pt x="1192683" y="183385"/>
                  </a:lnTo>
                  <a:lnTo>
                    <a:pt x="1187237" y="183385"/>
                  </a:lnTo>
                  <a:lnTo>
                    <a:pt x="1181791" y="183385"/>
                  </a:lnTo>
                  <a:lnTo>
                    <a:pt x="1176345" y="183385"/>
                  </a:lnTo>
                  <a:lnTo>
                    <a:pt x="1170899" y="183385"/>
                  </a:lnTo>
                  <a:lnTo>
                    <a:pt x="1165453" y="183385"/>
                  </a:lnTo>
                  <a:lnTo>
                    <a:pt x="1160007" y="183385"/>
                  </a:lnTo>
                  <a:lnTo>
                    <a:pt x="1154561" y="183385"/>
                  </a:lnTo>
                  <a:lnTo>
                    <a:pt x="1149115" y="183385"/>
                  </a:lnTo>
                  <a:lnTo>
                    <a:pt x="1143669" y="183385"/>
                  </a:lnTo>
                  <a:lnTo>
                    <a:pt x="1138223" y="183385"/>
                  </a:lnTo>
                  <a:lnTo>
                    <a:pt x="1132777" y="183385"/>
                  </a:lnTo>
                  <a:lnTo>
                    <a:pt x="1127331" y="183385"/>
                  </a:lnTo>
                  <a:lnTo>
                    <a:pt x="1121885" y="183385"/>
                  </a:lnTo>
                  <a:lnTo>
                    <a:pt x="1116439" y="183385"/>
                  </a:lnTo>
                  <a:lnTo>
                    <a:pt x="1110993" y="183385"/>
                  </a:lnTo>
                  <a:lnTo>
                    <a:pt x="1105547" y="183385"/>
                  </a:lnTo>
                  <a:lnTo>
                    <a:pt x="1100101" y="183385"/>
                  </a:lnTo>
                  <a:lnTo>
                    <a:pt x="1094655" y="183385"/>
                  </a:lnTo>
                  <a:lnTo>
                    <a:pt x="1089209" y="183385"/>
                  </a:lnTo>
                  <a:lnTo>
                    <a:pt x="1083762" y="183385"/>
                  </a:lnTo>
                  <a:lnTo>
                    <a:pt x="1078316" y="183385"/>
                  </a:lnTo>
                  <a:lnTo>
                    <a:pt x="1072870" y="183385"/>
                  </a:lnTo>
                  <a:lnTo>
                    <a:pt x="1067424" y="183385"/>
                  </a:lnTo>
                  <a:lnTo>
                    <a:pt x="1061978" y="183385"/>
                  </a:lnTo>
                  <a:lnTo>
                    <a:pt x="1056532" y="183385"/>
                  </a:lnTo>
                  <a:lnTo>
                    <a:pt x="1051086" y="183385"/>
                  </a:lnTo>
                  <a:lnTo>
                    <a:pt x="1045640" y="183385"/>
                  </a:lnTo>
                  <a:lnTo>
                    <a:pt x="1040194" y="183385"/>
                  </a:lnTo>
                  <a:lnTo>
                    <a:pt x="1034748" y="183385"/>
                  </a:lnTo>
                  <a:lnTo>
                    <a:pt x="1029302" y="183385"/>
                  </a:lnTo>
                  <a:lnTo>
                    <a:pt x="1023856" y="183385"/>
                  </a:lnTo>
                  <a:lnTo>
                    <a:pt x="1018410" y="183385"/>
                  </a:lnTo>
                  <a:lnTo>
                    <a:pt x="1012964" y="183385"/>
                  </a:lnTo>
                  <a:lnTo>
                    <a:pt x="1007518" y="183385"/>
                  </a:lnTo>
                  <a:lnTo>
                    <a:pt x="1002072" y="183385"/>
                  </a:lnTo>
                  <a:lnTo>
                    <a:pt x="996626" y="183385"/>
                  </a:lnTo>
                  <a:lnTo>
                    <a:pt x="991180" y="183385"/>
                  </a:lnTo>
                  <a:lnTo>
                    <a:pt x="985734" y="183385"/>
                  </a:lnTo>
                  <a:lnTo>
                    <a:pt x="980288" y="183385"/>
                  </a:lnTo>
                  <a:lnTo>
                    <a:pt x="974842" y="183385"/>
                  </a:lnTo>
                  <a:lnTo>
                    <a:pt x="969396" y="183385"/>
                  </a:lnTo>
                  <a:lnTo>
                    <a:pt x="963949" y="183385"/>
                  </a:lnTo>
                  <a:lnTo>
                    <a:pt x="958503" y="183385"/>
                  </a:lnTo>
                  <a:lnTo>
                    <a:pt x="953057" y="183385"/>
                  </a:lnTo>
                  <a:lnTo>
                    <a:pt x="947611" y="183385"/>
                  </a:lnTo>
                  <a:lnTo>
                    <a:pt x="942165" y="183385"/>
                  </a:lnTo>
                  <a:lnTo>
                    <a:pt x="936719" y="183385"/>
                  </a:lnTo>
                  <a:lnTo>
                    <a:pt x="931273" y="183385"/>
                  </a:lnTo>
                  <a:lnTo>
                    <a:pt x="925827" y="183385"/>
                  </a:lnTo>
                  <a:lnTo>
                    <a:pt x="920381" y="183385"/>
                  </a:lnTo>
                  <a:lnTo>
                    <a:pt x="914935" y="183385"/>
                  </a:lnTo>
                  <a:lnTo>
                    <a:pt x="909489" y="183385"/>
                  </a:lnTo>
                  <a:lnTo>
                    <a:pt x="904043" y="183385"/>
                  </a:lnTo>
                  <a:lnTo>
                    <a:pt x="898597" y="183385"/>
                  </a:lnTo>
                  <a:lnTo>
                    <a:pt x="893151" y="183385"/>
                  </a:lnTo>
                  <a:lnTo>
                    <a:pt x="887705" y="183385"/>
                  </a:lnTo>
                  <a:lnTo>
                    <a:pt x="882259" y="183385"/>
                  </a:lnTo>
                  <a:lnTo>
                    <a:pt x="876813" y="183385"/>
                  </a:lnTo>
                  <a:lnTo>
                    <a:pt x="871367" y="183385"/>
                  </a:lnTo>
                  <a:lnTo>
                    <a:pt x="865921" y="183385"/>
                  </a:lnTo>
                  <a:lnTo>
                    <a:pt x="860475" y="183385"/>
                  </a:lnTo>
                  <a:lnTo>
                    <a:pt x="855029" y="183385"/>
                  </a:lnTo>
                  <a:lnTo>
                    <a:pt x="849583" y="183385"/>
                  </a:lnTo>
                  <a:lnTo>
                    <a:pt x="844136" y="183385"/>
                  </a:lnTo>
                  <a:lnTo>
                    <a:pt x="838690" y="183385"/>
                  </a:lnTo>
                  <a:lnTo>
                    <a:pt x="833244" y="183385"/>
                  </a:lnTo>
                  <a:lnTo>
                    <a:pt x="827798" y="183385"/>
                  </a:lnTo>
                  <a:lnTo>
                    <a:pt x="822352" y="183385"/>
                  </a:lnTo>
                  <a:lnTo>
                    <a:pt x="816906" y="183385"/>
                  </a:lnTo>
                  <a:lnTo>
                    <a:pt x="811460" y="183385"/>
                  </a:lnTo>
                  <a:lnTo>
                    <a:pt x="806014" y="183385"/>
                  </a:lnTo>
                  <a:lnTo>
                    <a:pt x="800568" y="183385"/>
                  </a:lnTo>
                  <a:lnTo>
                    <a:pt x="795122" y="183385"/>
                  </a:lnTo>
                  <a:lnTo>
                    <a:pt x="789676" y="183385"/>
                  </a:lnTo>
                  <a:lnTo>
                    <a:pt x="784230" y="183385"/>
                  </a:lnTo>
                  <a:lnTo>
                    <a:pt x="778784" y="183385"/>
                  </a:lnTo>
                  <a:lnTo>
                    <a:pt x="773338" y="183385"/>
                  </a:lnTo>
                  <a:lnTo>
                    <a:pt x="767892" y="183385"/>
                  </a:lnTo>
                  <a:lnTo>
                    <a:pt x="762446" y="183385"/>
                  </a:lnTo>
                  <a:lnTo>
                    <a:pt x="757000" y="183385"/>
                  </a:lnTo>
                  <a:lnTo>
                    <a:pt x="751554" y="183385"/>
                  </a:lnTo>
                  <a:lnTo>
                    <a:pt x="746108" y="183385"/>
                  </a:lnTo>
                  <a:lnTo>
                    <a:pt x="740662" y="183385"/>
                  </a:lnTo>
                  <a:lnTo>
                    <a:pt x="735216" y="183385"/>
                  </a:lnTo>
                  <a:lnTo>
                    <a:pt x="729770" y="183385"/>
                  </a:lnTo>
                  <a:lnTo>
                    <a:pt x="724323" y="183385"/>
                  </a:lnTo>
                  <a:lnTo>
                    <a:pt x="718877" y="183385"/>
                  </a:lnTo>
                  <a:lnTo>
                    <a:pt x="713431" y="183385"/>
                  </a:lnTo>
                  <a:lnTo>
                    <a:pt x="707985" y="183385"/>
                  </a:lnTo>
                  <a:lnTo>
                    <a:pt x="702539" y="183385"/>
                  </a:lnTo>
                  <a:lnTo>
                    <a:pt x="697093" y="183385"/>
                  </a:lnTo>
                  <a:lnTo>
                    <a:pt x="691647" y="183385"/>
                  </a:lnTo>
                  <a:lnTo>
                    <a:pt x="686201" y="183385"/>
                  </a:lnTo>
                  <a:lnTo>
                    <a:pt x="680755" y="183385"/>
                  </a:lnTo>
                  <a:lnTo>
                    <a:pt x="675309" y="183385"/>
                  </a:lnTo>
                  <a:lnTo>
                    <a:pt x="669863" y="183385"/>
                  </a:lnTo>
                  <a:lnTo>
                    <a:pt x="664417" y="183385"/>
                  </a:lnTo>
                  <a:lnTo>
                    <a:pt x="658971" y="183385"/>
                  </a:lnTo>
                  <a:lnTo>
                    <a:pt x="653525" y="183385"/>
                  </a:lnTo>
                  <a:lnTo>
                    <a:pt x="648079" y="183385"/>
                  </a:lnTo>
                  <a:lnTo>
                    <a:pt x="642633" y="183385"/>
                  </a:lnTo>
                  <a:lnTo>
                    <a:pt x="637187" y="183385"/>
                  </a:lnTo>
                  <a:lnTo>
                    <a:pt x="631741" y="183385"/>
                  </a:lnTo>
                  <a:lnTo>
                    <a:pt x="626295" y="183385"/>
                  </a:lnTo>
                  <a:lnTo>
                    <a:pt x="620849" y="183385"/>
                  </a:lnTo>
                  <a:lnTo>
                    <a:pt x="615403" y="183385"/>
                  </a:lnTo>
                  <a:lnTo>
                    <a:pt x="609957" y="183385"/>
                  </a:lnTo>
                  <a:lnTo>
                    <a:pt x="604510" y="183385"/>
                  </a:lnTo>
                  <a:lnTo>
                    <a:pt x="599064" y="183385"/>
                  </a:lnTo>
                  <a:lnTo>
                    <a:pt x="593618" y="183385"/>
                  </a:lnTo>
                  <a:lnTo>
                    <a:pt x="588172" y="183385"/>
                  </a:lnTo>
                  <a:lnTo>
                    <a:pt x="582726" y="183385"/>
                  </a:lnTo>
                  <a:lnTo>
                    <a:pt x="577280" y="183385"/>
                  </a:lnTo>
                  <a:lnTo>
                    <a:pt x="571834" y="183385"/>
                  </a:lnTo>
                  <a:lnTo>
                    <a:pt x="566388" y="183385"/>
                  </a:lnTo>
                  <a:lnTo>
                    <a:pt x="560942" y="183385"/>
                  </a:lnTo>
                  <a:lnTo>
                    <a:pt x="555496" y="183385"/>
                  </a:lnTo>
                  <a:lnTo>
                    <a:pt x="550050" y="183385"/>
                  </a:lnTo>
                  <a:lnTo>
                    <a:pt x="544604" y="183385"/>
                  </a:lnTo>
                  <a:lnTo>
                    <a:pt x="539158" y="183385"/>
                  </a:lnTo>
                  <a:lnTo>
                    <a:pt x="533712" y="183385"/>
                  </a:lnTo>
                  <a:lnTo>
                    <a:pt x="528266" y="183385"/>
                  </a:lnTo>
                  <a:lnTo>
                    <a:pt x="522820" y="183385"/>
                  </a:lnTo>
                  <a:lnTo>
                    <a:pt x="517374" y="183385"/>
                  </a:lnTo>
                  <a:lnTo>
                    <a:pt x="511928" y="183385"/>
                  </a:lnTo>
                  <a:lnTo>
                    <a:pt x="506482" y="183385"/>
                  </a:lnTo>
                  <a:lnTo>
                    <a:pt x="501036" y="183385"/>
                  </a:lnTo>
                  <a:lnTo>
                    <a:pt x="495590" y="183385"/>
                  </a:lnTo>
                  <a:lnTo>
                    <a:pt x="490144" y="183385"/>
                  </a:lnTo>
                  <a:lnTo>
                    <a:pt x="484698" y="183385"/>
                  </a:lnTo>
                  <a:lnTo>
                    <a:pt x="479251" y="183385"/>
                  </a:lnTo>
                  <a:lnTo>
                    <a:pt x="473805" y="183385"/>
                  </a:lnTo>
                  <a:lnTo>
                    <a:pt x="468359" y="183385"/>
                  </a:lnTo>
                  <a:lnTo>
                    <a:pt x="462913" y="183385"/>
                  </a:lnTo>
                  <a:lnTo>
                    <a:pt x="457467" y="183385"/>
                  </a:lnTo>
                  <a:lnTo>
                    <a:pt x="452021" y="183385"/>
                  </a:lnTo>
                  <a:lnTo>
                    <a:pt x="446575" y="183385"/>
                  </a:lnTo>
                  <a:lnTo>
                    <a:pt x="441129" y="183385"/>
                  </a:lnTo>
                  <a:lnTo>
                    <a:pt x="435683" y="183385"/>
                  </a:lnTo>
                  <a:lnTo>
                    <a:pt x="430237" y="183385"/>
                  </a:lnTo>
                  <a:lnTo>
                    <a:pt x="424791" y="183385"/>
                  </a:lnTo>
                  <a:lnTo>
                    <a:pt x="419345" y="183385"/>
                  </a:lnTo>
                  <a:lnTo>
                    <a:pt x="413899" y="183385"/>
                  </a:lnTo>
                  <a:lnTo>
                    <a:pt x="408453" y="183385"/>
                  </a:lnTo>
                  <a:lnTo>
                    <a:pt x="403007" y="183385"/>
                  </a:lnTo>
                  <a:lnTo>
                    <a:pt x="397561" y="183385"/>
                  </a:lnTo>
                  <a:lnTo>
                    <a:pt x="392115" y="183385"/>
                  </a:lnTo>
                  <a:lnTo>
                    <a:pt x="386669" y="183385"/>
                  </a:lnTo>
                  <a:lnTo>
                    <a:pt x="381223" y="183385"/>
                  </a:lnTo>
                  <a:lnTo>
                    <a:pt x="375777" y="183385"/>
                  </a:lnTo>
                  <a:lnTo>
                    <a:pt x="370331" y="183385"/>
                  </a:lnTo>
                  <a:lnTo>
                    <a:pt x="364885" y="183385"/>
                  </a:lnTo>
                  <a:lnTo>
                    <a:pt x="359438" y="183385"/>
                  </a:lnTo>
                  <a:lnTo>
                    <a:pt x="353992" y="183385"/>
                  </a:lnTo>
                  <a:lnTo>
                    <a:pt x="348546" y="183385"/>
                  </a:lnTo>
                  <a:lnTo>
                    <a:pt x="343100" y="183385"/>
                  </a:lnTo>
                  <a:lnTo>
                    <a:pt x="337654" y="183385"/>
                  </a:lnTo>
                  <a:lnTo>
                    <a:pt x="332208" y="183385"/>
                  </a:lnTo>
                  <a:lnTo>
                    <a:pt x="326762" y="183385"/>
                  </a:lnTo>
                  <a:lnTo>
                    <a:pt x="321316" y="183385"/>
                  </a:lnTo>
                  <a:lnTo>
                    <a:pt x="315870" y="183385"/>
                  </a:lnTo>
                  <a:lnTo>
                    <a:pt x="310424" y="183385"/>
                  </a:lnTo>
                  <a:lnTo>
                    <a:pt x="304978" y="183385"/>
                  </a:lnTo>
                  <a:lnTo>
                    <a:pt x="299532" y="183385"/>
                  </a:lnTo>
                  <a:lnTo>
                    <a:pt x="294086" y="183385"/>
                  </a:lnTo>
                  <a:lnTo>
                    <a:pt x="288640" y="183385"/>
                  </a:lnTo>
                  <a:lnTo>
                    <a:pt x="283194" y="183385"/>
                  </a:lnTo>
                  <a:lnTo>
                    <a:pt x="277748" y="183385"/>
                  </a:lnTo>
                  <a:lnTo>
                    <a:pt x="272302" y="183385"/>
                  </a:lnTo>
                  <a:lnTo>
                    <a:pt x="266856" y="183385"/>
                  </a:lnTo>
                  <a:lnTo>
                    <a:pt x="261410" y="183385"/>
                  </a:lnTo>
                  <a:lnTo>
                    <a:pt x="255964" y="183385"/>
                  </a:lnTo>
                  <a:lnTo>
                    <a:pt x="250518" y="183385"/>
                  </a:lnTo>
                  <a:lnTo>
                    <a:pt x="245072" y="183385"/>
                  </a:lnTo>
                  <a:lnTo>
                    <a:pt x="239625" y="183385"/>
                  </a:lnTo>
                  <a:lnTo>
                    <a:pt x="234179" y="183385"/>
                  </a:lnTo>
                  <a:lnTo>
                    <a:pt x="228733" y="183385"/>
                  </a:lnTo>
                  <a:lnTo>
                    <a:pt x="223287" y="183385"/>
                  </a:lnTo>
                  <a:lnTo>
                    <a:pt x="217841" y="183385"/>
                  </a:lnTo>
                  <a:lnTo>
                    <a:pt x="212395" y="183385"/>
                  </a:lnTo>
                  <a:lnTo>
                    <a:pt x="206949" y="183385"/>
                  </a:lnTo>
                  <a:lnTo>
                    <a:pt x="201503" y="183385"/>
                  </a:lnTo>
                  <a:lnTo>
                    <a:pt x="196057" y="183385"/>
                  </a:lnTo>
                  <a:lnTo>
                    <a:pt x="190611" y="183385"/>
                  </a:lnTo>
                  <a:lnTo>
                    <a:pt x="185165" y="183385"/>
                  </a:lnTo>
                  <a:lnTo>
                    <a:pt x="179719" y="183385"/>
                  </a:lnTo>
                  <a:lnTo>
                    <a:pt x="174273" y="183385"/>
                  </a:lnTo>
                  <a:lnTo>
                    <a:pt x="168827" y="183385"/>
                  </a:lnTo>
                  <a:lnTo>
                    <a:pt x="163381" y="183385"/>
                  </a:lnTo>
                  <a:lnTo>
                    <a:pt x="157935" y="183385"/>
                  </a:lnTo>
                  <a:lnTo>
                    <a:pt x="152489" y="183385"/>
                  </a:lnTo>
                  <a:lnTo>
                    <a:pt x="147043" y="183385"/>
                  </a:lnTo>
                  <a:lnTo>
                    <a:pt x="141597" y="183385"/>
                  </a:lnTo>
                  <a:lnTo>
                    <a:pt x="136151" y="183385"/>
                  </a:lnTo>
                  <a:lnTo>
                    <a:pt x="130705" y="183385"/>
                  </a:lnTo>
                  <a:lnTo>
                    <a:pt x="125259" y="183385"/>
                  </a:lnTo>
                  <a:lnTo>
                    <a:pt x="119812" y="183385"/>
                  </a:lnTo>
                  <a:lnTo>
                    <a:pt x="114366" y="183385"/>
                  </a:lnTo>
                  <a:lnTo>
                    <a:pt x="108920" y="183385"/>
                  </a:lnTo>
                  <a:lnTo>
                    <a:pt x="103474" y="183385"/>
                  </a:lnTo>
                  <a:lnTo>
                    <a:pt x="98028" y="183385"/>
                  </a:lnTo>
                  <a:lnTo>
                    <a:pt x="92582" y="183385"/>
                  </a:lnTo>
                  <a:lnTo>
                    <a:pt x="87136" y="183385"/>
                  </a:lnTo>
                  <a:lnTo>
                    <a:pt x="81690" y="183385"/>
                  </a:lnTo>
                  <a:lnTo>
                    <a:pt x="76244" y="183385"/>
                  </a:lnTo>
                  <a:lnTo>
                    <a:pt x="70798" y="183385"/>
                  </a:lnTo>
                  <a:lnTo>
                    <a:pt x="65352" y="183385"/>
                  </a:lnTo>
                  <a:lnTo>
                    <a:pt x="59906" y="183385"/>
                  </a:lnTo>
                  <a:lnTo>
                    <a:pt x="54460" y="183385"/>
                  </a:lnTo>
                  <a:lnTo>
                    <a:pt x="49014" y="183385"/>
                  </a:lnTo>
                  <a:lnTo>
                    <a:pt x="43568" y="183385"/>
                  </a:lnTo>
                  <a:lnTo>
                    <a:pt x="38122" y="183385"/>
                  </a:lnTo>
                  <a:lnTo>
                    <a:pt x="32676" y="183385"/>
                  </a:lnTo>
                  <a:lnTo>
                    <a:pt x="27230" y="183385"/>
                  </a:lnTo>
                  <a:lnTo>
                    <a:pt x="21784" y="183385"/>
                  </a:lnTo>
                  <a:lnTo>
                    <a:pt x="16338" y="183385"/>
                  </a:lnTo>
                  <a:lnTo>
                    <a:pt x="10892" y="183385"/>
                  </a:lnTo>
                  <a:lnTo>
                    <a:pt x="5446" y="18338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57616" y="4798698"/>
              <a:ext cx="2782929" cy="183385"/>
            </a:xfrm>
            <a:custGeom>
              <a:avLst/>
              <a:pathLst>
                <a:path w="2782929" h="183385">
                  <a:moveTo>
                    <a:pt x="0" y="183385"/>
                  </a:moveTo>
                  <a:lnTo>
                    <a:pt x="5446" y="183385"/>
                  </a:lnTo>
                  <a:lnTo>
                    <a:pt x="10892" y="183385"/>
                  </a:lnTo>
                  <a:lnTo>
                    <a:pt x="16338" y="183385"/>
                  </a:lnTo>
                  <a:lnTo>
                    <a:pt x="21784" y="183385"/>
                  </a:lnTo>
                  <a:lnTo>
                    <a:pt x="27230" y="183385"/>
                  </a:lnTo>
                  <a:lnTo>
                    <a:pt x="32676" y="183385"/>
                  </a:lnTo>
                  <a:lnTo>
                    <a:pt x="38122" y="183385"/>
                  </a:lnTo>
                  <a:lnTo>
                    <a:pt x="43568" y="183385"/>
                  </a:lnTo>
                  <a:lnTo>
                    <a:pt x="49014" y="183385"/>
                  </a:lnTo>
                  <a:lnTo>
                    <a:pt x="54460" y="183385"/>
                  </a:lnTo>
                  <a:lnTo>
                    <a:pt x="59906" y="183385"/>
                  </a:lnTo>
                  <a:lnTo>
                    <a:pt x="65352" y="183385"/>
                  </a:lnTo>
                  <a:lnTo>
                    <a:pt x="70798" y="183385"/>
                  </a:lnTo>
                  <a:lnTo>
                    <a:pt x="76244" y="183385"/>
                  </a:lnTo>
                  <a:lnTo>
                    <a:pt x="81690" y="183385"/>
                  </a:lnTo>
                  <a:lnTo>
                    <a:pt x="87136" y="183385"/>
                  </a:lnTo>
                  <a:lnTo>
                    <a:pt x="92582" y="183385"/>
                  </a:lnTo>
                  <a:lnTo>
                    <a:pt x="98028" y="183385"/>
                  </a:lnTo>
                  <a:lnTo>
                    <a:pt x="103474" y="183385"/>
                  </a:lnTo>
                  <a:lnTo>
                    <a:pt x="108920" y="183385"/>
                  </a:lnTo>
                  <a:lnTo>
                    <a:pt x="114366" y="183385"/>
                  </a:lnTo>
                  <a:lnTo>
                    <a:pt x="119812" y="183385"/>
                  </a:lnTo>
                  <a:lnTo>
                    <a:pt x="125259" y="183385"/>
                  </a:lnTo>
                  <a:lnTo>
                    <a:pt x="130705" y="183385"/>
                  </a:lnTo>
                  <a:lnTo>
                    <a:pt x="136151" y="183384"/>
                  </a:lnTo>
                  <a:lnTo>
                    <a:pt x="141597" y="183384"/>
                  </a:lnTo>
                  <a:lnTo>
                    <a:pt x="147043" y="183383"/>
                  </a:lnTo>
                  <a:lnTo>
                    <a:pt x="152489" y="183382"/>
                  </a:lnTo>
                  <a:lnTo>
                    <a:pt x="157935" y="183381"/>
                  </a:lnTo>
                  <a:lnTo>
                    <a:pt x="163381" y="183379"/>
                  </a:lnTo>
                  <a:lnTo>
                    <a:pt x="168827" y="183377"/>
                  </a:lnTo>
                  <a:lnTo>
                    <a:pt x="174273" y="183373"/>
                  </a:lnTo>
                  <a:lnTo>
                    <a:pt x="179719" y="183368"/>
                  </a:lnTo>
                  <a:lnTo>
                    <a:pt x="185165" y="183360"/>
                  </a:lnTo>
                  <a:lnTo>
                    <a:pt x="190611" y="183350"/>
                  </a:lnTo>
                  <a:lnTo>
                    <a:pt x="196057" y="183337"/>
                  </a:lnTo>
                  <a:lnTo>
                    <a:pt x="201503" y="183319"/>
                  </a:lnTo>
                  <a:lnTo>
                    <a:pt x="206949" y="183295"/>
                  </a:lnTo>
                  <a:lnTo>
                    <a:pt x="212395" y="183263"/>
                  </a:lnTo>
                  <a:lnTo>
                    <a:pt x="217841" y="183221"/>
                  </a:lnTo>
                  <a:lnTo>
                    <a:pt x="223287" y="183166"/>
                  </a:lnTo>
                  <a:lnTo>
                    <a:pt x="228733" y="183097"/>
                  </a:lnTo>
                  <a:lnTo>
                    <a:pt x="234179" y="183009"/>
                  </a:lnTo>
                  <a:lnTo>
                    <a:pt x="239625" y="182899"/>
                  </a:lnTo>
                  <a:lnTo>
                    <a:pt x="245072" y="182764"/>
                  </a:lnTo>
                  <a:lnTo>
                    <a:pt x="250518" y="182597"/>
                  </a:lnTo>
                  <a:lnTo>
                    <a:pt x="255964" y="182388"/>
                  </a:lnTo>
                  <a:lnTo>
                    <a:pt x="261410" y="182136"/>
                  </a:lnTo>
                  <a:lnTo>
                    <a:pt x="266856" y="181836"/>
                  </a:lnTo>
                  <a:lnTo>
                    <a:pt x="272302" y="181482"/>
                  </a:lnTo>
                  <a:lnTo>
                    <a:pt x="277748" y="181068"/>
                  </a:lnTo>
                  <a:lnTo>
                    <a:pt x="283194" y="180589"/>
                  </a:lnTo>
                  <a:lnTo>
                    <a:pt x="288640" y="180040"/>
                  </a:lnTo>
                  <a:lnTo>
                    <a:pt x="294086" y="179401"/>
                  </a:lnTo>
                  <a:lnTo>
                    <a:pt x="299532" y="178681"/>
                  </a:lnTo>
                  <a:lnTo>
                    <a:pt x="304978" y="177880"/>
                  </a:lnTo>
                  <a:lnTo>
                    <a:pt x="310424" y="176995"/>
                  </a:lnTo>
                  <a:lnTo>
                    <a:pt x="315870" y="176029"/>
                  </a:lnTo>
                  <a:lnTo>
                    <a:pt x="321316" y="174981"/>
                  </a:lnTo>
                  <a:lnTo>
                    <a:pt x="326762" y="173857"/>
                  </a:lnTo>
                  <a:lnTo>
                    <a:pt x="332208" y="172653"/>
                  </a:lnTo>
                  <a:lnTo>
                    <a:pt x="337654" y="171383"/>
                  </a:lnTo>
                  <a:lnTo>
                    <a:pt x="343100" y="170061"/>
                  </a:lnTo>
                  <a:lnTo>
                    <a:pt x="348546" y="168698"/>
                  </a:lnTo>
                  <a:lnTo>
                    <a:pt x="353992" y="167303"/>
                  </a:lnTo>
                  <a:lnTo>
                    <a:pt x="359438" y="165890"/>
                  </a:lnTo>
                  <a:lnTo>
                    <a:pt x="364885" y="164470"/>
                  </a:lnTo>
                  <a:lnTo>
                    <a:pt x="370331" y="163058"/>
                  </a:lnTo>
                  <a:lnTo>
                    <a:pt x="375777" y="161668"/>
                  </a:lnTo>
                  <a:lnTo>
                    <a:pt x="381223" y="160311"/>
                  </a:lnTo>
                  <a:lnTo>
                    <a:pt x="386669" y="158996"/>
                  </a:lnTo>
                  <a:lnTo>
                    <a:pt x="392115" y="157729"/>
                  </a:lnTo>
                  <a:lnTo>
                    <a:pt x="397561" y="156515"/>
                  </a:lnTo>
                  <a:lnTo>
                    <a:pt x="403007" y="155359"/>
                  </a:lnTo>
                  <a:lnTo>
                    <a:pt x="408453" y="154263"/>
                  </a:lnTo>
                  <a:lnTo>
                    <a:pt x="413899" y="153230"/>
                  </a:lnTo>
                  <a:lnTo>
                    <a:pt x="419345" y="152246"/>
                  </a:lnTo>
                  <a:lnTo>
                    <a:pt x="424791" y="151302"/>
                  </a:lnTo>
                  <a:lnTo>
                    <a:pt x="430237" y="150389"/>
                  </a:lnTo>
                  <a:lnTo>
                    <a:pt x="435683" y="149493"/>
                  </a:lnTo>
                  <a:lnTo>
                    <a:pt x="441129" y="148602"/>
                  </a:lnTo>
                  <a:lnTo>
                    <a:pt x="446575" y="147699"/>
                  </a:lnTo>
                  <a:lnTo>
                    <a:pt x="452021" y="146758"/>
                  </a:lnTo>
                  <a:lnTo>
                    <a:pt x="457467" y="145763"/>
                  </a:lnTo>
                  <a:lnTo>
                    <a:pt x="462913" y="144698"/>
                  </a:lnTo>
                  <a:lnTo>
                    <a:pt x="468359" y="143545"/>
                  </a:lnTo>
                  <a:lnTo>
                    <a:pt x="473805" y="142288"/>
                  </a:lnTo>
                  <a:lnTo>
                    <a:pt x="479251" y="140913"/>
                  </a:lnTo>
                  <a:lnTo>
                    <a:pt x="484698" y="139405"/>
                  </a:lnTo>
                  <a:lnTo>
                    <a:pt x="490144" y="137731"/>
                  </a:lnTo>
                  <a:lnTo>
                    <a:pt x="495590" y="135896"/>
                  </a:lnTo>
                  <a:lnTo>
                    <a:pt x="501036" y="133902"/>
                  </a:lnTo>
                  <a:lnTo>
                    <a:pt x="506482" y="131746"/>
                  </a:lnTo>
                  <a:lnTo>
                    <a:pt x="511928" y="129430"/>
                  </a:lnTo>
                  <a:lnTo>
                    <a:pt x="517374" y="126956"/>
                  </a:lnTo>
                  <a:lnTo>
                    <a:pt x="522820" y="124331"/>
                  </a:lnTo>
                  <a:lnTo>
                    <a:pt x="528266" y="121548"/>
                  </a:lnTo>
                  <a:lnTo>
                    <a:pt x="533712" y="118626"/>
                  </a:lnTo>
                  <a:lnTo>
                    <a:pt x="539158" y="115588"/>
                  </a:lnTo>
                  <a:lnTo>
                    <a:pt x="544604" y="112447"/>
                  </a:lnTo>
                  <a:lnTo>
                    <a:pt x="550050" y="109218"/>
                  </a:lnTo>
                  <a:lnTo>
                    <a:pt x="555496" y="105914"/>
                  </a:lnTo>
                  <a:lnTo>
                    <a:pt x="560942" y="102547"/>
                  </a:lnTo>
                  <a:lnTo>
                    <a:pt x="566388" y="99128"/>
                  </a:lnTo>
                  <a:lnTo>
                    <a:pt x="571834" y="95668"/>
                  </a:lnTo>
                  <a:lnTo>
                    <a:pt x="577280" y="92182"/>
                  </a:lnTo>
                  <a:lnTo>
                    <a:pt x="582726" y="88674"/>
                  </a:lnTo>
                  <a:lnTo>
                    <a:pt x="588172" y="85149"/>
                  </a:lnTo>
                  <a:lnTo>
                    <a:pt x="593618" y="81608"/>
                  </a:lnTo>
                  <a:lnTo>
                    <a:pt x="599064" y="78053"/>
                  </a:lnTo>
                  <a:lnTo>
                    <a:pt x="604510" y="74480"/>
                  </a:lnTo>
                  <a:lnTo>
                    <a:pt x="609957" y="70883"/>
                  </a:lnTo>
                  <a:lnTo>
                    <a:pt x="615403" y="67261"/>
                  </a:lnTo>
                  <a:lnTo>
                    <a:pt x="620849" y="63609"/>
                  </a:lnTo>
                  <a:lnTo>
                    <a:pt x="626295" y="59924"/>
                  </a:lnTo>
                  <a:lnTo>
                    <a:pt x="631741" y="56204"/>
                  </a:lnTo>
                  <a:lnTo>
                    <a:pt x="637187" y="52448"/>
                  </a:lnTo>
                  <a:lnTo>
                    <a:pt x="642633" y="48657"/>
                  </a:lnTo>
                  <a:lnTo>
                    <a:pt x="648079" y="44833"/>
                  </a:lnTo>
                  <a:lnTo>
                    <a:pt x="653525" y="40990"/>
                  </a:lnTo>
                  <a:lnTo>
                    <a:pt x="658971" y="37144"/>
                  </a:lnTo>
                  <a:lnTo>
                    <a:pt x="664417" y="33312"/>
                  </a:lnTo>
                  <a:lnTo>
                    <a:pt x="669863" y="29516"/>
                  </a:lnTo>
                  <a:lnTo>
                    <a:pt x="675309" y="25781"/>
                  </a:lnTo>
                  <a:lnTo>
                    <a:pt x="680755" y="22136"/>
                  </a:lnTo>
                  <a:lnTo>
                    <a:pt x="686201" y="18633"/>
                  </a:lnTo>
                  <a:lnTo>
                    <a:pt x="691647" y="15313"/>
                  </a:lnTo>
                  <a:lnTo>
                    <a:pt x="697093" y="12207"/>
                  </a:lnTo>
                  <a:lnTo>
                    <a:pt x="702539" y="9354"/>
                  </a:lnTo>
                  <a:lnTo>
                    <a:pt x="707985" y="6794"/>
                  </a:lnTo>
                  <a:lnTo>
                    <a:pt x="713431" y="4567"/>
                  </a:lnTo>
                  <a:lnTo>
                    <a:pt x="718877" y="2713"/>
                  </a:lnTo>
                  <a:lnTo>
                    <a:pt x="724323" y="1307"/>
                  </a:lnTo>
                  <a:lnTo>
                    <a:pt x="729770" y="407"/>
                  </a:lnTo>
                  <a:lnTo>
                    <a:pt x="735216" y="0"/>
                  </a:lnTo>
                  <a:lnTo>
                    <a:pt x="740662" y="109"/>
                  </a:lnTo>
                  <a:lnTo>
                    <a:pt x="746108" y="757"/>
                  </a:lnTo>
                  <a:lnTo>
                    <a:pt x="751554" y="1961"/>
                  </a:lnTo>
                  <a:lnTo>
                    <a:pt x="757000" y="3732"/>
                  </a:lnTo>
                  <a:lnTo>
                    <a:pt x="762446" y="6096"/>
                  </a:lnTo>
                  <a:lnTo>
                    <a:pt x="767892" y="9120"/>
                  </a:lnTo>
                  <a:lnTo>
                    <a:pt x="773338" y="12703"/>
                  </a:lnTo>
                  <a:lnTo>
                    <a:pt x="778784" y="16829"/>
                  </a:lnTo>
                  <a:lnTo>
                    <a:pt x="784230" y="21473"/>
                  </a:lnTo>
                  <a:lnTo>
                    <a:pt x="789676" y="26606"/>
                  </a:lnTo>
                  <a:lnTo>
                    <a:pt x="795122" y="32195"/>
                  </a:lnTo>
                  <a:lnTo>
                    <a:pt x="800568" y="38199"/>
                  </a:lnTo>
                  <a:lnTo>
                    <a:pt x="806014" y="44627"/>
                  </a:lnTo>
                  <a:lnTo>
                    <a:pt x="811460" y="51353"/>
                  </a:lnTo>
                  <a:lnTo>
                    <a:pt x="816906" y="58317"/>
                  </a:lnTo>
                  <a:lnTo>
                    <a:pt x="822352" y="65463"/>
                  </a:lnTo>
                  <a:lnTo>
                    <a:pt x="827798" y="72731"/>
                  </a:lnTo>
                  <a:lnTo>
                    <a:pt x="833244" y="80062"/>
                  </a:lnTo>
                  <a:lnTo>
                    <a:pt x="838690" y="87396"/>
                  </a:lnTo>
                  <a:lnTo>
                    <a:pt x="844136" y="94658"/>
                  </a:lnTo>
                  <a:lnTo>
                    <a:pt x="849583" y="101783"/>
                  </a:lnTo>
                  <a:lnTo>
                    <a:pt x="855029" y="108724"/>
                  </a:lnTo>
                  <a:lnTo>
                    <a:pt x="860475" y="115436"/>
                  </a:lnTo>
                  <a:lnTo>
                    <a:pt x="865921" y="121879"/>
                  </a:lnTo>
                  <a:lnTo>
                    <a:pt x="871367" y="128018"/>
                  </a:lnTo>
                  <a:lnTo>
                    <a:pt x="876813" y="133825"/>
                  </a:lnTo>
                  <a:lnTo>
                    <a:pt x="882259" y="139238"/>
                  </a:lnTo>
                  <a:lnTo>
                    <a:pt x="887705" y="144238"/>
                  </a:lnTo>
                  <a:lnTo>
                    <a:pt x="893151" y="148853"/>
                  </a:lnTo>
                  <a:lnTo>
                    <a:pt x="898597" y="153081"/>
                  </a:lnTo>
                  <a:lnTo>
                    <a:pt x="904043" y="156925"/>
                  </a:lnTo>
                  <a:lnTo>
                    <a:pt x="909489" y="160394"/>
                  </a:lnTo>
                  <a:lnTo>
                    <a:pt x="914935" y="163498"/>
                  </a:lnTo>
                  <a:lnTo>
                    <a:pt x="920381" y="166238"/>
                  </a:lnTo>
                  <a:lnTo>
                    <a:pt x="925827" y="168609"/>
                  </a:lnTo>
                  <a:lnTo>
                    <a:pt x="931273" y="170683"/>
                  </a:lnTo>
                  <a:lnTo>
                    <a:pt x="936719" y="172481"/>
                  </a:lnTo>
                  <a:lnTo>
                    <a:pt x="942165" y="174029"/>
                  </a:lnTo>
                  <a:lnTo>
                    <a:pt x="947611" y="175350"/>
                  </a:lnTo>
                  <a:lnTo>
                    <a:pt x="953057" y="176468"/>
                  </a:lnTo>
                  <a:lnTo>
                    <a:pt x="958503" y="177406"/>
                  </a:lnTo>
                  <a:lnTo>
                    <a:pt x="963949" y="178163"/>
                  </a:lnTo>
                  <a:lnTo>
                    <a:pt x="969396" y="178794"/>
                  </a:lnTo>
                  <a:lnTo>
                    <a:pt x="974842" y="179317"/>
                  </a:lnTo>
                  <a:lnTo>
                    <a:pt x="980288" y="179748"/>
                  </a:lnTo>
                  <a:lnTo>
                    <a:pt x="985734" y="180105"/>
                  </a:lnTo>
                  <a:lnTo>
                    <a:pt x="991180" y="180399"/>
                  </a:lnTo>
                  <a:lnTo>
                    <a:pt x="996626" y="180644"/>
                  </a:lnTo>
                  <a:lnTo>
                    <a:pt x="1002072" y="180845"/>
                  </a:lnTo>
                  <a:lnTo>
                    <a:pt x="1007518" y="181019"/>
                  </a:lnTo>
                  <a:lnTo>
                    <a:pt x="1012964" y="181172"/>
                  </a:lnTo>
                  <a:lnTo>
                    <a:pt x="1018410" y="181311"/>
                  </a:lnTo>
                  <a:lnTo>
                    <a:pt x="1023856" y="181438"/>
                  </a:lnTo>
                  <a:lnTo>
                    <a:pt x="1029302" y="181558"/>
                  </a:lnTo>
                  <a:lnTo>
                    <a:pt x="1034748" y="181673"/>
                  </a:lnTo>
                  <a:lnTo>
                    <a:pt x="1040194" y="181784"/>
                  </a:lnTo>
                  <a:lnTo>
                    <a:pt x="1045640" y="181892"/>
                  </a:lnTo>
                  <a:lnTo>
                    <a:pt x="1051086" y="181997"/>
                  </a:lnTo>
                  <a:lnTo>
                    <a:pt x="1056532" y="182099"/>
                  </a:lnTo>
                  <a:lnTo>
                    <a:pt x="1061978" y="182197"/>
                  </a:lnTo>
                  <a:lnTo>
                    <a:pt x="1067424" y="182290"/>
                  </a:lnTo>
                  <a:lnTo>
                    <a:pt x="1072870" y="182378"/>
                  </a:lnTo>
                  <a:lnTo>
                    <a:pt x="1078316" y="182460"/>
                  </a:lnTo>
                  <a:lnTo>
                    <a:pt x="1083762" y="182534"/>
                  </a:lnTo>
                  <a:lnTo>
                    <a:pt x="1089209" y="182600"/>
                  </a:lnTo>
                  <a:lnTo>
                    <a:pt x="1094655" y="182659"/>
                  </a:lnTo>
                  <a:lnTo>
                    <a:pt x="1100101" y="182709"/>
                  </a:lnTo>
                  <a:lnTo>
                    <a:pt x="1105547" y="182751"/>
                  </a:lnTo>
                  <a:lnTo>
                    <a:pt x="1110993" y="182785"/>
                  </a:lnTo>
                  <a:lnTo>
                    <a:pt x="1116439" y="182811"/>
                  </a:lnTo>
                  <a:lnTo>
                    <a:pt x="1121885" y="182829"/>
                  </a:lnTo>
                  <a:lnTo>
                    <a:pt x="1127331" y="182841"/>
                  </a:lnTo>
                  <a:lnTo>
                    <a:pt x="1132777" y="182847"/>
                  </a:lnTo>
                  <a:lnTo>
                    <a:pt x="1138223" y="182849"/>
                  </a:lnTo>
                  <a:lnTo>
                    <a:pt x="1143669" y="182847"/>
                  </a:lnTo>
                  <a:lnTo>
                    <a:pt x="1149115" y="182841"/>
                  </a:lnTo>
                  <a:lnTo>
                    <a:pt x="1154561" y="182833"/>
                  </a:lnTo>
                  <a:lnTo>
                    <a:pt x="1160007" y="182823"/>
                  </a:lnTo>
                  <a:lnTo>
                    <a:pt x="1165453" y="182811"/>
                  </a:lnTo>
                  <a:lnTo>
                    <a:pt x="1170899" y="182799"/>
                  </a:lnTo>
                  <a:lnTo>
                    <a:pt x="1176345" y="182785"/>
                  </a:lnTo>
                  <a:lnTo>
                    <a:pt x="1181791" y="182770"/>
                  </a:lnTo>
                  <a:lnTo>
                    <a:pt x="1187237" y="182754"/>
                  </a:lnTo>
                  <a:lnTo>
                    <a:pt x="1192683" y="182737"/>
                  </a:lnTo>
                  <a:lnTo>
                    <a:pt x="1198129" y="182718"/>
                  </a:lnTo>
                  <a:lnTo>
                    <a:pt x="1203575" y="182697"/>
                  </a:lnTo>
                  <a:lnTo>
                    <a:pt x="1209021" y="182674"/>
                  </a:lnTo>
                  <a:lnTo>
                    <a:pt x="1214468" y="182648"/>
                  </a:lnTo>
                  <a:lnTo>
                    <a:pt x="1219914" y="182619"/>
                  </a:lnTo>
                  <a:lnTo>
                    <a:pt x="1225360" y="182588"/>
                  </a:lnTo>
                  <a:lnTo>
                    <a:pt x="1230806" y="182554"/>
                  </a:lnTo>
                  <a:lnTo>
                    <a:pt x="1236252" y="182517"/>
                  </a:lnTo>
                  <a:lnTo>
                    <a:pt x="1241698" y="182478"/>
                  </a:lnTo>
                  <a:lnTo>
                    <a:pt x="1247144" y="182438"/>
                  </a:lnTo>
                  <a:lnTo>
                    <a:pt x="1252590" y="182397"/>
                  </a:lnTo>
                  <a:lnTo>
                    <a:pt x="1258036" y="182356"/>
                  </a:lnTo>
                  <a:lnTo>
                    <a:pt x="1263482" y="182316"/>
                  </a:lnTo>
                  <a:lnTo>
                    <a:pt x="1268928" y="182278"/>
                  </a:lnTo>
                  <a:lnTo>
                    <a:pt x="1274374" y="182243"/>
                  </a:lnTo>
                  <a:lnTo>
                    <a:pt x="1279820" y="182212"/>
                  </a:lnTo>
                  <a:lnTo>
                    <a:pt x="1285266" y="182187"/>
                  </a:lnTo>
                  <a:lnTo>
                    <a:pt x="1290712" y="182167"/>
                  </a:lnTo>
                  <a:lnTo>
                    <a:pt x="1296158" y="182153"/>
                  </a:lnTo>
                  <a:lnTo>
                    <a:pt x="1301604" y="182147"/>
                  </a:lnTo>
                  <a:lnTo>
                    <a:pt x="1307050" y="182147"/>
                  </a:lnTo>
                  <a:lnTo>
                    <a:pt x="1312496" y="182155"/>
                  </a:lnTo>
                  <a:lnTo>
                    <a:pt x="1317942" y="182171"/>
                  </a:lnTo>
                  <a:lnTo>
                    <a:pt x="1323388" y="182194"/>
                  </a:lnTo>
                  <a:lnTo>
                    <a:pt x="1328834" y="182224"/>
                  </a:lnTo>
                  <a:lnTo>
                    <a:pt x="1334281" y="182259"/>
                  </a:lnTo>
                  <a:lnTo>
                    <a:pt x="1339727" y="182299"/>
                  </a:lnTo>
                  <a:lnTo>
                    <a:pt x="1345173" y="182344"/>
                  </a:lnTo>
                  <a:lnTo>
                    <a:pt x="1350619" y="182392"/>
                  </a:lnTo>
                  <a:lnTo>
                    <a:pt x="1356065" y="182443"/>
                  </a:lnTo>
                  <a:lnTo>
                    <a:pt x="1361511" y="182495"/>
                  </a:lnTo>
                  <a:lnTo>
                    <a:pt x="1366957" y="182547"/>
                  </a:lnTo>
                  <a:lnTo>
                    <a:pt x="1372403" y="182598"/>
                  </a:lnTo>
                  <a:lnTo>
                    <a:pt x="1377849" y="182647"/>
                  </a:lnTo>
                  <a:lnTo>
                    <a:pt x="1383295" y="182694"/>
                  </a:lnTo>
                  <a:lnTo>
                    <a:pt x="1388741" y="182737"/>
                  </a:lnTo>
                  <a:lnTo>
                    <a:pt x="1394187" y="182776"/>
                  </a:lnTo>
                  <a:lnTo>
                    <a:pt x="1399633" y="182810"/>
                  </a:lnTo>
                  <a:lnTo>
                    <a:pt x="1405079" y="182839"/>
                  </a:lnTo>
                  <a:lnTo>
                    <a:pt x="1410525" y="182863"/>
                  </a:lnTo>
                  <a:lnTo>
                    <a:pt x="1415971" y="182882"/>
                  </a:lnTo>
                  <a:lnTo>
                    <a:pt x="1421417" y="182897"/>
                  </a:lnTo>
                  <a:lnTo>
                    <a:pt x="1426863" y="182907"/>
                  </a:lnTo>
                  <a:lnTo>
                    <a:pt x="1432309" y="182913"/>
                  </a:lnTo>
                  <a:lnTo>
                    <a:pt x="1437755" y="182915"/>
                  </a:lnTo>
                  <a:lnTo>
                    <a:pt x="1443201" y="182914"/>
                  </a:lnTo>
                  <a:lnTo>
                    <a:pt x="1448647" y="182912"/>
                  </a:lnTo>
                  <a:lnTo>
                    <a:pt x="1454094" y="182909"/>
                  </a:lnTo>
                  <a:lnTo>
                    <a:pt x="1459540" y="182905"/>
                  </a:lnTo>
                  <a:lnTo>
                    <a:pt x="1464986" y="182902"/>
                  </a:lnTo>
                  <a:lnTo>
                    <a:pt x="1470432" y="182900"/>
                  </a:lnTo>
                  <a:lnTo>
                    <a:pt x="1475878" y="182900"/>
                  </a:lnTo>
                  <a:lnTo>
                    <a:pt x="1481324" y="182903"/>
                  </a:lnTo>
                  <a:lnTo>
                    <a:pt x="1486770" y="182908"/>
                  </a:lnTo>
                  <a:lnTo>
                    <a:pt x="1492216" y="182917"/>
                  </a:lnTo>
                  <a:lnTo>
                    <a:pt x="1497662" y="182928"/>
                  </a:lnTo>
                  <a:lnTo>
                    <a:pt x="1503108" y="182943"/>
                  </a:lnTo>
                  <a:lnTo>
                    <a:pt x="1508554" y="182960"/>
                  </a:lnTo>
                  <a:lnTo>
                    <a:pt x="1514000" y="182980"/>
                  </a:lnTo>
                  <a:lnTo>
                    <a:pt x="1519446" y="183003"/>
                  </a:lnTo>
                  <a:lnTo>
                    <a:pt x="1524892" y="183027"/>
                  </a:lnTo>
                  <a:lnTo>
                    <a:pt x="1530338" y="183053"/>
                  </a:lnTo>
                  <a:lnTo>
                    <a:pt x="1535784" y="183080"/>
                  </a:lnTo>
                  <a:lnTo>
                    <a:pt x="1541230" y="183106"/>
                  </a:lnTo>
                  <a:lnTo>
                    <a:pt x="1546676" y="183133"/>
                  </a:lnTo>
                  <a:lnTo>
                    <a:pt x="1552122" y="183159"/>
                  </a:lnTo>
                  <a:lnTo>
                    <a:pt x="1557568" y="183183"/>
                  </a:lnTo>
                  <a:lnTo>
                    <a:pt x="1563014" y="183206"/>
                  </a:lnTo>
                  <a:lnTo>
                    <a:pt x="1568460" y="183227"/>
                  </a:lnTo>
                  <a:lnTo>
                    <a:pt x="1573907" y="183246"/>
                  </a:lnTo>
                  <a:lnTo>
                    <a:pt x="1579353" y="183263"/>
                  </a:lnTo>
                  <a:lnTo>
                    <a:pt x="1584799" y="183277"/>
                  </a:lnTo>
                  <a:lnTo>
                    <a:pt x="1590245" y="183288"/>
                  </a:lnTo>
                  <a:lnTo>
                    <a:pt x="1595691" y="183296"/>
                  </a:lnTo>
                  <a:lnTo>
                    <a:pt x="1601137" y="183301"/>
                  </a:lnTo>
                  <a:lnTo>
                    <a:pt x="1606583" y="183304"/>
                  </a:lnTo>
                  <a:lnTo>
                    <a:pt x="1612029" y="183303"/>
                  </a:lnTo>
                  <a:lnTo>
                    <a:pt x="1617475" y="183300"/>
                  </a:lnTo>
                  <a:lnTo>
                    <a:pt x="1622921" y="183294"/>
                  </a:lnTo>
                  <a:lnTo>
                    <a:pt x="1628367" y="183285"/>
                  </a:lnTo>
                  <a:lnTo>
                    <a:pt x="1633813" y="183272"/>
                  </a:lnTo>
                  <a:lnTo>
                    <a:pt x="1639259" y="183257"/>
                  </a:lnTo>
                  <a:lnTo>
                    <a:pt x="1644705" y="183240"/>
                  </a:lnTo>
                  <a:lnTo>
                    <a:pt x="1650151" y="183220"/>
                  </a:lnTo>
                  <a:lnTo>
                    <a:pt x="1655597" y="183198"/>
                  </a:lnTo>
                  <a:lnTo>
                    <a:pt x="1661043" y="183174"/>
                  </a:lnTo>
                  <a:lnTo>
                    <a:pt x="1666489" y="183149"/>
                  </a:lnTo>
                  <a:lnTo>
                    <a:pt x="1671935" y="183122"/>
                  </a:lnTo>
                  <a:lnTo>
                    <a:pt x="1677381" y="183095"/>
                  </a:lnTo>
                  <a:lnTo>
                    <a:pt x="1682827" y="183067"/>
                  </a:lnTo>
                  <a:lnTo>
                    <a:pt x="1688273" y="183040"/>
                  </a:lnTo>
                  <a:lnTo>
                    <a:pt x="1693720" y="183013"/>
                  </a:lnTo>
                  <a:lnTo>
                    <a:pt x="1699166" y="182987"/>
                  </a:lnTo>
                  <a:lnTo>
                    <a:pt x="1704612" y="182963"/>
                  </a:lnTo>
                  <a:lnTo>
                    <a:pt x="1710058" y="182942"/>
                  </a:lnTo>
                  <a:lnTo>
                    <a:pt x="1715504" y="182922"/>
                  </a:lnTo>
                  <a:lnTo>
                    <a:pt x="1720950" y="182906"/>
                  </a:lnTo>
                  <a:lnTo>
                    <a:pt x="1726396" y="182892"/>
                  </a:lnTo>
                  <a:lnTo>
                    <a:pt x="1731842" y="182880"/>
                  </a:lnTo>
                  <a:lnTo>
                    <a:pt x="1737288" y="182872"/>
                  </a:lnTo>
                  <a:lnTo>
                    <a:pt x="1742734" y="182865"/>
                  </a:lnTo>
                  <a:lnTo>
                    <a:pt x="1748180" y="182861"/>
                  </a:lnTo>
                  <a:lnTo>
                    <a:pt x="1753626" y="182859"/>
                  </a:lnTo>
                  <a:lnTo>
                    <a:pt x="1759072" y="182858"/>
                  </a:lnTo>
                  <a:lnTo>
                    <a:pt x="1764518" y="182859"/>
                  </a:lnTo>
                  <a:lnTo>
                    <a:pt x="1769964" y="182859"/>
                  </a:lnTo>
                  <a:lnTo>
                    <a:pt x="1775410" y="182861"/>
                  </a:lnTo>
                  <a:lnTo>
                    <a:pt x="1780856" y="182861"/>
                  </a:lnTo>
                  <a:lnTo>
                    <a:pt x="1786302" y="182862"/>
                  </a:lnTo>
                  <a:lnTo>
                    <a:pt x="1791748" y="182862"/>
                  </a:lnTo>
                  <a:lnTo>
                    <a:pt x="1797194" y="182862"/>
                  </a:lnTo>
                  <a:lnTo>
                    <a:pt x="1802640" y="182861"/>
                  </a:lnTo>
                  <a:lnTo>
                    <a:pt x="1808086" y="182860"/>
                  </a:lnTo>
                  <a:lnTo>
                    <a:pt x="1813532" y="182859"/>
                  </a:lnTo>
                  <a:lnTo>
                    <a:pt x="1818979" y="182858"/>
                  </a:lnTo>
                  <a:lnTo>
                    <a:pt x="1824425" y="182858"/>
                  </a:lnTo>
                  <a:lnTo>
                    <a:pt x="1829871" y="182860"/>
                  </a:lnTo>
                  <a:lnTo>
                    <a:pt x="1835317" y="182863"/>
                  </a:lnTo>
                  <a:lnTo>
                    <a:pt x="1840763" y="182868"/>
                  </a:lnTo>
                  <a:lnTo>
                    <a:pt x="1846209" y="182876"/>
                  </a:lnTo>
                  <a:lnTo>
                    <a:pt x="1851655" y="182886"/>
                  </a:lnTo>
                  <a:lnTo>
                    <a:pt x="1857101" y="182898"/>
                  </a:lnTo>
                  <a:lnTo>
                    <a:pt x="1862547" y="182914"/>
                  </a:lnTo>
                  <a:lnTo>
                    <a:pt x="1867993" y="182932"/>
                  </a:lnTo>
                  <a:lnTo>
                    <a:pt x="1873439" y="182953"/>
                  </a:lnTo>
                  <a:lnTo>
                    <a:pt x="1878885" y="182976"/>
                  </a:lnTo>
                  <a:lnTo>
                    <a:pt x="1884331" y="183001"/>
                  </a:lnTo>
                  <a:lnTo>
                    <a:pt x="1889777" y="183028"/>
                  </a:lnTo>
                  <a:lnTo>
                    <a:pt x="1895223" y="183055"/>
                  </a:lnTo>
                  <a:lnTo>
                    <a:pt x="1900669" y="183083"/>
                  </a:lnTo>
                  <a:lnTo>
                    <a:pt x="1906115" y="183111"/>
                  </a:lnTo>
                  <a:lnTo>
                    <a:pt x="1911561" y="183139"/>
                  </a:lnTo>
                  <a:lnTo>
                    <a:pt x="1917007" y="183166"/>
                  </a:lnTo>
                  <a:lnTo>
                    <a:pt x="1922453" y="183191"/>
                  </a:lnTo>
                  <a:lnTo>
                    <a:pt x="1927899" y="183216"/>
                  </a:lnTo>
                  <a:lnTo>
                    <a:pt x="1933345" y="183238"/>
                  </a:lnTo>
                  <a:lnTo>
                    <a:pt x="1938792" y="183259"/>
                  </a:lnTo>
                  <a:lnTo>
                    <a:pt x="1944238" y="183278"/>
                  </a:lnTo>
                  <a:lnTo>
                    <a:pt x="1949684" y="183295"/>
                  </a:lnTo>
                  <a:lnTo>
                    <a:pt x="1955130" y="183310"/>
                  </a:lnTo>
                  <a:lnTo>
                    <a:pt x="1960576" y="183323"/>
                  </a:lnTo>
                  <a:lnTo>
                    <a:pt x="1966022" y="183334"/>
                  </a:lnTo>
                  <a:lnTo>
                    <a:pt x="1971468" y="183344"/>
                  </a:lnTo>
                  <a:lnTo>
                    <a:pt x="1976914" y="183352"/>
                  </a:lnTo>
                  <a:lnTo>
                    <a:pt x="1982360" y="183359"/>
                  </a:lnTo>
                  <a:lnTo>
                    <a:pt x="1987806" y="183364"/>
                  </a:lnTo>
                  <a:lnTo>
                    <a:pt x="1993252" y="183369"/>
                  </a:lnTo>
                  <a:lnTo>
                    <a:pt x="1998698" y="183372"/>
                  </a:lnTo>
                  <a:lnTo>
                    <a:pt x="2004144" y="183375"/>
                  </a:lnTo>
                  <a:lnTo>
                    <a:pt x="2009590" y="183378"/>
                  </a:lnTo>
                  <a:lnTo>
                    <a:pt x="2015036" y="183380"/>
                  </a:lnTo>
                  <a:lnTo>
                    <a:pt x="2020482" y="183381"/>
                  </a:lnTo>
                  <a:lnTo>
                    <a:pt x="2025928" y="183382"/>
                  </a:lnTo>
                  <a:lnTo>
                    <a:pt x="2031374" y="183383"/>
                  </a:lnTo>
                  <a:lnTo>
                    <a:pt x="2036820" y="183384"/>
                  </a:lnTo>
                  <a:lnTo>
                    <a:pt x="2042266" y="183384"/>
                  </a:lnTo>
                  <a:lnTo>
                    <a:pt x="2047712" y="183384"/>
                  </a:lnTo>
                  <a:lnTo>
                    <a:pt x="2053158" y="183385"/>
                  </a:lnTo>
                  <a:lnTo>
                    <a:pt x="2058605" y="183385"/>
                  </a:lnTo>
                  <a:lnTo>
                    <a:pt x="2064051" y="183385"/>
                  </a:lnTo>
                  <a:lnTo>
                    <a:pt x="2069497" y="183385"/>
                  </a:lnTo>
                  <a:lnTo>
                    <a:pt x="2074943" y="183385"/>
                  </a:lnTo>
                  <a:lnTo>
                    <a:pt x="2080389" y="183385"/>
                  </a:lnTo>
                  <a:lnTo>
                    <a:pt x="2085835" y="183385"/>
                  </a:lnTo>
                  <a:lnTo>
                    <a:pt x="2091281" y="183385"/>
                  </a:lnTo>
                  <a:lnTo>
                    <a:pt x="2096727" y="183384"/>
                  </a:lnTo>
                  <a:lnTo>
                    <a:pt x="2102173" y="183384"/>
                  </a:lnTo>
                  <a:lnTo>
                    <a:pt x="2107619" y="183384"/>
                  </a:lnTo>
                  <a:lnTo>
                    <a:pt x="2113065" y="183383"/>
                  </a:lnTo>
                  <a:lnTo>
                    <a:pt x="2118511" y="183383"/>
                  </a:lnTo>
                  <a:lnTo>
                    <a:pt x="2123957" y="183382"/>
                  </a:lnTo>
                  <a:lnTo>
                    <a:pt x="2129403" y="183381"/>
                  </a:lnTo>
                  <a:lnTo>
                    <a:pt x="2134849" y="183379"/>
                  </a:lnTo>
                  <a:lnTo>
                    <a:pt x="2140295" y="183377"/>
                  </a:lnTo>
                  <a:lnTo>
                    <a:pt x="2145741" y="183375"/>
                  </a:lnTo>
                  <a:lnTo>
                    <a:pt x="2151187" y="183371"/>
                  </a:lnTo>
                  <a:lnTo>
                    <a:pt x="2156633" y="183367"/>
                  </a:lnTo>
                  <a:lnTo>
                    <a:pt x="2162079" y="183362"/>
                  </a:lnTo>
                  <a:lnTo>
                    <a:pt x="2167525" y="183356"/>
                  </a:lnTo>
                  <a:lnTo>
                    <a:pt x="2172971" y="183349"/>
                  </a:lnTo>
                  <a:lnTo>
                    <a:pt x="2178418" y="183340"/>
                  </a:lnTo>
                  <a:lnTo>
                    <a:pt x="2183864" y="183330"/>
                  </a:lnTo>
                  <a:lnTo>
                    <a:pt x="2189310" y="183317"/>
                  </a:lnTo>
                  <a:lnTo>
                    <a:pt x="2194756" y="183303"/>
                  </a:lnTo>
                  <a:lnTo>
                    <a:pt x="2200202" y="183287"/>
                  </a:lnTo>
                  <a:lnTo>
                    <a:pt x="2205648" y="183268"/>
                  </a:lnTo>
                  <a:lnTo>
                    <a:pt x="2211094" y="183248"/>
                  </a:lnTo>
                  <a:lnTo>
                    <a:pt x="2216540" y="183225"/>
                  </a:lnTo>
                  <a:lnTo>
                    <a:pt x="2221986" y="183199"/>
                  </a:lnTo>
                  <a:lnTo>
                    <a:pt x="2227432" y="183171"/>
                  </a:lnTo>
                  <a:lnTo>
                    <a:pt x="2232878" y="183141"/>
                  </a:lnTo>
                  <a:lnTo>
                    <a:pt x="2238324" y="183110"/>
                  </a:lnTo>
                  <a:lnTo>
                    <a:pt x="2243770" y="183077"/>
                  </a:lnTo>
                  <a:lnTo>
                    <a:pt x="2249216" y="183042"/>
                  </a:lnTo>
                  <a:lnTo>
                    <a:pt x="2254662" y="183007"/>
                  </a:lnTo>
                  <a:lnTo>
                    <a:pt x="2260108" y="182971"/>
                  </a:lnTo>
                  <a:lnTo>
                    <a:pt x="2265554" y="182935"/>
                  </a:lnTo>
                  <a:lnTo>
                    <a:pt x="2271000" y="182900"/>
                  </a:lnTo>
                  <a:lnTo>
                    <a:pt x="2276446" y="182866"/>
                  </a:lnTo>
                  <a:lnTo>
                    <a:pt x="2281892" y="182832"/>
                  </a:lnTo>
                  <a:lnTo>
                    <a:pt x="2287338" y="182801"/>
                  </a:lnTo>
                  <a:lnTo>
                    <a:pt x="2292784" y="182772"/>
                  </a:lnTo>
                  <a:lnTo>
                    <a:pt x="2298231" y="182745"/>
                  </a:lnTo>
                  <a:lnTo>
                    <a:pt x="2303677" y="182721"/>
                  </a:lnTo>
                  <a:lnTo>
                    <a:pt x="2309123" y="182700"/>
                  </a:lnTo>
                  <a:lnTo>
                    <a:pt x="2314569" y="182682"/>
                  </a:lnTo>
                  <a:lnTo>
                    <a:pt x="2320015" y="182668"/>
                  </a:lnTo>
                  <a:lnTo>
                    <a:pt x="2325461" y="182657"/>
                  </a:lnTo>
                  <a:lnTo>
                    <a:pt x="2330907" y="182649"/>
                  </a:lnTo>
                  <a:lnTo>
                    <a:pt x="2336353" y="182644"/>
                  </a:lnTo>
                  <a:lnTo>
                    <a:pt x="2341799" y="182644"/>
                  </a:lnTo>
                  <a:lnTo>
                    <a:pt x="2347245" y="182646"/>
                  </a:lnTo>
                  <a:lnTo>
                    <a:pt x="2352691" y="182651"/>
                  </a:lnTo>
                  <a:lnTo>
                    <a:pt x="2358137" y="182659"/>
                  </a:lnTo>
                  <a:lnTo>
                    <a:pt x="2363583" y="182669"/>
                  </a:lnTo>
                  <a:lnTo>
                    <a:pt x="2369029" y="182681"/>
                  </a:lnTo>
                  <a:lnTo>
                    <a:pt x="2374475" y="182695"/>
                  </a:lnTo>
                  <a:lnTo>
                    <a:pt x="2379921" y="182710"/>
                  </a:lnTo>
                  <a:lnTo>
                    <a:pt x="2385367" y="182726"/>
                  </a:lnTo>
                  <a:lnTo>
                    <a:pt x="2390813" y="182742"/>
                  </a:lnTo>
                  <a:lnTo>
                    <a:pt x="2396259" y="182758"/>
                  </a:lnTo>
                  <a:lnTo>
                    <a:pt x="2401705" y="182774"/>
                  </a:lnTo>
                  <a:lnTo>
                    <a:pt x="2407151" y="182789"/>
                  </a:lnTo>
                  <a:lnTo>
                    <a:pt x="2412597" y="182802"/>
                  </a:lnTo>
                  <a:lnTo>
                    <a:pt x="2418043" y="182814"/>
                  </a:lnTo>
                  <a:lnTo>
                    <a:pt x="2423490" y="182824"/>
                  </a:lnTo>
                  <a:lnTo>
                    <a:pt x="2428936" y="182833"/>
                  </a:lnTo>
                  <a:lnTo>
                    <a:pt x="2434382" y="182839"/>
                  </a:lnTo>
                  <a:lnTo>
                    <a:pt x="2439828" y="182844"/>
                  </a:lnTo>
                  <a:lnTo>
                    <a:pt x="2445274" y="182847"/>
                  </a:lnTo>
                  <a:lnTo>
                    <a:pt x="2450720" y="182850"/>
                  </a:lnTo>
                  <a:lnTo>
                    <a:pt x="2456166" y="182851"/>
                  </a:lnTo>
                  <a:lnTo>
                    <a:pt x="2461612" y="182853"/>
                  </a:lnTo>
                  <a:lnTo>
                    <a:pt x="2467058" y="182855"/>
                  </a:lnTo>
                  <a:lnTo>
                    <a:pt x="2472504" y="182857"/>
                  </a:lnTo>
                  <a:lnTo>
                    <a:pt x="2477950" y="182861"/>
                  </a:lnTo>
                  <a:lnTo>
                    <a:pt x="2483396" y="182867"/>
                  </a:lnTo>
                  <a:lnTo>
                    <a:pt x="2488842" y="182875"/>
                  </a:lnTo>
                  <a:lnTo>
                    <a:pt x="2494288" y="182884"/>
                  </a:lnTo>
                  <a:lnTo>
                    <a:pt x="2499734" y="182897"/>
                  </a:lnTo>
                  <a:lnTo>
                    <a:pt x="2505180" y="182912"/>
                  </a:lnTo>
                  <a:lnTo>
                    <a:pt x="2510626" y="182930"/>
                  </a:lnTo>
                  <a:lnTo>
                    <a:pt x="2516072" y="182949"/>
                  </a:lnTo>
                  <a:lnTo>
                    <a:pt x="2521518" y="182970"/>
                  </a:lnTo>
                  <a:lnTo>
                    <a:pt x="2526964" y="182992"/>
                  </a:lnTo>
                  <a:lnTo>
                    <a:pt x="2532410" y="183015"/>
                  </a:lnTo>
                  <a:lnTo>
                    <a:pt x="2537856" y="183038"/>
                  </a:lnTo>
                  <a:lnTo>
                    <a:pt x="2543303" y="183061"/>
                  </a:lnTo>
                  <a:lnTo>
                    <a:pt x="2548749" y="183082"/>
                  </a:lnTo>
                  <a:lnTo>
                    <a:pt x="2554195" y="183101"/>
                  </a:lnTo>
                  <a:lnTo>
                    <a:pt x="2559641" y="183118"/>
                  </a:lnTo>
                  <a:lnTo>
                    <a:pt x="2565087" y="183132"/>
                  </a:lnTo>
                  <a:lnTo>
                    <a:pt x="2570533" y="183142"/>
                  </a:lnTo>
                  <a:lnTo>
                    <a:pt x="2575979" y="183147"/>
                  </a:lnTo>
                  <a:lnTo>
                    <a:pt x="2581425" y="183148"/>
                  </a:lnTo>
                  <a:lnTo>
                    <a:pt x="2586871" y="183144"/>
                  </a:lnTo>
                  <a:lnTo>
                    <a:pt x="2592317" y="183135"/>
                  </a:lnTo>
                  <a:lnTo>
                    <a:pt x="2597763" y="183121"/>
                  </a:lnTo>
                  <a:lnTo>
                    <a:pt x="2603209" y="183101"/>
                  </a:lnTo>
                  <a:lnTo>
                    <a:pt x="2608655" y="183077"/>
                  </a:lnTo>
                  <a:lnTo>
                    <a:pt x="2614101" y="183048"/>
                  </a:lnTo>
                  <a:lnTo>
                    <a:pt x="2619547" y="183015"/>
                  </a:lnTo>
                  <a:lnTo>
                    <a:pt x="2624993" y="182977"/>
                  </a:lnTo>
                  <a:lnTo>
                    <a:pt x="2630439" y="182937"/>
                  </a:lnTo>
                  <a:lnTo>
                    <a:pt x="2635885" y="182894"/>
                  </a:lnTo>
                  <a:lnTo>
                    <a:pt x="2641331" y="182849"/>
                  </a:lnTo>
                  <a:lnTo>
                    <a:pt x="2646777" y="182804"/>
                  </a:lnTo>
                  <a:lnTo>
                    <a:pt x="2652223" y="182759"/>
                  </a:lnTo>
                  <a:lnTo>
                    <a:pt x="2657669" y="182715"/>
                  </a:lnTo>
                  <a:lnTo>
                    <a:pt x="2663116" y="182674"/>
                  </a:lnTo>
                  <a:lnTo>
                    <a:pt x="2668562" y="182636"/>
                  </a:lnTo>
                  <a:lnTo>
                    <a:pt x="2674008" y="182602"/>
                  </a:lnTo>
                  <a:lnTo>
                    <a:pt x="2679454" y="182573"/>
                  </a:lnTo>
                  <a:lnTo>
                    <a:pt x="2684900" y="182550"/>
                  </a:lnTo>
                  <a:lnTo>
                    <a:pt x="2690346" y="182533"/>
                  </a:lnTo>
                  <a:lnTo>
                    <a:pt x="2695792" y="182524"/>
                  </a:lnTo>
                  <a:lnTo>
                    <a:pt x="2701238" y="182522"/>
                  </a:lnTo>
                  <a:lnTo>
                    <a:pt x="2706684" y="182527"/>
                  </a:lnTo>
                  <a:lnTo>
                    <a:pt x="2712130" y="182539"/>
                  </a:lnTo>
                  <a:lnTo>
                    <a:pt x="2717576" y="182558"/>
                  </a:lnTo>
                  <a:lnTo>
                    <a:pt x="2723022" y="182583"/>
                  </a:lnTo>
                  <a:lnTo>
                    <a:pt x="2728468" y="182614"/>
                  </a:lnTo>
                  <a:lnTo>
                    <a:pt x="2733914" y="182650"/>
                  </a:lnTo>
                  <a:lnTo>
                    <a:pt x="2739360" y="182691"/>
                  </a:lnTo>
                  <a:lnTo>
                    <a:pt x="2744806" y="182735"/>
                  </a:lnTo>
                  <a:lnTo>
                    <a:pt x="2750252" y="182781"/>
                  </a:lnTo>
                  <a:lnTo>
                    <a:pt x="2755698" y="182829"/>
                  </a:lnTo>
                  <a:lnTo>
                    <a:pt x="2761144" y="182877"/>
                  </a:lnTo>
                  <a:lnTo>
                    <a:pt x="2766590" y="182925"/>
                  </a:lnTo>
                  <a:lnTo>
                    <a:pt x="2772036" y="182972"/>
                  </a:lnTo>
                  <a:lnTo>
                    <a:pt x="2777482" y="183018"/>
                  </a:lnTo>
                  <a:lnTo>
                    <a:pt x="2782929" y="183061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957616" y="4526387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6"/>
                  </a:lnTo>
                  <a:lnTo>
                    <a:pt x="196057" y="455696"/>
                  </a:lnTo>
                  <a:lnTo>
                    <a:pt x="201503" y="455696"/>
                  </a:lnTo>
                  <a:lnTo>
                    <a:pt x="206949" y="455696"/>
                  </a:lnTo>
                  <a:lnTo>
                    <a:pt x="212395" y="455696"/>
                  </a:lnTo>
                  <a:lnTo>
                    <a:pt x="217841" y="455696"/>
                  </a:lnTo>
                  <a:lnTo>
                    <a:pt x="223287" y="455696"/>
                  </a:lnTo>
                  <a:lnTo>
                    <a:pt x="228733" y="455696"/>
                  </a:lnTo>
                  <a:lnTo>
                    <a:pt x="234179" y="455696"/>
                  </a:lnTo>
                  <a:lnTo>
                    <a:pt x="239625" y="455696"/>
                  </a:lnTo>
                  <a:lnTo>
                    <a:pt x="245072" y="455696"/>
                  </a:lnTo>
                  <a:lnTo>
                    <a:pt x="250518" y="455696"/>
                  </a:lnTo>
                  <a:lnTo>
                    <a:pt x="255964" y="455696"/>
                  </a:lnTo>
                  <a:lnTo>
                    <a:pt x="261410" y="455695"/>
                  </a:lnTo>
                  <a:lnTo>
                    <a:pt x="266856" y="455694"/>
                  </a:lnTo>
                  <a:lnTo>
                    <a:pt x="272302" y="455692"/>
                  </a:lnTo>
                  <a:lnTo>
                    <a:pt x="277748" y="455686"/>
                  </a:lnTo>
                  <a:lnTo>
                    <a:pt x="283194" y="455676"/>
                  </a:lnTo>
                  <a:lnTo>
                    <a:pt x="288640" y="455655"/>
                  </a:lnTo>
                  <a:lnTo>
                    <a:pt x="294086" y="455618"/>
                  </a:lnTo>
                  <a:lnTo>
                    <a:pt x="299532" y="455553"/>
                  </a:lnTo>
                  <a:lnTo>
                    <a:pt x="304978" y="455439"/>
                  </a:lnTo>
                  <a:lnTo>
                    <a:pt x="310424" y="455249"/>
                  </a:lnTo>
                  <a:lnTo>
                    <a:pt x="315870" y="454953"/>
                  </a:lnTo>
                  <a:lnTo>
                    <a:pt x="321316" y="454509"/>
                  </a:lnTo>
                  <a:lnTo>
                    <a:pt x="326762" y="453878"/>
                  </a:lnTo>
                  <a:lnTo>
                    <a:pt x="332208" y="453019"/>
                  </a:lnTo>
                  <a:lnTo>
                    <a:pt x="337654" y="451904"/>
                  </a:lnTo>
                  <a:lnTo>
                    <a:pt x="343100" y="450522"/>
                  </a:lnTo>
                  <a:lnTo>
                    <a:pt x="348546" y="448887"/>
                  </a:lnTo>
                  <a:lnTo>
                    <a:pt x="353992" y="447045"/>
                  </a:lnTo>
                  <a:lnTo>
                    <a:pt x="359438" y="445068"/>
                  </a:lnTo>
                  <a:lnTo>
                    <a:pt x="364885" y="443058"/>
                  </a:lnTo>
                  <a:lnTo>
                    <a:pt x="370331" y="441127"/>
                  </a:lnTo>
                  <a:lnTo>
                    <a:pt x="375777" y="439392"/>
                  </a:lnTo>
                  <a:lnTo>
                    <a:pt x="381223" y="437962"/>
                  </a:lnTo>
                  <a:lnTo>
                    <a:pt x="386669" y="436931"/>
                  </a:lnTo>
                  <a:lnTo>
                    <a:pt x="392115" y="436309"/>
                  </a:lnTo>
                  <a:lnTo>
                    <a:pt x="397561" y="436083"/>
                  </a:lnTo>
                  <a:lnTo>
                    <a:pt x="403007" y="436208"/>
                  </a:lnTo>
                  <a:lnTo>
                    <a:pt x="408453" y="436611"/>
                  </a:lnTo>
                  <a:lnTo>
                    <a:pt x="413899" y="437208"/>
                  </a:lnTo>
                  <a:lnTo>
                    <a:pt x="419345" y="437908"/>
                  </a:lnTo>
                  <a:lnTo>
                    <a:pt x="424791" y="438633"/>
                  </a:lnTo>
                  <a:lnTo>
                    <a:pt x="430237" y="439316"/>
                  </a:lnTo>
                  <a:lnTo>
                    <a:pt x="435683" y="439915"/>
                  </a:lnTo>
                  <a:lnTo>
                    <a:pt x="441129" y="440412"/>
                  </a:lnTo>
                  <a:lnTo>
                    <a:pt x="446575" y="440811"/>
                  </a:lnTo>
                  <a:lnTo>
                    <a:pt x="452021" y="441133"/>
                  </a:lnTo>
                  <a:lnTo>
                    <a:pt x="457467" y="441411"/>
                  </a:lnTo>
                  <a:lnTo>
                    <a:pt x="462913" y="441685"/>
                  </a:lnTo>
                  <a:lnTo>
                    <a:pt x="468359" y="441986"/>
                  </a:lnTo>
                  <a:lnTo>
                    <a:pt x="473805" y="442329"/>
                  </a:lnTo>
                  <a:lnTo>
                    <a:pt x="479251" y="442713"/>
                  </a:lnTo>
                  <a:lnTo>
                    <a:pt x="484698" y="443124"/>
                  </a:lnTo>
                  <a:lnTo>
                    <a:pt x="490144" y="443533"/>
                  </a:lnTo>
                  <a:lnTo>
                    <a:pt x="495590" y="443908"/>
                  </a:lnTo>
                  <a:lnTo>
                    <a:pt x="501036" y="444212"/>
                  </a:lnTo>
                  <a:lnTo>
                    <a:pt x="506482" y="444418"/>
                  </a:lnTo>
                  <a:lnTo>
                    <a:pt x="511928" y="444508"/>
                  </a:lnTo>
                  <a:lnTo>
                    <a:pt x="517374" y="444479"/>
                  </a:lnTo>
                  <a:lnTo>
                    <a:pt x="522820" y="444341"/>
                  </a:lnTo>
                  <a:lnTo>
                    <a:pt x="528266" y="444118"/>
                  </a:lnTo>
                  <a:lnTo>
                    <a:pt x="533712" y="443846"/>
                  </a:lnTo>
                  <a:lnTo>
                    <a:pt x="539158" y="443566"/>
                  </a:lnTo>
                  <a:lnTo>
                    <a:pt x="544604" y="443322"/>
                  </a:lnTo>
                  <a:lnTo>
                    <a:pt x="550050" y="443145"/>
                  </a:lnTo>
                  <a:lnTo>
                    <a:pt x="555496" y="443057"/>
                  </a:lnTo>
                  <a:lnTo>
                    <a:pt x="560942" y="443066"/>
                  </a:lnTo>
                  <a:lnTo>
                    <a:pt x="566388" y="443171"/>
                  </a:lnTo>
                  <a:lnTo>
                    <a:pt x="571834" y="443362"/>
                  </a:lnTo>
                  <a:lnTo>
                    <a:pt x="577280" y="443622"/>
                  </a:lnTo>
                  <a:lnTo>
                    <a:pt x="582726" y="443935"/>
                  </a:lnTo>
                  <a:lnTo>
                    <a:pt x="588172" y="444287"/>
                  </a:lnTo>
                  <a:lnTo>
                    <a:pt x="593618" y="444669"/>
                  </a:lnTo>
                  <a:lnTo>
                    <a:pt x="599064" y="445076"/>
                  </a:lnTo>
                  <a:lnTo>
                    <a:pt x="604510" y="445509"/>
                  </a:lnTo>
                  <a:lnTo>
                    <a:pt x="609957" y="445968"/>
                  </a:lnTo>
                  <a:lnTo>
                    <a:pt x="615403" y="446452"/>
                  </a:lnTo>
                  <a:lnTo>
                    <a:pt x="620849" y="446952"/>
                  </a:lnTo>
                  <a:lnTo>
                    <a:pt x="626295" y="447450"/>
                  </a:lnTo>
                  <a:lnTo>
                    <a:pt x="631741" y="447919"/>
                  </a:lnTo>
                  <a:lnTo>
                    <a:pt x="637187" y="448328"/>
                  </a:lnTo>
                  <a:lnTo>
                    <a:pt x="642633" y="448643"/>
                  </a:lnTo>
                  <a:lnTo>
                    <a:pt x="648079" y="448830"/>
                  </a:lnTo>
                  <a:lnTo>
                    <a:pt x="653525" y="448861"/>
                  </a:lnTo>
                  <a:lnTo>
                    <a:pt x="658971" y="448716"/>
                  </a:lnTo>
                  <a:lnTo>
                    <a:pt x="664417" y="448391"/>
                  </a:lnTo>
                  <a:lnTo>
                    <a:pt x="669863" y="447894"/>
                  </a:lnTo>
                  <a:lnTo>
                    <a:pt x="675309" y="447251"/>
                  </a:lnTo>
                  <a:lnTo>
                    <a:pt x="680755" y="446505"/>
                  </a:lnTo>
                  <a:lnTo>
                    <a:pt x="686201" y="445706"/>
                  </a:lnTo>
                  <a:lnTo>
                    <a:pt x="691647" y="444915"/>
                  </a:lnTo>
                  <a:lnTo>
                    <a:pt x="697093" y="444198"/>
                  </a:lnTo>
                  <a:lnTo>
                    <a:pt x="702539" y="443600"/>
                  </a:lnTo>
                  <a:lnTo>
                    <a:pt x="707985" y="443152"/>
                  </a:lnTo>
                  <a:lnTo>
                    <a:pt x="713431" y="442865"/>
                  </a:lnTo>
                  <a:lnTo>
                    <a:pt x="718877" y="442732"/>
                  </a:lnTo>
                  <a:lnTo>
                    <a:pt x="724323" y="442728"/>
                  </a:lnTo>
                  <a:lnTo>
                    <a:pt x="729770" y="442809"/>
                  </a:lnTo>
                  <a:lnTo>
                    <a:pt x="735216" y="442916"/>
                  </a:lnTo>
                  <a:lnTo>
                    <a:pt x="740662" y="442977"/>
                  </a:lnTo>
                  <a:lnTo>
                    <a:pt x="746108" y="442909"/>
                  </a:lnTo>
                  <a:lnTo>
                    <a:pt x="751554" y="442630"/>
                  </a:lnTo>
                  <a:lnTo>
                    <a:pt x="757000" y="442063"/>
                  </a:lnTo>
                  <a:lnTo>
                    <a:pt x="762446" y="441148"/>
                  </a:lnTo>
                  <a:lnTo>
                    <a:pt x="767892" y="439852"/>
                  </a:lnTo>
                  <a:lnTo>
                    <a:pt x="773338" y="438157"/>
                  </a:lnTo>
                  <a:lnTo>
                    <a:pt x="778784" y="436129"/>
                  </a:lnTo>
                  <a:lnTo>
                    <a:pt x="784230" y="433852"/>
                  </a:lnTo>
                  <a:lnTo>
                    <a:pt x="789676" y="431421"/>
                  </a:lnTo>
                  <a:lnTo>
                    <a:pt x="795122" y="428932"/>
                  </a:lnTo>
                  <a:lnTo>
                    <a:pt x="800568" y="426468"/>
                  </a:lnTo>
                  <a:lnTo>
                    <a:pt x="806014" y="424095"/>
                  </a:lnTo>
                  <a:lnTo>
                    <a:pt x="811460" y="421853"/>
                  </a:lnTo>
                  <a:lnTo>
                    <a:pt x="816906" y="419763"/>
                  </a:lnTo>
                  <a:lnTo>
                    <a:pt x="822352" y="417831"/>
                  </a:lnTo>
                  <a:lnTo>
                    <a:pt x="827798" y="416055"/>
                  </a:lnTo>
                  <a:lnTo>
                    <a:pt x="833244" y="414436"/>
                  </a:lnTo>
                  <a:lnTo>
                    <a:pt x="838690" y="412982"/>
                  </a:lnTo>
                  <a:lnTo>
                    <a:pt x="844136" y="411703"/>
                  </a:lnTo>
                  <a:lnTo>
                    <a:pt x="849583" y="410613"/>
                  </a:lnTo>
                  <a:lnTo>
                    <a:pt x="855029" y="409706"/>
                  </a:lnTo>
                  <a:lnTo>
                    <a:pt x="860475" y="408939"/>
                  </a:lnTo>
                  <a:lnTo>
                    <a:pt x="865921" y="408245"/>
                  </a:lnTo>
                  <a:lnTo>
                    <a:pt x="871367" y="407520"/>
                  </a:lnTo>
                  <a:lnTo>
                    <a:pt x="876813" y="406619"/>
                  </a:lnTo>
                  <a:lnTo>
                    <a:pt x="882259" y="405363"/>
                  </a:lnTo>
                  <a:lnTo>
                    <a:pt x="887705" y="403541"/>
                  </a:lnTo>
                  <a:lnTo>
                    <a:pt x="893151" y="400920"/>
                  </a:lnTo>
                  <a:lnTo>
                    <a:pt x="898597" y="397260"/>
                  </a:lnTo>
                  <a:lnTo>
                    <a:pt x="904043" y="392325"/>
                  </a:lnTo>
                  <a:lnTo>
                    <a:pt x="909489" y="385905"/>
                  </a:lnTo>
                  <a:lnTo>
                    <a:pt x="914935" y="377827"/>
                  </a:lnTo>
                  <a:lnTo>
                    <a:pt x="920381" y="367980"/>
                  </a:lnTo>
                  <a:lnTo>
                    <a:pt x="925827" y="356282"/>
                  </a:lnTo>
                  <a:lnTo>
                    <a:pt x="931273" y="342688"/>
                  </a:lnTo>
                  <a:lnTo>
                    <a:pt x="936719" y="327405"/>
                  </a:lnTo>
                  <a:lnTo>
                    <a:pt x="942165" y="310542"/>
                  </a:lnTo>
                  <a:lnTo>
                    <a:pt x="947611" y="292185"/>
                  </a:lnTo>
                  <a:lnTo>
                    <a:pt x="953057" y="272352"/>
                  </a:lnTo>
                  <a:lnTo>
                    <a:pt x="958503" y="250965"/>
                  </a:lnTo>
                  <a:lnTo>
                    <a:pt x="963949" y="227860"/>
                  </a:lnTo>
                  <a:lnTo>
                    <a:pt x="969396" y="202837"/>
                  </a:lnTo>
                  <a:lnTo>
                    <a:pt x="974842" y="175771"/>
                  </a:lnTo>
                  <a:lnTo>
                    <a:pt x="980288" y="146764"/>
                  </a:lnTo>
                  <a:lnTo>
                    <a:pt x="985734" y="116310"/>
                  </a:lnTo>
                  <a:lnTo>
                    <a:pt x="991180" y="85444"/>
                  </a:lnTo>
                  <a:lnTo>
                    <a:pt x="996626" y="55817"/>
                  </a:lnTo>
                  <a:lnTo>
                    <a:pt x="1002072" y="29655"/>
                  </a:lnTo>
                  <a:lnTo>
                    <a:pt x="1007518" y="10261"/>
                  </a:lnTo>
                  <a:lnTo>
                    <a:pt x="1012964" y="0"/>
                  </a:lnTo>
                  <a:lnTo>
                    <a:pt x="1018410" y="840"/>
                  </a:lnTo>
                  <a:lnTo>
                    <a:pt x="1023856" y="13833"/>
                  </a:lnTo>
                  <a:lnTo>
                    <a:pt x="1029302" y="38831"/>
                  </a:lnTo>
                  <a:lnTo>
                    <a:pt x="1034748" y="74443"/>
                  </a:lnTo>
                  <a:lnTo>
                    <a:pt x="1040194" y="118206"/>
                  </a:lnTo>
                  <a:lnTo>
                    <a:pt x="1045640" y="166944"/>
                  </a:lnTo>
                  <a:lnTo>
                    <a:pt x="1051086" y="217223"/>
                  </a:lnTo>
                  <a:lnTo>
                    <a:pt x="1056532" y="265822"/>
                  </a:lnTo>
                  <a:lnTo>
                    <a:pt x="1061978" y="310121"/>
                  </a:lnTo>
                  <a:lnTo>
                    <a:pt x="1067424" y="348345"/>
                  </a:lnTo>
                  <a:lnTo>
                    <a:pt x="1072870" y="379639"/>
                  </a:lnTo>
                  <a:lnTo>
                    <a:pt x="1078316" y="403980"/>
                  </a:lnTo>
                  <a:lnTo>
                    <a:pt x="1083762" y="421708"/>
                  </a:lnTo>
                  <a:lnTo>
                    <a:pt x="1089209" y="434113"/>
                  </a:lnTo>
                  <a:lnTo>
                    <a:pt x="1094655" y="442509"/>
                  </a:lnTo>
                  <a:lnTo>
                    <a:pt x="1100101" y="447951"/>
                  </a:lnTo>
                  <a:lnTo>
                    <a:pt x="1105547" y="451328"/>
                  </a:lnTo>
                  <a:lnTo>
                    <a:pt x="1110993" y="453332"/>
                  </a:lnTo>
                  <a:lnTo>
                    <a:pt x="1116439" y="454470"/>
                  </a:lnTo>
                  <a:lnTo>
                    <a:pt x="1121885" y="455087"/>
                  </a:lnTo>
                  <a:lnTo>
                    <a:pt x="1127331" y="455407"/>
                  </a:lnTo>
                  <a:lnTo>
                    <a:pt x="1132777" y="455565"/>
                  </a:lnTo>
                  <a:lnTo>
                    <a:pt x="1138223" y="455639"/>
                  </a:lnTo>
                  <a:lnTo>
                    <a:pt x="1143669" y="455672"/>
                  </a:lnTo>
                  <a:lnTo>
                    <a:pt x="1149115" y="455687"/>
                  </a:lnTo>
                  <a:lnTo>
                    <a:pt x="1154561" y="455693"/>
                  </a:lnTo>
                  <a:lnTo>
                    <a:pt x="1160007" y="455695"/>
                  </a:lnTo>
                  <a:lnTo>
                    <a:pt x="1165453" y="455696"/>
                  </a:lnTo>
                  <a:lnTo>
                    <a:pt x="1170899" y="455696"/>
                  </a:lnTo>
                  <a:lnTo>
                    <a:pt x="1176345" y="455696"/>
                  </a:lnTo>
                  <a:lnTo>
                    <a:pt x="1181791" y="455696"/>
                  </a:lnTo>
                  <a:lnTo>
                    <a:pt x="1187237" y="455696"/>
                  </a:lnTo>
                  <a:lnTo>
                    <a:pt x="1192683" y="455696"/>
                  </a:lnTo>
                  <a:lnTo>
                    <a:pt x="1198129" y="455696"/>
                  </a:lnTo>
                  <a:lnTo>
                    <a:pt x="1203575" y="455696"/>
                  </a:lnTo>
                  <a:lnTo>
                    <a:pt x="1209021" y="455696"/>
                  </a:lnTo>
                  <a:lnTo>
                    <a:pt x="1214468" y="455696"/>
                  </a:lnTo>
                  <a:lnTo>
                    <a:pt x="1219914" y="455696"/>
                  </a:lnTo>
                  <a:lnTo>
                    <a:pt x="1225360" y="455696"/>
                  </a:lnTo>
                  <a:lnTo>
                    <a:pt x="1230806" y="455696"/>
                  </a:lnTo>
                  <a:lnTo>
                    <a:pt x="1236252" y="455696"/>
                  </a:lnTo>
                  <a:lnTo>
                    <a:pt x="1241698" y="455696"/>
                  </a:lnTo>
                  <a:lnTo>
                    <a:pt x="1247144" y="455696"/>
                  </a:lnTo>
                  <a:lnTo>
                    <a:pt x="1252590" y="455696"/>
                  </a:lnTo>
                  <a:lnTo>
                    <a:pt x="1258036" y="455696"/>
                  </a:lnTo>
                  <a:lnTo>
                    <a:pt x="1263482" y="455696"/>
                  </a:lnTo>
                  <a:lnTo>
                    <a:pt x="1268928" y="455696"/>
                  </a:lnTo>
                  <a:lnTo>
                    <a:pt x="1274374" y="455696"/>
                  </a:lnTo>
                  <a:lnTo>
                    <a:pt x="1279820" y="455696"/>
                  </a:lnTo>
                  <a:lnTo>
                    <a:pt x="1285266" y="455696"/>
                  </a:lnTo>
                  <a:lnTo>
                    <a:pt x="1290712" y="455696"/>
                  </a:lnTo>
                  <a:lnTo>
                    <a:pt x="1296158" y="455696"/>
                  </a:lnTo>
                  <a:lnTo>
                    <a:pt x="1301604" y="455696"/>
                  </a:lnTo>
                  <a:lnTo>
                    <a:pt x="1307050" y="455696"/>
                  </a:lnTo>
                  <a:lnTo>
                    <a:pt x="1312496" y="455696"/>
                  </a:lnTo>
                  <a:lnTo>
                    <a:pt x="1317942" y="455696"/>
                  </a:lnTo>
                  <a:lnTo>
                    <a:pt x="1323388" y="455696"/>
                  </a:lnTo>
                  <a:lnTo>
                    <a:pt x="1328834" y="455696"/>
                  </a:lnTo>
                  <a:lnTo>
                    <a:pt x="1334281" y="455696"/>
                  </a:lnTo>
                  <a:lnTo>
                    <a:pt x="1339727" y="455696"/>
                  </a:lnTo>
                  <a:lnTo>
                    <a:pt x="1345173" y="455696"/>
                  </a:lnTo>
                  <a:lnTo>
                    <a:pt x="1350619" y="455696"/>
                  </a:lnTo>
                  <a:lnTo>
                    <a:pt x="1356065" y="455696"/>
                  </a:lnTo>
                  <a:lnTo>
                    <a:pt x="1361511" y="455696"/>
                  </a:lnTo>
                  <a:lnTo>
                    <a:pt x="1366957" y="455696"/>
                  </a:lnTo>
                  <a:lnTo>
                    <a:pt x="1372403" y="455696"/>
                  </a:lnTo>
                  <a:lnTo>
                    <a:pt x="1377849" y="455696"/>
                  </a:lnTo>
                  <a:lnTo>
                    <a:pt x="1383295" y="455696"/>
                  </a:lnTo>
                  <a:lnTo>
                    <a:pt x="1388741" y="455696"/>
                  </a:lnTo>
                  <a:lnTo>
                    <a:pt x="1394187" y="455696"/>
                  </a:lnTo>
                  <a:lnTo>
                    <a:pt x="1399633" y="455696"/>
                  </a:lnTo>
                  <a:lnTo>
                    <a:pt x="1405079" y="455696"/>
                  </a:lnTo>
                  <a:lnTo>
                    <a:pt x="1410525" y="455696"/>
                  </a:lnTo>
                  <a:lnTo>
                    <a:pt x="1415971" y="455696"/>
                  </a:lnTo>
                  <a:lnTo>
                    <a:pt x="1421417" y="455696"/>
                  </a:lnTo>
                  <a:lnTo>
                    <a:pt x="1426863" y="455696"/>
                  </a:lnTo>
                  <a:lnTo>
                    <a:pt x="1432309" y="455696"/>
                  </a:lnTo>
                  <a:lnTo>
                    <a:pt x="1437755" y="455696"/>
                  </a:lnTo>
                  <a:lnTo>
                    <a:pt x="1443201" y="455696"/>
                  </a:lnTo>
                  <a:lnTo>
                    <a:pt x="1448647" y="455696"/>
                  </a:lnTo>
                  <a:lnTo>
                    <a:pt x="1454094" y="455696"/>
                  </a:lnTo>
                  <a:lnTo>
                    <a:pt x="1459540" y="455696"/>
                  </a:lnTo>
                  <a:lnTo>
                    <a:pt x="1464986" y="455695"/>
                  </a:lnTo>
                  <a:lnTo>
                    <a:pt x="1470432" y="455694"/>
                  </a:lnTo>
                  <a:lnTo>
                    <a:pt x="1475878" y="455691"/>
                  </a:lnTo>
                  <a:lnTo>
                    <a:pt x="1481324" y="455687"/>
                  </a:lnTo>
                  <a:lnTo>
                    <a:pt x="1486770" y="455679"/>
                  </a:lnTo>
                  <a:lnTo>
                    <a:pt x="1492216" y="455667"/>
                  </a:lnTo>
                  <a:lnTo>
                    <a:pt x="1497662" y="455647"/>
                  </a:lnTo>
                  <a:lnTo>
                    <a:pt x="1503108" y="455617"/>
                  </a:lnTo>
                  <a:lnTo>
                    <a:pt x="1508554" y="455574"/>
                  </a:lnTo>
                  <a:lnTo>
                    <a:pt x="1514000" y="455516"/>
                  </a:lnTo>
                  <a:lnTo>
                    <a:pt x="1519446" y="455441"/>
                  </a:lnTo>
                  <a:lnTo>
                    <a:pt x="1524892" y="455350"/>
                  </a:lnTo>
                  <a:lnTo>
                    <a:pt x="1530338" y="455246"/>
                  </a:lnTo>
                  <a:lnTo>
                    <a:pt x="1535784" y="455134"/>
                  </a:lnTo>
                  <a:lnTo>
                    <a:pt x="1541230" y="455023"/>
                  </a:lnTo>
                  <a:lnTo>
                    <a:pt x="1546676" y="454922"/>
                  </a:lnTo>
                  <a:lnTo>
                    <a:pt x="1552122" y="454846"/>
                  </a:lnTo>
                  <a:lnTo>
                    <a:pt x="1557568" y="454801"/>
                  </a:lnTo>
                  <a:lnTo>
                    <a:pt x="1563014" y="454793"/>
                  </a:lnTo>
                  <a:lnTo>
                    <a:pt x="1568460" y="454822"/>
                  </a:lnTo>
                  <a:lnTo>
                    <a:pt x="1573907" y="454886"/>
                  </a:lnTo>
                  <a:lnTo>
                    <a:pt x="1579353" y="454975"/>
                  </a:lnTo>
                  <a:lnTo>
                    <a:pt x="1584799" y="455081"/>
                  </a:lnTo>
                  <a:lnTo>
                    <a:pt x="1590245" y="455193"/>
                  </a:lnTo>
                  <a:lnTo>
                    <a:pt x="1595691" y="455302"/>
                  </a:lnTo>
                  <a:lnTo>
                    <a:pt x="1601137" y="455400"/>
                  </a:lnTo>
                  <a:lnTo>
                    <a:pt x="1606583" y="455483"/>
                  </a:lnTo>
                  <a:lnTo>
                    <a:pt x="1612029" y="455550"/>
                  </a:lnTo>
                  <a:lnTo>
                    <a:pt x="1617475" y="455600"/>
                  </a:lnTo>
                  <a:lnTo>
                    <a:pt x="1622921" y="455636"/>
                  </a:lnTo>
                  <a:lnTo>
                    <a:pt x="1628367" y="455659"/>
                  </a:lnTo>
                  <a:lnTo>
                    <a:pt x="1633813" y="455675"/>
                  </a:lnTo>
                  <a:lnTo>
                    <a:pt x="1639259" y="455684"/>
                  </a:lnTo>
                  <a:lnTo>
                    <a:pt x="1644705" y="455690"/>
                  </a:lnTo>
                  <a:lnTo>
                    <a:pt x="1650151" y="455693"/>
                  </a:lnTo>
                  <a:lnTo>
                    <a:pt x="1655597" y="455694"/>
                  </a:lnTo>
                  <a:lnTo>
                    <a:pt x="1661043" y="455695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6"/>
                  </a:lnTo>
                  <a:lnTo>
                    <a:pt x="2113065" y="455696"/>
                  </a:lnTo>
                  <a:lnTo>
                    <a:pt x="2118511" y="455696"/>
                  </a:lnTo>
                  <a:lnTo>
                    <a:pt x="2123957" y="455696"/>
                  </a:lnTo>
                  <a:lnTo>
                    <a:pt x="2129403" y="455696"/>
                  </a:lnTo>
                  <a:lnTo>
                    <a:pt x="2134849" y="455696"/>
                  </a:lnTo>
                  <a:lnTo>
                    <a:pt x="2140295" y="455696"/>
                  </a:lnTo>
                  <a:lnTo>
                    <a:pt x="2145741" y="455696"/>
                  </a:lnTo>
                  <a:lnTo>
                    <a:pt x="2151187" y="455696"/>
                  </a:lnTo>
                  <a:lnTo>
                    <a:pt x="2156633" y="455696"/>
                  </a:lnTo>
                  <a:lnTo>
                    <a:pt x="2162079" y="455696"/>
                  </a:lnTo>
                  <a:lnTo>
                    <a:pt x="2167525" y="455696"/>
                  </a:lnTo>
                  <a:lnTo>
                    <a:pt x="2172971" y="455696"/>
                  </a:lnTo>
                  <a:lnTo>
                    <a:pt x="2178418" y="455696"/>
                  </a:lnTo>
                  <a:lnTo>
                    <a:pt x="2183864" y="455696"/>
                  </a:lnTo>
                  <a:lnTo>
                    <a:pt x="2189310" y="455696"/>
                  </a:lnTo>
                  <a:lnTo>
                    <a:pt x="2194756" y="455696"/>
                  </a:lnTo>
                  <a:lnTo>
                    <a:pt x="2200202" y="455696"/>
                  </a:lnTo>
                  <a:lnTo>
                    <a:pt x="2205648" y="455696"/>
                  </a:lnTo>
                  <a:lnTo>
                    <a:pt x="2211094" y="455696"/>
                  </a:lnTo>
                  <a:lnTo>
                    <a:pt x="2216540" y="455696"/>
                  </a:lnTo>
                  <a:lnTo>
                    <a:pt x="2221986" y="455696"/>
                  </a:lnTo>
                  <a:lnTo>
                    <a:pt x="2227432" y="455696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5"/>
                  </a:lnTo>
                  <a:lnTo>
                    <a:pt x="2494288" y="455694"/>
                  </a:lnTo>
                  <a:lnTo>
                    <a:pt x="2499734" y="455692"/>
                  </a:lnTo>
                  <a:lnTo>
                    <a:pt x="2505180" y="455688"/>
                  </a:lnTo>
                  <a:lnTo>
                    <a:pt x="2510626" y="455681"/>
                  </a:lnTo>
                  <a:lnTo>
                    <a:pt x="2516072" y="455669"/>
                  </a:lnTo>
                  <a:lnTo>
                    <a:pt x="2521518" y="455650"/>
                  </a:lnTo>
                  <a:lnTo>
                    <a:pt x="2526964" y="455622"/>
                  </a:lnTo>
                  <a:lnTo>
                    <a:pt x="2532410" y="455581"/>
                  </a:lnTo>
                  <a:lnTo>
                    <a:pt x="2537856" y="455526"/>
                  </a:lnTo>
                  <a:lnTo>
                    <a:pt x="2543303" y="455453"/>
                  </a:lnTo>
                  <a:lnTo>
                    <a:pt x="2548749" y="455364"/>
                  </a:lnTo>
                  <a:lnTo>
                    <a:pt x="2554195" y="455259"/>
                  </a:lnTo>
                  <a:lnTo>
                    <a:pt x="2559641" y="455144"/>
                  </a:lnTo>
                  <a:lnTo>
                    <a:pt x="2565087" y="455026"/>
                  </a:lnTo>
                  <a:lnTo>
                    <a:pt x="2570533" y="454915"/>
                  </a:lnTo>
                  <a:lnTo>
                    <a:pt x="2575979" y="454819"/>
                  </a:lnTo>
                  <a:lnTo>
                    <a:pt x="2581425" y="454744"/>
                  </a:lnTo>
                  <a:lnTo>
                    <a:pt x="2586871" y="454693"/>
                  </a:lnTo>
                  <a:lnTo>
                    <a:pt x="2592317" y="454665"/>
                  </a:lnTo>
                  <a:lnTo>
                    <a:pt x="2597763" y="454656"/>
                  </a:lnTo>
                  <a:lnTo>
                    <a:pt x="2603209" y="454657"/>
                  </a:lnTo>
                  <a:lnTo>
                    <a:pt x="2608655" y="454661"/>
                  </a:lnTo>
                  <a:lnTo>
                    <a:pt x="2614101" y="454663"/>
                  </a:lnTo>
                  <a:lnTo>
                    <a:pt x="2619547" y="454660"/>
                  </a:lnTo>
                  <a:lnTo>
                    <a:pt x="2624993" y="454654"/>
                  </a:lnTo>
                  <a:lnTo>
                    <a:pt x="2630439" y="454650"/>
                  </a:lnTo>
                  <a:lnTo>
                    <a:pt x="2635885" y="454657"/>
                  </a:lnTo>
                  <a:lnTo>
                    <a:pt x="2641331" y="454684"/>
                  </a:lnTo>
                  <a:lnTo>
                    <a:pt x="2646777" y="454735"/>
                  </a:lnTo>
                  <a:lnTo>
                    <a:pt x="2652223" y="454810"/>
                  </a:lnTo>
                  <a:lnTo>
                    <a:pt x="2657669" y="454908"/>
                  </a:lnTo>
                  <a:lnTo>
                    <a:pt x="2663116" y="455020"/>
                  </a:lnTo>
                  <a:lnTo>
                    <a:pt x="2668562" y="455137"/>
                  </a:lnTo>
                  <a:lnTo>
                    <a:pt x="2674008" y="455253"/>
                  </a:lnTo>
                  <a:lnTo>
                    <a:pt x="2679454" y="455358"/>
                  </a:lnTo>
                  <a:lnTo>
                    <a:pt x="2684900" y="455449"/>
                  </a:lnTo>
                  <a:lnTo>
                    <a:pt x="2690346" y="455524"/>
                  </a:lnTo>
                  <a:lnTo>
                    <a:pt x="2695792" y="455581"/>
                  </a:lnTo>
                  <a:lnTo>
                    <a:pt x="2701238" y="455622"/>
                  </a:lnTo>
                  <a:lnTo>
                    <a:pt x="2706684" y="455651"/>
                  </a:lnTo>
                  <a:lnTo>
                    <a:pt x="2712130" y="455670"/>
                  </a:lnTo>
                  <a:lnTo>
                    <a:pt x="2717576" y="455681"/>
                  </a:lnTo>
                  <a:lnTo>
                    <a:pt x="2723022" y="455688"/>
                  </a:lnTo>
                  <a:lnTo>
                    <a:pt x="2728468" y="455692"/>
                  </a:lnTo>
                  <a:lnTo>
                    <a:pt x="2733914" y="455694"/>
                  </a:lnTo>
                  <a:lnTo>
                    <a:pt x="2739360" y="455695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  <a:lnTo>
                    <a:pt x="2777482" y="455696"/>
                  </a:lnTo>
                  <a:lnTo>
                    <a:pt x="2772036" y="455696"/>
                  </a:lnTo>
                  <a:lnTo>
                    <a:pt x="2766590" y="455696"/>
                  </a:lnTo>
                  <a:lnTo>
                    <a:pt x="2761144" y="455696"/>
                  </a:lnTo>
                  <a:lnTo>
                    <a:pt x="2755698" y="455696"/>
                  </a:lnTo>
                  <a:lnTo>
                    <a:pt x="2750252" y="455696"/>
                  </a:lnTo>
                  <a:lnTo>
                    <a:pt x="2744806" y="455696"/>
                  </a:lnTo>
                  <a:lnTo>
                    <a:pt x="2739360" y="455696"/>
                  </a:lnTo>
                  <a:lnTo>
                    <a:pt x="2733914" y="455696"/>
                  </a:lnTo>
                  <a:lnTo>
                    <a:pt x="2728468" y="455696"/>
                  </a:lnTo>
                  <a:lnTo>
                    <a:pt x="2723022" y="455696"/>
                  </a:lnTo>
                  <a:lnTo>
                    <a:pt x="2717576" y="455696"/>
                  </a:lnTo>
                  <a:lnTo>
                    <a:pt x="2712130" y="455696"/>
                  </a:lnTo>
                  <a:lnTo>
                    <a:pt x="2706684" y="455696"/>
                  </a:lnTo>
                  <a:lnTo>
                    <a:pt x="2701238" y="455696"/>
                  </a:lnTo>
                  <a:lnTo>
                    <a:pt x="2695792" y="455696"/>
                  </a:lnTo>
                  <a:lnTo>
                    <a:pt x="2690346" y="455696"/>
                  </a:lnTo>
                  <a:lnTo>
                    <a:pt x="2684900" y="455696"/>
                  </a:lnTo>
                  <a:lnTo>
                    <a:pt x="2679454" y="455696"/>
                  </a:lnTo>
                  <a:lnTo>
                    <a:pt x="2674008" y="455696"/>
                  </a:lnTo>
                  <a:lnTo>
                    <a:pt x="2668562" y="455696"/>
                  </a:lnTo>
                  <a:lnTo>
                    <a:pt x="2663116" y="455696"/>
                  </a:lnTo>
                  <a:lnTo>
                    <a:pt x="2657669" y="455696"/>
                  </a:lnTo>
                  <a:lnTo>
                    <a:pt x="2652223" y="455696"/>
                  </a:lnTo>
                  <a:lnTo>
                    <a:pt x="2646777" y="455696"/>
                  </a:lnTo>
                  <a:lnTo>
                    <a:pt x="2641331" y="455696"/>
                  </a:lnTo>
                  <a:lnTo>
                    <a:pt x="2635885" y="455696"/>
                  </a:lnTo>
                  <a:lnTo>
                    <a:pt x="2630439" y="455696"/>
                  </a:lnTo>
                  <a:lnTo>
                    <a:pt x="2624993" y="455696"/>
                  </a:lnTo>
                  <a:lnTo>
                    <a:pt x="2619547" y="455696"/>
                  </a:lnTo>
                  <a:lnTo>
                    <a:pt x="2614101" y="455696"/>
                  </a:lnTo>
                  <a:lnTo>
                    <a:pt x="2608655" y="455696"/>
                  </a:lnTo>
                  <a:lnTo>
                    <a:pt x="2603209" y="455696"/>
                  </a:lnTo>
                  <a:lnTo>
                    <a:pt x="2597763" y="455696"/>
                  </a:lnTo>
                  <a:lnTo>
                    <a:pt x="2592317" y="455696"/>
                  </a:lnTo>
                  <a:lnTo>
                    <a:pt x="2586871" y="455696"/>
                  </a:lnTo>
                  <a:lnTo>
                    <a:pt x="2581425" y="455696"/>
                  </a:lnTo>
                  <a:lnTo>
                    <a:pt x="2575979" y="455696"/>
                  </a:lnTo>
                  <a:lnTo>
                    <a:pt x="2570533" y="455696"/>
                  </a:lnTo>
                  <a:lnTo>
                    <a:pt x="2565087" y="455696"/>
                  </a:lnTo>
                  <a:lnTo>
                    <a:pt x="2559641" y="455696"/>
                  </a:lnTo>
                  <a:lnTo>
                    <a:pt x="2554195" y="455696"/>
                  </a:lnTo>
                  <a:lnTo>
                    <a:pt x="2548749" y="455696"/>
                  </a:lnTo>
                  <a:lnTo>
                    <a:pt x="2543303" y="455696"/>
                  </a:lnTo>
                  <a:lnTo>
                    <a:pt x="2537856" y="455696"/>
                  </a:lnTo>
                  <a:lnTo>
                    <a:pt x="2532410" y="455696"/>
                  </a:lnTo>
                  <a:lnTo>
                    <a:pt x="2526964" y="455696"/>
                  </a:lnTo>
                  <a:lnTo>
                    <a:pt x="2521518" y="455696"/>
                  </a:lnTo>
                  <a:lnTo>
                    <a:pt x="2516072" y="455696"/>
                  </a:lnTo>
                  <a:lnTo>
                    <a:pt x="2510626" y="455696"/>
                  </a:lnTo>
                  <a:lnTo>
                    <a:pt x="2505180" y="455696"/>
                  </a:lnTo>
                  <a:lnTo>
                    <a:pt x="2499734" y="455696"/>
                  </a:lnTo>
                  <a:lnTo>
                    <a:pt x="2494288" y="455696"/>
                  </a:lnTo>
                  <a:lnTo>
                    <a:pt x="2488842" y="455696"/>
                  </a:lnTo>
                  <a:lnTo>
                    <a:pt x="2483396" y="455696"/>
                  </a:lnTo>
                  <a:lnTo>
                    <a:pt x="2477950" y="455696"/>
                  </a:lnTo>
                  <a:lnTo>
                    <a:pt x="2472504" y="455696"/>
                  </a:lnTo>
                  <a:lnTo>
                    <a:pt x="2467058" y="455696"/>
                  </a:lnTo>
                  <a:lnTo>
                    <a:pt x="2461612" y="455696"/>
                  </a:lnTo>
                  <a:lnTo>
                    <a:pt x="2456166" y="455696"/>
                  </a:lnTo>
                  <a:lnTo>
                    <a:pt x="2450720" y="455696"/>
                  </a:lnTo>
                  <a:lnTo>
                    <a:pt x="2445274" y="455696"/>
                  </a:lnTo>
                  <a:lnTo>
                    <a:pt x="2439828" y="455696"/>
                  </a:lnTo>
                  <a:lnTo>
                    <a:pt x="2434382" y="455696"/>
                  </a:lnTo>
                  <a:lnTo>
                    <a:pt x="2428936" y="455696"/>
                  </a:lnTo>
                  <a:lnTo>
                    <a:pt x="2423490" y="455696"/>
                  </a:lnTo>
                  <a:lnTo>
                    <a:pt x="2418043" y="455696"/>
                  </a:lnTo>
                  <a:lnTo>
                    <a:pt x="2412597" y="455696"/>
                  </a:lnTo>
                  <a:lnTo>
                    <a:pt x="2407151" y="455696"/>
                  </a:lnTo>
                  <a:lnTo>
                    <a:pt x="2401705" y="455696"/>
                  </a:lnTo>
                  <a:lnTo>
                    <a:pt x="2396259" y="455696"/>
                  </a:lnTo>
                  <a:lnTo>
                    <a:pt x="2390813" y="455696"/>
                  </a:lnTo>
                  <a:lnTo>
                    <a:pt x="2385367" y="455696"/>
                  </a:lnTo>
                  <a:lnTo>
                    <a:pt x="2379921" y="455696"/>
                  </a:lnTo>
                  <a:lnTo>
                    <a:pt x="2374475" y="455696"/>
                  </a:lnTo>
                  <a:lnTo>
                    <a:pt x="2369029" y="455696"/>
                  </a:lnTo>
                  <a:lnTo>
                    <a:pt x="2363583" y="455696"/>
                  </a:lnTo>
                  <a:lnTo>
                    <a:pt x="2358137" y="455696"/>
                  </a:lnTo>
                  <a:lnTo>
                    <a:pt x="2352691" y="455696"/>
                  </a:lnTo>
                  <a:lnTo>
                    <a:pt x="2347245" y="455696"/>
                  </a:lnTo>
                  <a:lnTo>
                    <a:pt x="2341799" y="455696"/>
                  </a:lnTo>
                  <a:lnTo>
                    <a:pt x="2336353" y="455696"/>
                  </a:lnTo>
                  <a:lnTo>
                    <a:pt x="2330907" y="455696"/>
                  </a:lnTo>
                  <a:lnTo>
                    <a:pt x="2325461" y="455696"/>
                  </a:lnTo>
                  <a:lnTo>
                    <a:pt x="2320015" y="455696"/>
                  </a:lnTo>
                  <a:lnTo>
                    <a:pt x="2314569" y="455696"/>
                  </a:lnTo>
                  <a:lnTo>
                    <a:pt x="2309123" y="455696"/>
                  </a:lnTo>
                  <a:lnTo>
                    <a:pt x="2303677" y="455696"/>
                  </a:lnTo>
                  <a:lnTo>
                    <a:pt x="2298231" y="455696"/>
                  </a:lnTo>
                  <a:lnTo>
                    <a:pt x="2292784" y="455696"/>
                  </a:lnTo>
                  <a:lnTo>
                    <a:pt x="2287338" y="455696"/>
                  </a:lnTo>
                  <a:lnTo>
                    <a:pt x="2281892" y="455696"/>
                  </a:lnTo>
                  <a:lnTo>
                    <a:pt x="2276446" y="455696"/>
                  </a:lnTo>
                  <a:lnTo>
                    <a:pt x="2271000" y="455696"/>
                  </a:lnTo>
                  <a:lnTo>
                    <a:pt x="2265554" y="455696"/>
                  </a:lnTo>
                  <a:lnTo>
                    <a:pt x="2260108" y="455696"/>
                  </a:lnTo>
                  <a:lnTo>
                    <a:pt x="2254662" y="455696"/>
                  </a:lnTo>
                  <a:lnTo>
                    <a:pt x="2249216" y="455696"/>
                  </a:lnTo>
                  <a:lnTo>
                    <a:pt x="2243770" y="455696"/>
                  </a:lnTo>
                  <a:lnTo>
                    <a:pt x="2238324" y="455696"/>
                  </a:lnTo>
                  <a:lnTo>
                    <a:pt x="2232878" y="455696"/>
                  </a:lnTo>
                  <a:lnTo>
                    <a:pt x="2227432" y="455696"/>
                  </a:lnTo>
                  <a:lnTo>
                    <a:pt x="2221986" y="455696"/>
                  </a:lnTo>
                  <a:lnTo>
                    <a:pt x="2216540" y="455696"/>
                  </a:lnTo>
                  <a:lnTo>
                    <a:pt x="2211094" y="455696"/>
                  </a:lnTo>
                  <a:lnTo>
                    <a:pt x="2205648" y="455696"/>
                  </a:lnTo>
                  <a:lnTo>
                    <a:pt x="2200202" y="455696"/>
                  </a:lnTo>
                  <a:lnTo>
                    <a:pt x="2194756" y="455696"/>
                  </a:lnTo>
                  <a:lnTo>
                    <a:pt x="2189310" y="455696"/>
                  </a:lnTo>
                  <a:lnTo>
                    <a:pt x="2183864" y="455696"/>
                  </a:lnTo>
                  <a:lnTo>
                    <a:pt x="2178418" y="455696"/>
                  </a:lnTo>
                  <a:lnTo>
                    <a:pt x="2172971" y="455696"/>
                  </a:lnTo>
                  <a:lnTo>
                    <a:pt x="2167525" y="455696"/>
                  </a:lnTo>
                  <a:lnTo>
                    <a:pt x="2162079" y="455696"/>
                  </a:lnTo>
                  <a:lnTo>
                    <a:pt x="2156633" y="455696"/>
                  </a:lnTo>
                  <a:lnTo>
                    <a:pt x="2151187" y="455696"/>
                  </a:lnTo>
                  <a:lnTo>
                    <a:pt x="2145741" y="455696"/>
                  </a:lnTo>
                  <a:lnTo>
                    <a:pt x="2140295" y="455696"/>
                  </a:lnTo>
                  <a:lnTo>
                    <a:pt x="2134849" y="455696"/>
                  </a:lnTo>
                  <a:lnTo>
                    <a:pt x="2129403" y="455696"/>
                  </a:lnTo>
                  <a:lnTo>
                    <a:pt x="2123957" y="455696"/>
                  </a:lnTo>
                  <a:lnTo>
                    <a:pt x="2118511" y="455696"/>
                  </a:lnTo>
                  <a:lnTo>
                    <a:pt x="2113065" y="455696"/>
                  </a:lnTo>
                  <a:lnTo>
                    <a:pt x="2107619" y="455696"/>
                  </a:lnTo>
                  <a:lnTo>
                    <a:pt x="2102173" y="455696"/>
                  </a:lnTo>
                  <a:lnTo>
                    <a:pt x="2096727" y="455696"/>
                  </a:lnTo>
                  <a:lnTo>
                    <a:pt x="2091281" y="455696"/>
                  </a:lnTo>
                  <a:lnTo>
                    <a:pt x="2085835" y="455696"/>
                  </a:lnTo>
                  <a:lnTo>
                    <a:pt x="2080389" y="455696"/>
                  </a:lnTo>
                  <a:lnTo>
                    <a:pt x="2074943" y="455696"/>
                  </a:lnTo>
                  <a:lnTo>
                    <a:pt x="2069497" y="455696"/>
                  </a:lnTo>
                  <a:lnTo>
                    <a:pt x="2064051" y="455696"/>
                  </a:lnTo>
                  <a:lnTo>
                    <a:pt x="2058605" y="455696"/>
                  </a:lnTo>
                  <a:lnTo>
                    <a:pt x="2053158" y="455696"/>
                  </a:lnTo>
                  <a:lnTo>
                    <a:pt x="2047712" y="455696"/>
                  </a:lnTo>
                  <a:lnTo>
                    <a:pt x="2042266" y="455696"/>
                  </a:lnTo>
                  <a:lnTo>
                    <a:pt x="2036820" y="455696"/>
                  </a:lnTo>
                  <a:lnTo>
                    <a:pt x="2031374" y="455696"/>
                  </a:lnTo>
                  <a:lnTo>
                    <a:pt x="2025928" y="455696"/>
                  </a:lnTo>
                  <a:lnTo>
                    <a:pt x="2020482" y="455696"/>
                  </a:lnTo>
                  <a:lnTo>
                    <a:pt x="2015036" y="455696"/>
                  </a:lnTo>
                  <a:lnTo>
                    <a:pt x="2009590" y="455696"/>
                  </a:lnTo>
                  <a:lnTo>
                    <a:pt x="2004144" y="455696"/>
                  </a:lnTo>
                  <a:lnTo>
                    <a:pt x="1998698" y="455696"/>
                  </a:lnTo>
                  <a:lnTo>
                    <a:pt x="1993252" y="455696"/>
                  </a:lnTo>
                  <a:lnTo>
                    <a:pt x="1987806" y="455696"/>
                  </a:lnTo>
                  <a:lnTo>
                    <a:pt x="1982360" y="455696"/>
                  </a:lnTo>
                  <a:lnTo>
                    <a:pt x="1976914" y="455696"/>
                  </a:lnTo>
                  <a:lnTo>
                    <a:pt x="1971468" y="455696"/>
                  </a:lnTo>
                  <a:lnTo>
                    <a:pt x="1966022" y="455696"/>
                  </a:lnTo>
                  <a:lnTo>
                    <a:pt x="1960576" y="455696"/>
                  </a:lnTo>
                  <a:lnTo>
                    <a:pt x="1955130" y="455696"/>
                  </a:lnTo>
                  <a:lnTo>
                    <a:pt x="1949684" y="455696"/>
                  </a:lnTo>
                  <a:lnTo>
                    <a:pt x="1944238" y="455696"/>
                  </a:lnTo>
                  <a:lnTo>
                    <a:pt x="1938792" y="455696"/>
                  </a:lnTo>
                  <a:lnTo>
                    <a:pt x="1933345" y="455696"/>
                  </a:lnTo>
                  <a:lnTo>
                    <a:pt x="1927899" y="455696"/>
                  </a:lnTo>
                  <a:lnTo>
                    <a:pt x="1922453" y="455696"/>
                  </a:lnTo>
                  <a:lnTo>
                    <a:pt x="1917007" y="455696"/>
                  </a:lnTo>
                  <a:lnTo>
                    <a:pt x="1911561" y="455696"/>
                  </a:lnTo>
                  <a:lnTo>
                    <a:pt x="1906115" y="455696"/>
                  </a:lnTo>
                  <a:lnTo>
                    <a:pt x="1900669" y="455696"/>
                  </a:lnTo>
                  <a:lnTo>
                    <a:pt x="1895223" y="455696"/>
                  </a:lnTo>
                  <a:lnTo>
                    <a:pt x="1889777" y="455696"/>
                  </a:lnTo>
                  <a:lnTo>
                    <a:pt x="1884331" y="455696"/>
                  </a:lnTo>
                  <a:lnTo>
                    <a:pt x="1878885" y="455696"/>
                  </a:lnTo>
                  <a:lnTo>
                    <a:pt x="1873439" y="455696"/>
                  </a:lnTo>
                  <a:lnTo>
                    <a:pt x="1867993" y="455696"/>
                  </a:lnTo>
                  <a:lnTo>
                    <a:pt x="1862547" y="455696"/>
                  </a:lnTo>
                  <a:lnTo>
                    <a:pt x="1857101" y="455696"/>
                  </a:lnTo>
                  <a:lnTo>
                    <a:pt x="1851655" y="455696"/>
                  </a:lnTo>
                  <a:lnTo>
                    <a:pt x="1846209" y="455696"/>
                  </a:lnTo>
                  <a:lnTo>
                    <a:pt x="1840763" y="455696"/>
                  </a:lnTo>
                  <a:lnTo>
                    <a:pt x="1835317" y="455696"/>
                  </a:lnTo>
                  <a:lnTo>
                    <a:pt x="1829871" y="455696"/>
                  </a:lnTo>
                  <a:lnTo>
                    <a:pt x="1824425" y="455696"/>
                  </a:lnTo>
                  <a:lnTo>
                    <a:pt x="1818979" y="455696"/>
                  </a:lnTo>
                  <a:lnTo>
                    <a:pt x="1813532" y="455696"/>
                  </a:lnTo>
                  <a:lnTo>
                    <a:pt x="1808086" y="455696"/>
                  </a:lnTo>
                  <a:lnTo>
                    <a:pt x="1802640" y="455696"/>
                  </a:lnTo>
                  <a:lnTo>
                    <a:pt x="1797194" y="455696"/>
                  </a:lnTo>
                  <a:lnTo>
                    <a:pt x="1791748" y="455696"/>
                  </a:lnTo>
                  <a:lnTo>
                    <a:pt x="1786302" y="455696"/>
                  </a:lnTo>
                  <a:lnTo>
                    <a:pt x="1780856" y="455696"/>
                  </a:lnTo>
                  <a:lnTo>
                    <a:pt x="1775410" y="455696"/>
                  </a:lnTo>
                  <a:lnTo>
                    <a:pt x="1769964" y="455696"/>
                  </a:lnTo>
                  <a:lnTo>
                    <a:pt x="1764518" y="455696"/>
                  </a:lnTo>
                  <a:lnTo>
                    <a:pt x="1759072" y="455696"/>
                  </a:lnTo>
                  <a:lnTo>
                    <a:pt x="1753626" y="455696"/>
                  </a:lnTo>
                  <a:lnTo>
                    <a:pt x="1748180" y="455696"/>
                  </a:lnTo>
                  <a:lnTo>
                    <a:pt x="1742734" y="455696"/>
                  </a:lnTo>
                  <a:lnTo>
                    <a:pt x="1737288" y="455696"/>
                  </a:lnTo>
                  <a:lnTo>
                    <a:pt x="1731842" y="455696"/>
                  </a:lnTo>
                  <a:lnTo>
                    <a:pt x="1726396" y="455696"/>
                  </a:lnTo>
                  <a:lnTo>
                    <a:pt x="1720950" y="455696"/>
                  </a:lnTo>
                  <a:lnTo>
                    <a:pt x="1715504" y="455696"/>
                  </a:lnTo>
                  <a:lnTo>
                    <a:pt x="1710058" y="455696"/>
                  </a:lnTo>
                  <a:lnTo>
                    <a:pt x="1704612" y="455696"/>
                  </a:lnTo>
                  <a:lnTo>
                    <a:pt x="1699166" y="455696"/>
                  </a:lnTo>
                  <a:lnTo>
                    <a:pt x="1693720" y="455696"/>
                  </a:lnTo>
                  <a:lnTo>
                    <a:pt x="1688273" y="455696"/>
                  </a:lnTo>
                  <a:lnTo>
                    <a:pt x="1682827" y="455696"/>
                  </a:lnTo>
                  <a:lnTo>
                    <a:pt x="1677381" y="455696"/>
                  </a:lnTo>
                  <a:lnTo>
                    <a:pt x="1671935" y="455696"/>
                  </a:lnTo>
                  <a:lnTo>
                    <a:pt x="1666489" y="455696"/>
                  </a:lnTo>
                  <a:lnTo>
                    <a:pt x="1661043" y="455696"/>
                  </a:lnTo>
                  <a:lnTo>
                    <a:pt x="1655597" y="455696"/>
                  </a:lnTo>
                  <a:lnTo>
                    <a:pt x="1650151" y="455696"/>
                  </a:lnTo>
                  <a:lnTo>
                    <a:pt x="1644705" y="455696"/>
                  </a:lnTo>
                  <a:lnTo>
                    <a:pt x="1639259" y="455696"/>
                  </a:lnTo>
                  <a:lnTo>
                    <a:pt x="1633813" y="455696"/>
                  </a:lnTo>
                  <a:lnTo>
                    <a:pt x="1628367" y="455696"/>
                  </a:lnTo>
                  <a:lnTo>
                    <a:pt x="1622921" y="455696"/>
                  </a:lnTo>
                  <a:lnTo>
                    <a:pt x="1617475" y="455696"/>
                  </a:lnTo>
                  <a:lnTo>
                    <a:pt x="1612029" y="455696"/>
                  </a:lnTo>
                  <a:lnTo>
                    <a:pt x="1606583" y="455696"/>
                  </a:lnTo>
                  <a:lnTo>
                    <a:pt x="1601137" y="455696"/>
                  </a:lnTo>
                  <a:lnTo>
                    <a:pt x="1595691" y="455696"/>
                  </a:lnTo>
                  <a:lnTo>
                    <a:pt x="1590245" y="455696"/>
                  </a:lnTo>
                  <a:lnTo>
                    <a:pt x="1584799" y="455696"/>
                  </a:lnTo>
                  <a:lnTo>
                    <a:pt x="1579353" y="455696"/>
                  </a:lnTo>
                  <a:lnTo>
                    <a:pt x="1573907" y="455696"/>
                  </a:lnTo>
                  <a:lnTo>
                    <a:pt x="1568460" y="455696"/>
                  </a:lnTo>
                  <a:lnTo>
                    <a:pt x="1563014" y="455696"/>
                  </a:lnTo>
                  <a:lnTo>
                    <a:pt x="1557568" y="455696"/>
                  </a:lnTo>
                  <a:lnTo>
                    <a:pt x="1552122" y="455696"/>
                  </a:lnTo>
                  <a:lnTo>
                    <a:pt x="1546676" y="455696"/>
                  </a:lnTo>
                  <a:lnTo>
                    <a:pt x="1541230" y="455696"/>
                  </a:lnTo>
                  <a:lnTo>
                    <a:pt x="1535784" y="455696"/>
                  </a:lnTo>
                  <a:lnTo>
                    <a:pt x="1530338" y="455696"/>
                  </a:lnTo>
                  <a:lnTo>
                    <a:pt x="1524892" y="455696"/>
                  </a:lnTo>
                  <a:lnTo>
                    <a:pt x="1519446" y="455696"/>
                  </a:lnTo>
                  <a:lnTo>
                    <a:pt x="1514000" y="455696"/>
                  </a:lnTo>
                  <a:lnTo>
                    <a:pt x="1508554" y="455696"/>
                  </a:lnTo>
                  <a:lnTo>
                    <a:pt x="1503108" y="455696"/>
                  </a:lnTo>
                  <a:lnTo>
                    <a:pt x="1497662" y="455696"/>
                  </a:lnTo>
                  <a:lnTo>
                    <a:pt x="1492216" y="455696"/>
                  </a:lnTo>
                  <a:lnTo>
                    <a:pt x="1486770" y="455696"/>
                  </a:lnTo>
                  <a:lnTo>
                    <a:pt x="1481324" y="455696"/>
                  </a:lnTo>
                  <a:lnTo>
                    <a:pt x="1475878" y="455696"/>
                  </a:lnTo>
                  <a:lnTo>
                    <a:pt x="1470432" y="455696"/>
                  </a:lnTo>
                  <a:lnTo>
                    <a:pt x="1464986" y="455696"/>
                  </a:lnTo>
                  <a:lnTo>
                    <a:pt x="1459540" y="455696"/>
                  </a:lnTo>
                  <a:lnTo>
                    <a:pt x="1454094" y="455696"/>
                  </a:lnTo>
                  <a:lnTo>
                    <a:pt x="1448647" y="455696"/>
                  </a:lnTo>
                  <a:lnTo>
                    <a:pt x="1443201" y="455696"/>
                  </a:lnTo>
                  <a:lnTo>
                    <a:pt x="1437755" y="455696"/>
                  </a:lnTo>
                  <a:lnTo>
                    <a:pt x="1432309" y="455696"/>
                  </a:lnTo>
                  <a:lnTo>
                    <a:pt x="1426863" y="455696"/>
                  </a:lnTo>
                  <a:lnTo>
                    <a:pt x="1421417" y="455696"/>
                  </a:lnTo>
                  <a:lnTo>
                    <a:pt x="1415971" y="455696"/>
                  </a:lnTo>
                  <a:lnTo>
                    <a:pt x="1410525" y="455696"/>
                  </a:lnTo>
                  <a:lnTo>
                    <a:pt x="1405079" y="455696"/>
                  </a:lnTo>
                  <a:lnTo>
                    <a:pt x="1399633" y="455696"/>
                  </a:lnTo>
                  <a:lnTo>
                    <a:pt x="1394187" y="455696"/>
                  </a:lnTo>
                  <a:lnTo>
                    <a:pt x="1388741" y="455696"/>
                  </a:lnTo>
                  <a:lnTo>
                    <a:pt x="1383295" y="455696"/>
                  </a:lnTo>
                  <a:lnTo>
                    <a:pt x="1377849" y="455696"/>
                  </a:lnTo>
                  <a:lnTo>
                    <a:pt x="1372403" y="455696"/>
                  </a:lnTo>
                  <a:lnTo>
                    <a:pt x="1366957" y="455696"/>
                  </a:lnTo>
                  <a:lnTo>
                    <a:pt x="1361511" y="455696"/>
                  </a:lnTo>
                  <a:lnTo>
                    <a:pt x="1356065" y="455696"/>
                  </a:lnTo>
                  <a:lnTo>
                    <a:pt x="1350619" y="455696"/>
                  </a:lnTo>
                  <a:lnTo>
                    <a:pt x="1345173" y="455696"/>
                  </a:lnTo>
                  <a:lnTo>
                    <a:pt x="1339727" y="455696"/>
                  </a:lnTo>
                  <a:lnTo>
                    <a:pt x="1334281" y="455696"/>
                  </a:lnTo>
                  <a:lnTo>
                    <a:pt x="1328834" y="455696"/>
                  </a:lnTo>
                  <a:lnTo>
                    <a:pt x="1323388" y="455696"/>
                  </a:lnTo>
                  <a:lnTo>
                    <a:pt x="1317942" y="455696"/>
                  </a:lnTo>
                  <a:lnTo>
                    <a:pt x="1312496" y="455696"/>
                  </a:lnTo>
                  <a:lnTo>
                    <a:pt x="1307050" y="455696"/>
                  </a:lnTo>
                  <a:lnTo>
                    <a:pt x="1301604" y="455696"/>
                  </a:lnTo>
                  <a:lnTo>
                    <a:pt x="1296158" y="455696"/>
                  </a:lnTo>
                  <a:lnTo>
                    <a:pt x="1290712" y="455696"/>
                  </a:lnTo>
                  <a:lnTo>
                    <a:pt x="1285266" y="455696"/>
                  </a:lnTo>
                  <a:lnTo>
                    <a:pt x="1279820" y="455696"/>
                  </a:lnTo>
                  <a:lnTo>
                    <a:pt x="1274374" y="455696"/>
                  </a:lnTo>
                  <a:lnTo>
                    <a:pt x="1268928" y="455696"/>
                  </a:lnTo>
                  <a:lnTo>
                    <a:pt x="1263482" y="455696"/>
                  </a:lnTo>
                  <a:lnTo>
                    <a:pt x="1258036" y="455696"/>
                  </a:lnTo>
                  <a:lnTo>
                    <a:pt x="1252590" y="455696"/>
                  </a:lnTo>
                  <a:lnTo>
                    <a:pt x="1247144" y="455696"/>
                  </a:lnTo>
                  <a:lnTo>
                    <a:pt x="1241698" y="455696"/>
                  </a:lnTo>
                  <a:lnTo>
                    <a:pt x="1236252" y="455696"/>
                  </a:lnTo>
                  <a:lnTo>
                    <a:pt x="1230806" y="455696"/>
                  </a:lnTo>
                  <a:lnTo>
                    <a:pt x="1225360" y="455696"/>
                  </a:lnTo>
                  <a:lnTo>
                    <a:pt x="1219914" y="455696"/>
                  </a:lnTo>
                  <a:lnTo>
                    <a:pt x="1214468" y="455696"/>
                  </a:lnTo>
                  <a:lnTo>
                    <a:pt x="1209021" y="455696"/>
                  </a:lnTo>
                  <a:lnTo>
                    <a:pt x="1203575" y="455696"/>
                  </a:lnTo>
                  <a:lnTo>
                    <a:pt x="1198129" y="455696"/>
                  </a:lnTo>
                  <a:lnTo>
                    <a:pt x="1192683" y="455696"/>
                  </a:lnTo>
                  <a:lnTo>
                    <a:pt x="1187237" y="455696"/>
                  </a:lnTo>
                  <a:lnTo>
                    <a:pt x="1181791" y="455696"/>
                  </a:lnTo>
                  <a:lnTo>
                    <a:pt x="1176345" y="455696"/>
                  </a:lnTo>
                  <a:lnTo>
                    <a:pt x="1170899" y="455696"/>
                  </a:lnTo>
                  <a:lnTo>
                    <a:pt x="1165453" y="455696"/>
                  </a:lnTo>
                  <a:lnTo>
                    <a:pt x="1160007" y="455696"/>
                  </a:lnTo>
                  <a:lnTo>
                    <a:pt x="1154561" y="455696"/>
                  </a:lnTo>
                  <a:lnTo>
                    <a:pt x="1149115" y="455696"/>
                  </a:lnTo>
                  <a:lnTo>
                    <a:pt x="1143669" y="455696"/>
                  </a:lnTo>
                  <a:lnTo>
                    <a:pt x="1138223" y="455696"/>
                  </a:lnTo>
                  <a:lnTo>
                    <a:pt x="1132777" y="455696"/>
                  </a:lnTo>
                  <a:lnTo>
                    <a:pt x="1127331" y="455696"/>
                  </a:lnTo>
                  <a:lnTo>
                    <a:pt x="1121885" y="455696"/>
                  </a:lnTo>
                  <a:lnTo>
                    <a:pt x="1116439" y="455696"/>
                  </a:lnTo>
                  <a:lnTo>
                    <a:pt x="1110993" y="455696"/>
                  </a:lnTo>
                  <a:lnTo>
                    <a:pt x="1105547" y="455696"/>
                  </a:lnTo>
                  <a:lnTo>
                    <a:pt x="1100101" y="455696"/>
                  </a:lnTo>
                  <a:lnTo>
                    <a:pt x="1094655" y="455696"/>
                  </a:lnTo>
                  <a:lnTo>
                    <a:pt x="1089209" y="455696"/>
                  </a:lnTo>
                  <a:lnTo>
                    <a:pt x="1083762" y="455696"/>
                  </a:lnTo>
                  <a:lnTo>
                    <a:pt x="1078316" y="455696"/>
                  </a:lnTo>
                  <a:lnTo>
                    <a:pt x="1072870" y="455696"/>
                  </a:lnTo>
                  <a:lnTo>
                    <a:pt x="1067424" y="455696"/>
                  </a:lnTo>
                  <a:lnTo>
                    <a:pt x="1061978" y="455696"/>
                  </a:lnTo>
                  <a:lnTo>
                    <a:pt x="1056532" y="455696"/>
                  </a:lnTo>
                  <a:lnTo>
                    <a:pt x="1051086" y="455696"/>
                  </a:lnTo>
                  <a:lnTo>
                    <a:pt x="1045640" y="455696"/>
                  </a:lnTo>
                  <a:lnTo>
                    <a:pt x="1040194" y="455696"/>
                  </a:lnTo>
                  <a:lnTo>
                    <a:pt x="1034748" y="455696"/>
                  </a:lnTo>
                  <a:lnTo>
                    <a:pt x="1029302" y="455696"/>
                  </a:lnTo>
                  <a:lnTo>
                    <a:pt x="1023856" y="455696"/>
                  </a:lnTo>
                  <a:lnTo>
                    <a:pt x="1018410" y="455696"/>
                  </a:lnTo>
                  <a:lnTo>
                    <a:pt x="1012964" y="455696"/>
                  </a:lnTo>
                  <a:lnTo>
                    <a:pt x="1007518" y="455696"/>
                  </a:lnTo>
                  <a:lnTo>
                    <a:pt x="1002072" y="455696"/>
                  </a:lnTo>
                  <a:lnTo>
                    <a:pt x="996626" y="455696"/>
                  </a:lnTo>
                  <a:lnTo>
                    <a:pt x="991180" y="455696"/>
                  </a:lnTo>
                  <a:lnTo>
                    <a:pt x="985734" y="455696"/>
                  </a:lnTo>
                  <a:lnTo>
                    <a:pt x="980288" y="455696"/>
                  </a:lnTo>
                  <a:lnTo>
                    <a:pt x="974842" y="455696"/>
                  </a:lnTo>
                  <a:lnTo>
                    <a:pt x="969396" y="455696"/>
                  </a:lnTo>
                  <a:lnTo>
                    <a:pt x="963949" y="455696"/>
                  </a:lnTo>
                  <a:lnTo>
                    <a:pt x="958503" y="455696"/>
                  </a:lnTo>
                  <a:lnTo>
                    <a:pt x="953057" y="455696"/>
                  </a:lnTo>
                  <a:lnTo>
                    <a:pt x="947611" y="455696"/>
                  </a:lnTo>
                  <a:lnTo>
                    <a:pt x="942165" y="455696"/>
                  </a:lnTo>
                  <a:lnTo>
                    <a:pt x="936719" y="455696"/>
                  </a:lnTo>
                  <a:lnTo>
                    <a:pt x="931273" y="455696"/>
                  </a:lnTo>
                  <a:lnTo>
                    <a:pt x="925827" y="455696"/>
                  </a:lnTo>
                  <a:lnTo>
                    <a:pt x="920381" y="455696"/>
                  </a:lnTo>
                  <a:lnTo>
                    <a:pt x="914935" y="455696"/>
                  </a:lnTo>
                  <a:lnTo>
                    <a:pt x="909489" y="455696"/>
                  </a:lnTo>
                  <a:lnTo>
                    <a:pt x="904043" y="455696"/>
                  </a:lnTo>
                  <a:lnTo>
                    <a:pt x="898597" y="455696"/>
                  </a:lnTo>
                  <a:lnTo>
                    <a:pt x="893151" y="455696"/>
                  </a:lnTo>
                  <a:lnTo>
                    <a:pt x="887705" y="455696"/>
                  </a:lnTo>
                  <a:lnTo>
                    <a:pt x="882259" y="455696"/>
                  </a:lnTo>
                  <a:lnTo>
                    <a:pt x="876813" y="455696"/>
                  </a:lnTo>
                  <a:lnTo>
                    <a:pt x="871367" y="455696"/>
                  </a:lnTo>
                  <a:lnTo>
                    <a:pt x="865921" y="455696"/>
                  </a:lnTo>
                  <a:lnTo>
                    <a:pt x="860475" y="455696"/>
                  </a:lnTo>
                  <a:lnTo>
                    <a:pt x="855029" y="455696"/>
                  </a:lnTo>
                  <a:lnTo>
                    <a:pt x="849583" y="455696"/>
                  </a:lnTo>
                  <a:lnTo>
                    <a:pt x="844136" y="455696"/>
                  </a:lnTo>
                  <a:lnTo>
                    <a:pt x="838690" y="455696"/>
                  </a:lnTo>
                  <a:lnTo>
                    <a:pt x="833244" y="455696"/>
                  </a:lnTo>
                  <a:lnTo>
                    <a:pt x="827798" y="455696"/>
                  </a:lnTo>
                  <a:lnTo>
                    <a:pt x="822352" y="455696"/>
                  </a:lnTo>
                  <a:lnTo>
                    <a:pt x="816906" y="455696"/>
                  </a:lnTo>
                  <a:lnTo>
                    <a:pt x="811460" y="455696"/>
                  </a:lnTo>
                  <a:lnTo>
                    <a:pt x="806014" y="455696"/>
                  </a:lnTo>
                  <a:lnTo>
                    <a:pt x="800568" y="455696"/>
                  </a:lnTo>
                  <a:lnTo>
                    <a:pt x="795122" y="455696"/>
                  </a:lnTo>
                  <a:lnTo>
                    <a:pt x="789676" y="455696"/>
                  </a:lnTo>
                  <a:lnTo>
                    <a:pt x="784230" y="455696"/>
                  </a:lnTo>
                  <a:lnTo>
                    <a:pt x="778784" y="455696"/>
                  </a:lnTo>
                  <a:lnTo>
                    <a:pt x="773338" y="455696"/>
                  </a:lnTo>
                  <a:lnTo>
                    <a:pt x="767892" y="455696"/>
                  </a:lnTo>
                  <a:lnTo>
                    <a:pt x="762446" y="455696"/>
                  </a:lnTo>
                  <a:lnTo>
                    <a:pt x="757000" y="455696"/>
                  </a:lnTo>
                  <a:lnTo>
                    <a:pt x="751554" y="455696"/>
                  </a:lnTo>
                  <a:lnTo>
                    <a:pt x="746108" y="455696"/>
                  </a:lnTo>
                  <a:lnTo>
                    <a:pt x="740662" y="455696"/>
                  </a:lnTo>
                  <a:lnTo>
                    <a:pt x="735216" y="455696"/>
                  </a:lnTo>
                  <a:lnTo>
                    <a:pt x="729770" y="455696"/>
                  </a:lnTo>
                  <a:lnTo>
                    <a:pt x="724323" y="455696"/>
                  </a:lnTo>
                  <a:lnTo>
                    <a:pt x="718877" y="455696"/>
                  </a:lnTo>
                  <a:lnTo>
                    <a:pt x="713431" y="455696"/>
                  </a:lnTo>
                  <a:lnTo>
                    <a:pt x="707985" y="455696"/>
                  </a:lnTo>
                  <a:lnTo>
                    <a:pt x="702539" y="455696"/>
                  </a:lnTo>
                  <a:lnTo>
                    <a:pt x="697093" y="455696"/>
                  </a:lnTo>
                  <a:lnTo>
                    <a:pt x="691647" y="455696"/>
                  </a:lnTo>
                  <a:lnTo>
                    <a:pt x="686201" y="455696"/>
                  </a:lnTo>
                  <a:lnTo>
                    <a:pt x="680755" y="455696"/>
                  </a:lnTo>
                  <a:lnTo>
                    <a:pt x="675309" y="455696"/>
                  </a:lnTo>
                  <a:lnTo>
                    <a:pt x="669863" y="455696"/>
                  </a:lnTo>
                  <a:lnTo>
                    <a:pt x="664417" y="455696"/>
                  </a:lnTo>
                  <a:lnTo>
                    <a:pt x="658971" y="455696"/>
                  </a:lnTo>
                  <a:lnTo>
                    <a:pt x="653525" y="455696"/>
                  </a:lnTo>
                  <a:lnTo>
                    <a:pt x="648079" y="455696"/>
                  </a:lnTo>
                  <a:lnTo>
                    <a:pt x="642633" y="455696"/>
                  </a:lnTo>
                  <a:lnTo>
                    <a:pt x="637187" y="455696"/>
                  </a:lnTo>
                  <a:lnTo>
                    <a:pt x="631741" y="455696"/>
                  </a:lnTo>
                  <a:lnTo>
                    <a:pt x="626295" y="455696"/>
                  </a:lnTo>
                  <a:lnTo>
                    <a:pt x="620849" y="455696"/>
                  </a:lnTo>
                  <a:lnTo>
                    <a:pt x="615403" y="455696"/>
                  </a:lnTo>
                  <a:lnTo>
                    <a:pt x="609957" y="455696"/>
                  </a:lnTo>
                  <a:lnTo>
                    <a:pt x="604510" y="455696"/>
                  </a:lnTo>
                  <a:lnTo>
                    <a:pt x="599064" y="455696"/>
                  </a:lnTo>
                  <a:lnTo>
                    <a:pt x="593618" y="455696"/>
                  </a:lnTo>
                  <a:lnTo>
                    <a:pt x="588172" y="455696"/>
                  </a:lnTo>
                  <a:lnTo>
                    <a:pt x="582726" y="455696"/>
                  </a:lnTo>
                  <a:lnTo>
                    <a:pt x="577280" y="455696"/>
                  </a:lnTo>
                  <a:lnTo>
                    <a:pt x="571834" y="455696"/>
                  </a:lnTo>
                  <a:lnTo>
                    <a:pt x="566388" y="455696"/>
                  </a:lnTo>
                  <a:lnTo>
                    <a:pt x="560942" y="455696"/>
                  </a:lnTo>
                  <a:lnTo>
                    <a:pt x="555496" y="455696"/>
                  </a:lnTo>
                  <a:lnTo>
                    <a:pt x="550050" y="455696"/>
                  </a:lnTo>
                  <a:lnTo>
                    <a:pt x="544604" y="455696"/>
                  </a:lnTo>
                  <a:lnTo>
                    <a:pt x="539158" y="455696"/>
                  </a:lnTo>
                  <a:lnTo>
                    <a:pt x="533712" y="455696"/>
                  </a:lnTo>
                  <a:lnTo>
                    <a:pt x="528266" y="455696"/>
                  </a:lnTo>
                  <a:lnTo>
                    <a:pt x="522820" y="455696"/>
                  </a:lnTo>
                  <a:lnTo>
                    <a:pt x="517374" y="455696"/>
                  </a:lnTo>
                  <a:lnTo>
                    <a:pt x="511928" y="455696"/>
                  </a:lnTo>
                  <a:lnTo>
                    <a:pt x="506482" y="455696"/>
                  </a:lnTo>
                  <a:lnTo>
                    <a:pt x="501036" y="455696"/>
                  </a:lnTo>
                  <a:lnTo>
                    <a:pt x="495590" y="455696"/>
                  </a:lnTo>
                  <a:lnTo>
                    <a:pt x="490144" y="455696"/>
                  </a:lnTo>
                  <a:lnTo>
                    <a:pt x="484698" y="455696"/>
                  </a:lnTo>
                  <a:lnTo>
                    <a:pt x="479251" y="455696"/>
                  </a:lnTo>
                  <a:lnTo>
                    <a:pt x="473805" y="455696"/>
                  </a:lnTo>
                  <a:lnTo>
                    <a:pt x="468359" y="455696"/>
                  </a:lnTo>
                  <a:lnTo>
                    <a:pt x="462913" y="455696"/>
                  </a:lnTo>
                  <a:lnTo>
                    <a:pt x="457467" y="455696"/>
                  </a:lnTo>
                  <a:lnTo>
                    <a:pt x="452021" y="455696"/>
                  </a:lnTo>
                  <a:lnTo>
                    <a:pt x="446575" y="455696"/>
                  </a:lnTo>
                  <a:lnTo>
                    <a:pt x="441129" y="455696"/>
                  </a:lnTo>
                  <a:lnTo>
                    <a:pt x="435683" y="455696"/>
                  </a:lnTo>
                  <a:lnTo>
                    <a:pt x="430237" y="455696"/>
                  </a:lnTo>
                  <a:lnTo>
                    <a:pt x="424791" y="455696"/>
                  </a:lnTo>
                  <a:lnTo>
                    <a:pt x="419345" y="455696"/>
                  </a:lnTo>
                  <a:lnTo>
                    <a:pt x="413899" y="455696"/>
                  </a:lnTo>
                  <a:lnTo>
                    <a:pt x="408453" y="455696"/>
                  </a:lnTo>
                  <a:lnTo>
                    <a:pt x="403007" y="455696"/>
                  </a:lnTo>
                  <a:lnTo>
                    <a:pt x="397561" y="455696"/>
                  </a:lnTo>
                  <a:lnTo>
                    <a:pt x="392115" y="455696"/>
                  </a:lnTo>
                  <a:lnTo>
                    <a:pt x="386669" y="455696"/>
                  </a:lnTo>
                  <a:lnTo>
                    <a:pt x="381223" y="455696"/>
                  </a:lnTo>
                  <a:lnTo>
                    <a:pt x="375777" y="455696"/>
                  </a:lnTo>
                  <a:lnTo>
                    <a:pt x="370331" y="455696"/>
                  </a:lnTo>
                  <a:lnTo>
                    <a:pt x="364885" y="455696"/>
                  </a:lnTo>
                  <a:lnTo>
                    <a:pt x="359438" y="455696"/>
                  </a:lnTo>
                  <a:lnTo>
                    <a:pt x="353992" y="455696"/>
                  </a:lnTo>
                  <a:lnTo>
                    <a:pt x="348546" y="455696"/>
                  </a:lnTo>
                  <a:lnTo>
                    <a:pt x="343100" y="455696"/>
                  </a:lnTo>
                  <a:lnTo>
                    <a:pt x="337654" y="455696"/>
                  </a:lnTo>
                  <a:lnTo>
                    <a:pt x="332208" y="455696"/>
                  </a:lnTo>
                  <a:lnTo>
                    <a:pt x="326762" y="455696"/>
                  </a:lnTo>
                  <a:lnTo>
                    <a:pt x="321316" y="455696"/>
                  </a:lnTo>
                  <a:lnTo>
                    <a:pt x="315870" y="455696"/>
                  </a:lnTo>
                  <a:lnTo>
                    <a:pt x="310424" y="455696"/>
                  </a:lnTo>
                  <a:lnTo>
                    <a:pt x="304978" y="455696"/>
                  </a:lnTo>
                  <a:lnTo>
                    <a:pt x="299532" y="455696"/>
                  </a:lnTo>
                  <a:lnTo>
                    <a:pt x="294086" y="455696"/>
                  </a:lnTo>
                  <a:lnTo>
                    <a:pt x="288640" y="455696"/>
                  </a:lnTo>
                  <a:lnTo>
                    <a:pt x="283194" y="455696"/>
                  </a:lnTo>
                  <a:lnTo>
                    <a:pt x="277748" y="455696"/>
                  </a:lnTo>
                  <a:lnTo>
                    <a:pt x="272302" y="455696"/>
                  </a:lnTo>
                  <a:lnTo>
                    <a:pt x="266856" y="455696"/>
                  </a:lnTo>
                  <a:lnTo>
                    <a:pt x="261410" y="455696"/>
                  </a:lnTo>
                  <a:lnTo>
                    <a:pt x="255964" y="455696"/>
                  </a:lnTo>
                  <a:lnTo>
                    <a:pt x="250518" y="455696"/>
                  </a:lnTo>
                  <a:lnTo>
                    <a:pt x="245072" y="455696"/>
                  </a:lnTo>
                  <a:lnTo>
                    <a:pt x="239625" y="455696"/>
                  </a:lnTo>
                  <a:lnTo>
                    <a:pt x="234179" y="455696"/>
                  </a:lnTo>
                  <a:lnTo>
                    <a:pt x="228733" y="455696"/>
                  </a:lnTo>
                  <a:lnTo>
                    <a:pt x="223287" y="455696"/>
                  </a:lnTo>
                  <a:lnTo>
                    <a:pt x="217841" y="455696"/>
                  </a:lnTo>
                  <a:lnTo>
                    <a:pt x="212395" y="455696"/>
                  </a:lnTo>
                  <a:lnTo>
                    <a:pt x="206949" y="455696"/>
                  </a:lnTo>
                  <a:lnTo>
                    <a:pt x="201503" y="455696"/>
                  </a:lnTo>
                  <a:lnTo>
                    <a:pt x="196057" y="455696"/>
                  </a:lnTo>
                  <a:lnTo>
                    <a:pt x="190611" y="455696"/>
                  </a:lnTo>
                  <a:lnTo>
                    <a:pt x="185165" y="455696"/>
                  </a:lnTo>
                  <a:lnTo>
                    <a:pt x="179719" y="455696"/>
                  </a:lnTo>
                  <a:lnTo>
                    <a:pt x="174273" y="455696"/>
                  </a:lnTo>
                  <a:lnTo>
                    <a:pt x="168827" y="455696"/>
                  </a:lnTo>
                  <a:lnTo>
                    <a:pt x="163381" y="455696"/>
                  </a:lnTo>
                  <a:lnTo>
                    <a:pt x="157935" y="455696"/>
                  </a:lnTo>
                  <a:lnTo>
                    <a:pt x="152489" y="455696"/>
                  </a:lnTo>
                  <a:lnTo>
                    <a:pt x="147043" y="455696"/>
                  </a:lnTo>
                  <a:lnTo>
                    <a:pt x="141597" y="455696"/>
                  </a:lnTo>
                  <a:lnTo>
                    <a:pt x="136151" y="455696"/>
                  </a:lnTo>
                  <a:lnTo>
                    <a:pt x="130705" y="455696"/>
                  </a:lnTo>
                  <a:lnTo>
                    <a:pt x="125259" y="455696"/>
                  </a:lnTo>
                  <a:lnTo>
                    <a:pt x="119812" y="455696"/>
                  </a:lnTo>
                  <a:lnTo>
                    <a:pt x="114366" y="455696"/>
                  </a:lnTo>
                  <a:lnTo>
                    <a:pt x="108920" y="455696"/>
                  </a:lnTo>
                  <a:lnTo>
                    <a:pt x="103474" y="455696"/>
                  </a:lnTo>
                  <a:lnTo>
                    <a:pt x="98028" y="455696"/>
                  </a:lnTo>
                  <a:lnTo>
                    <a:pt x="92582" y="455696"/>
                  </a:lnTo>
                  <a:lnTo>
                    <a:pt x="87136" y="455696"/>
                  </a:lnTo>
                  <a:lnTo>
                    <a:pt x="81690" y="455696"/>
                  </a:lnTo>
                  <a:lnTo>
                    <a:pt x="76244" y="455696"/>
                  </a:lnTo>
                  <a:lnTo>
                    <a:pt x="70798" y="455696"/>
                  </a:lnTo>
                  <a:lnTo>
                    <a:pt x="65352" y="455696"/>
                  </a:lnTo>
                  <a:lnTo>
                    <a:pt x="59906" y="455696"/>
                  </a:lnTo>
                  <a:lnTo>
                    <a:pt x="54460" y="455696"/>
                  </a:lnTo>
                  <a:lnTo>
                    <a:pt x="49014" y="455696"/>
                  </a:lnTo>
                  <a:lnTo>
                    <a:pt x="43568" y="455696"/>
                  </a:lnTo>
                  <a:lnTo>
                    <a:pt x="38122" y="455696"/>
                  </a:lnTo>
                  <a:lnTo>
                    <a:pt x="32676" y="455696"/>
                  </a:lnTo>
                  <a:lnTo>
                    <a:pt x="27230" y="455696"/>
                  </a:lnTo>
                  <a:lnTo>
                    <a:pt x="21784" y="455696"/>
                  </a:lnTo>
                  <a:lnTo>
                    <a:pt x="16338" y="455696"/>
                  </a:lnTo>
                  <a:lnTo>
                    <a:pt x="10892" y="455696"/>
                  </a:lnTo>
                  <a:lnTo>
                    <a:pt x="5446" y="45569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957616" y="4526387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6"/>
                  </a:lnTo>
                  <a:lnTo>
                    <a:pt x="196057" y="455696"/>
                  </a:lnTo>
                  <a:lnTo>
                    <a:pt x="201503" y="455696"/>
                  </a:lnTo>
                  <a:lnTo>
                    <a:pt x="206949" y="455696"/>
                  </a:lnTo>
                  <a:lnTo>
                    <a:pt x="212395" y="455696"/>
                  </a:lnTo>
                  <a:lnTo>
                    <a:pt x="217841" y="455696"/>
                  </a:lnTo>
                  <a:lnTo>
                    <a:pt x="223287" y="455696"/>
                  </a:lnTo>
                  <a:lnTo>
                    <a:pt x="228733" y="455696"/>
                  </a:lnTo>
                  <a:lnTo>
                    <a:pt x="234179" y="455696"/>
                  </a:lnTo>
                  <a:lnTo>
                    <a:pt x="239625" y="455696"/>
                  </a:lnTo>
                  <a:lnTo>
                    <a:pt x="245072" y="455696"/>
                  </a:lnTo>
                  <a:lnTo>
                    <a:pt x="250518" y="455696"/>
                  </a:lnTo>
                  <a:lnTo>
                    <a:pt x="255964" y="455696"/>
                  </a:lnTo>
                  <a:lnTo>
                    <a:pt x="261410" y="455695"/>
                  </a:lnTo>
                  <a:lnTo>
                    <a:pt x="266856" y="455694"/>
                  </a:lnTo>
                  <a:lnTo>
                    <a:pt x="272302" y="455692"/>
                  </a:lnTo>
                  <a:lnTo>
                    <a:pt x="277748" y="455686"/>
                  </a:lnTo>
                  <a:lnTo>
                    <a:pt x="283194" y="455676"/>
                  </a:lnTo>
                  <a:lnTo>
                    <a:pt x="288640" y="455655"/>
                  </a:lnTo>
                  <a:lnTo>
                    <a:pt x="294086" y="455618"/>
                  </a:lnTo>
                  <a:lnTo>
                    <a:pt x="299532" y="455553"/>
                  </a:lnTo>
                  <a:lnTo>
                    <a:pt x="304978" y="455439"/>
                  </a:lnTo>
                  <a:lnTo>
                    <a:pt x="310424" y="455249"/>
                  </a:lnTo>
                  <a:lnTo>
                    <a:pt x="315870" y="454953"/>
                  </a:lnTo>
                  <a:lnTo>
                    <a:pt x="321316" y="454509"/>
                  </a:lnTo>
                  <a:lnTo>
                    <a:pt x="326762" y="453878"/>
                  </a:lnTo>
                  <a:lnTo>
                    <a:pt x="332208" y="453019"/>
                  </a:lnTo>
                  <a:lnTo>
                    <a:pt x="337654" y="451904"/>
                  </a:lnTo>
                  <a:lnTo>
                    <a:pt x="343100" y="450522"/>
                  </a:lnTo>
                  <a:lnTo>
                    <a:pt x="348546" y="448887"/>
                  </a:lnTo>
                  <a:lnTo>
                    <a:pt x="353992" y="447045"/>
                  </a:lnTo>
                  <a:lnTo>
                    <a:pt x="359438" y="445068"/>
                  </a:lnTo>
                  <a:lnTo>
                    <a:pt x="364885" y="443058"/>
                  </a:lnTo>
                  <a:lnTo>
                    <a:pt x="370331" y="441127"/>
                  </a:lnTo>
                  <a:lnTo>
                    <a:pt x="375777" y="439392"/>
                  </a:lnTo>
                  <a:lnTo>
                    <a:pt x="381223" y="437962"/>
                  </a:lnTo>
                  <a:lnTo>
                    <a:pt x="386669" y="436931"/>
                  </a:lnTo>
                  <a:lnTo>
                    <a:pt x="392115" y="436309"/>
                  </a:lnTo>
                  <a:lnTo>
                    <a:pt x="397561" y="436083"/>
                  </a:lnTo>
                  <a:lnTo>
                    <a:pt x="403007" y="436208"/>
                  </a:lnTo>
                  <a:lnTo>
                    <a:pt x="408453" y="436611"/>
                  </a:lnTo>
                  <a:lnTo>
                    <a:pt x="413899" y="437208"/>
                  </a:lnTo>
                  <a:lnTo>
                    <a:pt x="419345" y="437908"/>
                  </a:lnTo>
                  <a:lnTo>
                    <a:pt x="424791" y="438633"/>
                  </a:lnTo>
                  <a:lnTo>
                    <a:pt x="430237" y="439316"/>
                  </a:lnTo>
                  <a:lnTo>
                    <a:pt x="435683" y="439915"/>
                  </a:lnTo>
                  <a:lnTo>
                    <a:pt x="441129" y="440412"/>
                  </a:lnTo>
                  <a:lnTo>
                    <a:pt x="446575" y="440811"/>
                  </a:lnTo>
                  <a:lnTo>
                    <a:pt x="452021" y="441133"/>
                  </a:lnTo>
                  <a:lnTo>
                    <a:pt x="457467" y="441411"/>
                  </a:lnTo>
                  <a:lnTo>
                    <a:pt x="462913" y="441685"/>
                  </a:lnTo>
                  <a:lnTo>
                    <a:pt x="468359" y="441986"/>
                  </a:lnTo>
                  <a:lnTo>
                    <a:pt x="473805" y="442329"/>
                  </a:lnTo>
                  <a:lnTo>
                    <a:pt x="479251" y="442713"/>
                  </a:lnTo>
                  <a:lnTo>
                    <a:pt x="484698" y="443124"/>
                  </a:lnTo>
                  <a:lnTo>
                    <a:pt x="490144" y="443533"/>
                  </a:lnTo>
                  <a:lnTo>
                    <a:pt x="495590" y="443908"/>
                  </a:lnTo>
                  <a:lnTo>
                    <a:pt x="501036" y="444212"/>
                  </a:lnTo>
                  <a:lnTo>
                    <a:pt x="506482" y="444418"/>
                  </a:lnTo>
                  <a:lnTo>
                    <a:pt x="511928" y="444508"/>
                  </a:lnTo>
                  <a:lnTo>
                    <a:pt x="517374" y="444479"/>
                  </a:lnTo>
                  <a:lnTo>
                    <a:pt x="522820" y="444341"/>
                  </a:lnTo>
                  <a:lnTo>
                    <a:pt x="528266" y="444118"/>
                  </a:lnTo>
                  <a:lnTo>
                    <a:pt x="533712" y="443846"/>
                  </a:lnTo>
                  <a:lnTo>
                    <a:pt x="539158" y="443566"/>
                  </a:lnTo>
                  <a:lnTo>
                    <a:pt x="544604" y="443322"/>
                  </a:lnTo>
                  <a:lnTo>
                    <a:pt x="550050" y="443145"/>
                  </a:lnTo>
                  <a:lnTo>
                    <a:pt x="555496" y="443057"/>
                  </a:lnTo>
                  <a:lnTo>
                    <a:pt x="560942" y="443066"/>
                  </a:lnTo>
                  <a:lnTo>
                    <a:pt x="566388" y="443171"/>
                  </a:lnTo>
                  <a:lnTo>
                    <a:pt x="571834" y="443362"/>
                  </a:lnTo>
                  <a:lnTo>
                    <a:pt x="577280" y="443622"/>
                  </a:lnTo>
                  <a:lnTo>
                    <a:pt x="582726" y="443935"/>
                  </a:lnTo>
                  <a:lnTo>
                    <a:pt x="588172" y="444287"/>
                  </a:lnTo>
                  <a:lnTo>
                    <a:pt x="593618" y="444669"/>
                  </a:lnTo>
                  <a:lnTo>
                    <a:pt x="599064" y="445076"/>
                  </a:lnTo>
                  <a:lnTo>
                    <a:pt x="604510" y="445509"/>
                  </a:lnTo>
                  <a:lnTo>
                    <a:pt x="609957" y="445968"/>
                  </a:lnTo>
                  <a:lnTo>
                    <a:pt x="615403" y="446452"/>
                  </a:lnTo>
                  <a:lnTo>
                    <a:pt x="620849" y="446952"/>
                  </a:lnTo>
                  <a:lnTo>
                    <a:pt x="626295" y="447450"/>
                  </a:lnTo>
                  <a:lnTo>
                    <a:pt x="631741" y="447919"/>
                  </a:lnTo>
                  <a:lnTo>
                    <a:pt x="637187" y="448328"/>
                  </a:lnTo>
                  <a:lnTo>
                    <a:pt x="642633" y="448643"/>
                  </a:lnTo>
                  <a:lnTo>
                    <a:pt x="648079" y="448830"/>
                  </a:lnTo>
                  <a:lnTo>
                    <a:pt x="653525" y="448861"/>
                  </a:lnTo>
                  <a:lnTo>
                    <a:pt x="658971" y="448716"/>
                  </a:lnTo>
                  <a:lnTo>
                    <a:pt x="664417" y="448391"/>
                  </a:lnTo>
                  <a:lnTo>
                    <a:pt x="669863" y="447894"/>
                  </a:lnTo>
                  <a:lnTo>
                    <a:pt x="675309" y="447251"/>
                  </a:lnTo>
                  <a:lnTo>
                    <a:pt x="680755" y="446505"/>
                  </a:lnTo>
                  <a:lnTo>
                    <a:pt x="686201" y="445706"/>
                  </a:lnTo>
                  <a:lnTo>
                    <a:pt x="691647" y="444915"/>
                  </a:lnTo>
                  <a:lnTo>
                    <a:pt x="697093" y="444198"/>
                  </a:lnTo>
                  <a:lnTo>
                    <a:pt x="702539" y="443600"/>
                  </a:lnTo>
                  <a:lnTo>
                    <a:pt x="707985" y="443152"/>
                  </a:lnTo>
                  <a:lnTo>
                    <a:pt x="713431" y="442865"/>
                  </a:lnTo>
                  <a:lnTo>
                    <a:pt x="718877" y="442732"/>
                  </a:lnTo>
                  <a:lnTo>
                    <a:pt x="724323" y="442728"/>
                  </a:lnTo>
                  <a:lnTo>
                    <a:pt x="729770" y="442809"/>
                  </a:lnTo>
                  <a:lnTo>
                    <a:pt x="735216" y="442916"/>
                  </a:lnTo>
                  <a:lnTo>
                    <a:pt x="740662" y="442977"/>
                  </a:lnTo>
                  <a:lnTo>
                    <a:pt x="746108" y="442909"/>
                  </a:lnTo>
                  <a:lnTo>
                    <a:pt x="751554" y="442630"/>
                  </a:lnTo>
                  <a:lnTo>
                    <a:pt x="757000" y="442063"/>
                  </a:lnTo>
                  <a:lnTo>
                    <a:pt x="762446" y="441148"/>
                  </a:lnTo>
                  <a:lnTo>
                    <a:pt x="767892" y="439852"/>
                  </a:lnTo>
                  <a:lnTo>
                    <a:pt x="773338" y="438157"/>
                  </a:lnTo>
                  <a:lnTo>
                    <a:pt x="778784" y="436129"/>
                  </a:lnTo>
                  <a:lnTo>
                    <a:pt x="784230" y="433852"/>
                  </a:lnTo>
                  <a:lnTo>
                    <a:pt x="789676" y="431421"/>
                  </a:lnTo>
                  <a:lnTo>
                    <a:pt x="795122" y="428932"/>
                  </a:lnTo>
                  <a:lnTo>
                    <a:pt x="800568" y="426468"/>
                  </a:lnTo>
                  <a:lnTo>
                    <a:pt x="806014" y="424095"/>
                  </a:lnTo>
                  <a:lnTo>
                    <a:pt x="811460" y="421853"/>
                  </a:lnTo>
                  <a:lnTo>
                    <a:pt x="816906" y="419763"/>
                  </a:lnTo>
                  <a:lnTo>
                    <a:pt x="822352" y="417831"/>
                  </a:lnTo>
                  <a:lnTo>
                    <a:pt x="827798" y="416055"/>
                  </a:lnTo>
                  <a:lnTo>
                    <a:pt x="833244" y="414436"/>
                  </a:lnTo>
                  <a:lnTo>
                    <a:pt x="838690" y="412982"/>
                  </a:lnTo>
                  <a:lnTo>
                    <a:pt x="844136" y="411703"/>
                  </a:lnTo>
                  <a:lnTo>
                    <a:pt x="849583" y="410613"/>
                  </a:lnTo>
                  <a:lnTo>
                    <a:pt x="855029" y="409706"/>
                  </a:lnTo>
                  <a:lnTo>
                    <a:pt x="860475" y="408939"/>
                  </a:lnTo>
                  <a:lnTo>
                    <a:pt x="865921" y="408245"/>
                  </a:lnTo>
                  <a:lnTo>
                    <a:pt x="871367" y="407520"/>
                  </a:lnTo>
                  <a:lnTo>
                    <a:pt x="876813" y="406619"/>
                  </a:lnTo>
                  <a:lnTo>
                    <a:pt x="882259" y="405363"/>
                  </a:lnTo>
                  <a:lnTo>
                    <a:pt x="887705" y="403541"/>
                  </a:lnTo>
                  <a:lnTo>
                    <a:pt x="893151" y="400920"/>
                  </a:lnTo>
                  <a:lnTo>
                    <a:pt x="898597" y="397260"/>
                  </a:lnTo>
                  <a:lnTo>
                    <a:pt x="904043" y="392325"/>
                  </a:lnTo>
                  <a:lnTo>
                    <a:pt x="909489" y="385905"/>
                  </a:lnTo>
                  <a:lnTo>
                    <a:pt x="914935" y="377827"/>
                  </a:lnTo>
                  <a:lnTo>
                    <a:pt x="920381" y="367980"/>
                  </a:lnTo>
                  <a:lnTo>
                    <a:pt x="925827" y="356282"/>
                  </a:lnTo>
                  <a:lnTo>
                    <a:pt x="931273" y="342688"/>
                  </a:lnTo>
                  <a:lnTo>
                    <a:pt x="936719" y="327405"/>
                  </a:lnTo>
                  <a:lnTo>
                    <a:pt x="942165" y="310542"/>
                  </a:lnTo>
                  <a:lnTo>
                    <a:pt x="947611" y="292185"/>
                  </a:lnTo>
                  <a:lnTo>
                    <a:pt x="953057" y="272352"/>
                  </a:lnTo>
                  <a:lnTo>
                    <a:pt x="958503" y="250965"/>
                  </a:lnTo>
                  <a:lnTo>
                    <a:pt x="963949" y="227860"/>
                  </a:lnTo>
                  <a:lnTo>
                    <a:pt x="969396" y="202837"/>
                  </a:lnTo>
                  <a:lnTo>
                    <a:pt x="974842" y="175771"/>
                  </a:lnTo>
                  <a:lnTo>
                    <a:pt x="980288" y="146764"/>
                  </a:lnTo>
                  <a:lnTo>
                    <a:pt x="985734" y="116310"/>
                  </a:lnTo>
                  <a:lnTo>
                    <a:pt x="991180" y="85444"/>
                  </a:lnTo>
                  <a:lnTo>
                    <a:pt x="996626" y="55817"/>
                  </a:lnTo>
                  <a:lnTo>
                    <a:pt x="1002072" y="29655"/>
                  </a:lnTo>
                  <a:lnTo>
                    <a:pt x="1007518" y="10261"/>
                  </a:lnTo>
                  <a:lnTo>
                    <a:pt x="1012964" y="0"/>
                  </a:lnTo>
                  <a:lnTo>
                    <a:pt x="1018410" y="840"/>
                  </a:lnTo>
                  <a:lnTo>
                    <a:pt x="1023856" y="13833"/>
                  </a:lnTo>
                  <a:lnTo>
                    <a:pt x="1029302" y="38831"/>
                  </a:lnTo>
                  <a:lnTo>
                    <a:pt x="1034748" y="74443"/>
                  </a:lnTo>
                  <a:lnTo>
                    <a:pt x="1040194" y="118206"/>
                  </a:lnTo>
                  <a:lnTo>
                    <a:pt x="1045640" y="166944"/>
                  </a:lnTo>
                  <a:lnTo>
                    <a:pt x="1051086" y="217223"/>
                  </a:lnTo>
                  <a:lnTo>
                    <a:pt x="1056532" y="265822"/>
                  </a:lnTo>
                  <a:lnTo>
                    <a:pt x="1061978" y="310121"/>
                  </a:lnTo>
                  <a:lnTo>
                    <a:pt x="1067424" y="348345"/>
                  </a:lnTo>
                  <a:lnTo>
                    <a:pt x="1072870" y="379639"/>
                  </a:lnTo>
                  <a:lnTo>
                    <a:pt x="1078316" y="403980"/>
                  </a:lnTo>
                  <a:lnTo>
                    <a:pt x="1083762" y="421708"/>
                  </a:lnTo>
                  <a:lnTo>
                    <a:pt x="1089209" y="434113"/>
                  </a:lnTo>
                  <a:lnTo>
                    <a:pt x="1094655" y="442509"/>
                  </a:lnTo>
                  <a:lnTo>
                    <a:pt x="1100101" y="447951"/>
                  </a:lnTo>
                  <a:lnTo>
                    <a:pt x="1105547" y="451328"/>
                  </a:lnTo>
                  <a:lnTo>
                    <a:pt x="1110993" y="453332"/>
                  </a:lnTo>
                  <a:lnTo>
                    <a:pt x="1116439" y="454470"/>
                  </a:lnTo>
                  <a:lnTo>
                    <a:pt x="1121885" y="455087"/>
                  </a:lnTo>
                  <a:lnTo>
                    <a:pt x="1127331" y="455407"/>
                  </a:lnTo>
                  <a:lnTo>
                    <a:pt x="1132777" y="455565"/>
                  </a:lnTo>
                  <a:lnTo>
                    <a:pt x="1138223" y="455639"/>
                  </a:lnTo>
                  <a:lnTo>
                    <a:pt x="1143669" y="455672"/>
                  </a:lnTo>
                  <a:lnTo>
                    <a:pt x="1149115" y="455687"/>
                  </a:lnTo>
                  <a:lnTo>
                    <a:pt x="1154561" y="455693"/>
                  </a:lnTo>
                  <a:lnTo>
                    <a:pt x="1160007" y="455695"/>
                  </a:lnTo>
                  <a:lnTo>
                    <a:pt x="1165453" y="455696"/>
                  </a:lnTo>
                  <a:lnTo>
                    <a:pt x="1170899" y="455696"/>
                  </a:lnTo>
                  <a:lnTo>
                    <a:pt x="1176345" y="455696"/>
                  </a:lnTo>
                  <a:lnTo>
                    <a:pt x="1181791" y="455696"/>
                  </a:lnTo>
                  <a:lnTo>
                    <a:pt x="1187237" y="455696"/>
                  </a:lnTo>
                  <a:lnTo>
                    <a:pt x="1192683" y="455696"/>
                  </a:lnTo>
                  <a:lnTo>
                    <a:pt x="1198129" y="455696"/>
                  </a:lnTo>
                  <a:lnTo>
                    <a:pt x="1203575" y="455696"/>
                  </a:lnTo>
                  <a:lnTo>
                    <a:pt x="1209021" y="455696"/>
                  </a:lnTo>
                  <a:lnTo>
                    <a:pt x="1214468" y="455696"/>
                  </a:lnTo>
                  <a:lnTo>
                    <a:pt x="1219914" y="455696"/>
                  </a:lnTo>
                  <a:lnTo>
                    <a:pt x="1225360" y="455696"/>
                  </a:lnTo>
                  <a:lnTo>
                    <a:pt x="1230806" y="455696"/>
                  </a:lnTo>
                  <a:lnTo>
                    <a:pt x="1236252" y="455696"/>
                  </a:lnTo>
                  <a:lnTo>
                    <a:pt x="1241698" y="455696"/>
                  </a:lnTo>
                  <a:lnTo>
                    <a:pt x="1247144" y="455696"/>
                  </a:lnTo>
                  <a:lnTo>
                    <a:pt x="1252590" y="455696"/>
                  </a:lnTo>
                  <a:lnTo>
                    <a:pt x="1258036" y="455696"/>
                  </a:lnTo>
                  <a:lnTo>
                    <a:pt x="1263482" y="455696"/>
                  </a:lnTo>
                  <a:lnTo>
                    <a:pt x="1268928" y="455696"/>
                  </a:lnTo>
                  <a:lnTo>
                    <a:pt x="1274374" y="455696"/>
                  </a:lnTo>
                  <a:lnTo>
                    <a:pt x="1279820" y="455696"/>
                  </a:lnTo>
                  <a:lnTo>
                    <a:pt x="1285266" y="455696"/>
                  </a:lnTo>
                  <a:lnTo>
                    <a:pt x="1290712" y="455696"/>
                  </a:lnTo>
                  <a:lnTo>
                    <a:pt x="1296158" y="455696"/>
                  </a:lnTo>
                  <a:lnTo>
                    <a:pt x="1301604" y="455696"/>
                  </a:lnTo>
                  <a:lnTo>
                    <a:pt x="1307050" y="455696"/>
                  </a:lnTo>
                  <a:lnTo>
                    <a:pt x="1312496" y="455696"/>
                  </a:lnTo>
                  <a:lnTo>
                    <a:pt x="1317942" y="455696"/>
                  </a:lnTo>
                  <a:lnTo>
                    <a:pt x="1323388" y="455696"/>
                  </a:lnTo>
                  <a:lnTo>
                    <a:pt x="1328834" y="455696"/>
                  </a:lnTo>
                  <a:lnTo>
                    <a:pt x="1334281" y="455696"/>
                  </a:lnTo>
                  <a:lnTo>
                    <a:pt x="1339727" y="455696"/>
                  </a:lnTo>
                  <a:lnTo>
                    <a:pt x="1345173" y="455696"/>
                  </a:lnTo>
                  <a:lnTo>
                    <a:pt x="1350619" y="455696"/>
                  </a:lnTo>
                  <a:lnTo>
                    <a:pt x="1356065" y="455696"/>
                  </a:lnTo>
                  <a:lnTo>
                    <a:pt x="1361511" y="455696"/>
                  </a:lnTo>
                  <a:lnTo>
                    <a:pt x="1366957" y="455696"/>
                  </a:lnTo>
                  <a:lnTo>
                    <a:pt x="1372403" y="455696"/>
                  </a:lnTo>
                  <a:lnTo>
                    <a:pt x="1377849" y="455696"/>
                  </a:lnTo>
                  <a:lnTo>
                    <a:pt x="1383295" y="455696"/>
                  </a:lnTo>
                  <a:lnTo>
                    <a:pt x="1388741" y="455696"/>
                  </a:lnTo>
                  <a:lnTo>
                    <a:pt x="1394187" y="455696"/>
                  </a:lnTo>
                  <a:lnTo>
                    <a:pt x="1399633" y="455696"/>
                  </a:lnTo>
                  <a:lnTo>
                    <a:pt x="1405079" y="455696"/>
                  </a:lnTo>
                  <a:lnTo>
                    <a:pt x="1410525" y="455696"/>
                  </a:lnTo>
                  <a:lnTo>
                    <a:pt x="1415971" y="455696"/>
                  </a:lnTo>
                  <a:lnTo>
                    <a:pt x="1421417" y="455696"/>
                  </a:lnTo>
                  <a:lnTo>
                    <a:pt x="1426863" y="455696"/>
                  </a:lnTo>
                  <a:lnTo>
                    <a:pt x="1432309" y="455696"/>
                  </a:lnTo>
                  <a:lnTo>
                    <a:pt x="1437755" y="455696"/>
                  </a:lnTo>
                  <a:lnTo>
                    <a:pt x="1443201" y="455696"/>
                  </a:lnTo>
                  <a:lnTo>
                    <a:pt x="1448647" y="455696"/>
                  </a:lnTo>
                  <a:lnTo>
                    <a:pt x="1454094" y="455696"/>
                  </a:lnTo>
                  <a:lnTo>
                    <a:pt x="1459540" y="455696"/>
                  </a:lnTo>
                  <a:lnTo>
                    <a:pt x="1464986" y="455695"/>
                  </a:lnTo>
                  <a:lnTo>
                    <a:pt x="1470432" y="455694"/>
                  </a:lnTo>
                  <a:lnTo>
                    <a:pt x="1475878" y="455691"/>
                  </a:lnTo>
                  <a:lnTo>
                    <a:pt x="1481324" y="455687"/>
                  </a:lnTo>
                  <a:lnTo>
                    <a:pt x="1486770" y="455679"/>
                  </a:lnTo>
                  <a:lnTo>
                    <a:pt x="1492216" y="455667"/>
                  </a:lnTo>
                  <a:lnTo>
                    <a:pt x="1497662" y="455647"/>
                  </a:lnTo>
                  <a:lnTo>
                    <a:pt x="1503108" y="455617"/>
                  </a:lnTo>
                  <a:lnTo>
                    <a:pt x="1508554" y="455574"/>
                  </a:lnTo>
                  <a:lnTo>
                    <a:pt x="1514000" y="455516"/>
                  </a:lnTo>
                  <a:lnTo>
                    <a:pt x="1519446" y="455441"/>
                  </a:lnTo>
                  <a:lnTo>
                    <a:pt x="1524892" y="455350"/>
                  </a:lnTo>
                  <a:lnTo>
                    <a:pt x="1530338" y="455246"/>
                  </a:lnTo>
                  <a:lnTo>
                    <a:pt x="1535784" y="455134"/>
                  </a:lnTo>
                  <a:lnTo>
                    <a:pt x="1541230" y="455023"/>
                  </a:lnTo>
                  <a:lnTo>
                    <a:pt x="1546676" y="454922"/>
                  </a:lnTo>
                  <a:lnTo>
                    <a:pt x="1552122" y="454846"/>
                  </a:lnTo>
                  <a:lnTo>
                    <a:pt x="1557568" y="454801"/>
                  </a:lnTo>
                  <a:lnTo>
                    <a:pt x="1563014" y="454793"/>
                  </a:lnTo>
                  <a:lnTo>
                    <a:pt x="1568460" y="454822"/>
                  </a:lnTo>
                  <a:lnTo>
                    <a:pt x="1573907" y="454886"/>
                  </a:lnTo>
                  <a:lnTo>
                    <a:pt x="1579353" y="454975"/>
                  </a:lnTo>
                  <a:lnTo>
                    <a:pt x="1584799" y="455081"/>
                  </a:lnTo>
                  <a:lnTo>
                    <a:pt x="1590245" y="455193"/>
                  </a:lnTo>
                  <a:lnTo>
                    <a:pt x="1595691" y="455302"/>
                  </a:lnTo>
                  <a:lnTo>
                    <a:pt x="1601137" y="455400"/>
                  </a:lnTo>
                  <a:lnTo>
                    <a:pt x="1606583" y="455483"/>
                  </a:lnTo>
                  <a:lnTo>
                    <a:pt x="1612029" y="455550"/>
                  </a:lnTo>
                  <a:lnTo>
                    <a:pt x="1617475" y="455600"/>
                  </a:lnTo>
                  <a:lnTo>
                    <a:pt x="1622921" y="455636"/>
                  </a:lnTo>
                  <a:lnTo>
                    <a:pt x="1628367" y="455659"/>
                  </a:lnTo>
                  <a:lnTo>
                    <a:pt x="1633813" y="455675"/>
                  </a:lnTo>
                  <a:lnTo>
                    <a:pt x="1639259" y="455684"/>
                  </a:lnTo>
                  <a:lnTo>
                    <a:pt x="1644705" y="455690"/>
                  </a:lnTo>
                  <a:lnTo>
                    <a:pt x="1650151" y="455693"/>
                  </a:lnTo>
                  <a:lnTo>
                    <a:pt x="1655597" y="455694"/>
                  </a:lnTo>
                  <a:lnTo>
                    <a:pt x="1661043" y="455695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6"/>
                  </a:lnTo>
                  <a:lnTo>
                    <a:pt x="2113065" y="455696"/>
                  </a:lnTo>
                  <a:lnTo>
                    <a:pt x="2118511" y="455696"/>
                  </a:lnTo>
                  <a:lnTo>
                    <a:pt x="2123957" y="455696"/>
                  </a:lnTo>
                  <a:lnTo>
                    <a:pt x="2129403" y="455696"/>
                  </a:lnTo>
                  <a:lnTo>
                    <a:pt x="2134849" y="455696"/>
                  </a:lnTo>
                  <a:lnTo>
                    <a:pt x="2140295" y="455696"/>
                  </a:lnTo>
                  <a:lnTo>
                    <a:pt x="2145741" y="455696"/>
                  </a:lnTo>
                  <a:lnTo>
                    <a:pt x="2151187" y="455696"/>
                  </a:lnTo>
                  <a:lnTo>
                    <a:pt x="2156633" y="455696"/>
                  </a:lnTo>
                  <a:lnTo>
                    <a:pt x="2162079" y="455696"/>
                  </a:lnTo>
                  <a:lnTo>
                    <a:pt x="2167525" y="455696"/>
                  </a:lnTo>
                  <a:lnTo>
                    <a:pt x="2172971" y="455696"/>
                  </a:lnTo>
                  <a:lnTo>
                    <a:pt x="2178418" y="455696"/>
                  </a:lnTo>
                  <a:lnTo>
                    <a:pt x="2183864" y="455696"/>
                  </a:lnTo>
                  <a:lnTo>
                    <a:pt x="2189310" y="455696"/>
                  </a:lnTo>
                  <a:lnTo>
                    <a:pt x="2194756" y="455696"/>
                  </a:lnTo>
                  <a:lnTo>
                    <a:pt x="2200202" y="455696"/>
                  </a:lnTo>
                  <a:lnTo>
                    <a:pt x="2205648" y="455696"/>
                  </a:lnTo>
                  <a:lnTo>
                    <a:pt x="2211094" y="455696"/>
                  </a:lnTo>
                  <a:lnTo>
                    <a:pt x="2216540" y="455696"/>
                  </a:lnTo>
                  <a:lnTo>
                    <a:pt x="2221986" y="455696"/>
                  </a:lnTo>
                  <a:lnTo>
                    <a:pt x="2227432" y="455696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5"/>
                  </a:lnTo>
                  <a:lnTo>
                    <a:pt x="2494288" y="455694"/>
                  </a:lnTo>
                  <a:lnTo>
                    <a:pt x="2499734" y="455692"/>
                  </a:lnTo>
                  <a:lnTo>
                    <a:pt x="2505180" y="455688"/>
                  </a:lnTo>
                  <a:lnTo>
                    <a:pt x="2510626" y="455681"/>
                  </a:lnTo>
                  <a:lnTo>
                    <a:pt x="2516072" y="455669"/>
                  </a:lnTo>
                  <a:lnTo>
                    <a:pt x="2521518" y="455650"/>
                  </a:lnTo>
                  <a:lnTo>
                    <a:pt x="2526964" y="455622"/>
                  </a:lnTo>
                  <a:lnTo>
                    <a:pt x="2532410" y="455581"/>
                  </a:lnTo>
                  <a:lnTo>
                    <a:pt x="2537856" y="455526"/>
                  </a:lnTo>
                  <a:lnTo>
                    <a:pt x="2543303" y="455453"/>
                  </a:lnTo>
                  <a:lnTo>
                    <a:pt x="2548749" y="455364"/>
                  </a:lnTo>
                  <a:lnTo>
                    <a:pt x="2554195" y="455259"/>
                  </a:lnTo>
                  <a:lnTo>
                    <a:pt x="2559641" y="455144"/>
                  </a:lnTo>
                  <a:lnTo>
                    <a:pt x="2565087" y="455026"/>
                  </a:lnTo>
                  <a:lnTo>
                    <a:pt x="2570533" y="454915"/>
                  </a:lnTo>
                  <a:lnTo>
                    <a:pt x="2575979" y="454819"/>
                  </a:lnTo>
                  <a:lnTo>
                    <a:pt x="2581425" y="454744"/>
                  </a:lnTo>
                  <a:lnTo>
                    <a:pt x="2586871" y="454693"/>
                  </a:lnTo>
                  <a:lnTo>
                    <a:pt x="2592317" y="454665"/>
                  </a:lnTo>
                  <a:lnTo>
                    <a:pt x="2597763" y="454656"/>
                  </a:lnTo>
                  <a:lnTo>
                    <a:pt x="2603209" y="454657"/>
                  </a:lnTo>
                  <a:lnTo>
                    <a:pt x="2608655" y="454661"/>
                  </a:lnTo>
                  <a:lnTo>
                    <a:pt x="2614101" y="454663"/>
                  </a:lnTo>
                  <a:lnTo>
                    <a:pt x="2619547" y="454660"/>
                  </a:lnTo>
                  <a:lnTo>
                    <a:pt x="2624993" y="454654"/>
                  </a:lnTo>
                  <a:lnTo>
                    <a:pt x="2630439" y="454650"/>
                  </a:lnTo>
                  <a:lnTo>
                    <a:pt x="2635885" y="454657"/>
                  </a:lnTo>
                  <a:lnTo>
                    <a:pt x="2641331" y="454684"/>
                  </a:lnTo>
                  <a:lnTo>
                    <a:pt x="2646777" y="454735"/>
                  </a:lnTo>
                  <a:lnTo>
                    <a:pt x="2652223" y="454810"/>
                  </a:lnTo>
                  <a:lnTo>
                    <a:pt x="2657669" y="454908"/>
                  </a:lnTo>
                  <a:lnTo>
                    <a:pt x="2663116" y="455020"/>
                  </a:lnTo>
                  <a:lnTo>
                    <a:pt x="2668562" y="455137"/>
                  </a:lnTo>
                  <a:lnTo>
                    <a:pt x="2674008" y="455253"/>
                  </a:lnTo>
                  <a:lnTo>
                    <a:pt x="2679454" y="455358"/>
                  </a:lnTo>
                  <a:lnTo>
                    <a:pt x="2684900" y="455449"/>
                  </a:lnTo>
                  <a:lnTo>
                    <a:pt x="2690346" y="455524"/>
                  </a:lnTo>
                  <a:lnTo>
                    <a:pt x="2695792" y="455581"/>
                  </a:lnTo>
                  <a:lnTo>
                    <a:pt x="2701238" y="455622"/>
                  </a:lnTo>
                  <a:lnTo>
                    <a:pt x="2706684" y="455651"/>
                  </a:lnTo>
                  <a:lnTo>
                    <a:pt x="2712130" y="455670"/>
                  </a:lnTo>
                  <a:lnTo>
                    <a:pt x="2717576" y="455681"/>
                  </a:lnTo>
                  <a:lnTo>
                    <a:pt x="2723022" y="455688"/>
                  </a:lnTo>
                  <a:lnTo>
                    <a:pt x="2728468" y="455692"/>
                  </a:lnTo>
                  <a:lnTo>
                    <a:pt x="2733914" y="455694"/>
                  </a:lnTo>
                  <a:lnTo>
                    <a:pt x="2739360" y="455695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3957616" y="4763991"/>
              <a:ext cx="2782929" cy="218092"/>
            </a:xfrm>
            <a:custGeom>
              <a:avLst/>
              <a:pathLst>
                <a:path w="2782929" h="218092">
                  <a:moveTo>
                    <a:pt x="0" y="218092"/>
                  </a:moveTo>
                  <a:lnTo>
                    <a:pt x="5446" y="218092"/>
                  </a:lnTo>
                  <a:lnTo>
                    <a:pt x="10892" y="218092"/>
                  </a:lnTo>
                  <a:lnTo>
                    <a:pt x="16338" y="218092"/>
                  </a:lnTo>
                  <a:lnTo>
                    <a:pt x="21784" y="218092"/>
                  </a:lnTo>
                  <a:lnTo>
                    <a:pt x="27230" y="218092"/>
                  </a:lnTo>
                  <a:lnTo>
                    <a:pt x="32676" y="218092"/>
                  </a:lnTo>
                  <a:lnTo>
                    <a:pt x="38122" y="218092"/>
                  </a:lnTo>
                  <a:lnTo>
                    <a:pt x="43568" y="218092"/>
                  </a:lnTo>
                  <a:lnTo>
                    <a:pt x="49014" y="218092"/>
                  </a:lnTo>
                  <a:lnTo>
                    <a:pt x="54460" y="218092"/>
                  </a:lnTo>
                  <a:lnTo>
                    <a:pt x="59906" y="218092"/>
                  </a:lnTo>
                  <a:lnTo>
                    <a:pt x="65352" y="218092"/>
                  </a:lnTo>
                  <a:lnTo>
                    <a:pt x="70798" y="218092"/>
                  </a:lnTo>
                  <a:lnTo>
                    <a:pt x="76244" y="218092"/>
                  </a:lnTo>
                  <a:lnTo>
                    <a:pt x="81690" y="218092"/>
                  </a:lnTo>
                  <a:lnTo>
                    <a:pt x="87136" y="218092"/>
                  </a:lnTo>
                  <a:lnTo>
                    <a:pt x="92582" y="218092"/>
                  </a:lnTo>
                  <a:lnTo>
                    <a:pt x="98028" y="218092"/>
                  </a:lnTo>
                  <a:lnTo>
                    <a:pt x="103474" y="218092"/>
                  </a:lnTo>
                  <a:lnTo>
                    <a:pt x="108920" y="218092"/>
                  </a:lnTo>
                  <a:lnTo>
                    <a:pt x="114366" y="218092"/>
                  </a:lnTo>
                  <a:lnTo>
                    <a:pt x="119812" y="218092"/>
                  </a:lnTo>
                  <a:lnTo>
                    <a:pt x="125259" y="218092"/>
                  </a:lnTo>
                  <a:lnTo>
                    <a:pt x="130705" y="218092"/>
                  </a:lnTo>
                  <a:lnTo>
                    <a:pt x="136151" y="218092"/>
                  </a:lnTo>
                  <a:lnTo>
                    <a:pt x="141597" y="218092"/>
                  </a:lnTo>
                  <a:lnTo>
                    <a:pt x="147043" y="218092"/>
                  </a:lnTo>
                  <a:lnTo>
                    <a:pt x="152489" y="218092"/>
                  </a:lnTo>
                  <a:lnTo>
                    <a:pt x="157935" y="218092"/>
                  </a:lnTo>
                  <a:lnTo>
                    <a:pt x="163381" y="218092"/>
                  </a:lnTo>
                  <a:lnTo>
                    <a:pt x="168827" y="218091"/>
                  </a:lnTo>
                  <a:lnTo>
                    <a:pt x="174273" y="218091"/>
                  </a:lnTo>
                  <a:lnTo>
                    <a:pt x="179719" y="218091"/>
                  </a:lnTo>
                  <a:lnTo>
                    <a:pt x="185165" y="218091"/>
                  </a:lnTo>
                  <a:lnTo>
                    <a:pt x="190611" y="218090"/>
                  </a:lnTo>
                  <a:lnTo>
                    <a:pt x="196057" y="218090"/>
                  </a:lnTo>
                  <a:lnTo>
                    <a:pt x="201503" y="218088"/>
                  </a:lnTo>
                  <a:lnTo>
                    <a:pt x="206949" y="218086"/>
                  </a:lnTo>
                  <a:lnTo>
                    <a:pt x="212395" y="218084"/>
                  </a:lnTo>
                  <a:lnTo>
                    <a:pt x="217841" y="218079"/>
                  </a:lnTo>
                  <a:lnTo>
                    <a:pt x="223287" y="218073"/>
                  </a:lnTo>
                  <a:lnTo>
                    <a:pt x="228733" y="218063"/>
                  </a:lnTo>
                  <a:lnTo>
                    <a:pt x="234179" y="218050"/>
                  </a:lnTo>
                  <a:lnTo>
                    <a:pt x="239625" y="218030"/>
                  </a:lnTo>
                  <a:lnTo>
                    <a:pt x="245072" y="218003"/>
                  </a:lnTo>
                  <a:lnTo>
                    <a:pt x="250518" y="217967"/>
                  </a:lnTo>
                  <a:lnTo>
                    <a:pt x="255964" y="217918"/>
                  </a:lnTo>
                  <a:lnTo>
                    <a:pt x="261410" y="217852"/>
                  </a:lnTo>
                  <a:lnTo>
                    <a:pt x="266856" y="217766"/>
                  </a:lnTo>
                  <a:lnTo>
                    <a:pt x="272302" y="217652"/>
                  </a:lnTo>
                  <a:lnTo>
                    <a:pt x="277748" y="217506"/>
                  </a:lnTo>
                  <a:lnTo>
                    <a:pt x="283194" y="217323"/>
                  </a:lnTo>
                  <a:lnTo>
                    <a:pt x="288640" y="217096"/>
                  </a:lnTo>
                  <a:lnTo>
                    <a:pt x="294086" y="216822"/>
                  </a:lnTo>
                  <a:lnTo>
                    <a:pt x="299532" y="216493"/>
                  </a:lnTo>
                  <a:lnTo>
                    <a:pt x="304978" y="216104"/>
                  </a:lnTo>
                  <a:lnTo>
                    <a:pt x="310424" y="215653"/>
                  </a:lnTo>
                  <a:lnTo>
                    <a:pt x="315870" y="215129"/>
                  </a:lnTo>
                  <a:lnTo>
                    <a:pt x="321316" y="214537"/>
                  </a:lnTo>
                  <a:lnTo>
                    <a:pt x="326762" y="213880"/>
                  </a:lnTo>
                  <a:lnTo>
                    <a:pt x="332208" y="213166"/>
                  </a:lnTo>
                  <a:lnTo>
                    <a:pt x="337654" y="212400"/>
                  </a:lnTo>
                  <a:lnTo>
                    <a:pt x="343100" y="211593"/>
                  </a:lnTo>
                  <a:lnTo>
                    <a:pt x="348546" y="210757"/>
                  </a:lnTo>
                  <a:lnTo>
                    <a:pt x="353992" y="209905"/>
                  </a:lnTo>
                  <a:lnTo>
                    <a:pt x="359438" y="209053"/>
                  </a:lnTo>
                  <a:lnTo>
                    <a:pt x="364885" y="208222"/>
                  </a:lnTo>
                  <a:lnTo>
                    <a:pt x="370331" y="207427"/>
                  </a:lnTo>
                  <a:lnTo>
                    <a:pt x="375777" y="206683"/>
                  </a:lnTo>
                  <a:lnTo>
                    <a:pt x="381223" y="206002"/>
                  </a:lnTo>
                  <a:lnTo>
                    <a:pt x="386669" y="205394"/>
                  </a:lnTo>
                  <a:lnTo>
                    <a:pt x="392115" y="204866"/>
                  </a:lnTo>
                  <a:lnTo>
                    <a:pt x="397561" y="204420"/>
                  </a:lnTo>
                  <a:lnTo>
                    <a:pt x="403007" y="204058"/>
                  </a:lnTo>
                  <a:lnTo>
                    <a:pt x="408453" y="203782"/>
                  </a:lnTo>
                  <a:lnTo>
                    <a:pt x="413899" y="203585"/>
                  </a:lnTo>
                  <a:lnTo>
                    <a:pt x="419345" y="203452"/>
                  </a:lnTo>
                  <a:lnTo>
                    <a:pt x="424791" y="203371"/>
                  </a:lnTo>
                  <a:lnTo>
                    <a:pt x="430237" y="203333"/>
                  </a:lnTo>
                  <a:lnTo>
                    <a:pt x="435683" y="203327"/>
                  </a:lnTo>
                  <a:lnTo>
                    <a:pt x="441129" y="203342"/>
                  </a:lnTo>
                  <a:lnTo>
                    <a:pt x="446575" y="203370"/>
                  </a:lnTo>
                  <a:lnTo>
                    <a:pt x="452021" y="203406"/>
                  </a:lnTo>
                  <a:lnTo>
                    <a:pt x="457467" y="203443"/>
                  </a:lnTo>
                  <a:lnTo>
                    <a:pt x="462913" y="203480"/>
                  </a:lnTo>
                  <a:lnTo>
                    <a:pt x="468359" y="203519"/>
                  </a:lnTo>
                  <a:lnTo>
                    <a:pt x="473805" y="203562"/>
                  </a:lnTo>
                  <a:lnTo>
                    <a:pt x="479251" y="203614"/>
                  </a:lnTo>
                  <a:lnTo>
                    <a:pt x="484698" y="203681"/>
                  </a:lnTo>
                  <a:lnTo>
                    <a:pt x="490144" y="203770"/>
                  </a:lnTo>
                  <a:lnTo>
                    <a:pt x="495590" y="203887"/>
                  </a:lnTo>
                  <a:lnTo>
                    <a:pt x="501036" y="204041"/>
                  </a:lnTo>
                  <a:lnTo>
                    <a:pt x="506482" y="204241"/>
                  </a:lnTo>
                  <a:lnTo>
                    <a:pt x="511928" y="204487"/>
                  </a:lnTo>
                  <a:lnTo>
                    <a:pt x="517374" y="204782"/>
                  </a:lnTo>
                  <a:lnTo>
                    <a:pt x="522820" y="205124"/>
                  </a:lnTo>
                  <a:lnTo>
                    <a:pt x="528266" y="205511"/>
                  </a:lnTo>
                  <a:lnTo>
                    <a:pt x="533712" y="205940"/>
                  </a:lnTo>
                  <a:lnTo>
                    <a:pt x="539158" y="206404"/>
                  </a:lnTo>
                  <a:lnTo>
                    <a:pt x="544604" y="206896"/>
                  </a:lnTo>
                  <a:lnTo>
                    <a:pt x="550050" y="207408"/>
                  </a:lnTo>
                  <a:lnTo>
                    <a:pt x="555496" y="207927"/>
                  </a:lnTo>
                  <a:lnTo>
                    <a:pt x="560942" y="208443"/>
                  </a:lnTo>
                  <a:lnTo>
                    <a:pt x="566388" y="208946"/>
                  </a:lnTo>
                  <a:lnTo>
                    <a:pt x="571834" y="209427"/>
                  </a:lnTo>
                  <a:lnTo>
                    <a:pt x="577280" y="209880"/>
                  </a:lnTo>
                  <a:lnTo>
                    <a:pt x="582726" y="210298"/>
                  </a:lnTo>
                  <a:lnTo>
                    <a:pt x="588172" y="210676"/>
                  </a:lnTo>
                  <a:lnTo>
                    <a:pt x="593618" y="211011"/>
                  </a:lnTo>
                  <a:lnTo>
                    <a:pt x="599064" y="211295"/>
                  </a:lnTo>
                  <a:lnTo>
                    <a:pt x="604510" y="211533"/>
                  </a:lnTo>
                  <a:lnTo>
                    <a:pt x="609957" y="211725"/>
                  </a:lnTo>
                  <a:lnTo>
                    <a:pt x="615403" y="211874"/>
                  </a:lnTo>
                  <a:lnTo>
                    <a:pt x="620849" y="211981"/>
                  </a:lnTo>
                  <a:lnTo>
                    <a:pt x="626295" y="212048"/>
                  </a:lnTo>
                  <a:lnTo>
                    <a:pt x="631741" y="212077"/>
                  </a:lnTo>
                  <a:lnTo>
                    <a:pt x="637187" y="212070"/>
                  </a:lnTo>
                  <a:lnTo>
                    <a:pt x="642633" y="212028"/>
                  </a:lnTo>
                  <a:lnTo>
                    <a:pt x="648079" y="211955"/>
                  </a:lnTo>
                  <a:lnTo>
                    <a:pt x="653525" y="211858"/>
                  </a:lnTo>
                  <a:lnTo>
                    <a:pt x="658971" y="211740"/>
                  </a:lnTo>
                  <a:lnTo>
                    <a:pt x="664417" y="211607"/>
                  </a:lnTo>
                  <a:lnTo>
                    <a:pt x="669863" y="211464"/>
                  </a:lnTo>
                  <a:lnTo>
                    <a:pt x="675309" y="211317"/>
                  </a:lnTo>
                  <a:lnTo>
                    <a:pt x="680755" y="211173"/>
                  </a:lnTo>
                  <a:lnTo>
                    <a:pt x="686201" y="211038"/>
                  </a:lnTo>
                  <a:lnTo>
                    <a:pt x="691647" y="210920"/>
                  </a:lnTo>
                  <a:lnTo>
                    <a:pt x="697093" y="210823"/>
                  </a:lnTo>
                  <a:lnTo>
                    <a:pt x="702539" y="210752"/>
                  </a:lnTo>
                  <a:lnTo>
                    <a:pt x="707985" y="210707"/>
                  </a:lnTo>
                  <a:lnTo>
                    <a:pt x="713431" y="210689"/>
                  </a:lnTo>
                  <a:lnTo>
                    <a:pt x="718877" y="210698"/>
                  </a:lnTo>
                  <a:lnTo>
                    <a:pt x="724323" y="210731"/>
                  </a:lnTo>
                  <a:lnTo>
                    <a:pt x="729770" y="210784"/>
                  </a:lnTo>
                  <a:lnTo>
                    <a:pt x="735216" y="210853"/>
                  </a:lnTo>
                  <a:lnTo>
                    <a:pt x="740662" y="210935"/>
                  </a:lnTo>
                  <a:lnTo>
                    <a:pt x="746108" y="211021"/>
                  </a:lnTo>
                  <a:lnTo>
                    <a:pt x="751554" y="211110"/>
                  </a:lnTo>
                  <a:lnTo>
                    <a:pt x="757000" y="211198"/>
                  </a:lnTo>
                  <a:lnTo>
                    <a:pt x="762446" y="211284"/>
                  </a:lnTo>
                  <a:lnTo>
                    <a:pt x="767892" y="211369"/>
                  </a:lnTo>
                  <a:lnTo>
                    <a:pt x="773338" y="211454"/>
                  </a:lnTo>
                  <a:lnTo>
                    <a:pt x="778784" y="211542"/>
                  </a:lnTo>
                  <a:lnTo>
                    <a:pt x="784230" y="211639"/>
                  </a:lnTo>
                  <a:lnTo>
                    <a:pt x="789676" y="211750"/>
                  </a:lnTo>
                  <a:lnTo>
                    <a:pt x="795122" y="211878"/>
                  </a:lnTo>
                  <a:lnTo>
                    <a:pt x="800568" y="212028"/>
                  </a:lnTo>
                  <a:lnTo>
                    <a:pt x="806014" y="212201"/>
                  </a:lnTo>
                  <a:lnTo>
                    <a:pt x="811460" y="212399"/>
                  </a:lnTo>
                  <a:lnTo>
                    <a:pt x="816906" y="212620"/>
                  </a:lnTo>
                  <a:lnTo>
                    <a:pt x="822352" y="212863"/>
                  </a:lnTo>
                  <a:lnTo>
                    <a:pt x="827798" y="213121"/>
                  </a:lnTo>
                  <a:lnTo>
                    <a:pt x="833244" y="213390"/>
                  </a:lnTo>
                  <a:lnTo>
                    <a:pt x="838690" y="213659"/>
                  </a:lnTo>
                  <a:lnTo>
                    <a:pt x="844136" y="213917"/>
                  </a:lnTo>
                  <a:lnTo>
                    <a:pt x="849583" y="214157"/>
                  </a:lnTo>
                  <a:lnTo>
                    <a:pt x="855029" y="214368"/>
                  </a:lnTo>
                  <a:lnTo>
                    <a:pt x="860475" y="214543"/>
                  </a:lnTo>
                  <a:lnTo>
                    <a:pt x="865921" y="214672"/>
                  </a:lnTo>
                  <a:lnTo>
                    <a:pt x="871367" y="214750"/>
                  </a:lnTo>
                  <a:lnTo>
                    <a:pt x="876813" y="214769"/>
                  </a:lnTo>
                  <a:lnTo>
                    <a:pt x="882259" y="214722"/>
                  </a:lnTo>
                  <a:lnTo>
                    <a:pt x="887705" y="214614"/>
                  </a:lnTo>
                  <a:lnTo>
                    <a:pt x="893151" y="214446"/>
                  </a:lnTo>
                  <a:lnTo>
                    <a:pt x="898597" y="214222"/>
                  </a:lnTo>
                  <a:lnTo>
                    <a:pt x="904043" y="213947"/>
                  </a:lnTo>
                  <a:lnTo>
                    <a:pt x="909489" y="213625"/>
                  </a:lnTo>
                  <a:lnTo>
                    <a:pt x="914935" y="213263"/>
                  </a:lnTo>
                  <a:lnTo>
                    <a:pt x="920381" y="212868"/>
                  </a:lnTo>
                  <a:lnTo>
                    <a:pt x="925827" y="212446"/>
                  </a:lnTo>
                  <a:lnTo>
                    <a:pt x="931273" y="212008"/>
                  </a:lnTo>
                  <a:lnTo>
                    <a:pt x="936719" y="211561"/>
                  </a:lnTo>
                  <a:lnTo>
                    <a:pt x="942165" y="211111"/>
                  </a:lnTo>
                  <a:lnTo>
                    <a:pt x="947611" y="210664"/>
                  </a:lnTo>
                  <a:lnTo>
                    <a:pt x="953057" y="210223"/>
                  </a:lnTo>
                  <a:lnTo>
                    <a:pt x="958503" y="209793"/>
                  </a:lnTo>
                  <a:lnTo>
                    <a:pt x="963949" y="209375"/>
                  </a:lnTo>
                  <a:lnTo>
                    <a:pt x="969396" y="208970"/>
                  </a:lnTo>
                  <a:lnTo>
                    <a:pt x="974842" y="208580"/>
                  </a:lnTo>
                  <a:lnTo>
                    <a:pt x="980288" y="208199"/>
                  </a:lnTo>
                  <a:lnTo>
                    <a:pt x="985734" y="207825"/>
                  </a:lnTo>
                  <a:lnTo>
                    <a:pt x="991180" y="207454"/>
                  </a:lnTo>
                  <a:lnTo>
                    <a:pt x="996626" y="207082"/>
                  </a:lnTo>
                  <a:lnTo>
                    <a:pt x="1002072" y="206703"/>
                  </a:lnTo>
                  <a:lnTo>
                    <a:pt x="1007518" y="206313"/>
                  </a:lnTo>
                  <a:lnTo>
                    <a:pt x="1012964" y="205905"/>
                  </a:lnTo>
                  <a:lnTo>
                    <a:pt x="1018410" y="205470"/>
                  </a:lnTo>
                  <a:lnTo>
                    <a:pt x="1023856" y="205003"/>
                  </a:lnTo>
                  <a:lnTo>
                    <a:pt x="1029302" y="204498"/>
                  </a:lnTo>
                  <a:lnTo>
                    <a:pt x="1034748" y="203950"/>
                  </a:lnTo>
                  <a:lnTo>
                    <a:pt x="1040194" y="203354"/>
                  </a:lnTo>
                  <a:lnTo>
                    <a:pt x="1045640" y="202705"/>
                  </a:lnTo>
                  <a:lnTo>
                    <a:pt x="1051086" y="201999"/>
                  </a:lnTo>
                  <a:lnTo>
                    <a:pt x="1056532" y="201232"/>
                  </a:lnTo>
                  <a:lnTo>
                    <a:pt x="1061978" y="200399"/>
                  </a:lnTo>
                  <a:lnTo>
                    <a:pt x="1067424" y="199487"/>
                  </a:lnTo>
                  <a:lnTo>
                    <a:pt x="1072870" y="198500"/>
                  </a:lnTo>
                  <a:lnTo>
                    <a:pt x="1078316" y="197436"/>
                  </a:lnTo>
                  <a:lnTo>
                    <a:pt x="1083762" y="196293"/>
                  </a:lnTo>
                  <a:lnTo>
                    <a:pt x="1089209" y="195068"/>
                  </a:lnTo>
                  <a:lnTo>
                    <a:pt x="1094655" y="193759"/>
                  </a:lnTo>
                  <a:lnTo>
                    <a:pt x="1100101" y="192363"/>
                  </a:lnTo>
                  <a:lnTo>
                    <a:pt x="1105547" y="190876"/>
                  </a:lnTo>
                  <a:lnTo>
                    <a:pt x="1110993" y="189294"/>
                  </a:lnTo>
                  <a:lnTo>
                    <a:pt x="1116439" y="187601"/>
                  </a:lnTo>
                  <a:lnTo>
                    <a:pt x="1121885" y="185801"/>
                  </a:lnTo>
                  <a:lnTo>
                    <a:pt x="1127331" y="183885"/>
                  </a:lnTo>
                  <a:lnTo>
                    <a:pt x="1132777" y="181843"/>
                  </a:lnTo>
                  <a:lnTo>
                    <a:pt x="1138223" y="179660"/>
                  </a:lnTo>
                  <a:lnTo>
                    <a:pt x="1143669" y="177318"/>
                  </a:lnTo>
                  <a:lnTo>
                    <a:pt x="1149115" y="174797"/>
                  </a:lnTo>
                  <a:lnTo>
                    <a:pt x="1154561" y="172075"/>
                  </a:lnTo>
                  <a:lnTo>
                    <a:pt x="1160007" y="169103"/>
                  </a:lnTo>
                  <a:lnTo>
                    <a:pt x="1165453" y="165854"/>
                  </a:lnTo>
                  <a:lnTo>
                    <a:pt x="1170899" y="162314"/>
                  </a:lnTo>
                  <a:lnTo>
                    <a:pt x="1176345" y="158459"/>
                  </a:lnTo>
                  <a:lnTo>
                    <a:pt x="1181791" y="154264"/>
                  </a:lnTo>
                  <a:lnTo>
                    <a:pt x="1187237" y="149711"/>
                  </a:lnTo>
                  <a:lnTo>
                    <a:pt x="1192683" y="144784"/>
                  </a:lnTo>
                  <a:lnTo>
                    <a:pt x="1198129" y="139474"/>
                  </a:lnTo>
                  <a:lnTo>
                    <a:pt x="1203575" y="133778"/>
                  </a:lnTo>
                  <a:lnTo>
                    <a:pt x="1209021" y="127646"/>
                  </a:lnTo>
                  <a:lnTo>
                    <a:pt x="1214468" y="121150"/>
                  </a:lnTo>
                  <a:lnTo>
                    <a:pt x="1219914" y="114314"/>
                  </a:lnTo>
                  <a:lnTo>
                    <a:pt x="1225360" y="107170"/>
                  </a:lnTo>
                  <a:lnTo>
                    <a:pt x="1230806" y="99754"/>
                  </a:lnTo>
                  <a:lnTo>
                    <a:pt x="1236252" y="92111"/>
                  </a:lnTo>
                  <a:lnTo>
                    <a:pt x="1241698" y="84292"/>
                  </a:lnTo>
                  <a:lnTo>
                    <a:pt x="1247144" y="76353"/>
                  </a:lnTo>
                  <a:lnTo>
                    <a:pt x="1252590" y="68360"/>
                  </a:lnTo>
                  <a:lnTo>
                    <a:pt x="1258036" y="60400"/>
                  </a:lnTo>
                  <a:lnTo>
                    <a:pt x="1263482" y="52559"/>
                  </a:lnTo>
                  <a:lnTo>
                    <a:pt x="1268928" y="44918"/>
                  </a:lnTo>
                  <a:lnTo>
                    <a:pt x="1274374" y="37566"/>
                  </a:lnTo>
                  <a:lnTo>
                    <a:pt x="1279820" y="30593"/>
                  </a:lnTo>
                  <a:lnTo>
                    <a:pt x="1285266" y="24091"/>
                  </a:lnTo>
                  <a:lnTo>
                    <a:pt x="1290712" y="18155"/>
                  </a:lnTo>
                  <a:lnTo>
                    <a:pt x="1296158" y="12877"/>
                  </a:lnTo>
                  <a:lnTo>
                    <a:pt x="1301604" y="8440"/>
                  </a:lnTo>
                  <a:lnTo>
                    <a:pt x="1307050" y="4890"/>
                  </a:lnTo>
                  <a:lnTo>
                    <a:pt x="1312496" y="2264"/>
                  </a:lnTo>
                  <a:lnTo>
                    <a:pt x="1317942" y="620"/>
                  </a:lnTo>
                  <a:lnTo>
                    <a:pt x="1323388" y="0"/>
                  </a:lnTo>
                  <a:lnTo>
                    <a:pt x="1328834" y="430"/>
                  </a:lnTo>
                  <a:lnTo>
                    <a:pt x="1334281" y="1923"/>
                  </a:lnTo>
                  <a:lnTo>
                    <a:pt x="1339727" y="4473"/>
                  </a:lnTo>
                  <a:lnTo>
                    <a:pt x="1345173" y="8072"/>
                  </a:lnTo>
                  <a:lnTo>
                    <a:pt x="1350619" y="12783"/>
                  </a:lnTo>
                  <a:lnTo>
                    <a:pt x="1356065" y="18404"/>
                  </a:lnTo>
                  <a:lnTo>
                    <a:pt x="1361511" y="24857"/>
                  </a:lnTo>
                  <a:lnTo>
                    <a:pt x="1366957" y="32055"/>
                  </a:lnTo>
                  <a:lnTo>
                    <a:pt x="1372403" y="39902"/>
                  </a:lnTo>
                  <a:lnTo>
                    <a:pt x="1377849" y="48297"/>
                  </a:lnTo>
                  <a:lnTo>
                    <a:pt x="1383295" y="57133"/>
                  </a:lnTo>
                  <a:lnTo>
                    <a:pt x="1388741" y="66303"/>
                  </a:lnTo>
                  <a:lnTo>
                    <a:pt x="1394187" y="75709"/>
                  </a:lnTo>
                  <a:lnTo>
                    <a:pt x="1399633" y="85221"/>
                  </a:lnTo>
                  <a:lnTo>
                    <a:pt x="1405079" y="94726"/>
                  </a:lnTo>
                  <a:lnTo>
                    <a:pt x="1410525" y="104136"/>
                  </a:lnTo>
                  <a:lnTo>
                    <a:pt x="1415971" y="113370"/>
                  </a:lnTo>
                  <a:lnTo>
                    <a:pt x="1421417" y="122356"/>
                  </a:lnTo>
                  <a:lnTo>
                    <a:pt x="1426863" y="131031"/>
                  </a:lnTo>
                  <a:lnTo>
                    <a:pt x="1432309" y="139341"/>
                  </a:lnTo>
                  <a:lnTo>
                    <a:pt x="1437755" y="147241"/>
                  </a:lnTo>
                  <a:lnTo>
                    <a:pt x="1443201" y="154631"/>
                  </a:lnTo>
                  <a:lnTo>
                    <a:pt x="1448647" y="161537"/>
                  </a:lnTo>
                  <a:lnTo>
                    <a:pt x="1454094" y="167952"/>
                  </a:lnTo>
                  <a:lnTo>
                    <a:pt x="1459540" y="173871"/>
                  </a:lnTo>
                  <a:lnTo>
                    <a:pt x="1464986" y="179294"/>
                  </a:lnTo>
                  <a:lnTo>
                    <a:pt x="1470432" y="184228"/>
                  </a:lnTo>
                  <a:lnTo>
                    <a:pt x="1475878" y="188686"/>
                  </a:lnTo>
                  <a:lnTo>
                    <a:pt x="1481324" y="192685"/>
                  </a:lnTo>
                  <a:lnTo>
                    <a:pt x="1486770" y="196229"/>
                  </a:lnTo>
                  <a:lnTo>
                    <a:pt x="1492216" y="199321"/>
                  </a:lnTo>
                  <a:lnTo>
                    <a:pt x="1497662" y="202036"/>
                  </a:lnTo>
                  <a:lnTo>
                    <a:pt x="1503108" y="204403"/>
                  </a:lnTo>
                  <a:lnTo>
                    <a:pt x="1508554" y="206454"/>
                  </a:lnTo>
                  <a:lnTo>
                    <a:pt x="1514000" y="208218"/>
                  </a:lnTo>
                  <a:lnTo>
                    <a:pt x="1519446" y="209725"/>
                  </a:lnTo>
                  <a:lnTo>
                    <a:pt x="1524892" y="211003"/>
                  </a:lnTo>
                  <a:lnTo>
                    <a:pt x="1530338" y="212082"/>
                  </a:lnTo>
                  <a:lnTo>
                    <a:pt x="1535784" y="212972"/>
                  </a:lnTo>
                  <a:lnTo>
                    <a:pt x="1541230" y="213712"/>
                  </a:lnTo>
                  <a:lnTo>
                    <a:pt x="1546676" y="214332"/>
                  </a:lnTo>
                  <a:lnTo>
                    <a:pt x="1552122" y="214850"/>
                  </a:lnTo>
                  <a:lnTo>
                    <a:pt x="1557568" y="215284"/>
                  </a:lnTo>
                  <a:lnTo>
                    <a:pt x="1563014" y="215649"/>
                  </a:lnTo>
                  <a:lnTo>
                    <a:pt x="1568460" y="215958"/>
                  </a:lnTo>
                  <a:lnTo>
                    <a:pt x="1573907" y="216221"/>
                  </a:lnTo>
                  <a:lnTo>
                    <a:pt x="1579353" y="216447"/>
                  </a:lnTo>
                  <a:lnTo>
                    <a:pt x="1584799" y="216641"/>
                  </a:lnTo>
                  <a:lnTo>
                    <a:pt x="1590245" y="216813"/>
                  </a:lnTo>
                  <a:lnTo>
                    <a:pt x="1595691" y="216966"/>
                  </a:lnTo>
                  <a:lnTo>
                    <a:pt x="1601137" y="217105"/>
                  </a:lnTo>
                  <a:lnTo>
                    <a:pt x="1606583" y="217230"/>
                  </a:lnTo>
                  <a:lnTo>
                    <a:pt x="1612029" y="217344"/>
                  </a:lnTo>
                  <a:lnTo>
                    <a:pt x="1617475" y="217448"/>
                  </a:lnTo>
                  <a:lnTo>
                    <a:pt x="1622921" y="217541"/>
                  </a:lnTo>
                  <a:lnTo>
                    <a:pt x="1628367" y="217625"/>
                  </a:lnTo>
                  <a:lnTo>
                    <a:pt x="1633813" y="217699"/>
                  </a:lnTo>
                  <a:lnTo>
                    <a:pt x="1639259" y="217765"/>
                  </a:lnTo>
                  <a:lnTo>
                    <a:pt x="1644705" y="217823"/>
                  </a:lnTo>
                  <a:lnTo>
                    <a:pt x="1650151" y="217873"/>
                  </a:lnTo>
                  <a:lnTo>
                    <a:pt x="1655597" y="217916"/>
                  </a:lnTo>
                  <a:lnTo>
                    <a:pt x="1661043" y="217952"/>
                  </a:lnTo>
                  <a:lnTo>
                    <a:pt x="1666489" y="217982"/>
                  </a:lnTo>
                  <a:lnTo>
                    <a:pt x="1671935" y="218007"/>
                  </a:lnTo>
                  <a:lnTo>
                    <a:pt x="1677381" y="218027"/>
                  </a:lnTo>
                  <a:lnTo>
                    <a:pt x="1682827" y="218042"/>
                  </a:lnTo>
                  <a:lnTo>
                    <a:pt x="1688273" y="218055"/>
                  </a:lnTo>
                  <a:lnTo>
                    <a:pt x="1693720" y="218064"/>
                  </a:lnTo>
                  <a:lnTo>
                    <a:pt x="1699166" y="218072"/>
                  </a:lnTo>
                  <a:lnTo>
                    <a:pt x="1704612" y="218077"/>
                  </a:lnTo>
                  <a:lnTo>
                    <a:pt x="1710058" y="218082"/>
                  </a:lnTo>
                  <a:lnTo>
                    <a:pt x="1715504" y="218085"/>
                  </a:lnTo>
                  <a:lnTo>
                    <a:pt x="1720950" y="218087"/>
                  </a:lnTo>
                  <a:lnTo>
                    <a:pt x="1726396" y="218088"/>
                  </a:lnTo>
                  <a:lnTo>
                    <a:pt x="1731842" y="218089"/>
                  </a:lnTo>
                  <a:lnTo>
                    <a:pt x="1737288" y="218090"/>
                  </a:lnTo>
                  <a:lnTo>
                    <a:pt x="1742734" y="218090"/>
                  </a:lnTo>
                  <a:lnTo>
                    <a:pt x="1748180" y="218090"/>
                  </a:lnTo>
                  <a:lnTo>
                    <a:pt x="1753626" y="218090"/>
                  </a:lnTo>
                  <a:lnTo>
                    <a:pt x="1759072" y="218090"/>
                  </a:lnTo>
                  <a:lnTo>
                    <a:pt x="1764518" y="218089"/>
                  </a:lnTo>
                  <a:lnTo>
                    <a:pt x="1769964" y="218088"/>
                  </a:lnTo>
                  <a:lnTo>
                    <a:pt x="1775410" y="218086"/>
                  </a:lnTo>
                  <a:lnTo>
                    <a:pt x="1780856" y="218084"/>
                  </a:lnTo>
                  <a:lnTo>
                    <a:pt x="1786302" y="218081"/>
                  </a:lnTo>
                  <a:lnTo>
                    <a:pt x="1791748" y="218076"/>
                  </a:lnTo>
                  <a:lnTo>
                    <a:pt x="1797194" y="218070"/>
                  </a:lnTo>
                  <a:lnTo>
                    <a:pt x="1802640" y="218061"/>
                  </a:lnTo>
                  <a:lnTo>
                    <a:pt x="1808086" y="218050"/>
                  </a:lnTo>
                  <a:lnTo>
                    <a:pt x="1813532" y="218036"/>
                  </a:lnTo>
                  <a:lnTo>
                    <a:pt x="1818979" y="218017"/>
                  </a:lnTo>
                  <a:lnTo>
                    <a:pt x="1824425" y="217994"/>
                  </a:lnTo>
                  <a:lnTo>
                    <a:pt x="1829871" y="217964"/>
                  </a:lnTo>
                  <a:lnTo>
                    <a:pt x="1835317" y="217929"/>
                  </a:lnTo>
                  <a:lnTo>
                    <a:pt x="1840763" y="217887"/>
                  </a:lnTo>
                  <a:lnTo>
                    <a:pt x="1846209" y="217837"/>
                  </a:lnTo>
                  <a:lnTo>
                    <a:pt x="1851655" y="217779"/>
                  </a:lnTo>
                  <a:lnTo>
                    <a:pt x="1857101" y="217714"/>
                  </a:lnTo>
                  <a:lnTo>
                    <a:pt x="1862547" y="217641"/>
                  </a:lnTo>
                  <a:lnTo>
                    <a:pt x="1867993" y="217560"/>
                  </a:lnTo>
                  <a:lnTo>
                    <a:pt x="1873439" y="217473"/>
                  </a:lnTo>
                  <a:lnTo>
                    <a:pt x="1878885" y="217383"/>
                  </a:lnTo>
                  <a:lnTo>
                    <a:pt x="1884331" y="217290"/>
                  </a:lnTo>
                  <a:lnTo>
                    <a:pt x="1889777" y="217197"/>
                  </a:lnTo>
                  <a:lnTo>
                    <a:pt x="1895223" y="217106"/>
                  </a:lnTo>
                  <a:lnTo>
                    <a:pt x="1900669" y="217021"/>
                  </a:lnTo>
                  <a:lnTo>
                    <a:pt x="1906115" y="216943"/>
                  </a:lnTo>
                  <a:lnTo>
                    <a:pt x="1911561" y="216877"/>
                  </a:lnTo>
                  <a:lnTo>
                    <a:pt x="1917007" y="216825"/>
                  </a:lnTo>
                  <a:lnTo>
                    <a:pt x="1922453" y="216788"/>
                  </a:lnTo>
                  <a:lnTo>
                    <a:pt x="1927899" y="216768"/>
                  </a:lnTo>
                  <a:lnTo>
                    <a:pt x="1933345" y="216765"/>
                  </a:lnTo>
                  <a:lnTo>
                    <a:pt x="1938792" y="216780"/>
                  </a:lnTo>
                  <a:lnTo>
                    <a:pt x="1944238" y="216812"/>
                  </a:lnTo>
                  <a:lnTo>
                    <a:pt x="1949684" y="216859"/>
                  </a:lnTo>
                  <a:lnTo>
                    <a:pt x="1955130" y="216921"/>
                  </a:lnTo>
                  <a:lnTo>
                    <a:pt x="1960576" y="216996"/>
                  </a:lnTo>
                  <a:lnTo>
                    <a:pt x="1966022" y="217079"/>
                  </a:lnTo>
                  <a:lnTo>
                    <a:pt x="1971468" y="217168"/>
                  </a:lnTo>
                  <a:lnTo>
                    <a:pt x="1976914" y="217261"/>
                  </a:lnTo>
                  <a:lnTo>
                    <a:pt x="1982360" y="217354"/>
                  </a:lnTo>
                  <a:lnTo>
                    <a:pt x="1987806" y="217446"/>
                  </a:lnTo>
                  <a:lnTo>
                    <a:pt x="1993252" y="217534"/>
                  </a:lnTo>
                  <a:lnTo>
                    <a:pt x="1998698" y="217616"/>
                  </a:lnTo>
                  <a:lnTo>
                    <a:pt x="2004144" y="217692"/>
                  </a:lnTo>
                  <a:lnTo>
                    <a:pt x="2009590" y="217760"/>
                  </a:lnTo>
                  <a:lnTo>
                    <a:pt x="2015036" y="217820"/>
                  </a:lnTo>
                  <a:lnTo>
                    <a:pt x="2020482" y="217872"/>
                  </a:lnTo>
                  <a:lnTo>
                    <a:pt x="2025928" y="217916"/>
                  </a:lnTo>
                  <a:lnTo>
                    <a:pt x="2031374" y="217953"/>
                  </a:lnTo>
                  <a:lnTo>
                    <a:pt x="2036820" y="217984"/>
                  </a:lnTo>
                  <a:lnTo>
                    <a:pt x="2042266" y="218008"/>
                  </a:lnTo>
                  <a:lnTo>
                    <a:pt x="2047712" y="218027"/>
                  </a:lnTo>
                  <a:lnTo>
                    <a:pt x="2053158" y="218041"/>
                  </a:lnTo>
                  <a:lnTo>
                    <a:pt x="2058605" y="218050"/>
                  </a:lnTo>
                  <a:lnTo>
                    <a:pt x="2064051" y="218056"/>
                  </a:lnTo>
                  <a:lnTo>
                    <a:pt x="2069497" y="218059"/>
                  </a:lnTo>
                  <a:lnTo>
                    <a:pt x="2074943" y="218058"/>
                  </a:lnTo>
                  <a:lnTo>
                    <a:pt x="2080389" y="218054"/>
                  </a:lnTo>
                  <a:lnTo>
                    <a:pt x="2085835" y="218047"/>
                  </a:lnTo>
                  <a:lnTo>
                    <a:pt x="2091281" y="218037"/>
                  </a:lnTo>
                  <a:lnTo>
                    <a:pt x="2096727" y="218023"/>
                  </a:lnTo>
                  <a:lnTo>
                    <a:pt x="2102173" y="218005"/>
                  </a:lnTo>
                  <a:lnTo>
                    <a:pt x="2107619" y="217983"/>
                  </a:lnTo>
                  <a:lnTo>
                    <a:pt x="2113065" y="217956"/>
                  </a:lnTo>
                  <a:lnTo>
                    <a:pt x="2118511" y="217925"/>
                  </a:lnTo>
                  <a:lnTo>
                    <a:pt x="2123957" y="217890"/>
                  </a:lnTo>
                  <a:lnTo>
                    <a:pt x="2129403" y="217850"/>
                  </a:lnTo>
                  <a:lnTo>
                    <a:pt x="2134849" y="217806"/>
                  </a:lnTo>
                  <a:lnTo>
                    <a:pt x="2140295" y="217759"/>
                  </a:lnTo>
                  <a:lnTo>
                    <a:pt x="2145741" y="217708"/>
                  </a:lnTo>
                  <a:lnTo>
                    <a:pt x="2151187" y="217656"/>
                  </a:lnTo>
                  <a:lnTo>
                    <a:pt x="2156633" y="217603"/>
                  </a:lnTo>
                  <a:lnTo>
                    <a:pt x="2162079" y="217550"/>
                  </a:lnTo>
                  <a:lnTo>
                    <a:pt x="2167525" y="217499"/>
                  </a:lnTo>
                  <a:lnTo>
                    <a:pt x="2172971" y="217451"/>
                  </a:lnTo>
                  <a:lnTo>
                    <a:pt x="2178418" y="217407"/>
                  </a:lnTo>
                  <a:lnTo>
                    <a:pt x="2183864" y="217367"/>
                  </a:lnTo>
                  <a:lnTo>
                    <a:pt x="2189310" y="217332"/>
                  </a:lnTo>
                  <a:lnTo>
                    <a:pt x="2194756" y="217303"/>
                  </a:lnTo>
                  <a:lnTo>
                    <a:pt x="2200202" y="217278"/>
                  </a:lnTo>
                  <a:lnTo>
                    <a:pt x="2205648" y="217259"/>
                  </a:lnTo>
                  <a:lnTo>
                    <a:pt x="2211094" y="217242"/>
                  </a:lnTo>
                  <a:lnTo>
                    <a:pt x="2216540" y="217229"/>
                  </a:lnTo>
                  <a:lnTo>
                    <a:pt x="2221986" y="217217"/>
                  </a:lnTo>
                  <a:lnTo>
                    <a:pt x="2227432" y="217206"/>
                  </a:lnTo>
                  <a:lnTo>
                    <a:pt x="2232878" y="217194"/>
                  </a:lnTo>
                  <a:lnTo>
                    <a:pt x="2238324" y="217181"/>
                  </a:lnTo>
                  <a:lnTo>
                    <a:pt x="2243770" y="217165"/>
                  </a:lnTo>
                  <a:lnTo>
                    <a:pt x="2249216" y="217147"/>
                  </a:lnTo>
                  <a:lnTo>
                    <a:pt x="2254662" y="217127"/>
                  </a:lnTo>
                  <a:lnTo>
                    <a:pt x="2260108" y="217104"/>
                  </a:lnTo>
                  <a:lnTo>
                    <a:pt x="2265554" y="217080"/>
                  </a:lnTo>
                  <a:lnTo>
                    <a:pt x="2271000" y="217054"/>
                  </a:lnTo>
                  <a:lnTo>
                    <a:pt x="2276446" y="217028"/>
                  </a:lnTo>
                  <a:lnTo>
                    <a:pt x="2281892" y="217003"/>
                  </a:lnTo>
                  <a:lnTo>
                    <a:pt x="2287338" y="216979"/>
                  </a:lnTo>
                  <a:lnTo>
                    <a:pt x="2292784" y="216958"/>
                  </a:lnTo>
                  <a:lnTo>
                    <a:pt x="2298231" y="216940"/>
                  </a:lnTo>
                  <a:lnTo>
                    <a:pt x="2303677" y="216925"/>
                  </a:lnTo>
                  <a:lnTo>
                    <a:pt x="2309123" y="216914"/>
                  </a:lnTo>
                  <a:lnTo>
                    <a:pt x="2314569" y="216906"/>
                  </a:lnTo>
                  <a:lnTo>
                    <a:pt x="2320015" y="216902"/>
                  </a:lnTo>
                  <a:lnTo>
                    <a:pt x="2325461" y="216900"/>
                  </a:lnTo>
                  <a:lnTo>
                    <a:pt x="2330907" y="216900"/>
                  </a:lnTo>
                  <a:lnTo>
                    <a:pt x="2336353" y="216902"/>
                  </a:lnTo>
                  <a:lnTo>
                    <a:pt x="2341799" y="216903"/>
                  </a:lnTo>
                  <a:lnTo>
                    <a:pt x="2347245" y="216903"/>
                  </a:lnTo>
                  <a:lnTo>
                    <a:pt x="2352691" y="216900"/>
                  </a:lnTo>
                  <a:lnTo>
                    <a:pt x="2358137" y="216893"/>
                  </a:lnTo>
                  <a:lnTo>
                    <a:pt x="2363583" y="216881"/>
                  </a:lnTo>
                  <a:lnTo>
                    <a:pt x="2369029" y="216862"/>
                  </a:lnTo>
                  <a:lnTo>
                    <a:pt x="2374475" y="216837"/>
                  </a:lnTo>
                  <a:lnTo>
                    <a:pt x="2379921" y="216803"/>
                  </a:lnTo>
                  <a:lnTo>
                    <a:pt x="2385367" y="216762"/>
                  </a:lnTo>
                  <a:lnTo>
                    <a:pt x="2390813" y="216713"/>
                  </a:lnTo>
                  <a:lnTo>
                    <a:pt x="2396259" y="216658"/>
                  </a:lnTo>
                  <a:lnTo>
                    <a:pt x="2401705" y="216597"/>
                  </a:lnTo>
                  <a:lnTo>
                    <a:pt x="2407151" y="216531"/>
                  </a:lnTo>
                  <a:lnTo>
                    <a:pt x="2412597" y="216461"/>
                  </a:lnTo>
                  <a:lnTo>
                    <a:pt x="2418043" y="216388"/>
                  </a:lnTo>
                  <a:lnTo>
                    <a:pt x="2423490" y="216313"/>
                  </a:lnTo>
                  <a:lnTo>
                    <a:pt x="2428936" y="216236"/>
                  </a:lnTo>
                  <a:lnTo>
                    <a:pt x="2434382" y="216158"/>
                  </a:lnTo>
                  <a:lnTo>
                    <a:pt x="2439828" y="216080"/>
                  </a:lnTo>
                  <a:lnTo>
                    <a:pt x="2445274" y="216000"/>
                  </a:lnTo>
                  <a:lnTo>
                    <a:pt x="2450720" y="215919"/>
                  </a:lnTo>
                  <a:lnTo>
                    <a:pt x="2456166" y="215836"/>
                  </a:lnTo>
                  <a:lnTo>
                    <a:pt x="2461612" y="215752"/>
                  </a:lnTo>
                  <a:lnTo>
                    <a:pt x="2467058" y="215667"/>
                  </a:lnTo>
                  <a:lnTo>
                    <a:pt x="2472504" y="215580"/>
                  </a:lnTo>
                  <a:lnTo>
                    <a:pt x="2477950" y="215492"/>
                  </a:lnTo>
                  <a:lnTo>
                    <a:pt x="2483396" y="215406"/>
                  </a:lnTo>
                  <a:lnTo>
                    <a:pt x="2488842" y="215321"/>
                  </a:lnTo>
                  <a:lnTo>
                    <a:pt x="2494288" y="215240"/>
                  </a:lnTo>
                  <a:lnTo>
                    <a:pt x="2499734" y="215164"/>
                  </a:lnTo>
                  <a:lnTo>
                    <a:pt x="2505180" y="215096"/>
                  </a:lnTo>
                  <a:lnTo>
                    <a:pt x="2510626" y="215037"/>
                  </a:lnTo>
                  <a:lnTo>
                    <a:pt x="2516072" y="214987"/>
                  </a:lnTo>
                  <a:lnTo>
                    <a:pt x="2521518" y="214951"/>
                  </a:lnTo>
                  <a:lnTo>
                    <a:pt x="2526964" y="214927"/>
                  </a:lnTo>
                  <a:lnTo>
                    <a:pt x="2532410" y="214915"/>
                  </a:lnTo>
                  <a:lnTo>
                    <a:pt x="2537856" y="214914"/>
                  </a:lnTo>
                  <a:lnTo>
                    <a:pt x="2543303" y="214924"/>
                  </a:lnTo>
                  <a:lnTo>
                    <a:pt x="2548749" y="214942"/>
                  </a:lnTo>
                  <a:lnTo>
                    <a:pt x="2554195" y="214968"/>
                  </a:lnTo>
                  <a:lnTo>
                    <a:pt x="2559641" y="214999"/>
                  </a:lnTo>
                  <a:lnTo>
                    <a:pt x="2565087" y="215033"/>
                  </a:lnTo>
                  <a:lnTo>
                    <a:pt x="2570533" y="215068"/>
                  </a:lnTo>
                  <a:lnTo>
                    <a:pt x="2575979" y="215102"/>
                  </a:lnTo>
                  <a:lnTo>
                    <a:pt x="2581425" y="215133"/>
                  </a:lnTo>
                  <a:lnTo>
                    <a:pt x="2586871" y="215159"/>
                  </a:lnTo>
                  <a:lnTo>
                    <a:pt x="2592317" y="215180"/>
                  </a:lnTo>
                  <a:lnTo>
                    <a:pt x="2597763" y="215194"/>
                  </a:lnTo>
                  <a:lnTo>
                    <a:pt x="2603209" y="215200"/>
                  </a:lnTo>
                  <a:lnTo>
                    <a:pt x="2608655" y="215199"/>
                  </a:lnTo>
                  <a:lnTo>
                    <a:pt x="2614101" y="215187"/>
                  </a:lnTo>
                  <a:lnTo>
                    <a:pt x="2619547" y="215166"/>
                  </a:lnTo>
                  <a:lnTo>
                    <a:pt x="2624993" y="215136"/>
                  </a:lnTo>
                  <a:lnTo>
                    <a:pt x="2630439" y="215095"/>
                  </a:lnTo>
                  <a:lnTo>
                    <a:pt x="2635885" y="215045"/>
                  </a:lnTo>
                  <a:lnTo>
                    <a:pt x="2641331" y="214985"/>
                  </a:lnTo>
                  <a:lnTo>
                    <a:pt x="2646777" y="214916"/>
                  </a:lnTo>
                  <a:lnTo>
                    <a:pt x="2652223" y="214836"/>
                  </a:lnTo>
                  <a:lnTo>
                    <a:pt x="2657669" y="214747"/>
                  </a:lnTo>
                  <a:lnTo>
                    <a:pt x="2663116" y="214648"/>
                  </a:lnTo>
                  <a:lnTo>
                    <a:pt x="2668562" y="214540"/>
                  </a:lnTo>
                  <a:lnTo>
                    <a:pt x="2674008" y="214424"/>
                  </a:lnTo>
                  <a:lnTo>
                    <a:pt x="2679454" y="214303"/>
                  </a:lnTo>
                  <a:lnTo>
                    <a:pt x="2684900" y="214177"/>
                  </a:lnTo>
                  <a:lnTo>
                    <a:pt x="2690346" y="214049"/>
                  </a:lnTo>
                  <a:lnTo>
                    <a:pt x="2695792" y="213921"/>
                  </a:lnTo>
                  <a:lnTo>
                    <a:pt x="2701238" y="213796"/>
                  </a:lnTo>
                  <a:lnTo>
                    <a:pt x="2706684" y="213677"/>
                  </a:lnTo>
                  <a:lnTo>
                    <a:pt x="2712130" y="213568"/>
                  </a:lnTo>
                  <a:lnTo>
                    <a:pt x="2717576" y="213474"/>
                  </a:lnTo>
                  <a:lnTo>
                    <a:pt x="2723022" y="213398"/>
                  </a:lnTo>
                  <a:lnTo>
                    <a:pt x="2728468" y="213344"/>
                  </a:lnTo>
                  <a:lnTo>
                    <a:pt x="2733914" y="213315"/>
                  </a:lnTo>
                  <a:lnTo>
                    <a:pt x="2739360" y="213314"/>
                  </a:lnTo>
                  <a:lnTo>
                    <a:pt x="2744806" y="213345"/>
                  </a:lnTo>
                  <a:lnTo>
                    <a:pt x="2750252" y="213408"/>
                  </a:lnTo>
                  <a:lnTo>
                    <a:pt x="2755698" y="213508"/>
                  </a:lnTo>
                  <a:lnTo>
                    <a:pt x="2761144" y="213645"/>
                  </a:lnTo>
                  <a:lnTo>
                    <a:pt x="2766590" y="213814"/>
                  </a:lnTo>
                  <a:lnTo>
                    <a:pt x="2772036" y="214014"/>
                  </a:lnTo>
                  <a:lnTo>
                    <a:pt x="2777482" y="214240"/>
                  </a:lnTo>
                  <a:lnTo>
                    <a:pt x="2782929" y="214490"/>
                  </a:lnTo>
                  <a:lnTo>
                    <a:pt x="2782929" y="218092"/>
                  </a:lnTo>
                  <a:lnTo>
                    <a:pt x="2777482" y="218092"/>
                  </a:lnTo>
                  <a:lnTo>
                    <a:pt x="2772036" y="218092"/>
                  </a:lnTo>
                  <a:lnTo>
                    <a:pt x="2766590" y="218092"/>
                  </a:lnTo>
                  <a:lnTo>
                    <a:pt x="2761144" y="218092"/>
                  </a:lnTo>
                  <a:lnTo>
                    <a:pt x="2755698" y="218092"/>
                  </a:lnTo>
                  <a:lnTo>
                    <a:pt x="2750252" y="218092"/>
                  </a:lnTo>
                  <a:lnTo>
                    <a:pt x="2744806" y="218092"/>
                  </a:lnTo>
                  <a:lnTo>
                    <a:pt x="2739360" y="218092"/>
                  </a:lnTo>
                  <a:lnTo>
                    <a:pt x="2733914" y="218092"/>
                  </a:lnTo>
                  <a:lnTo>
                    <a:pt x="2728468" y="218092"/>
                  </a:lnTo>
                  <a:lnTo>
                    <a:pt x="2723022" y="218092"/>
                  </a:lnTo>
                  <a:lnTo>
                    <a:pt x="2717576" y="218092"/>
                  </a:lnTo>
                  <a:lnTo>
                    <a:pt x="2712130" y="218092"/>
                  </a:lnTo>
                  <a:lnTo>
                    <a:pt x="2706684" y="218092"/>
                  </a:lnTo>
                  <a:lnTo>
                    <a:pt x="2701238" y="218092"/>
                  </a:lnTo>
                  <a:lnTo>
                    <a:pt x="2695792" y="218092"/>
                  </a:lnTo>
                  <a:lnTo>
                    <a:pt x="2690346" y="218092"/>
                  </a:lnTo>
                  <a:lnTo>
                    <a:pt x="2684900" y="218092"/>
                  </a:lnTo>
                  <a:lnTo>
                    <a:pt x="2679454" y="218092"/>
                  </a:lnTo>
                  <a:lnTo>
                    <a:pt x="2674008" y="218092"/>
                  </a:lnTo>
                  <a:lnTo>
                    <a:pt x="2668562" y="218092"/>
                  </a:lnTo>
                  <a:lnTo>
                    <a:pt x="2663116" y="218092"/>
                  </a:lnTo>
                  <a:lnTo>
                    <a:pt x="2657669" y="218092"/>
                  </a:lnTo>
                  <a:lnTo>
                    <a:pt x="2652223" y="218092"/>
                  </a:lnTo>
                  <a:lnTo>
                    <a:pt x="2646777" y="218092"/>
                  </a:lnTo>
                  <a:lnTo>
                    <a:pt x="2641331" y="218092"/>
                  </a:lnTo>
                  <a:lnTo>
                    <a:pt x="2635885" y="218092"/>
                  </a:lnTo>
                  <a:lnTo>
                    <a:pt x="2630439" y="218092"/>
                  </a:lnTo>
                  <a:lnTo>
                    <a:pt x="2624993" y="218092"/>
                  </a:lnTo>
                  <a:lnTo>
                    <a:pt x="2619547" y="218092"/>
                  </a:lnTo>
                  <a:lnTo>
                    <a:pt x="2614101" y="218092"/>
                  </a:lnTo>
                  <a:lnTo>
                    <a:pt x="2608655" y="218092"/>
                  </a:lnTo>
                  <a:lnTo>
                    <a:pt x="2603209" y="218092"/>
                  </a:lnTo>
                  <a:lnTo>
                    <a:pt x="2597763" y="218092"/>
                  </a:lnTo>
                  <a:lnTo>
                    <a:pt x="2592317" y="218092"/>
                  </a:lnTo>
                  <a:lnTo>
                    <a:pt x="2586871" y="218092"/>
                  </a:lnTo>
                  <a:lnTo>
                    <a:pt x="2581425" y="218092"/>
                  </a:lnTo>
                  <a:lnTo>
                    <a:pt x="2575979" y="218092"/>
                  </a:lnTo>
                  <a:lnTo>
                    <a:pt x="2570533" y="218092"/>
                  </a:lnTo>
                  <a:lnTo>
                    <a:pt x="2565087" y="218092"/>
                  </a:lnTo>
                  <a:lnTo>
                    <a:pt x="2559641" y="218092"/>
                  </a:lnTo>
                  <a:lnTo>
                    <a:pt x="2554195" y="218092"/>
                  </a:lnTo>
                  <a:lnTo>
                    <a:pt x="2548749" y="218092"/>
                  </a:lnTo>
                  <a:lnTo>
                    <a:pt x="2543303" y="218092"/>
                  </a:lnTo>
                  <a:lnTo>
                    <a:pt x="2537856" y="218092"/>
                  </a:lnTo>
                  <a:lnTo>
                    <a:pt x="2532410" y="218092"/>
                  </a:lnTo>
                  <a:lnTo>
                    <a:pt x="2526964" y="218092"/>
                  </a:lnTo>
                  <a:lnTo>
                    <a:pt x="2521518" y="218092"/>
                  </a:lnTo>
                  <a:lnTo>
                    <a:pt x="2516072" y="218092"/>
                  </a:lnTo>
                  <a:lnTo>
                    <a:pt x="2510626" y="218092"/>
                  </a:lnTo>
                  <a:lnTo>
                    <a:pt x="2505180" y="218092"/>
                  </a:lnTo>
                  <a:lnTo>
                    <a:pt x="2499734" y="218092"/>
                  </a:lnTo>
                  <a:lnTo>
                    <a:pt x="2494288" y="218092"/>
                  </a:lnTo>
                  <a:lnTo>
                    <a:pt x="2488842" y="218092"/>
                  </a:lnTo>
                  <a:lnTo>
                    <a:pt x="2483396" y="218092"/>
                  </a:lnTo>
                  <a:lnTo>
                    <a:pt x="2477950" y="218092"/>
                  </a:lnTo>
                  <a:lnTo>
                    <a:pt x="2472504" y="218092"/>
                  </a:lnTo>
                  <a:lnTo>
                    <a:pt x="2467058" y="218092"/>
                  </a:lnTo>
                  <a:lnTo>
                    <a:pt x="2461612" y="218092"/>
                  </a:lnTo>
                  <a:lnTo>
                    <a:pt x="2456166" y="218092"/>
                  </a:lnTo>
                  <a:lnTo>
                    <a:pt x="2450720" y="218092"/>
                  </a:lnTo>
                  <a:lnTo>
                    <a:pt x="2445274" y="218092"/>
                  </a:lnTo>
                  <a:lnTo>
                    <a:pt x="2439828" y="218092"/>
                  </a:lnTo>
                  <a:lnTo>
                    <a:pt x="2434382" y="218092"/>
                  </a:lnTo>
                  <a:lnTo>
                    <a:pt x="2428936" y="218092"/>
                  </a:lnTo>
                  <a:lnTo>
                    <a:pt x="2423490" y="218092"/>
                  </a:lnTo>
                  <a:lnTo>
                    <a:pt x="2418043" y="218092"/>
                  </a:lnTo>
                  <a:lnTo>
                    <a:pt x="2412597" y="218092"/>
                  </a:lnTo>
                  <a:lnTo>
                    <a:pt x="2407151" y="218092"/>
                  </a:lnTo>
                  <a:lnTo>
                    <a:pt x="2401705" y="218092"/>
                  </a:lnTo>
                  <a:lnTo>
                    <a:pt x="2396259" y="218092"/>
                  </a:lnTo>
                  <a:lnTo>
                    <a:pt x="2390813" y="218092"/>
                  </a:lnTo>
                  <a:lnTo>
                    <a:pt x="2385367" y="218092"/>
                  </a:lnTo>
                  <a:lnTo>
                    <a:pt x="2379921" y="218092"/>
                  </a:lnTo>
                  <a:lnTo>
                    <a:pt x="2374475" y="218092"/>
                  </a:lnTo>
                  <a:lnTo>
                    <a:pt x="2369029" y="218092"/>
                  </a:lnTo>
                  <a:lnTo>
                    <a:pt x="2363583" y="218092"/>
                  </a:lnTo>
                  <a:lnTo>
                    <a:pt x="2358137" y="218092"/>
                  </a:lnTo>
                  <a:lnTo>
                    <a:pt x="2352691" y="218092"/>
                  </a:lnTo>
                  <a:lnTo>
                    <a:pt x="2347245" y="218092"/>
                  </a:lnTo>
                  <a:lnTo>
                    <a:pt x="2341799" y="218092"/>
                  </a:lnTo>
                  <a:lnTo>
                    <a:pt x="2336353" y="218092"/>
                  </a:lnTo>
                  <a:lnTo>
                    <a:pt x="2330907" y="218092"/>
                  </a:lnTo>
                  <a:lnTo>
                    <a:pt x="2325461" y="218092"/>
                  </a:lnTo>
                  <a:lnTo>
                    <a:pt x="2320015" y="218092"/>
                  </a:lnTo>
                  <a:lnTo>
                    <a:pt x="2314569" y="218092"/>
                  </a:lnTo>
                  <a:lnTo>
                    <a:pt x="2309123" y="218092"/>
                  </a:lnTo>
                  <a:lnTo>
                    <a:pt x="2303677" y="218092"/>
                  </a:lnTo>
                  <a:lnTo>
                    <a:pt x="2298231" y="218092"/>
                  </a:lnTo>
                  <a:lnTo>
                    <a:pt x="2292784" y="218092"/>
                  </a:lnTo>
                  <a:lnTo>
                    <a:pt x="2287338" y="218092"/>
                  </a:lnTo>
                  <a:lnTo>
                    <a:pt x="2281892" y="218092"/>
                  </a:lnTo>
                  <a:lnTo>
                    <a:pt x="2276446" y="218092"/>
                  </a:lnTo>
                  <a:lnTo>
                    <a:pt x="2271000" y="218092"/>
                  </a:lnTo>
                  <a:lnTo>
                    <a:pt x="2265554" y="218092"/>
                  </a:lnTo>
                  <a:lnTo>
                    <a:pt x="2260108" y="218092"/>
                  </a:lnTo>
                  <a:lnTo>
                    <a:pt x="2254662" y="218092"/>
                  </a:lnTo>
                  <a:lnTo>
                    <a:pt x="2249216" y="218092"/>
                  </a:lnTo>
                  <a:lnTo>
                    <a:pt x="2243770" y="218092"/>
                  </a:lnTo>
                  <a:lnTo>
                    <a:pt x="2238324" y="218092"/>
                  </a:lnTo>
                  <a:lnTo>
                    <a:pt x="2232878" y="218092"/>
                  </a:lnTo>
                  <a:lnTo>
                    <a:pt x="2227432" y="218092"/>
                  </a:lnTo>
                  <a:lnTo>
                    <a:pt x="2221986" y="218092"/>
                  </a:lnTo>
                  <a:lnTo>
                    <a:pt x="2216540" y="218092"/>
                  </a:lnTo>
                  <a:lnTo>
                    <a:pt x="2211094" y="218092"/>
                  </a:lnTo>
                  <a:lnTo>
                    <a:pt x="2205648" y="218092"/>
                  </a:lnTo>
                  <a:lnTo>
                    <a:pt x="2200202" y="218092"/>
                  </a:lnTo>
                  <a:lnTo>
                    <a:pt x="2194756" y="218092"/>
                  </a:lnTo>
                  <a:lnTo>
                    <a:pt x="2189310" y="218092"/>
                  </a:lnTo>
                  <a:lnTo>
                    <a:pt x="2183864" y="218092"/>
                  </a:lnTo>
                  <a:lnTo>
                    <a:pt x="2178418" y="218092"/>
                  </a:lnTo>
                  <a:lnTo>
                    <a:pt x="2172971" y="218092"/>
                  </a:lnTo>
                  <a:lnTo>
                    <a:pt x="2167525" y="218092"/>
                  </a:lnTo>
                  <a:lnTo>
                    <a:pt x="2162079" y="218092"/>
                  </a:lnTo>
                  <a:lnTo>
                    <a:pt x="2156633" y="218092"/>
                  </a:lnTo>
                  <a:lnTo>
                    <a:pt x="2151187" y="218092"/>
                  </a:lnTo>
                  <a:lnTo>
                    <a:pt x="2145741" y="218092"/>
                  </a:lnTo>
                  <a:lnTo>
                    <a:pt x="2140295" y="218092"/>
                  </a:lnTo>
                  <a:lnTo>
                    <a:pt x="2134849" y="218092"/>
                  </a:lnTo>
                  <a:lnTo>
                    <a:pt x="2129403" y="218092"/>
                  </a:lnTo>
                  <a:lnTo>
                    <a:pt x="2123957" y="218092"/>
                  </a:lnTo>
                  <a:lnTo>
                    <a:pt x="2118511" y="218092"/>
                  </a:lnTo>
                  <a:lnTo>
                    <a:pt x="2113065" y="218092"/>
                  </a:lnTo>
                  <a:lnTo>
                    <a:pt x="2107619" y="218092"/>
                  </a:lnTo>
                  <a:lnTo>
                    <a:pt x="2102173" y="218092"/>
                  </a:lnTo>
                  <a:lnTo>
                    <a:pt x="2096727" y="218092"/>
                  </a:lnTo>
                  <a:lnTo>
                    <a:pt x="2091281" y="218092"/>
                  </a:lnTo>
                  <a:lnTo>
                    <a:pt x="2085835" y="218092"/>
                  </a:lnTo>
                  <a:lnTo>
                    <a:pt x="2080389" y="218092"/>
                  </a:lnTo>
                  <a:lnTo>
                    <a:pt x="2074943" y="218092"/>
                  </a:lnTo>
                  <a:lnTo>
                    <a:pt x="2069497" y="218092"/>
                  </a:lnTo>
                  <a:lnTo>
                    <a:pt x="2064051" y="218092"/>
                  </a:lnTo>
                  <a:lnTo>
                    <a:pt x="2058605" y="218092"/>
                  </a:lnTo>
                  <a:lnTo>
                    <a:pt x="2053158" y="218092"/>
                  </a:lnTo>
                  <a:lnTo>
                    <a:pt x="2047712" y="218092"/>
                  </a:lnTo>
                  <a:lnTo>
                    <a:pt x="2042266" y="218092"/>
                  </a:lnTo>
                  <a:lnTo>
                    <a:pt x="2036820" y="218092"/>
                  </a:lnTo>
                  <a:lnTo>
                    <a:pt x="2031374" y="218092"/>
                  </a:lnTo>
                  <a:lnTo>
                    <a:pt x="2025928" y="218092"/>
                  </a:lnTo>
                  <a:lnTo>
                    <a:pt x="2020482" y="218092"/>
                  </a:lnTo>
                  <a:lnTo>
                    <a:pt x="2015036" y="218092"/>
                  </a:lnTo>
                  <a:lnTo>
                    <a:pt x="2009590" y="218092"/>
                  </a:lnTo>
                  <a:lnTo>
                    <a:pt x="2004144" y="218092"/>
                  </a:lnTo>
                  <a:lnTo>
                    <a:pt x="1998698" y="218092"/>
                  </a:lnTo>
                  <a:lnTo>
                    <a:pt x="1993252" y="218092"/>
                  </a:lnTo>
                  <a:lnTo>
                    <a:pt x="1987806" y="218092"/>
                  </a:lnTo>
                  <a:lnTo>
                    <a:pt x="1982360" y="218092"/>
                  </a:lnTo>
                  <a:lnTo>
                    <a:pt x="1976914" y="218092"/>
                  </a:lnTo>
                  <a:lnTo>
                    <a:pt x="1971468" y="218092"/>
                  </a:lnTo>
                  <a:lnTo>
                    <a:pt x="1966022" y="218092"/>
                  </a:lnTo>
                  <a:lnTo>
                    <a:pt x="1960576" y="218092"/>
                  </a:lnTo>
                  <a:lnTo>
                    <a:pt x="1955130" y="218092"/>
                  </a:lnTo>
                  <a:lnTo>
                    <a:pt x="1949684" y="218092"/>
                  </a:lnTo>
                  <a:lnTo>
                    <a:pt x="1944238" y="218092"/>
                  </a:lnTo>
                  <a:lnTo>
                    <a:pt x="1938792" y="218092"/>
                  </a:lnTo>
                  <a:lnTo>
                    <a:pt x="1933345" y="218092"/>
                  </a:lnTo>
                  <a:lnTo>
                    <a:pt x="1927899" y="218092"/>
                  </a:lnTo>
                  <a:lnTo>
                    <a:pt x="1922453" y="218092"/>
                  </a:lnTo>
                  <a:lnTo>
                    <a:pt x="1917007" y="218092"/>
                  </a:lnTo>
                  <a:lnTo>
                    <a:pt x="1911561" y="218092"/>
                  </a:lnTo>
                  <a:lnTo>
                    <a:pt x="1906115" y="218092"/>
                  </a:lnTo>
                  <a:lnTo>
                    <a:pt x="1900669" y="218092"/>
                  </a:lnTo>
                  <a:lnTo>
                    <a:pt x="1895223" y="218092"/>
                  </a:lnTo>
                  <a:lnTo>
                    <a:pt x="1889777" y="218092"/>
                  </a:lnTo>
                  <a:lnTo>
                    <a:pt x="1884331" y="218092"/>
                  </a:lnTo>
                  <a:lnTo>
                    <a:pt x="1878885" y="218092"/>
                  </a:lnTo>
                  <a:lnTo>
                    <a:pt x="1873439" y="218092"/>
                  </a:lnTo>
                  <a:lnTo>
                    <a:pt x="1867993" y="218092"/>
                  </a:lnTo>
                  <a:lnTo>
                    <a:pt x="1862547" y="218092"/>
                  </a:lnTo>
                  <a:lnTo>
                    <a:pt x="1857101" y="218092"/>
                  </a:lnTo>
                  <a:lnTo>
                    <a:pt x="1851655" y="218092"/>
                  </a:lnTo>
                  <a:lnTo>
                    <a:pt x="1846209" y="218092"/>
                  </a:lnTo>
                  <a:lnTo>
                    <a:pt x="1840763" y="218092"/>
                  </a:lnTo>
                  <a:lnTo>
                    <a:pt x="1835317" y="218092"/>
                  </a:lnTo>
                  <a:lnTo>
                    <a:pt x="1829871" y="218092"/>
                  </a:lnTo>
                  <a:lnTo>
                    <a:pt x="1824425" y="218092"/>
                  </a:lnTo>
                  <a:lnTo>
                    <a:pt x="1818979" y="218092"/>
                  </a:lnTo>
                  <a:lnTo>
                    <a:pt x="1813532" y="218092"/>
                  </a:lnTo>
                  <a:lnTo>
                    <a:pt x="1808086" y="218092"/>
                  </a:lnTo>
                  <a:lnTo>
                    <a:pt x="1802640" y="218092"/>
                  </a:lnTo>
                  <a:lnTo>
                    <a:pt x="1797194" y="218092"/>
                  </a:lnTo>
                  <a:lnTo>
                    <a:pt x="1791748" y="218092"/>
                  </a:lnTo>
                  <a:lnTo>
                    <a:pt x="1786302" y="218092"/>
                  </a:lnTo>
                  <a:lnTo>
                    <a:pt x="1780856" y="218092"/>
                  </a:lnTo>
                  <a:lnTo>
                    <a:pt x="1775410" y="218092"/>
                  </a:lnTo>
                  <a:lnTo>
                    <a:pt x="1769964" y="218092"/>
                  </a:lnTo>
                  <a:lnTo>
                    <a:pt x="1764518" y="218092"/>
                  </a:lnTo>
                  <a:lnTo>
                    <a:pt x="1759072" y="218092"/>
                  </a:lnTo>
                  <a:lnTo>
                    <a:pt x="1753626" y="218092"/>
                  </a:lnTo>
                  <a:lnTo>
                    <a:pt x="1748180" y="218092"/>
                  </a:lnTo>
                  <a:lnTo>
                    <a:pt x="1742734" y="218092"/>
                  </a:lnTo>
                  <a:lnTo>
                    <a:pt x="1737288" y="218092"/>
                  </a:lnTo>
                  <a:lnTo>
                    <a:pt x="1731842" y="218092"/>
                  </a:lnTo>
                  <a:lnTo>
                    <a:pt x="1726396" y="218092"/>
                  </a:lnTo>
                  <a:lnTo>
                    <a:pt x="1720950" y="218092"/>
                  </a:lnTo>
                  <a:lnTo>
                    <a:pt x="1715504" y="218092"/>
                  </a:lnTo>
                  <a:lnTo>
                    <a:pt x="1710058" y="218092"/>
                  </a:lnTo>
                  <a:lnTo>
                    <a:pt x="1704612" y="218092"/>
                  </a:lnTo>
                  <a:lnTo>
                    <a:pt x="1699166" y="218092"/>
                  </a:lnTo>
                  <a:lnTo>
                    <a:pt x="1693720" y="218092"/>
                  </a:lnTo>
                  <a:lnTo>
                    <a:pt x="1688273" y="218092"/>
                  </a:lnTo>
                  <a:lnTo>
                    <a:pt x="1682827" y="218092"/>
                  </a:lnTo>
                  <a:lnTo>
                    <a:pt x="1677381" y="218092"/>
                  </a:lnTo>
                  <a:lnTo>
                    <a:pt x="1671935" y="218092"/>
                  </a:lnTo>
                  <a:lnTo>
                    <a:pt x="1666489" y="218092"/>
                  </a:lnTo>
                  <a:lnTo>
                    <a:pt x="1661043" y="218092"/>
                  </a:lnTo>
                  <a:lnTo>
                    <a:pt x="1655597" y="218092"/>
                  </a:lnTo>
                  <a:lnTo>
                    <a:pt x="1650151" y="218092"/>
                  </a:lnTo>
                  <a:lnTo>
                    <a:pt x="1644705" y="218092"/>
                  </a:lnTo>
                  <a:lnTo>
                    <a:pt x="1639259" y="218092"/>
                  </a:lnTo>
                  <a:lnTo>
                    <a:pt x="1633813" y="218092"/>
                  </a:lnTo>
                  <a:lnTo>
                    <a:pt x="1628367" y="218092"/>
                  </a:lnTo>
                  <a:lnTo>
                    <a:pt x="1622921" y="218092"/>
                  </a:lnTo>
                  <a:lnTo>
                    <a:pt x="1617475" y="218092"/>
                  </a:lnTo>
                  <a:lnTo>
                    <a:pt x="1612029" y="218092"/>
                  </a:lnTo>
                  <a:lnTo>
                    <a:pt x="1606583" y="218092"/>
                  </a:lnTo>
                  <a:lnTo>
                    <a:pt x="1601137" y="218092"/>
                  </a:lnTo>
                  <a:lnTo>
                    <a:pt x="1595691" y="218092"/>
                  </a:lnTo>
                  <a:lnTo>
                    <a:pt x="1590245" y="218092"/>
                  </a:lnTo>
                  <a:lnTo>
                    <a:pt x="1584799" y="218092"/>
                  </a:lnTo>
                  <a:lnTo>
                    <a:pt x="1579353" y="218092"/>
                  </a:lnTo>
                  <a:lnTo>
                    <a:pt x="1573907" y="218092"/>
                  </a:lnTo>
                  <a:lnTo>
                    <a:pt x="1568460" y="218092"/>
                  </a:lnTo>
                  <a:lnTo>
                    <a:pt x="1563014" y="218092"/>
                  </a:lnTo>
                  <a:lnTo>
                    <a:pt x="1557568" y="218092"/>
                  </a:lnTo>
                  <a:lnTo>
                    <a:pt x="1552122" y="218092"/>
                  </a:lnTo>
                  <a:lnTo>
                    <a:pt x="1546676" y="218092"/>
                  </a:lnTo>
                  <a:lnTo>
                    <a:pt x="1541230" y="218092"/>
                  </a:lnTo>
                  <a:lnTo>
                    <a:pt x="1535784" y="218092"/>
                  </a:lnTo>
                  <a:lnTo>
                    <a:pt x="1530338" y="218092"/>
                  </a:lnTo>
                  <a:lnTo>
                    <a:pt x="1524892" y="218092"/>
                  </a:lnTo>
                  <a:lnTo>
                    <a:pt x="1519446" y="218092"/>
                  </a:lnTo>
                  <a:lnTo>
                    <a:pt x="1514000" y="218092"/>
                  </a:lnTo>
                  <a:lnTo>
                    <a:pt x="1508554" y="218092"/>
                  </a:lnTo>
                  <a:lnTo>
                    <a:pt x="1503108" y="218092"/>
                  </a:lnTo>
                  <a:lnTo>
                    <a:pt x="1497662" y="218092"/>
                  </a:lnTo>
                  <a:lnTo>
                    <a:pt x="1492216" y="218092"/>
                  </a:lnTo>
                  <a:lnTo>
                    <a:pt x="1486770" y="218092"/>
                  </a:lnTo>
                  <a:lnTo>
                    <a:pt x="1481324" y="218092"/>
                  </a:lnTo>
                  <a:lnTo>
                    <a:pt x="1475878" y="218092"/>
                  </a:lnTo>
                  <a:lnTo>
                    <a:pt x="1470432" y="218092"/>
                  </a:lnTo>
                  <a:lnTo>
                    <a:pt x="1464986" y="218092"/>
                  </a:lnTo>
                  <a:lnTo>
                    <a:pt x="1459540" y="218092"/>
                  </a:lnTo>
                  <a:lnTo>
                    <a:pt x="1454094" y="218092"/>
                  </a:lnTo>
                  <a:lnTo>
                    <a:pt x="1448647" y="218092"/>
                  </a:lnTo>
                  <a:lnTo>
                    <a:pt x="1443201" y="218092"/>
                  </a:lnTo>
                  <a:lnTo>
                    <a:pt x="1437755" y="218092"/>
                  </a:lnTo>
                  <a:lnTo>
                    <a:pt x="1432309" y="218092"/>
                  </a:lnTo>
                  <a:lnTo>
                    <a:pt x="1426863" y="218092"/>
                  </a:lnTo>
                  <a:lnTo>
                    <a:pt x="1421417" y="218092"/>
                  </a:lnTo>
                  <a:lnTo>
                    <a:pt x="1415971" y="218092"/>
                  </a:lnTo>
                  <a:lnTo>
                    <a:pt x="1410525" y="218092"/>
                  </a:lnTo>
                  <a:lnTo>
                    <a:pt x="1405079" y="218092"/>
                  </a:lnTo>
                  <a:lnTo>
                    <a:pt x="1399633" y="218092"/>
                  </a:lnTo>
                  <a:lnTo>
                    <a:pt x="1394187" y="218092"/>
                  </a:lnTo>
                  <a:lnTo>
                    <a:pt x="1388741" y="218092"/>
                  </a:lnTo>
                  <a:lnTo>
                    <a:pt x="1383295" y="218092"/>
                  </a:lnTo>
                  <a:lnTo>
                    <a:pt x="1377849" y="218092"/>
                  </a:lnTo>
                  <a:lnTo>
                    <a:pt x="1372403" y="218092"/>
                  </a:lnTo>
                  <a:lnTo>
                    <a:pt x="1366957" y="218092"/>
                  </a:lnTo>
                  <a:lnTo>
                    <a:pt x="1361511" y="218092"/>
                  </a:lnTo>
                  <a:lnTo>
                    <a:pt x="1356065" y="218092"/>
                  </a:lnTo>
                  <a:lnTo>
                    <a:pt x="1350619" y="218092"/>
                  </a:lnTo>
                  <a:lnTo>
                    <a:pt x="1345173" y="218092"/>
                  </a:lnTo>
                  <a:lnTo>
                    <a:pt x="1339727" y="218092"/>
                  </a:lnTo>
                  <a:lnTo>
                    <a:pt x="1334281" y="218092"/>
                  </a:lnTo>
                  <a:lnTo>
                    <a:pt x="1328834" y="218092"/>
                  </a:lnTo>
                  <a:lnTo>
                    <a:pt x="1323388" y="218092"/>
                  </a:lnTo>
                  <a:lnTo>
                    <a:pt x="1317942" y="218092"/>
                  </a:lnTo>
                  <a:lnTo>
                    <a:pt x="1312496" y="218092"/>
                  </a:lnTo>
                  <a:lnTo>
                    <a:pt x="1307050" y="218092"/>
                  </a:lnTo>
                  <a:lnTo>
                    <a:pt x="1301604" y="218092"/>
                  </a:lnTo>
                  <a:lnTo>
                    <a:pt x="1296158" y="218092"/>
                  </a:lnTo>
                  <a:lnTo>
                    <a:pt x="1290712" y="218092"/>
                  </a:lnTo>
                  <a:lnTo>
                    <a:pt x="1285266" y="218092"/>
                  </a:lnTo>
                  <a:lnTo>
                    <a:pt x="1279820" y="218092"/>
                  </a:lnTo>
                  <a:lnTo>
                    <a:pt x="1274374" y="218092"/>
                  </a:lnTo>
                  <a:lnTo>
                    <a:pt x="1268928" y="218092"/>
                  </a:lnTo>
                  <a:lnTo>
                    <a:pt x="1263482" y="218092"/>
                  </a:lnTo>
                  <a:lnTo>
                    <a:pt x="1258036" y="218092"/>
                  </a:lnTo>
                  <a:lnTo>
                    <a:pt x="1252590" y="218092"/>
                  </a:lnTo>
                  <a:lnTo>
                    <a:pt x="1247144" y="218092"/>
                  </a:lnTo>
                  <a:lnTo>
                    <a:pt x="1241698" y="218092"/>
                  </a:lnTo>
                  <a:lnTo>
                    <a:pt x="1236252" y="218092"/>
                  </a:lnTo>
                  <a:lnTo>
                    <a:pt x="1230806" y="218092"/>
                  </a:lnTo>
                  <a:lnTo>
                    <a:pt x="1225360" y="218092"/>
                  </a:lnTo>
                  <a:lnTo>
                    <a:pt x="1219914" y="218092"/>
                  </a:lnTo>
                  <a:lnTo>
                    <a:pt x="1214468" y="218092"/>
                  </a:lnTo>
                  <a:lnTo>
                    <a:pt x="1209021" y="218092"/>
                  </a:lnTo>
                  <a:lnTo>
                    <a:pt x="1203575" y="218092"/>
                  </a:lnTo>
                  <a:lnTo>
                    <a:pt x="1198129" y="218092"/>
                  </a:lnTo>
                  <a:lnTo>
                    <a:pt x="1192683" y="218092"/>
                  </a:lnTo>
                  <a:lnTo>
                    <a:pt x="1187237" y="218092"/>
                  </a:lnTo>
                  <a:lnTo>
                    <a:pt x="1181791" y="218092"/>
                  </a:lnTo>
                  <a:lnTo>
                    <a:pt x="1176345" y="218092"/>
                  </a:lnTo>
                  <a:lnTo>
                    <a:pt x="1170899" y="218092"/>
                  </a:lnTo>
                  <a:lnTo>
                    <a:pt x="1165453" y="218092"/>
                  </a:lnTo>
                  <a:lnTo>
                    <a:pt x="1160007" y="218092"/>
                  </a:lnTo>
                  <a:lnTo>
                    <a:pt x="1154561" y="218092"/>
                  </a:lnTo>
                  <a:lnTo>
                    <a:pt x="1149115" y="218092"/>
                  </a:lnTo>
                  <a:lnTo>
                    <a:pt x="1143669" y="218092"/>
                  </a:lnTo>
                  <a:lnTo>
                    <a:pt x="1138223" y="218092"/>
                  </a:lnTo>
                  <a:lnTo>
                    <a:pt x="1132777" y="218092"/>
                  </a:lnTo>
                  <a:lnTo>
                    <a:pt x="1127331" y="218092"/>
                  </a:lnTo>
                  <a:lnTo>
                    <a:pt x="1121885" y="218092"/>
                  </a:lnTo>
                  <a:lnTo>
                    <a:pt x="1116439" y="218092"/>
                  </a:lnTo>
                  <a:lnTo>
                    <a:pt x="1110993" y="218092"/>
                  </a:lnTo>
                  <a:lnTo>
                    <a:pt x="1105547" y="218092"/>
                  </a:lnTo>
                  <a:lnTo>
                    <a:pt x="1100101" y="218092"/>
                  </a:lnTo>
                  <a:lnTo>
                    <a:pt x="1094655" y="218092"/>
                  </a:lnTo>
                  <a:lnTo>
                    <a:pt x="1089209" y="218092"/>
                  </a:lnTo>
                  <a:lnTo>
                    <a:pt x="1083762" y="218092"/>
                  </a:lnTo>
                  <a:lnTo>
                    <a:pt x="1078316" y="218092"/>
                  </a:lnTo>
                  <a:lnTo>
                    <a:pt x="1072870" y="218092"/>
                  </a:lnTo>
                  <a:lnTo>
                    <a:pt x="1067424" y="218092"/>
                  </a:lnTo>
                  <a:lnTo>
                    <a:pt x="1061978" y="218092"/>
                  </a:lnTo>
                  <a:lnTo>
                    <a:pt x="1056532" y="218092"/>
                  </a:lnTo>
                  <a:lnTo>
                    <a:pt x="1051086" y="218092"/>
                  </a:lnTo>
                  <a:lnTo>
                    <a:pt x="1045640" y="218092"/>
                  </a:lnTo>
                  <a:lnTo>
                    <a:pt x="1040194" y="218092"/>
                  </a:lnTo>
                  <a:lnTo>
                    <a:pt x="1034748" y="218092"/>
                  </a:lnTo>
                  <a:lnTo>
                    <a:pt x="1029302" y="218092"/>
                  </a:lnTo>
                  <a:lnTo>
                    <a:pt x="1023856" y="218092"/>
                  </a:lnTo>
                  <a:lnTo>
                    <a:pt x="1018410" y="218092"/>
                  </a:lnTo>
                  <a:lnTo>
                    <a:pt x="1012964" y="218092"/>
                  </a:lnTo>
                  <a:lnTo>
                    <a:pt x="1007518" y="218092"/>
                  </a:lnTo>
                  <a:lnTo>
                    <a:pt x="1002072" y="218092"/>
                  </a:lnTo>
                  <a:lnTo>
                    <a:pt x="996626" y="218092"/>
                  </a:lnTo>
                  <a:lnTo>
                    <a:pt x="991180" y="218092"/>
                  </a:lnTo>
                  <a:lnTo>
                    <a:pt x="985734" y="218092"/>
                  </a:lnTo>
                  <a:lnTo>
                    <a:pt x="980288" y="218092"/>
                  </a:lnTo>
                  <a:lnTo>
                    <a:pt x="974842" y="218092"/>
                  </a:lnTo>
                  <a:lnTo>
                    <a:pt x="969396" y="218092"/>
                  </a:lnTo>
                  <a:lnTo>
                    <a:pt x="963949" y="218092"/>
                  </a:lnTo>
                  <a:lnTo>
                    <a:pt x="958503" y="218092"/>
                  </a:lnTo>
                  <a:lnTo>
                    <a:pt x="953057" y="218092"/>
                  </a:lnTo>
                  <a:lnTo>
                    <a:pt x="947611" y="218092"/>
                  </a:lnTo>
                  <a:lnTo>
                    <a:pt x="942165" y="218092"/>
                  </a:lnTo>
                  <a:lnTo>
                    <a:pt x="936719" y="218092"/>
                  </a:lnTo>
                  <a:lnTo>
                    <a:pt x="931273" y="218092"/>
                  </a:lnTo>
                  <a:lnTo>
                    <a:pt x="925827" y="218092"/>
                  </a:lnTo>
                  <a:lnTo>
                    <a:pt x="920381" y="218092"/>
                  </a:lnTo>
                  <a:lnTo>
                    <a:pt x="914935" y="218092"/>
                  </a:lnTo>
                  <a:lnTo>
                    <a:pt x="909489" y="218092"/>
                  </a:lnTo>
                  <a:lnTo>
                    <a:pt x="904043" y="218092"/>
                  </a:lnTo>
                  <a:lnTo>
                    <a:pt x="898597" y="218092"/>
                  </a:lnTo>
                  <a:lnTo>
                    <a:pt x="893151" y="218092"/>
                  </a:lnTo>
                  <a:lnTo>
                    <a:pt x="887705" y="218092"/>
                  </a:lnTo>
                  <a:lnTo>
                    <a:pt x="882259" y="218092"/>
                  </a:lnTo>
                  <a:lnTo>
                    <a:pt x="876813" y="218092"/>
                  </a:lnTo>
                  <a:lnTo>
                    <a:pt x="871367" y="218092"/>
                  </a:lnTo>
                  <a:lnTo>
                    <a:pt x="865921" y="218092"/>
                  </a:lnTo>
                  <a:lnTo>
                    <a:pt x="860475" y="218092"/>
                  </a:lnTo>
                  <a:lnTo>
                    <a:pt x="855029" y="218092"/>
                  </a:lnTo>
                  <a:lnTo>
                    <a:pt x="849583" y="218092"/>
                  </a:lnTo>
                  <a:lnTo>
                    <a:pt x="844136" y="218092"/>
                  </a:lnTo>
                  <a:lnTo>
                    <a:pt x="838690" y="218092"/>
                  </a:lnTo>
                  <a:lnTo>
                    <a:pt x="833244" y="218092"/>
                  </a:lnTo>
                  <a:lnTo>
                    <a:pt x="827798" y="218092"/>
                  </a:lnTo>
                  <a:lnTo>
                    <a:pt x="822352" y="218092"/>
                  </a:lnTo>
                  <a:lnTo>
                    <a:pt x="816906" y="218092"/>
                  </a:lnTo>
                  <a:lnTo>
                    <a:pt x="811460" y="218092"/>
                  </a:lnTo>
                  <a:lnTo>
                    <a:pt x="806014" y="218092"/>
                  </a:lnTo>
                  <a:lnTo>
                    <a:pt x="800568" y="218092"/>
                  </a:lnTo>
                  <a:lnTo>
                    <a:pt x="795122" y="218092"/>
                  </a:lnTo>
                  <a:lnTo>
                    <a:pt x="789676" y="218092"/>
                  </a:lnTo>
                  <a:lnTo>
                    <a:pt x="784230" y="218092"/>
                  </a:lnTo>
                  <a:lnTo>
                    <a:pt x="778784" y="218092"/>
                  </a:lnTo>
                  <a:lnTo>
                    <a:pt x="773338" y="218092"/>
                  </a:lnTo>
                  <a:lnTo>
                    <a:pt x="767892" y="218092"/>
                  </a:lnTo>
                  <a:lnTo>
                    <a:pt x="762446" y="218092"/>
                  </a:lnTo>
                  <a:lnTo>
                    <a:pt x="757000" y="218092"/>
                  </a:lnTo>
                  <a:lnTo>
                    <a:pt x="751554" y="218092"/>
                  </a:lnTo>
                  <a:lnTo>
                    <a:pt x="746108" y="218092"/>
                  </a:lnTo>
                  <a:lnTo>
                    <a:pt x="740662" y="218092"/>
                  </a:lnTo>
                  <a:lnTo>
                    <a:pt x="735216" y="218092"/>
                  </a:lnTo>
                  <a:lnTo>
                    <a:pt x="729770" y="218092"/>
                  </a:lnTo>
                  <a:lnTo>
                    <a:pt x="724323" y="218092"/>
                  </a:lnTo>
                  <a:lnTo>
                    <a:pt x="718877" y="218092"/>
                  </a:lnTo>
                  <a:lnTo>
                    <a:pt x="713431" y="218092"/>
                  </a:lnTo>
                  <a:lnTo>
                    <a:pt x="707985" y="218092"/>
                  </a:lnTo>
                  <a:lnTo>
                    <a:pt x="702539" y="218092"/>
                  </a:lnTo>
                  <a:lnTo>
                    <a:pt x="697093" y="218092"/>
                  </a:lnTo>
                  <a:lnTo>
                    <a:pt x="691647" y="218092"/>
                  </a:lnTo>
                  <a:lnTo>
                    <a:pt x="686201" y="218092"/>
                  </a:lnTo>
                  <a:lnTo>
                    <a:pt x="680755" y="218092"/>
                  </a:lnTo>
                  <a:lnTo>
                    <a:pt x="675309" y="218092"/>
                  </a:lnTo>
                  <a:lnTo>
                    <a:pt x="669863" y="218092"/>
                  </a:lnTo>
                  <a:lnTo>
                    <a:pt x="664417" y="218092"/>
                  </a:lnTo>
                  <a:lnTo>
                    <a:pt x="658971" y="218092"/>
                  </a:lnTo>
                  <a:lnTo>
                    <a:pt x="653525" y="218092"/>
                  </a:lnTo>
                  <a:lnTo>
                    <a:pt x="648079" y="218092"/>
                  </a:lnTo>
                  <a:lnTo>
                    <a:pt x="642633" y="218092"/>
                  </a:lnTo>
                  <a:lnTo>
                    <a:pt x="637187" y="218092"/>
                  </a:lnTo>
                  <a:lnTo>
                    <a:pt x="631741" y="218092"/>
                  </a:lnTo>
                  <a:lnTo>
                    <a:pt x="626295" y="218092"/>
                  </a:lnTo>
                  <a:lnTo>
                    <a:pt x="620849" y="218092"/>
                  </a:lnTo>
                  <a:lnTo>
                    <a:pt x="615403" y="218092"/>
                  </a:lnTo>
                  <a:lnTo>
                    <a:pt x="609957" y="218092"/>
                  </a:lnTo>
                  <a:lnTo>
                    <a:pt x="604510" y="218092"/>
                  </a:lnTo>
                  <a:lnTo>
                    <a:pt x="599064" y="218092"/>
                  </a:lnTo>
                  <a:lnTo>
                    <a:pt x="593618" y="218092"/>
                  </a:lnTo>
                  <a:lnTo>
                    <a:pt x="588172" y="218092"/>
                  </a:lnTo>
                  <a:lnTo>
                    <a:pt x="582726" y="218092"/>
                  </a:lnTo>
                  <a:lnTo>
                    <a:pt x="577280" y="218092"/>
                  </a:lnTo>
                  <a:lnTo>
                    <a:pt x="571834" y="218092"/>
                  </a:lnTo>
                  <a:lnTo>
                    <a:pt x="566388" y="218092"/>
                  </a:lnTo>
                  <a:lnTo>
                    <a:pt x="560942" y="218092"/>
                  </a:lnTo>
                  <a:lnTo>
                    <a:pt x="555496" y="218092"/>
                  </a:lnTo>
                  <a:lnTo>
                    <a:pt x="550050" y="218092"/>
                  </a:lnTo>
                  <a:lnTo>
                    <a:pt x="544604" y="218092"/>
                  </a:lnTo>
                  <a:lnTo>
                    <a:pt x="539158" y="218092"/>
                  </a:lnTo>
                  <a:lnTo>
                    <a:pt x="533712" y="218092"/>
                  </a:lnTo>
                  <a:lnTo>
                    <a:pt x="528266" y="218092"/>
                  </a:lnTo>
                  <a:lnTo>
                    <a:pt x="522820" y="218092"/>
                  </a:lnTo>
                  <a:lnTo>
                    <a:pt x="517374" y="218092"/>
                  </a:lnTo>
                  <a:lnTo>
                    <a:pt x="511928" y="218092"/>
                  </a:lnTo>
                  <a:lnTo>
                    <a:pt x="506482" y="218092"/>
                  </a:lnTo>
                  <a:lnTo>
                    <a:pt x="501036" y="218092"/>
                  </a:lnTo>
                  <a:lnTo>
                    <a:pt x="495590" y="218092"/>
                  </a:lnTo>
                  <a:lnTo>
                    <a:pt x="490144" y="218092"/>
                  </a:lnTo>
                  <a:lnTo>
                    <a:pt x="484698" y="218092"/>
                  </a:lnTo>
                  <a:lnTo>
                    <a:pt x="479251" y="218092"/>
                  </a:lnTo>
                  <a:lnTo>
                    <a:pt x="473805" y="218092"/>
                  </a:lnTo>
                  <a:lnTo>
                    <a:pt x="468359" y="218092"/>
                  </a:lnTo>
                  <a:lnTo>
                    <a:pt x="462913" y="218092"/>
                  </a:lnTo>
                  <a:lnTo>
                    <a:pt x="457467" y="218092"/>
                  </a:lnTo>
                  <a:lnTo>
                    <a:pt x="452021" y="218092"/>
                  </a:lnTo>
                  <a:lnTo>
                    <a:pt x="446575" y="218092"/>
                  </a:lnTo>
                  <a:lnTo>
                    <a:pt x="441129" y="218092"/>
                  </a:lnTo>
                  <a:lnTo>
                    <a:pt x="435683" y="218092"/>
                  </a:lnTo>
                  <a:lnTo>
                    <a:pt x="430237" y="218092"/>
                  </a:lnTo>
                  <a:lnTo>
                    <a:pt x="424791" y="218092"/>
                  </a:lnTo>
                  <a:lnTo>
                    <a:pt x="419345" y="218092"/>
                  </a:lnTo>
                  <a:lnTo>
                    <a:pt x="413899" y="218092"/>
                  </a:lnTo>
                  <a:lnTo>
                    <a:pt x="408453" y="218092"/>
                  </a:lnTo>
                  <a:lnTo>
                    <a:pt x="403007" y="218092"/>
                  </a:lnTo>
                  <a:lnTo>
                    <a:pt x="397561" y="218092"/>
                  </a:lnTo>
                  <a:lnTo>
                    <a:pt x="392115" y="218092"/>
                  </a:lnTo>
                  <a:lnTo>
                    <a:pt x="386669" y="218092"/>
                  </a:lnTo>
                  <a:lnTo>
                    <a:pt x="381223" y="218092"/>
                  </a:lnTo>
                  <a:lnTo>
                    <a:pt x="375777" y="218092"/>
                  </a:lnTo>
                  <a:lnTo>
                    <a:pt x="370331" y="218092"/>
                  </a:lnTo>
                  <a:lnTo>
                    <a:pt x="364885" y="218092"/>
                  </a:lnTo>
                  <a:lnTo>
                    <a:pt x="359438" y="218092"/>
                  </a:lnTo>
                  <a:lnTo>
                    <a:pt x="353992" y="218092"/>
                  </a:lnTo>
                  <a:lnTo>
                    <a:pt x="348546" y="218092"/>
                  </a:lnTo>
                  <a:lnTo>
                    <a:pt x="343100" y="218092"/>
                  </a:lnTo>
                  <a:lnTo>
                    <a:pt x="337654" y="218092"/>
                  </a:lnTo>
                  <a:lnTo>
                    <a:pt x="332208" y="218092"/>
                  </a:lnTo>
                  <a:lnTo>
                    <a:pt x="326762" y="218092"/>
                  </a:lnTo>
                  <a:lnTo>
                    <a:pt x="321316" y="218092"/>
                  </a:lnTo>
                  <a:lnTo>
                    <a:pt x="315870" y="218092"/>
                  </a:lnTo>
                  <a:lnTo>
                    <a:pt x="310424" y="218092"/>
                  </a:lnTo>
                  <a:lnTo>
                    <a:pt x="304978" y="218092"/>
                  </a:lnTo>
                  <a:lnTo>
                    <a:pt x="299532" y="218092"/>
                  </a:lnTo>
                  <a:lnTo>
                    <a:pt x="294086" y="218092"/>
                  </a:lnTo>
                  <a:lnTo>
                    <a:pt x="288640" y="218092"/>
                  </a:lnTo>
                  <a:lnTo>
                    <a:pt x="283194" y="218092"/>
                  </a:lnTo>
                  <a:lnTo>
                    <a:pt x="277748" y="218092"/>
                  </a:lnTo>
                  <a:lnTo>
                    <a:pt x="272302" y="218092"/>
                  </a:lnTo>
                  <a:lnTo>
                    <a:pt x="266856" y="218092"/>
                  </a:lnTo>
                  <a:lnTo>
                    <a:pt x="261410" y="218092"/>
                  </a:lnTo>
                  <a:lnTo>
                    <a:pt x="255964" y="218092"/>
                  </a:lnTo>
                  <a:lnTo>
                    <a:pt x="250518" y="218092"/>
                  </a:lnTo>
                  <a:lnTo>
                    <a:pt x="245072" y="218092"/>
                  </a:lnTo>
                  <a:lnTo>
                    <a:pt x="239625" y="218092"/>
                  </a:lnTo>
                  <a:lnTo>
                    <a:pt x="234179" y="218092"/>
                  </a:lnTo>
                  <a:lnTo>
                    <a:pt x="228733" y="218092"/>
                  </a:lnTo>
                  <a:lnTo>
                    <a:pt x="223287" y="218092"/>
                  </a:lnTo>
                  <a:lnTo>
                    <a:pt x="217841" y="218092"/>
                  </a:lnTo>
                  <a:lnTo>
                    <a:pt x="212395" y="218092"/>
                  </a:lnTo>
                  <a:lnTo>
                    <a:pt x="206949" y="218092"/>
                  </a:lnTo>
                  <a:lnTo>
                    <a:pt x="201503" y="218092"/>
                  </a:lnTo>
                  <a:lnTo>
                    <a:pt x="196057" y="218092"/>
                  </a:lnTo>
                  <a:lnTo>
                    <a:pt x="190611" y="218092"/>
                  </a:lnTo>
                  <a:lnTo>
                    <a:pt x="185165" y="218092"/>
                  </a:lnTo>
                  <a:lnTo>
                    <a:pt x="179719" y="218092"/>
                  </a:lnTo>
                  <a:lnTo>
                    <a:pt x="174273" y="218092"/>
                  </a:lnTo>
                  <a:lnTo>
                    <a:pt x="168827" y="218092"/>
                  </a:lnTo>
                  <a:lnTo>
                    <a:pt x="163381" y="218092"/>
                  </a:lnTo>
                  <a:lnTo>
                    <a:pt x="157935" y="218092"/>
                  </a:lnTo>
                  <a:lnTo>
                    <a:pt x="152489" y="218092"/>
                  </a:lnTo>
                  <a:lnTo>
                    <a:pt x="147043" y="218092"/>
                  </a:lnTo>
                  <a:lnTo>
                    <a:pt x="141597" y="218092"/>
                  </a:lnTo>
                  <a:lnTo>
                    <a:pt x="136151" y="218092"/>
                  </a:lnTo>
                  <a:lnTo>
                    <a:pt x="130705" y="218092"/>
                  </a:lnTo>
                  <a:lnTo>
                    <a:pt x="125259" y="218092"/>
                  </a:lnTo>
                  <a:lnTo>
                    <a:pt x="119812" y="218092"/>
                  </a:lnTo>
                  <a:lnTo>
                    <a:pt x="114366" y="218092"/>
                  </a:lnTo>
                  <a:lnTo>
                    <a:pt x="108920" y="218092"/>
                  </a:lnTo>
                  <a:lnTo>
                    <a:pt x="103474" y="218092"/>
                  </a:lnTo>
                  <a:lnTo>
                    <a:pt x="98028" y="218092"/>
                  </a:lnTo>
                  <a:lnTo>
                    <a:pt x="92582" y="218092"/>
                  </a:lnTo>
                  <a:lnTo>
                    <a:pt x="87136" y="218092"/>
                  </a:lnTo>
                  <a:lnTo>
                    <a:pt x="81690" y="218092"/>
                  </a:lnTo>
                  <a:lnTo>
                    <a:pt x="76244" y="218092"/>
                  </a:lnTo>
                  <a:lnTo>
                    <a:pt x="70798" y="218092"/>
                  </a:lnTo>
                  <a:lnTo>
                    <a:pt x="65352" y="218092"/>
                  </a:lnTo>
                  <a:lnTo>
                    <a:pt x="59906" y="218092"/>
                  </a:lnTo>
                  <a:lnTo>
                    <a:pt x="54460" y="218092"/>
                  </a:lnTo>
                  <a:lnTo>
                    <a:pt x="49014" y="218092"/>
                  </a:lnTo>
                  <a:lnTo>
                    <a:pt x="43568" y="218092"/>
                  </a:lnTo>
                  <a:lnTo>
                    <a:pt x="38122" y="218092"/>
                  </a:lnTo>
                  <a:lnTo>
                    <a:pt x="32676" y="218092"/>
                  </a:lnTo>
                  <a:lnTo>
                    <a:pt x="27230" y="218092"/>
                  </a:lnTo>
                  <a:lnTo>
                    <a:pt x="21784" y="218092"/>
                  </a:lnTo>
                  <a:lnTo>
                    <a:pt x="16338" y="218092"/>
                  </a:lnTo>
                  <a:lnTo>
                    <a:pt x="10892" y="218092"/>
                  </a:lnTo>
                  <a:lnTo>
                    <a:pt x="5446" y="21809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957616" y="4763991"/>
              <a:ext cx="2782929" cy="218092"/>
            </a:xfrm>
            <a:custGeom>
              <a:avLst/>
              <a:pathLst>
                <a:path w="2782929" h="218092">
                  <a:moveTo>
                    <a:pt x="0" y="218092"/>
                  </a:moveTo>
                  <a:lnTo>
                    <a:pt x="5446" y="218092"/>
                  </a:lnTo>
                  <a:lnTo>
                    <a:pt x="10892" y="218092"/>
                  </a:lnTo>
                  <a:lnTo>
                    <a:pt x="16338" y="218092"/>
                  </a:lnTo>
                  <a:lnTo>
                    <a:pt x="21784" y="218092"/>
                  </a:lnTo>
                  <a:lnTo>
                    <a:pt x="27230" y="218092"/>
                  </a:lnTo>
                  <a:lnTo>
                    <a:pt x="32676" y="218092"/>
                  </a:lnTo>
                  <a:lnTo>
                    <a:pt x="38122" y="218092"/>
                  </a:lnTo>
                  <a:lnTo>
                    <a:pt x="43568" y="218092"/>
                  </a:lnTo>
                  <a:lnTo>
                    <a:pt x="49014" y="218092"/>
                  </a:lnTo>
                  <a:lnTo>
                    <a:pt x="54460" y="218092"/>
                  </a:lnTo>
                  <a:lnTo>
                    <a:pt x="59906" y="218092"/>
                  </a:lnTo>
                  <a:lnTo>
                    <a:pt x="65352" y="218092"/>
                  </a:lnTo>
                  <a:lnTo>
                    <a:pt x="70798" y="218092"/>
                  </a:lnTo>
                  <a:lnTo>
                    <a:pt x="76244" y="218092"/>
                  </a:lnTo>
                  <a:lnTo>
                    <a:pt x="81690" y="218092"/>
                  </a:lnTo>
                  <a:lnTo>
                    <a:pt x="87136" y="218092"/>
                  </a:lnTo>
                  <a:lnTo>
                    <a:pt x="92582" y="218092"/>
                  </a:lnTo>
                  <a:lnTo>
                    <a:pt x="98028" y="218092"/>
                  </a:lnTo>
                  <a:lnTo>
                    <a:pt x="103474" y="218092"/>
                  </a:lnTo>
                  <a:lnTo>
                    <a:pt x="108920" y="218092"/>
                  </a:lnTo>
                  <a:lnTo>
                    <a:pt x="114366" y="218092"/>
                  </a:lnTo>
                  <a:lnTo>
                    <a:pt x="119812" y="218092"/>
                  </a:lnTo>
                  <a:lnTo>
                    <a:pt x="125259" y="218092"/>
                  </a:lnTo>
                  <a:lnTo>
                    <a:pt x="130705" y="218092"/>
                  </a:lnTo>
                  <a:lnTo>
                    <a:pt x="136151" y="218092"/>
                  </a:lnTo>
                  <a:lnTo>
                    <a:pt x="141597" y="218092"/>
                  </a:lnTo>
                  <a:lnTo>
                    <a:pt x="147043" y="218092"/>
                  </a:lnTo>
                  <a:lnTo>
                    <a:pt x="152489" y="218092"/>
                  </a:lnTo>
                  <a:lnTo>
                    <a:pt x="157935" y="218092"/>
                  </a:lnTo>
                  <a:lnTo>
                    <a:pt x="163381" y="218092"/>
                  </a:lnTo>
                  <a:lnTo>
                    <a:pt x="168827" y="218091"/>
                  </a:lnTo>
                  <a:lnTo>
                    <a:pt x="174273" y="218091"/>
                  </a:lnTo>
                  <a:lnTo>
                    <a:pt x="179719" y="218091"/>
                  </a:lnTo>
                  <a:lnTo>
                    <a:pt x="185165" y="218091"/>
                  </a:lnTo>
                  <a:lnTo>
                    <a:pt x="190611" y="218090"/>
                  </a:lnTo>
                  <a:lnTo>
                    <a:pt x="196057" y="218090"/>
                  </a:lnTo>
                  <a:lnTo>
                    <a:pt x="201503" y="218088"/>
                  </a:lnTo>
                  <a:lnTo>
                    <a:pt x="206949" y="218086"/>
                  </a:lnTo>
                  <a:lnTo>
                    <a:pt x="212395" y="218084"/>
                  </a:lnTo>
                  <a:lnTo>
                    <a:pt x="217841" y="218079"/>
                  </a:lnTo>
                  <a:lnTo>
                    <a:pt x="223287" y="218073"/>
                  </a:lnTo>
                  <a:lnTo>
                    <a:pt x="228733" y="218063"/>
                  </a:lnTo>
                  <a:lnTo>
                    <a:pt x="234179" y="218050"/>
                  </a:lnTo>
                  <a:lnTo>
                    <a:pt x="239625" y="218030"/>
                  </a:lnTo>
                  <a:lnTo>
                    <a:pt x="245072" y="218003"/>
                  </a:lnTo>
                  <a:lnTo>
                    <a:pt x="250518" y="217967"/>
                  </a:lnTo>
                  <a:lnTo>
                    <a:pt x="255964" y="217918"/>
                  </a:lnTo>
                  <a:lnTo>
                    <a:pt x="261410" y="217852"/>
                  </a:lnTo>
                  <a:lnTo>
                    <a:pt x="266856" y="217766"/>
                  </a:lnTo>
                  <a:lnTo>
                    <a:pt x="272302" y="217652"/>
                  </a:lnTo>
                  <a:lnTo>
                    <a:pt x="277748" y="217506"/>
                  </a:lnTo>
                  <a:lnTo>
                    <a:pt x="283194" y="217323"/>
                  </a:lnTo>
                  <a:lnTo>
                    <a:pt x="288640" y="217096"/>
                  </a:lnTo>
                  <a:lnTo>
                    <a:pt x="294086" y="216822"/>
                  </a:lnTo>
                  <a:lnTo>
                    <a:pt x="299532" y="216493"/>
                  </a:lnTo>
                  <a:lnTo>
                    <a:pt x="304978" y="216104"/>
                  </a:lnTo>
                  <a:lnTo>
                    <a:pt x="310424" y="215653"/>
                  </a:lnTo>
                  <a:lnTo>
                    <a:pt x="315870" y="215129"/>
                  </a:lnTo>
                  <a:lnTo>
                    <a:pt x="321316" y="214537"/>
                  </a:lnTo>
                  <a:lnTo>
                    <a:pt x="326762" y="213880"/>
                  </a:lnTo>
                  <a:lnTo>
                    <a:pt x="332208" y="213166"/>
                  </a:lnTo>
                  <a:lnTo>
                    <a:pt x="337654" y="212400"/>
                  </a:lnTo>
                  <a:lnTo>
                    <a:pt x="343100" y="211593"/>
                  </a:lnTo>
                  <a:lnTo>
                    <a:pt x="348546" y="210757"/>
                  </a:lnTo>
                  <a:lnTo>
                    <a:pt x="353992" y="209905"/>
                  </a:lnTo>
                  <a:lnTo>
                    <a:pt x="359438" y="209053"/>
                  </a:lnTo>
                  <a:lnTo>
                    <a:pt x="364885" y="208222"/>
                  </a:lnTo>
                  <a:lnTo>
                    <a:pt x="370331" y="207427"/>
                  </a:lnTo>
                  <a:lnTo>
                    <a:pt x="375777" y="206683"/>
                  </a:lnTo>
                  <a:lnTo>
                    <a:pt x="381223" y="206002"/>
                  </a:lnTo>
                  <a:lnTo>
                    <a:pt x="386669" y="205394"/>
                  </a:lnTo>
                  <a:lnTo>
                    <a:pt x="392115" y="204866"/>
                  </a:lnTo>
                  <a:lnTo>
                    <a:pt x="397561" y="204420"/>
                  </a:lnTo>
                  <a:lnTo>
                    <a:pt x="403007" y="204058"/>
                  </a:lnTo>
                  <a:lnTo>
                    <a:pt x="408453" y="203782"/>
                  </a:lnTo>
                  <a:lnTo>
                    <a:pt x="413899" y="203585"/>
                  </a:lnTo>
                  <a:lnTo>
                    <a:pt x="419345" y="203452"/>
                  </a:lnTo>
                  <a:lnTo>
                    <a:pt x="424791" y="203371"/>
                  </a:lnTo>
                  <a:lnTo>
                    <a:pt x="430237" y="203333"/>
                  </a:lnTo>
                  <a:lnTo>
                    <a:pt x="435683" y="203327"/>
                  </a:lnTo>
                  <a:lnTo>
                    <a:pt x="441129" y="203342"/>
                  </a:lnTo>
                  <a:lnTo>
                    <a:pt x="446575" y="203370"/>
                  </a:lnTo>
                  <a:lnTo>
                    <a:pt x="452021" y="203406"/>
                  </a:lnTo>
                  <a:lnTo>
                    <a:pt x="457467" y="203443"/>
                  </a:lnTo>
                  <a:lnTo>
                    <a:pt x="462913" y="203480"/>
                  </a:lnTo>
                  <a:lnTo>
                    <a:pt x="468359" y="203519"/>
                  </a:lnTo>
                  <a:lnTo>
                    <a:pt x="473805" y="203562"/>
                  </a:lnTo>
                  <a:lnTo>
                    <a:pt x="479251" y="203614"/>
                  </a:lnTo>
                  <a:lnTo>
                    <a:pt x="484698" y="203681"/>
                  </a:lnTo>
                  <a:lnTo>
                    <a:pt x="490144" y="203770"/>
                  </a:lnTo>
                  <a:lnTo>
                    <a:pt x="495590" y="203887"/>
                  </a:lnTo>
                  <a:lnTo>
                    <a:pt x="501036" y="204041"/>
                  </a:lnTo>
                  <a:lnTo>
                    <a:pt x="506482" y="204241"/>
                  </a:lnTo>
                  <a:lnTo>
                    <a:pt x="511928" y="204487"/>
                  </a:lnTo>
                  <a:lnTo>
                    <a:pt x="517374" y="204782"/>
                  </a:lnTo>
                  <a:lnTo>
                    <a:pt x="522820" y="205124"/>
                  </a:lnTo>
                  <a:lnTo>
                    <a:pt x="528266" y="205511"/>
                  </a:lnTo>
                  <a:lnTo>
                    <a:pt x="533712" y="205940"/>
                  </a:lnTo>
                  <a:lnTo>
                    <a:pt x="539158" y="206404"/>
                  </a:lnTo>
                  <a:lnTo>
                    <a:pt x="544604" y="206896"/>
                  </a:lnTo>
                  <a:lnTo>
                    <a:pt x="550050" y="207408"/>
                  </a:lnTo>
                  <a:lnTo>
                    <a:pt x="555496" y="207927"/>
                  </a:lnTo>
                  <a:lnTo>
                    <a:pt x="560942" y="208443"/>
                  </a:lnTo>
                  <a:lnTo>
                    <a:pt x="566388" y="208946"/>
                  </a:lnTo>
                  <a:lnTo>
                    <a:pt x="571834" y="209427"/>
                  </a:lnTo>
                  <a:lnTo>
                    <a:pt x="577280" y="209880"/>
                  </a:lnTo>
                  <a:lnTo>
                    <a:pt x="582726" y="210298"/>
                  </a:lnTo>
                  <a:lnTo>
                    <a:pt x="588172" y="210676"/>
                  </a:lnTo>
                  <a:lnTo>
                    <a:pt x="593618" y="211011"/>
                  </a:lnTo>
                  <a:lnTo>
                    <a:pt x="599064" y="211295"/>
                  </a:lnTo>
                  <a:lnTo>
                    <a:pt x="604510" y="211533"/>
                  </a:lnTo>
                  <a:lnTo>
                    <a:pt x="609957" y="211725"/>
                  </a:lnTo>
                  <a:lnTo>
                    <a:pt x="615403" y="211874"/>
                  </a:lnTo>
                  <a:lnTo>
                    <a:pt x="620849" y="211981"/>
                  </a:lnTo>
                  <a:lnTo>
                    <a:pt x="626295" y="212048"/>
                  </a:lnTo>
                  <a:lnTo>
                    <a:pt x="631741" y="212077"/>
                  </a:lnTo>
                  <a:lnTo>
                    <a:pt x="637187" y="212070"/>
                  </a:lnTo>
                  <a:lnTo>
                    <a:pt x="642633" y="212028"/>
                  </a:lnTo>
                  <a:lnTo>
                    <a:pt x="648079" y="211955"/>
                  </a:lnTo>
                  <a:lnTo>
                    <a:pt x="653525" y="211858"/>
                  </a:lnTo>
                  <a:lnTo>
                    <a:pt x="658971" y="211740"/>
                  </a:lnTo>
                  <a:lnTo>
                    <a:pt x="664417" y="211607"/>
                  </a:lnTo>
                  <a:lnTo>
                    <a:pt x="669863" y="211464"/>
                  </a:lnTo>
                  <a:lnTo>
                    <a:pt x="675309" y="211317"/>
                  </a:lnTo>
                  <a:lnTo>
                    <a:pt x="680755" y="211173"/>
                  </a:lnTo>
                  <a:lnTo>
                    <a:pt x="686201" y="211038"/>
                  </a:lnTo>
                  <a:lnTo>
                    <a:pt x="691647" y="210920"/>
                  </a:lnTo>
                  <a:lnTo>
                    <a:pt x="697093" y="210823"/>
                  </a:lnTo>
                  <a:lnTo>
                    <a:pt x="702539" y="210752"/>
                  </a:lnTo>
                  <a:lnTo>
                    <a:pt x="707985" y="210707"/>
                  </a:lnTo>
                  <a:lnTo>
                    <a:pt x="713431" y="210689"/>
                  </a:lnTo>
                  <a:lnTo>
                    <a:pt x="718877" y="210698"/>
                  </a:lnTo>
                  <a:lnTo>
                    <a:pt x="724323" y="210731"/>
                  </a:lnTo>
                  <a:lnTo>
                    <a:pt x="729770" y="210784"/>
                  </a:lnTo>
                  <a:lnTo>
                    <a:pt x="735216" y="210853"/>
                  </a:lnTo>
                  <a:lnTo>
                    <a:pt x="740662" y="210935"/>
                  </a:lnTo>
                  <a:lnTo>
                    <a:pt x="746108" y="211021"/>
                  </a:lnTo>
                  <a:lnTo>
                    <a:pt x="751554" y="211110"/>
                  </a:lnTo>
                  <a:lnTo>
                    <a:pt x="757000" y="211198"/>
                  </a:lnTo>
                  <a:lnTo>
                    <a:pt x="762446" y="211284"/>
                  </a:lnTo>
                  <a:lnTo>
                    <a:pt x="767892" y="211369"/>
                  </a:lnTo>
                  <a:lnTo>
                    <a:pt x="773338" y="211454"/>
                  </a:lnTo>
                  <a:lnTo>
                    <a:pt x="778784" y="211542"/>
                  </a:lnTo>
                  <a:lnTo>
                    <a:pt x="784230" y="211639"/>
                  </a:lnTo>
                  <a:lnTo>
                    <a:pt x="789676" y="211750"/>
                  </a:lnTo>
                  <a:lnTo>
                    <a:pt x="795122" y="211878"/>
                  </a:lnTo>
                  <a:lnTo>
                    <a:pt x="800568" y="212028"/>
                  </a:lnTo>
                  <a:lnTo>
                    <a:pt x="806014" y="212201"/>
                  </a:lnTo>
                  <a:lnTo>
                    <a:pt x="811460" y="212399"/>
                  </a:lnTo>
                  <a:lnTo>
                    <a:pt x="816906" y="212620"/>
                  </a:lnTo>
                  <a:lnTo>
                    <a:pt x="822352" y="212863"/>
                  </a:lnTo>
                  <a:lnTo>
                    <a:pt x="827798" y="213121"/>
                  </a:lnTo>
                  <a:lnTo>
                    <a:pt x="833244" y="213390"/>
                  </a:lnTo>
                  <a:lnTo>
                    <a:pt x="838690" y="213659"/>
                  </a:lnTo>
                  <a:lnTo>
                    <a:pt x="844136" y="213917"/>
                  </a:lnTo>
                  <a:lnTo>
                    <a:pt x="849583" y="214157"/>
                  </a:lnTo>
                  <a:lnTo>
                    <a:pt x="855029" y="214368"/>
                  </a:lnTo>
                  <a:lnTo>
                    <a:pt x="860475" y="214543"/>
                  </a:lnTo>
                  <a:lnTo>
                    <a:pt x="865921" y="214672"/>
                  </a:lnTo>
                  <a:lnTo>
                    <a:pt x="871367" y="214750"/>
                  </a:lnTo>
                  <a:lnTo>
                    <a:pt x="876813" y="214769"/>
                  </a:lnTo>
                  <a:lnTo>
                    <a:pt x="882259" y="214722"/>
                  </a:lnTo>
                  <a:lnTo>
                    <a:pt x="887705" y="214614"/>
                  </a:lnTo>
                  <a:lnTo>
                    <a:pt x="893151" y="214446"/>
                  </a:lnTo>
                  <a:lnTo>
                    <a:pt x="898597" y="214222"/>
                  </a:lnTo>
                  <a:lnTo>
                    <a:pt x="904043" y="213947"/>
                  </a:lnTo>
                  <a:lnTo>
                    <a:pt x="909489" y="213625"/>
                  </a:lnTo>
                  <a:lnTo>
                    <a:pt x="914935" y="213263"/>
                  </a:lnTo>
                  <a:lnTo>
                    <a:pt x="920381" y="212868"/>
                  </a:lnTo>
                  <a:lnTo>
                    <a:pt x="925827" y="212446"/>
                  </a:lnTo>
                  <a:lnTo>
                    <a:pt x="931273" y="212008"/>
                  </a:lnTo>
                  <a:lnTo>
                    <a:pt x="936719" y="211561"/>
                  </a:lnTo>
                  <a:lnTo>
                    <a:pt x="942165" y="211111"/>
                  </a:lnTo>
                  <a:lnTo>
                    <a:pt x="947611" y="210664"/>
                  </a:lnTo>
                  <a:lnTo>
                    <a:pt x="953057" y="210223"/>
                  </a:lnTo>
                  <a:lnTo>
                    <a:pt x="958503" y="209793"/>
                  </a:lnTo>
                  <a:lnTo>
                    <a:pt x="963949" y="209375"/>
                  </a:lnTo>
                  <a:lnTo>
                    <a:pt x="969396" y="208970"/>
                  </a:lnTo>
                  <a:lnTo>
                    <a:pt x="974842" y="208580"/>
                  </a:lnTo>
                  <a:lnTo>
                    <a:pt x="980288" y="208199"/>
                  </a:lnTo>
                  <a:lnTo>
                    <a:pt x="985734" y="207825"/>
                  </a:lnTo>
                  <a:lnTo>
                    <a:pt x="991180" y="207454"/>
                  </a:lnTo>
                  <a:lnTo>
                    <a:pt x="996626" y="207082"/>
                  </a:lnTo>
                  <a:lnTo>
                    <a:pt x="1002072" y="206703"/>
                  </a:lnTo>
                  <a:lnTo>
                    <a:pt x="1007518" y="206313"/>
                  </a:lnTo>
                  <a:lnTo>
                    <a:pt x="1012964" y="205905"/>
                  </a:lnTo>
                  <a:lnTo>
                    <a:pt x="1018410" y="205470"/>
                  </a:lnTo>
                  <a:lnTo>
                    <a:pt x="1023856" y="205003"/>
                  </a:lnTo>
                  <a:lnTo>
                    <a:pt x="1029302" y="204498"/>
                  </a:lnTo>
                  <a:lnTo>
                    <a:pt x="1034748" y="203950"/>
                  </a:lnTo>
                  <a:lnTo>
                    <a:pt x="1040194" y="203354"/>
                  </a:lnTo>
                  <a:lnTo>
                    <a:pt x="1045640" y="202705"/>
                  </a:lnTo>
                  <a:lnTo>
                    <a:pt x="1051086" y="201999"/>
                  </a:lnTo>
                  <a:lnTo>
                    <a:pt x="1056532" y="201232"/>
                  </a:lnTo>
                  <a:lnTo>
                    <a:pt x="1061978" y="200399"/>
                  </a:lnTo>
                  <a:lnTo>
                    <a:pt x="1067424" y="199487"/>
                  </a:lnTo>
                  <a:lnTo>
                    <a:pt x="1072870" y="198500"/>
                  </a:lnTo>
                  <a:lnTo>
                    <a:pt x="1078316" y="197436"/>
                  </a:lnTo>
                  <a:lnTo>
                    <a:pt x="1083762" y="196293"/>
                  </a:lnTo>
                  <a:lnTo>
                    <a:pt x="1089209" y="195068"/>
                  </a:lnTo>
                  <a:lnTo>
                    <a:pt x="1094655" y="193759"/>
                  </a:lnTo>
                  <a:lnTo>
                    <a:pt x="1100101" y="192363"/>
                  </a:lnTo>
                  <a:lnTo>
                    <a:pt x="1105547" y="190876"/>
                  </a:lnTo>
                  <a:lnTo>
                    <a:pt x="1110993" y="189294"/>
                  </a:lnTo>
                  <a:lnTo>
                    <a:pt x="1116439" y="187601"/>
                  </a:lnTo>
                  <a:lnTo>
                    <a:pt x="1121885" y="185801"/>
                  </a:lnTo>
                  <a:lnTo>
                    <a:pt x="1127331" y="183885"/>
                  </a:lnTo>
                  <a:lnTo>
                    <a:pt x="1132777" y="181843"/>
                  </a:lnTo>
                  <a:lnTo>
                    <a:pt x="1138223" y="179660"/>
                  </a:lnTo>
                  <a:lnTo>
                    <a:pt x="1143669" y="177318"/>
                  </a:lnTo>
                  <a:lnTo>
                    <a:pt x="1149115" y="174797"/>
                  </a:lnTo>
                  <a:lnTo>
                    <a:pt x="1154561" y="172075"/>
                  </a:lnTo>
                  <a:lnTo>
                    <a:pt x="1160007" y="169103"/>
                  </a:lnTo>
                  <a:lnTo>
                    <a:pt x="1165453" y="165854"/>
                  </a:lnTo>
                  <a:lnTo>
                    <a:pt x="1170899" y="162314"/>
                  </a:lnTo>
                  <a:lnTo>
                    <a:pt x="1176345" y="158459"/>
                  </a:lnTo>
                  <a:lnTo>
                    <a:pt x="1181791" y="154264"/>
                  </a:lnTo>
                  <a:lnTo>
                    <a:pt x="1187237" y="149711"/>
                  </a:lnTo>
                  <a:lnTo>
                    <a:pt x="1192683" y="144784"/>
                  </a:lnTo>
                  <a:lnTo>
                    <a:pt x="1198129" y="139474"/>
                  </a:lnTo>
                  <a:lnTo>
                    <a:pt x="1203575" y="133778"/>
                  </a:lnTo>
                  <a:lnTo>
                    <a:pt x="1209021" y="127646"/>
                  </a:lnTo>
                  <a:lnTo>
                    <a:pt x="1214468" y="121150"/>
                  </a:lnTo>
                  <a:lnTo>
                    <a:pt x="1219914" y="114314"/>
                  </a:lnTo>
                  <a:lnTo>
                    <a:pt x="1225360" y="107170"/>
                  </a:lnTo>
                  <a:lnTo>
                    <a:pt x="1230806" y="99754"/>
                  </a:lnTo>
                  <a:lnTo>
                    <a:pt x="1236252" y="92111"/>
                  </a:lnTo>
                  <a:lnTo>
                    <a:pt x="1241698" y="84292"/>
                  </a:lnTo>
                  <a:lnTo>
                    <a:pt x="1247144" y="76353"/>
                  </a:lnTo>
                  <a:lnTo>
                    <a:pt x="1252590" y="68360"/>
                  </a:lnTo>
                  <a:lnTo>
                    <a:pt x="1258036" y="60400"/>
                  </a:lnTo>
                  <a:lnTo>
                    <a:pt x="1263482" y="52559"/>
                  </a:lnTo>
                  <a:lnTo>
                    <a:pt x="1268928" y="44918"/>
                  </a:lnTo>
                  <a:lnTo>
                    <a:pt x="1274374" y="37566"/>
                  </a:lnTo>
                  <a:lnTo>
                    <a:pt x="1279820" y="30593"/>
                  </a:lnTo>
                  <a:lnTo>
                    <a:pt x="1285266" y="24091"/>
                  </a:lnTo>
                  <a:lnTo>
                    <a:pt x="1290712" y="18155"/>
                  </a:lnTo>
                  <a:lnTo>
                    <a:pt x="1296158" y="12877"/>
                  </a:lnTo>
                  <a:lnTo>
                    <a:pt x="1301604" y="8440"/>
                  </a:lnTo>
                  <a:lnTo>
                    <a:pt x="1307050" y="4890"/>
                  </a:lnTo>
                  <a:lnTo>
                    <a:pt x="1312496" y="2264"/>
                  </a:lnTo>
                  <a:lnTo>
                    <a:pt x="1317942" y="620"/>
                  </a:lnTo>
                  <a:lnTo>
                    <a:pt x="1323388" y="0"/>
                  </a:lnTo>
                  <a:lnTo>
                    <a:pt x="1328834" y="430"/>
                  </a:lnTo>
                  <a:lnTo>
                    <a:pt x="1334281" y="1923"/>
                  </a:lnTo>
                  <a:lnTo>
                    <a:pt x="1339727" y="4473"/>
                  </a:lnTo>
                  <a:lnTo>
                    <a:pt x="1345173" y="8072"/>
                  </a:lnTo>
                  <a:lnTo>
                    <a:pt x="1350619" y="12783"/>
                  </a:lnTo>
                  <a:lnTo>
                    <a:pt x="1356065" y="18404"/>
                  </a:lnTo>
                  <a:lnTo>
                    <a:pt x="1361511" y="24857"/>
                  </a:lnTo>
                  <a:lnTo>
                    <a:pt x="1366957" y="32055"/>
                  </a:lnTo>
                  <a:lnTo>
                    <a:pt x="1372403" y="39902"/>
                  </a:lnTo>
                  <a:lnTo>
                    <a:pt x="1377849" y="48297"/>
                  </a:lnTo>
                  <a:lnTo>
                    <a:pt x="1383295" y="57133"/>
                  </a:lnTo>
                  <a:lnTo>
                    <a:pt x="1388741" y="66303"/>
                  </a:lnTo>
                  <a:lnTo>
                    <a:pt x="1394187" y="75709"/>
                  </a:lnTo>
                  <a:lnTo>
                    <a:pt x="1399633" y="85221"/>
                  </a:lnTo>
                  <a:lnTo>
                    <a:pt x="1405079" y="94726"/>
                  </a:lnTo>
                  <a:lnTo>
                    <a:pt x="1410525" y="104136"/>
                  </a:lnTo>
                  <a:lnTo>
                    <a:pt x="1415971" y="113370"/>
                  </a:lnTo>
                  <a:lnTo>
                    <a:pt x="1421417" y="122356"/>
                  </a:lnTo>
                  <a:lnTo>
                    <a:pt x="1426863" y="131031"/>
                  </a:lnTo>
                  <a:lnTo>
                    <a:pt x="1432309" y="139341"/>
                  </a:lnTo>
                  <a:lnTo>
                    <a:pt x="1437755" y="147241"/>
                  </a:lnTo>
                  <a:lnTo>
                    <a:pt x="1443201" y="154631"/>
                  </a:lnTo>
                  <a:lnTo>
                    <a:pt x="1448647" y="161537"/>
                  </a:lnTo>
                  <a:lnTo>
                    <a:pt x="1454094" y="167952"/>
                  </a:lnTo>
                  <a:lnTo>
                    <a:pt x="1459540" y="173871"/>
                  </a:lnTo>
                  <a:lnTo>
                    <a:pt x="1464986" y="179294"/>
                  </a:lnTo>
                  <a:lnTo>
                    <a:pt x="1470432" y="184228"/>
                  </a:lnTo>
                  <a:lnTo>
                    <a:pt x="1475878" y="188686"/>
                  </a:lnTo>
                  <a:lnTo>
                    <a:pt x="1481324" y="192685"/>
                  </a:lnTo>
                  <a:lnTo>
                    <a:pt x="1486770" y="196229"/>
                  </a:lnTo>
                  <a:lnTo>
                    <a:pt x="1492216" y="199321"/>
                  </a:lnTo>
                  <a:lnTo>
                    <a:pt x="1497662" y="202036"/>
                  </a:lnTo>
                  <a:lnTo>
                    <a:pt x="1503108" y="204403"/>
                  </a:lnTo>
                  <a:lnTo>
                    <a:pt x="1508554" y="206454"/>
                  </a:lnTo>
                  <a:lnTo>
                    <a:pt x="1514000" y="208218"/>
                  </a:lnTo>
                  <a:lnTo>
                    <a:pt x="1519446" y="209725"/>
                  </a:lnTo>
                  <a:lnTo>
                    <a:pt x="1524892" y="211003"/>
                  </a:lnTo>
                  <a:lnTo>
                    <a:pt x="1530338" y="212082"/>
                  </a:lnTo>
                  <a:lnTo>
                    <a:pt x="1535784" y="212972"/>
                  </a:lnTo>
                  <a:lnTo>
                    <a:pt x="1541230" y="213712"/>
                  </a:lnTo>
                  <a:lnTo>
                    <a:pt x="1546676" y="214332"/>
                  </a:lnTo>
                  <a:lnTo>
                    <a:pt x="1552122" y="214850"/>
                  </a:lnTo>
                  <a:lnTo>
                    <a:pt x="1557568" y="215284"/>
                  </a:lnTo>
                  <a:lnTo>
                    <a:pt x="1563014" y="215649"/>
                  </a:lnTo>
                  <a:lnTo>
                    <a:pt x="1568460" y="215958"/>
                  </a:lnTo>
                  <a:lnTo>
                    <a:pt x="1573907" y="216221"/>
                  </a:lnTo>
                  <a:lnTo>
                    <a:pt x="1579353" y="216447"/>
                  </a:lnTo>
                  <a:lnTo>
                    <a:pt x="1584799" y="216641"/>
                  </a:lnTo>
                  <a:lnTo>
                    <a:pt x="1590245" y="216813"/>
                  </a:lnTo>
                  <a:lnTo>
                    <a:pt x="1595691" y="216966"/>
                  </a:lnTo>
                  <a:lnTo>
                    <a:pt x="1601137" y="217105"/>
                  </a:lnTo>
                  <a:lnTo>
                    <a:pt x="1606583" y="217230"/>
                  </a:lnTo>
                  <a:lnTo>
                    <a:pt x="1612029" y="217344"/>
                  </a:lnTo>
                  <a:lnTo>
                    <a:pt x="1617475" y="217448"/>
                  </a:lnTo>
                  <a:lnTo>
                    <a:pt x="1622921" y="217541"/>
                  </a:lnTo>
                  <a:lnTo>
                    <a:pt x="1628367" y="217625"/>
                  </a:lnTo>
                  <a:lnTo>
                    <a:pt x="1633813" y="217699"/>
                  </a:lnTo>
                  <a:lnTo>
                    <a:pt x="1639259" y="217765"/>
                  </a:lnTo>
                  <a:lnTo>
                    <a:pt x="1644705" y="217823"/>
                  </a:lnTo>
                  <a:lnTo>
                    <a:pt x="1650151" y="217873"/>
                  </a:lnTo>
                  <a:lnTo>
                    <a:pt x="1655597" y="217916"/>
                  </a:lnTo>
                  <a:lnTo>
                    <a:pt x="1661043" y="217952"/>
                  </a:lnTo>
                  <a:lnTo>
                    <a:pt x="1666489" y="217982"/>
                  </a:lnTo>
                  <a:lnTo>
                    <a:pt x="1671935" y="218007"/>
                  </a:lnTo>
                  <a:lnTo>
                    <a:pt x="1677381" y="218027"/>
                  </a:lnTo>
                  <a:lnTo>
                    <a:pt x="1682827" y="218042"/>
                  </a:lnTo>
                  <a:lnTo>
                    <a:pt x="1688273" y="218055"/>
                  </a:lnTo>
                  <a:lnTo>
                    <a:pt x="1693720" y="218064"/>
                  </a:lnTo>
                  <a:lnTo>
                    <a:pt x="1699166" y="218072"/>
                  </a:lnTo>
                  <a:lnTo>
                    <a:pt x="1704612" y="218077"/>
                  </a:lnTo>
                  <a:lnTo>
                    <a:pt x="1710058" y="218082"/>
                  </a:lnTo>
                  <a:lnTo>
                    <a:pt x="1715504" y="218085"/>
                  </a:lnTo>
                  <a:lnTo>
                    <a:pt x="1720950" y="218087"/>
                  </a:lnTo>
                  <a:lnTo>
                    <a:pt x="1726396" y="218088"/>
                  </a:lnTo>
                  <a:lnTo>
                    <a:pt x="1731842" y="218089"/>
                  </a:lnTo>
                  <a:lnTo>
                    <a:pt x="1737288" y="218090"/>
                  </a:lnTo>
                  <a:lnTo>
                    <a:pt x="1742734" y="218090"/>
                  </a:lnTo>
                  <a:lnTo>
                    <a:pt x="1748180" y="218090"/>
                  </a:lnTo>
                  <a:lnTo>
                    <a:pt x="1753626" y="218090"/>
                  </a:lnTo>
                  <a:lnTo>
                    <a:pt x="1759072" y="218090"/>
                  </a:lnTo>
                  <a:lnTo>
                    <a:pt x="1764518" y="218089"/>
                  </a:lnTo>
                  <a:lnTo>
                    <a:pt x="1769964" y="218088"/>
                  </a:lnTo>
                  <a:lnTo>
                    <a:pt x="1775410" y="218086"/>
                  </a:lnTo>
                  <a:lnTo>
                    <a:pt x="1780856" y="218084"/>
                  </a:lnTo>
                  <a:lnTo>
                    <a:pt x="1786302" y="218081"/>
                  </a:lnTo>
                  <a:lnTo>
                    <a:pt x="1791748" y="218076"/>
                  </a:lnTo>
                  <a:lnTo>
                    <a:pt x="1797194" y="218070"/>
                  </a:lnTo>
                  <a:lnTo>
                    <a:pt x="1802640" y="218061"/>
                  </a:lnTo>
                  <a:lnTo>
                    <a:pt x="1808086" y="218050"/>
                  </a:lnTo>
                  <a:lnTo>
                    <a:pt x="1813532" y="218036"/>
                  </a:lnTo>
                  <a:lnTo>
                    <a:pt x="1818979" y="218017"/>
                  </a:lnTo>
                  <a:lnTo>
                    <a:pt x="1824425" y="217994"/>
                  </a:lnTo>
                  <a:lnTo>
                    <a:pt x="1829871" y="217964"/>
                  </a:lnTo>
                  <a:lnTo>
                    <a:pt x="1835317" y="217929"/>
                  </a:lnTo>
                  <a:lnTo>
                    <a:pt x="1840763" y="217887"/>
                  </a:lnTo>
                  <a:lnTo>
                    <a:pt x="1846209" y="217837"/>
                  </a:lnTo>
                  <a:lnTo>
                    <a:pt x="1851655" y="217779"/>
                  </a:lnTo>
                  <a:lnTo>
                    <a:pt x="1857101" y="217714"/>
                  </a:lnTo>
                  <a:lnTo>
                    <a:pt x="1862547" y="217641"/>
                  </a:lnTo>
                  <a:lnTo>
                    <a:pt x="1867993" y="217560"/>
                  </a:lnTo>
                  <a:lnTo>
                    <a:pt x="1873439" y="217473"/>
                  </a:lnTo>
                  <a:lnTo>
                    <a:pt x="1878885" y="217383"/>
                  </a:lnTo>
                  <a:lnTo>
                    <a:pt x="1884331" y="217290"/>
                  </a:lnTo>
                  <a:lnTo>
                    <a:pt x="1889777" y="217197"/>
                  </a:lnTo>
                  <a:lnTo>
                    <a:pt x="1895223" y="217106"/>
                  </a:lnTo>
                  <a:lnTo>
                    <a:pt x="1900669" y="217021"/>
                  </a:lnTo>
                  <a:lnTo>
                    <a:pt x="1906115" y="216943"/>
                  </a:lnTo>
                  <a:lnTo>
                    <a:pt x="1911561" y="216877"/>
                  </a:lnTo>
                  <a:lnTo>
                    <a:pt x="1917007" y="216825"/>
                  </a:lnTo>
                  <a:lnTo>
                    <a:pt x="1922453" y="216788"/>
                  </a:lnTo>
                  <a:lnTo>
                    <a:pt x="1927899" y="216768"/>
                  </a:lnTo>
                  <a:lnTo>
                    <a:pt x="1933345" y="216765"/>
                  </a:lnTo>
                  <a:lnTo>
                    <a:pt x="1938792" y="216780"/>
                  </a:lnTo>
                  <a:lnTo>
                    <a:pt x="1944238" y="216812"/>
                  </a:lnTo>
                  <a:lnTo>
                    <a:pt x="1949684" y="216859"/>
                  </a:lnTo>
                  <a:lnTo>
                    <a:pt x="1955130" y="216921"/>
                  </a:lnTo>
                  <a:lnTo>
                    <a:pt x="1960576" y="216996"/>
                  </a:lnTo>
                  <a:lnTo>
                    <a:pt x="1966022" y="217079"/>
                  </a:lnTo>
                  <a:lnTo>
                    <a:pt x="1971468" y="217168"/>
                  </a:lnTo>
                  <a:lnTo>
                    <a:pt x="1976914" y="217261"/>
                  </a:lnTo>
                  <a:lnTo>
                    <a:pt x="1982360" y="217354"/>
                  </a:lnTo>
                  <a:lnTo>
                    <a:pt x="1987806" y="217446"/>
                  </a:lnTo>
                  <a:lnTo>
                    <a:pt x="1993252" y="217534"/>
                  </a:lnTo>
                  <a:lnTo>
                    <a:pt x="1998698" y="217616"/>
                  </a:lnTo>
                  <a:lnTo>
                    <a:pt x="2004144" y="217692"/>
                  </a:lnTo>
                  <a:lnTo>
                    <a:pt x="2009590" y="217760"/>
                  </a:lnTo>
                  <a:lnTo>
                    <a:pt x="2015036" y="217820"/>
                  </a:lnTo>
                  <a:lnTo>
                    <a:pt x="2020482" y="217872"/>
                  </a:lnTo>
                  <a:lnTo>
                    <a:pt x="2025928" y="217916"/>
                  </a:lnTo>
                  <a:lnTo>
                    <a:pt x="2031374" y="217953"/>
                  </a:lnTo>
                  <a:lnTo>
                    <a:pt x="2036820" y="217984"/>
                  </a:lnTo>
                  <a:lnTo>
                    <a:pt x="2042266" y="218008"/>
                  </a:lnTo>
                  <a:lnTo>
                    <a:pt x="2047712" y="218027"/>
                  </a:lnTo>
                  <a:lnTo>
                    <a:pt x="2053158" y="218041"/>
                  </a:lnTo>
                  <a:lnTo>
                    <a:pt x="2058605" y="218050"/>
                  </a:lnTo>
                  <a:lnTo>
                    <a:pt x="2064051" y="218056"/>
                  </a:lnTo>
                  <a:lnTo>
                    <a:pt x="2069497" y="218059"/>
                  </a:lnTo>
                  <a:lnTo>
                    <a:pt x="2074943" y="218058"/>
                  </a:lnTo>
                  <a:lnTo>
                    <a:pt x="2080389" y="218054"/>
                  </a:lnTo>
                  <a:lnTo>
                    <a:pt x="2085835" y="218047"/>
                  </a:lnTo>
                  <a:lnTo>
                    <a:pt x="2091281" y="218037"/>
                  </a:lnTo>
                  <a:lnTo>
                    <a:pt x="2096727" y="218023"/>
                  </a:lnTo>
                  <a:lnTo>
                    <a:pt x="2102173" y="218005"/>
                  </a:lnTo>
                  <a:lnTo>
                    <a:pt x="2107619" y="217983"/>
                  </a:lnTo>
                  <a:lnTo>
                    <a:pt x="2113065" y="217956"/>
                  </a:lnTo>
                  <a:lnTo>
                    <a:pt x="2118511" y="217925"/>
                  </a:lnTo>
                  <a:lnTo>
                    <a:pt x="2123957" y="217890"/>
                  </a:lnTo>
                  <a:lnTo>
                    <a:pt x="2129403" y="217850"/>
                  </a:lnTo>
                  <a:lnTo>
                    <a:pt x="2134849" y="217806"/>
                  </a:lnTo>
                  <a:lnTo>
                    <a:pt x="2140295" y="217759"/>
                  </a:lnTo>
                  <a:lnTo>
                    <a:pt x="2145741" y="217708"/>
                  </a:lnTo>
                  <a:lnTo>
                    <a:pt x="2151187" y="217656"/>
                  </a:lnTo>
                  <a:lnTo>
                    <a:pt x="2156633" y="217603"/>
                  </a:lnTo>
                  <a:lnTo>
                    <a:pt x="2162079" y="217550"/>
                  </a:lnTo>
                  <a:lnTo>
                    <a:pt x="2167525" y="217499"/>
                  </a:lnTo>
                  <a:lnTo>
                    <a:pt x="2172971" y="217451"/>
                  </a:lnTo>
                  <a:lnTo>
                    <a:pt x="2178418" y="217407"/>
                  </a:lnTo>
                  <a:lnTo>
                    <a:pt x="2183864" y="217367"/>
                  </a:lnTo>
                  <a:lnTo>
                    <a:pt x="2189310" y="217332"/>
                  </a:lnTo>
                  <a:lnTo>
                    <a:pt x="2194756" y="217303"/>
                  </a:lnTo>
                  <a:lnTo>
                    <a:pt x="2200202" y="217278"/>
                  </a:lnTo>
                  <a:lnTo>
                    <a:pt x="2205648" y="217259"/>
                  </a:lnTo>
                  <a:lnTo>
                    <a:pt x="2211094" y="217242"/>
                  </a:lnTo>
                  <a:lnTo>
                    <a:pt x="2216540" y="217229"/>
                  </a:lnTo>
                  <a:lnTo>
                    <a:pt x="2221986" y="217217"/>
                  </a:lnTo>
                  <a:lnTo>
                    <a:pt x="2227432" y="217206"/>
                  </a:lnTo>
                  <a:lnTo>
                    <a:pt x="2232878" y="217194"/>
                  </a:lnTo>
                  <a:lnTo>
                    <a:pt x="2238324" y="217181"/>
                  </a:lnTo>
                  <a:lnTo>
                    <a:pt x="2243770" y="217165"/>
                  </a:lnTo>
                  <a:lnTo>
                    <a:pt x="2249216" y="217147"/>
                  </a:lnTo>
                  <a:lnTo>
                    <a:pt x="2254662" y="217127"/>
                  </a:lnTo>
                  <a:lnTo>
                    <a:pt x="2260108" y="217104"/>
                  </a:lnTo>
                  <a:lnTo>
                    <a:pt x="2265554" y="217080"/>
                  </a:lnTo>
                  <a:lnTo>
                    <a:pt x="2271000" y="217054"/>
                  </a:lnTo>
                  <a:lnTo>
                    <a:pt x="2276446" y="217028"/>
                  </a:lnTo>
                  <a:lnTo>
                    <a:pt x="2281892" y="217003"/>
                  </a:lnTo>
                  <a:lnTo>
                    <a:pt x="2287338" y="216979"/>
                  </a:lnTo>
                  <a:lnTo>
                    <a:pt x="2292784" y="216958"/>
                  </a:lnTo>
                  <a:lnTo>
                    <a:pt x="2298231" y="216940"/>
                  </a:lnTo>
                  <a:lnTo>
                    <a:pt x="2303677" y="216925"/>
                  </a:lnTo>
                  <a:lnTo>
                    <a:pt x="2309123" y="216914"/>
                  </a:lnTo>
                  <a:lnTo>
                    <a:pt x="2314569" y="216906"/>
                  </a:lnTo>
                  <a:lnTo>
                    <a:pt x="2320015" y="216902"/>
                  </a:lnTo>
                  <a:lnTo>
                    <a:pt x="2325461" y="216900"/>
                  </a:lnTo>
                  <a:lnTo>
                    <a:pt x="2330907" y="216900"/>
                  </a:lnTo>
                  <a:lnTo>
                    <a:pt x="2336353" y="216902"/>
                  </a:lnTo>
                  <a:lnTo>
                    <a:pt x="2341799" y="216903"/>
                  </a:lnTo>
                  <a:lnTo>
                    <a:pt x="2347245" y="216903"/>
                  </a:lnTo>
                  <a:lnTo>
                    <a:pt x="2352691" y="216900"/>
                  </a:lnTo>
                  <a:lnTo>
                    <a:pt x="2358137" y="216893"/>
                  </a:lnTo>
                  <a:lnTo>
                    <a:pt x="2363583" y="216881"/>
                  </a:lnTo>
                  <a:lnTo>
                    <a:pt x="2369029" y="216862"/>
                  </a:lnTo>
                  <a:lnTo>
                    <a:pt x="2374475" y="216837"/>
                  </a:lnTo>
                  <a:lnTo>
                    <a:pt x="2379921" y="216803"/>
                  </a:lnTo>
                  <a:lnTo>
                    <a:pt x="2385367" y="216762"/>
                  </a:lnTo>
                  <a:lnTo>
                    <a:pt x="2390813" y="216713"/>
                  </a:lnTo>
                  <a:lnTo>
                    <a:pt x="2396259" y="216658"/>
                  </a:lnTo>
                  <a:lnTo>
                    <a:pt x="2401705" y="216597"/>
                  </a:lnTo>
                  <a:lnTo>
                    <a:pt x="2407151" y="216531"/>
                  </a:lnTo>
                  <a:lnTo>
                    <a:pt x="2412597" y="216461"/>
                  </a:lnTo>
                  <a:lnTo>
                    <a:pt x="2418043" y="216388"/>
                  </a:lnTo>
                  <a:lnTo>
                    <a:pt x="2423490" y="216313"/>
                  </a:lnTo>
                  <a:lnTo>
                    <a:pt x="2428936" y="216236"/>
                  </a:lnTo>
                  <a:lnTo>
                    <a:pt x="2434382" y="216158"/>
                  </a:lnTo>
                  <a:lnTo>
                    <a:pt x="2439828" y="216080"/>
                  </a:lnTo>
                  <a:lnTo>
                    <a:pt x="2445274" y="216000"/>
                  </a:lnTo>
                  <a:lnTo>
                    <a:pt x="2450720" y="215919"/>
                  </a:lnTo>
                  <a:lnTo>
                    <a:pt x="2456166" y="215836"/>
                  </a:lnTo>
                  <a:lnTo>
                    <a:pt x="2461612" y="215752"/>
                  </a:lnTo>
                  <a:lnTo>
                    <a:pt x="2467058" y="215667"/>
                  </a:lnTo>
                  <a:lnTo>
                    <a:pt x="2472504" y="215580"/>
                  </a:lnTo>
                  <a:lnTo>
                    <a:pt x="2477950" y="215492"/>
                  </a:lnTo>
                  <a:lnTo>
                    <a:pt x="2483396" y="215406"/>
                  </a:lnTo>
                  <a:lnTo>
                    <a:pt x="2488842" y="215321"/>
                  </a:lnTo>
                  <a:lnTo>
                    <a:pt x="2494288" y="215240"/>
                  </a:lnTo>
                  <a:lnTo>
                    <a:pt x="2499734" y="215164"/>
                  </a:lnTo>
                  <a:lnTo>
                    <a:pt x="2505180" y="215096"/>
                  </a:lnTo>
                  <a:lnTo>
                    <a:pt x="2510626" y="215037"/>
                  </a:lnTo>
                  <a:lnTo>
                    <a:pt x="2516072" y="214987"/>
                  </a:lnTo>
                  <a:lnTo>
                    <a:pt x="2521518" y="214951"/>
                  </a:lnTo>
                  <a:lnTo>
                    <a:pt x="2526964" y="214927"/>
                  </a:lnTo>
                  <a:lnTo>
                    <a:pt x="2532410" y="214915"/>
                  </a:lnTo>
                  <a:lnTo>
                    <a:pt x="2537856" y="214914"/>
                  </a:lnTo>
                  <a:lnTo>
                    <a:pt x="2543303" y="214924"/>
                  </a:lnTo>
                  <a:lnTo>
                    <a:pt x="2548749" y="214942"/>
                  </a:lnTo>
                  <a:lnTo>
                    <a:pt x="2554195" y="214968"/>
                  </a:lnTo>
                  <a:lnTo>
                    <a:pt x="2559641" y="214999"/>
                  </a:lnTo>
                  <a:lnTo>
                    <a:pt x="2565087" y="215033"/>
                  </a:lnTo>
                  <a:lnTo>
                    <a:pt x="2570533" y="215068"/>
                  </a:lnTo>
                  <a:lnTo>
                    <a:pt x="2575979" y="215102"/>
                  </a:lnTo>
                  <a:lnTo>
                    <a:pt x="2581425" y="215133"/>
                  </a:lnTo>
                  <a:lnTo>
                    <a:pt x="2586871" y="215159"/>
                  </a:lnTo>
                  <a:lnTo>
                    <a:pt x="2592317" y="215180"/>
                  </a:lnTo>
                  <a:lnTo>
                    <a:pt x="2597763" y="215194"/>
                  </a:lnTo>
                  <a:lnTo>
                    <a:pt x="2603209" y="215200"/>
                  </a:lnTo>
                  <a:lnTo>
                    <a:pt x="2608655" y="215199"/>
                  </a:lnTo>
                  <a:lnTo>
                    <a:pt x="2614101" y="215187"/>
                  </a:lnTo>
                  <a:lnTo>
                    <a:pt x="2619547" y="215166"/>
                  </a:lnTo>
                  <a:lnTo>
                    <a:pt x="2624993" y="215136"/>
                  </a:lnTo>
                  <a:lnTo>
                    <a:pt x="2630439" y="215095"/>
                  </a:lnTo>
                  <a:lnTo>
                    <a:pt x="2635885" y="215045"/>
                  </a:lnTo>
                  <a:lnTo>
                    <a:pt x="2641331" y="214985"/>
                  </a:lnTo>
                  <a:lnTo>
                    <a:pt x="2646777" y="214916"/>
                  </a:lnTo>
                  <a:lnTo>
                    <a:pt x="2652223" y="214836"/>
                  </a:lnTo>
                  <a:lnTo>
                    <a:pt x="2657669" y="214747"/>
                  </a:lnTo>
                  <a:lnTo>
                    <a:pt x="2663116" y="214648"/>
                  </a:lnTo>
                  <a:lnTo>
                    <a:pt x="2668562" y="214540"/>
                  </a:lnTo>
                  <a:lnTo>
                    <a:pt x="2674008" y="214424"/>
                  </a:lnTo>
                  <a:lnTo>
                    <a:pt x="2679454" y="214303"/>
                  </a:lnTo>
                  <a:lnTo>
                    <a:pt x="2684900" y="214177"/>
                  </a:lnTo>
                  <a:lnTo>
                    <a:pt x="2690346" y="214049"/>
                  </a:lnTo>
                  <a:lnTo>
                    <a:pt x="2695792" y="213921"/>
                  </a:lnTo>
                  <a:lnTo>
                    <a:pt x="2701238" y="213796"/>
                  </a:lnTo>
                  <a:lnTo>
                    <a:pt x="2706684" y="213677"/>
                  </a:lnTo>
                  <a:lnTo>
                    <a:pt x="2712130" y="213568"/>
                  </a:lnTo>
                  <a:lnTo>
                    <a:pt x="2717576" y="213474"/>
                  </a:lnTo>
                  <a:lnTo>
                    <a:pt x="2723022" y="213398"/>
                  </a:lnTo>
                  <a:lnTo>
                    <a:pt x="2728468" y="213344"/>
                  </a:lnTo>
                  <a:lnTo>
                    <a:pt x="2733914" y="213315"/>
                  </a:lnTo>
                  <a:lnTo>
                    <a:pt x="2739360" y="213314"/>
                  </a:lnTo>
                  <a:lnTo>
                    <a:pt x="2744806" y="213345"/>
                  </a:lnTo>
                  <a:lnTo>
                    <a:pt x="2750252" y="213408"/>
                  </a:lnTo>
                  <a:lnTo>
                    <a:pt x="2755698" y="213508"/>
                  </a:lnTo>
                  <a:lnTo>
                    <a:pt x="2761144" y="213645"/>
                  </a:lnTo>
                  <a:lnTo>
                    <a:pt x="2766590" y="213814"/>
                  </a:lnTo>
                  <a:lnTo>
                    <a:pt x="2772036" y="214014"/>
                  </a:lnTo>
                  <a:lnTo>
                    <a:pt x="2777482" y="214240"/>
                  </a:lnTo>
                  <a:lnTo>
                    <a:pt x="2782929" y="214490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957616" y="4867807"/>
              <a:ext cx="2782929" cy="114276"/>
            </a:xfrm>
            <a:custGeom>
              <a:avLst/>
              <a:pathLst>
                <a:path w="2782929" h="114276">
                  <a:moveTo>
                    <a:pt x="0" y="114276"/>
                  </a:moveTo>
                  <a:lnTo>
                    <a:pt x="5446" y="114276"/>
                  </a:lnTo>
                  <a:lnTo>
                    <a:pt x="10892" y="114276"/>
                  </a:lnTo>
                  <a:lnTo>
                    <a:pt x="16338" y="114276"/>
                  </a:lnTo>
                  <a:lnTo>
                    <a:pt x="21784" y="114276"/>
                  </a:lnTo>
                  <a:lnTo>
                    <a:pt x="27230" y="114276"/>
                  </a:lnTo>
                  <a:lnTo>
                    <a:pt x="32676" y="114276"/>
                  </a:lnTo>
                  <a:lnTo>
                    <a:pt x="38122" y="114276"/>
                  </a:lnTo>
                  <a:lnTo>
                    <a:pt x="43568" y="114275"/>
                  </a:lnTo>
                  <a:lnTo>
                    <a:pt x="49014" y="114275"/>
                  </a:lnTo>
                  <a:lnTo>
                    <a:pt x="54460" y="114275"/>
                  </a:lnTo>
                  <a:lnTo>
                    <a:pt x="59906" y="114275"/>
                  </a:lnTo>
                  <a:lnTo>
                    <a:pt x="65352" y="114274"/>
                  </a:lnTo>
                  <a:lnTo>
                    <a:pt x="70798" y="114274"/>
                  </a:lnTo>
                  <a:lnTo>
                    <a:pt x="76244" y="114273"/>
                  </a:lnTo>
                  <a:lnTo>
                    <a:pt x="81690" y="114272"/>
                  </a:lnTo>
                  <a:lnTo>
                    <a:pt x="87136" y="114271"/>
                  </a:lnTo>
                  <a:lnTo>
                    <a:pt x="92582" y="114269"/>
                  </a:lnTo>
                  <a:lnTo>
                    <a:pt x="98028" y="114268"/>
                  </a:lnTo>
                  <a:lnTo>
                    <a:pt x="103474" y="114266"/>
                  </a:lnTo>
                  <a:lnTo>
                    <a:pt x="108920" y="114263"/>
                  </a:lnTo>
                  <a:lnTo>
                    <a:pt x="114366" y="114260"/>
                  </a:lnTo>
                  <a:lnTo>
                    <a:pt x="119812" y="114256"/>
                  </a:lnTo>
                  <a:lnTo>
                    <a:pt x="125259" y="114252"/>
                  </a:lnTo>
                  <a:lnTo>
                    <a:pt x="130705" y="114246"/>
                  </a:lnTo>
                  <a:lnTo>
                    <a:pt x="136151" y="114239"/>
                  </a:lnTo>
                  <a:lnTo>
                    <a:pt x="141597" y="114232"/>
                  </a:lnTo>
                  <a:lnTo>
                    <a:pt x="147043" y="114222"/>
                  </a:lnTo>
                  <a:lnTo>
                    <a:pt x="152489" y="114211"/>
                  </a:lnTo>
                  <a:lnTo>
                    <a:pt x="157935" y="114198"/>
                  </a:lnTo>
                  <a:lnTo>
                    <a:pt x="163381" y="114182"/>
                  </a:lnTo>
                  <a:lnTo>
                    <a:pt x="168827" y="114164"/>
                  </a:lnTo>
                  <a:lnTo>
                    <a:pt x="174273" y="114144"/>
                  </a:lnTo>
                  <a:lnTo>
                    <a:pt x="179719" y="114119"/>
                  </a:lnTo>
                  <a:lnTo>
                    <a:pt x="185165" y="114091"/>
                  </a:lnTo>
                  <a:lnTo>
                    <a:pt x="190611" y="114059"/>
                  </a:lnTo>
                  <a:lnTo>
                    <a:pt x="196057" y="114022"/>
                  </a:lnTo>
                  <a:lnTo>
                    <a:pt x="201503" y="113982"/>
                  </a:lnTo>
                  <a:lnTo>
                    <a:pt x="206949" y="113934"/>
                  </a:lnTo>
                  <a:lnTo>
                    <a:pt x="212395" y="113881"/>
                  </a:lnTo>
                  <a:lnTo>
                    <a:pt x="217841" y="113822"/>
                  </a:lnTo>
                  <a:lnTo>
                    <a:pt x="223287" y="113757"/>
                  </a:lnTo>
                  <a:lnTo>
                    <a:pt x="228733" y="113684"/>
                  </a:lnTo>
                  <a:lnTo>
                    <a:pt x="234179" y="113604"/>
                  </a:lnTo>
                  <a:lnTo>
                    <a:pt x="239625" y="113515"/>
                  </a:lnTo>
                  <a:lnTo>
                    <a:pt x="245072" y="113418"/>
                  </a:lnTo>
                  <a:lnTo>
                    <a:pt x="250518" y="113313"/>
                  </a:lnTo>
                  <a:lnTo>
                    <a:pt x="255964" y="113201"/>
                  </a:lnTo>
                  <a:lnTo>
                    <a:pt x="261410" y="113079"/>
                  </a:lnTo>
                  <a:lnTo>
                    <a:pt x="266856" y="112947"/>
                  </a:lnTo>
                  <a:lnTo>
                    <a:pt x="272302" y="112807"/>
                  </a:lnTo>
                  <a:lnTo>
                    <a:pt x="277748" y="112659"/>
                  </a:lnTo>
                  <a:lnTo>
                    <a:pt x="283194" y="112503"/>
                  </a:lnTo>
                  <a:lnTo>
                    <a:pt x="288640" y="112339"/>
                  </a:lnTo>
                  <a:lnTo>
                    <a:pt x="294086" y="112167"/>
                  </a:lnTo>
                  <a:lnTo>
                    <a:pt x="299532" y="111988"/>
                  </a:lnTo>
                  <a:lnTo>
                    <a:pt x="304978" y="111804"/>
                  </a:lnTo>
                  <a:lnTo>
                    <a:pt x="310424" y="111615"/>
                  </a:lnTo>
                  <a:lnTo>
                    <a:pt x="315870" y="111421"/>
                  </a:lnTo>
                  <a:lnTo>
                    <a:pt x="321316" y="111224"/>
                  </a:lnTo>
                  <a:lnTo>
                    <a:pt x="326762" y="111024"/>
                  </a:lnTo>
                  <a:lnTo>
                    <a:pt x="332208" y="110823"/>
                  </a:lnTo>
                  <a:lnTo>
                    <a:pt x="337654" y="110622"/>
                  </a:lnTo>
                  <a:lnTo>
                    <a:pt x="343100" y="110422"/>
                  </a:lnTo>
                  <a:lnTo>
                    <a:pt x="348546" y="110223"/>
                  </a:lnTo>
                  <a:lnTo>
                    <a:pt x="353992" y="110029"/>
                  </a:lnTo>
                  <a:lnTo>
                    <a:pt x="359438" y="109838"/>
                  </a:lnTo>
                  <a:lnTo>
                    <a:pt x="364885" y="109651"/>
                  </a:lnTo>
                  <a:lnTo>
                    <a:pt x="370331" y="109470"/>
                  </a:lnTo>
                  <a:lnTo>
                    <a:pt x="375777" y="109297"/>
                  </a:lnTo>
                  <a:lnTo>
                    <a:pt x="381223" y="109131"/>
                  </a:lnTo>
                  <a:lnTo>
                    <a:pt x="386669" y="108973"/>
                  </a:lnTo>
                  <a:lnTo>
                    <a:pt x="392115" y="108822"/>
                  </a:lnTo>
                  <a:lnTo>
                    <a:pt x="397561" y="108680"/>
                  </a:lnTo>
                  <a:lnTo>
                    <a:pt x="403007" y="108546"/>
                  </a:lnTo>
                  <a:lnTo>
                    <a:pt x="408453" y="108423"/>
                  </a:lnTo>
                  <a:lnTo>
                    <a:pt x="413899" y="108307"/>
                  </a:lnTo>
                  <a:lnTo>
                    <a:pt x="419345" y="108199"/>
                  </a:lnTo>
                  <a:lnTo>
                    <a:pt x="424791" y="108099"/>
                  </a:lnTo>
                  <a:lnTo>
                    <a:pt x="430237" y="108006"/>
                  </a:lnTo>
                  <a:lnTo>
                    <a:pt x="435683" y="107922"/>
                  </a:lnTo>
                  <a:lnTo>
                    <a:pt x="441129" y="107844"/>
                  </a:lnTo>
                  <a:lnTo>
                    <a:pt x="446575" y="107771"/>
                  </a:lnTo>
                  <a:lnTo>
                    <a:pt x="452021" y="107703"/>
                  </a:lnTo>
                  <a:lnTo>
                    <a:pt x="457467" y="107640"/>
                  </a:lnTo>
                  <a:lnTo>
                    <a:pt x="462913" y="107582"/>
                  </a:lnTo>
                  <a:lnTo>
                    <a:pt x="468359" y="107527"/>
                  </a:lnTo>
                  <a:lnTo>
                    <a:pt x="473805" y="107475"/>
                  </a:lnTo>
                  <a:lnTo>
                    <a:pt x="479251" y="107425"/>
                  </a:lnTo>
                  <a:lnTo>
                    <a:pt x="484698" y="107377"/>
                  </a:lnTo>
                  <a:lnTo>
                    <a:pt x="490144" y="107330"/>
                  </a:lnTo>
                  <a:lnTo>
                    <a:pt x="495590" y="107286"/>
                  </a:lnTo>
                  <a:lnTo>
                    <a:pt x="501036" y="107242"/>
                  </a:lnTo>
                  <a:lnTo>
                    <a:pt x="506482" y="107199"/>
                  </a:lnTo>
                  <a:lnTo>
                    <a:pt x="511928" y="107157"/>
                  </a:lnTo>
                  <a:lnTo>
                    <a:pt x="517374" y="107116"/>
                  </a:lnTo>
                  <a:lnTo>
                    <a:pt x="522820" y="107077"/>
                  </a:lnTo>
                  <a:lnTo>
                    <a:pt x="528266" y="107039"/>
                  </a:lnTo>
                  <a:lnTo>
                    <a:pt x="533712" y="107002"/>
                  </a:lnTo>
                  <a:lnTo>
                    <a:pt x="539158" y="106967"/>
                  </a:lnTo>
                  <a:lnTo>
                    <a:pt x="544604" y="106934"/>
                  </a:lnTo>
                  <a:lnTo>
                    <a:pt x="550050" y="106904"/>
                  </a:lnTo>
                  <a:lnTo>
                    <a:pt x="555496" y="106876"/>
                  </a:lnTo>
                  <a:lnTo>
                    <a:pt x="560942" y="106851"/>
                  </a:lnTo>
                  <a:lnTo>
                    <a:pt x="566388" y="106830"/>
                  </a:lnTo>
                  <a:lnTo>
                    <a:pt x="571834" y="106812"/>
                  </a:lnTo>
                  <a:lnTo>
                    <a:pt x="577280" y="106798"/>
                  </a:lnTo>
                  <a:lnTo>
                    <a:pt x="582726" y="106789"/>
                  </a:lnTo>
                  <a:lnTo>
                    <a:pt x="588172" y="106784"/>
                  </a:lnTo>
                  <a:lnTo>
                    <a:pt x="593618" y="106783"/>
                  </a:lnTo>
                  <a:lnTo>
                    <a:pt x="599064" y="106786"/>
                  </a:lnTo>
                  <a:lnTo>
                    <a:pt x="604510" y="106795"/>
                  </a:lnTo>
                  <a:lnTo>
                    <a:pt x="609957" y="106808"/>
                  </a:lnTo>
                  <a:lnTo>
                    <a:pt x="615403" y="106825"/>
                  </a:lnTo>
                  <a:lnTo>
                    <a:pt x="620849" y="106845"/>
                  </a:lnTo>
                  <a:lnTo>
                    <a:pt x="626295" y="106869"/>
                  </a:lnTo>
                  <a:lnTo>
                    <a:pt x="631741" y="106897"/>
                  </a:lnTo>
                  <a:lnTo>
                    <a:pt x="637187" y="106928"/>
                  </a:lnTo>
                  <a:lnTo>
                    <a:pt x="642633" y="106960"/>
                  </a:lnTo>
                  <a:lnTo>
                    <a:pt x="648079" y="106994"/>
                  </a:lnTo>
                  <a:lnTo>
                    <a:pt x="653525" y="107029"/>
                  </a:lnTo>
                  <a:lnTo>
                    <a:pt x="658971" y="107065"/>
                  </a:lnTo>
                  <a:lnTo>
                    <a:pt x="664417" y="107100"/>
                  </a:lnTo>
                  <a:lnTo>
                    <a:pt x="669863" y="107134"/>
                  </a:lnTo>
                  <a:lnTo>
                    <a:pt x="675309" y="107166"/>
                  </a:lnTo>
                  <a:lnTo>
                    <a:pt x="680755" y="107197"/>
                  </a:lnTo>
                  <a:lnTo>
                    <a:pt x="686201" y="107224"/>
                  </a:lnTo>
                  <a:lnTo>
                    <a:pt x="691647" y="107248"/>
                  </a:lnTo>
                  <a:lnTo>
                    <a:pt x="697093" y="107268"/>
                  </a:lnTo>
                  <a:lnTo>
                    <a:pt x="702539" y="107284"/>
                  </a:lnTo>
                  <a:lnTo>
                    <a:pt x="707985" y="107296"/>
                  </a:lnTo>
                  <a:lnTo>
                    <a:pt x="713431" y="107304"/>
                  </a:lnTo>
                  <a:lnTo>
                    <a:pt x="718877" y="107307"/>
                  </a:lnTo>
                  <a:lnTo>
                    <a:pt x="724323" y="107306"/>
                  </a:lnTo>
                  <a:lnTo>
                    <a:pt x="729770" y="107302"/>
                  </a:lnTo>
                  <a:lnTo>
                    <a:pt x="735216" y="107295"/>
                  </a:lnTo>
                  <a:lnTo>
                    <a:pt x="740662" y="107284"/>
                  </a:lnTo>
                  <a:lnTo>
                    <a:pt x="746108" y="107272"/>
                  </a:lnTo>
                  <a:lnTo>
                    <a:pt x="751554" y="107258"/>
                  </a:lnTo>
                  <a:lnTo>
                    <a:pt x="757000" y="107245"/>
                  </a:lnTo>
                  <a:lnTo>
                    <a:pt x="762446" y="107232"/>
                  </a:lnTo>
                  <a:lnTo>
                    <a:pt x="767892" y="107220"/>
                  </a:lnTo>
                  <a:lnTo>
                    <a:pt x="773338" y="107212"/>
                  </a:lnTo>
                  <a:lnTo>
                    <a:pt x="778784" y="107207"/>
                  </a:lnTo>
                  <a:lnTo>
                    <a:pt x="784230" y="107207"/>
                  </a:lnTo>
                  <a:lnTo>
                    <a:pt x="789676" y="107212"/>
                  </a:lnTo>
                  <a:lnTo>
                    <a:pt x="795122" y="107224"/>
                  </a:lnTo>
                  <a:lnTo>
                    <a:pt x="800568" y="107243"/>
                  </a:lnTo>
                  <a:lnTo>
                    <a:pt x="806014" y="107271"/>
                  </a:lnTo>
                  <a:lnTo>
                    <a:pt x="811460" y="107307"/>
                  </a:lnTo>
                  <a:lnTo>
                    <a:pt x="816906" y="107351"/>
                  </a:lnTo>
                  <a:lnTo>
                    <a:pt x="822352" y="107404"/>
                  </a:lnTo>
                  <a:lnTo>
                    <a:pt x="827798" y="107467"/>
                  </a:lnTo>
                  <a:lnTo>
                    <a:pt x="833244" y="107540"/>
                  </a:lnTo>
                  <a:lnTo>
                    <a:pt x="838690" y="107621"/>
                  </a:lnTo>
                  <a:lnTo>
                    <a:pt x="844136" y="107710"/>
                  </a:lnTo>
                  <a:lnTo>
                    <a:pt x="849583" y="107806"/>
                  </a:lnTo>
                  <a:lnTo>
                    <a:pt x="855029" y="107911"/>
                  </a:lnTo>
                  <a:lnTo>
                    <a:pt x="860475" y="108023"/>
                  </a:lnTo>
                  <a:lnTo>
                    <a:pt x="865921" y="108140"/>
                  </a:lnTo>
                  <a:lnTo>
                    <a:pt x="871367" y="108262"/>
                  </a:lnTo>
                  <a:lnTo>
                    <a:pt x="876813" y="108387"/>
                  </a:lnTo>
                  <a:lnTo>
                    <a:pt x="882259" y="108516"/>
                  </a:lnTo>
                  <a:lnTo>
                    <a:pt x="887705" y="108647"/>
                  </a:lnTo>
                  <a:lnTo>
                    <a:pt x="893151" y="108780"/>
                  </a:lnTo>
                  <a:lnTo>
                    <a:pt x="898597" y="108912"/>
                  </a:lnTo>
                  <a:lnTo>
                    <a:pt x="904043" y="109044"/>
                  </a:lnTo>
                  <a:lnTo>
                    <a:pt x="909489" y="109174"/>
                  </a:lnTo>
                  <a:lnTo>
                    <a:pt x="914935" y="109303"/>
                  </a:lnTo>
                  <a:lnTo>
                    <a:pt x="920381" y="109428"/>
                  </a:lnTo>
                  <a:lnTo>
                    <a:pt x="925827" y="109550"/>
                  </a:lnTo>
                  <a:lnTo>
                    <a:pt x="931273" y="109669"/>
                  </a:lnTo>
                  <a:lnTo>
                    <a:pt x="936719" y="109784"/>
                  </a:lnTo>
                  <a:lnTo>
                    <a:pt x="942165" y="109895"/>
                  </a:lnTo>
                  <a:lnTo>
                    <a:pt x="947611" y="110000"/>
                  </a:lnTo>
                  <a:lnTo>
                    <a:pt x="953057" y="110102"/>
                  </a:lnTo>
                  <a:lnTo>
                    <a:pt x="958503" y="110199"/>
                  </a:lnTo>
                  <a:lnTo>
                    <a:pt x="963949" y="110292"/>
                  </a:lnTo>
                  <a:lnTo>
                    <a:pt x="969396" y="110380"/>
                  </a:lnTo>
                  <a:lnTo>
                    <a:pt x="974842" y="110463"/>
                  </a:lnTo>
                  <a:lnTo>
                    <a:pt x="980288" y="110543"/>
                  </a:lnTo>
                  <a:lnTo>
                    <a:pt x="985734" y="110619"/>
                  </a:lnTo>
                  <a:lnTo>
                    <a:pt x="991180" y="110691"/>
                  </a:lnTo>
                  <a:lnTo>
                    <a:pt x="996626" y="110760"/>
                  </a:lnTo>
                  <a:lnTo>
                    <a:pt x="1002072" y="110824"/>
                  </a:lnTo>
                  <a:lnTo>
                    <a:pt x="1007518" y="110885"/>
                  </a:lnTo>
                  <a:lnTo>
                    <a:pt x="1012964" y="110943"/>
                  </a:lnTo>
                  <a:lnTo>
                    <a:pt x="1018410" y="110997"/>
                  </a:lnTo>
                  <a:lnTo>
                    <a:pt x="1023856" y="111048"/>
                  </a:lnTo>
                  <a:lnTo>
                    <a:pt x="1029302" y="111094"/>
                  </a:lnTo>
                  <a:lnTo>
                    <a:pt x="1034748" y="111137"/>
                  </a:lnTo>
                  <a:lnTo>
                    <a:pt x="1040194" y="111175"/>
                  </a:lnTo>
                  <a:lnTo>
                    <a:pt x="1045640" y="111209"/>
                  </a:lnTo>
                  <a:lnTo>
                    <a:pt x="1051086" y="111239"/>
                  </a:lnTo>
                  <a:lnTo>
                    <a:pt x="1056532" y="111262"/>
                  </a:lnTo>
                  <a:lnTo>
                    <a:pt x="1061978" y="111279"/>
                  </a:lnTo>
                  <a:lnTo>
                    <a:pt x="1067424" y="111291"/>
                  </a:lnTo>
                  <a:lnTo>
                    <a:pt x="1072870" y="111296"/>
                  </a:lnTo>
                  <a:lnTo>
                    <a:pt x="1078316" y="111293"/>
                  </a:lnTo>
                  <a:lnTo>
                    <a:pt x="1083762" y="111282"/>
                  </a:lnTo>
                  <a:lnTo>
                    <a:pt x="1089209" y="111262"/>
                  </a:lnTo>
                  <a:lnTo>
                    <a:pt x="1094655" y="111234"/>
                  </a:lnTo>
                  <a:lnTo>
                    <a:pt x="1100101" y="111196"/>
                  </a:lnTo>
                  <a:lnTo>
                    <a:pt x="1105547" y="111150"/>
                  </a:lnTo>
                  <a:lnTo>
                    <a:pt x="1110993" y="111092"/>
                  </a:lnTo>
                  <a:lnTo>
                    <a:pt x="1116439" y="111023"/>
                  </a:lnTo>
                  <a:lnTo>
                    <a:pt x="1121885" y="110943"/>
                  </a:lnTo>
                  <a:lnTo>
                    <a:pt x="1127331" y="110853"/>
                  </a:lnTo>
                  <a:lnTo>
                    <a:pt x="1132777" y="110753"/>
                  </a:lnTo>
                  <a:lnTo>
                    <a:pt x="1138223" y="110641"/>
                  </a:lnTo>
                  <a:lnTo>
                    <a:pt x="1143669" y="110515"/>
                  </a:lnTo>
                  <a:lnTo>
                    <a:pt x="1149115" y="110379"/>
                  </a:lnTo>
                  <a:lnTo>
                    <a:pt x="1154561" y="110233"/>
                  </a:lnTo>
                  <a:lnTo>
                    <a:pt x="1160007" y="110076"/>
                  </a:lnTo>
                  <a:lnTo>
                    <a:pt x="1165453" y="109909"/>
                  </a:lnTo>
                  <a:lnTo>
                    <a:pt x="1170899" y="109728"/>
                  </a:lnTo>
                  <a:lnTo>
                    <a:pt x="1176345" y="109538"/>
                  </a:lnTo>
                  <a:lnTo>
                    <a:pt x="1181791" y="109337"/>
                  </a:lnTo>
                  <a:lnTo>
                    <a:pt x="1187237" y="109127"/>
                  </a:lnTo>
                  <a:lnTo>
                    <a:pt x="1192683" y="108908"/>
                  </a:lnTo>
                  <a:lnTo>
                    <a:pt x="1198129" y="108676"/>
                  </a:lnTo>
                  <a:lnTo>
                    <a:pt x="1203575" y="108434"/>
                  </a:lnTo>
                  <a:lnTo>
                    <a:pt x="1209021" y="108184"/>
                  </a:lnTo>
                  <a:lnTo>
                    <a:pt x="1214468" y="107923"/>
                  </a:lnTo>
                  <a:lnTo>
                    <a:pt x="1219914" y="107653"/>
                  </a:lnTo>
                  <a:lnTo>
                    <a:pt x="1225360" y="107371"/>
                  </a:lnTo>
                  <a:lnTo>
                    <a:pt x="1230806" y="107077"/>
                  </a:lnTo>
                  <a:lnTo>
                    <a:pt x="1236252" y="106773"/>
                  </a:lnTo>
                  <a:lnTo>
                    <a:pt x="1241698" y="106458"/>
                  </a:lnTo>
                  <a:lnTo>
                    <a:pt x="1247144" y="106130"/>
                  </a:lnTo>
                  <a:lnTo>
                    <a:pt x="1252590" y="105789"/>
                  </a:lnTo>
                  <a:lnTo>
                    <a:pt x="1258036" y="105431"/>
                  </a:lnTo>
                  <a:lnTo>
                    <a:pt x="1263482" y="105060"/>
                  </a:lnTo>
                  <a:lnTo>
                    <a:pt x="1268928" y="104673"/>
                  </a:lnTo>
                  <a:lnTo>
                    <a:pt x="1274374" y="104270"/>
                  </a:lnTo>
                  <a:lnTo>
                    <a:pt x="1279820" y="103849"/>
                  </a:lnTo>
                  <a:lnTo>
                    <a:pt x="1285266" y="103405"/>
                  </a:lnTo>
                  <a:lnTo>
                    <a:pt x="1290712" y="102942"/>
                  </a:lnTo>
                  <a:lnTo>
                    <a:pt x="1296158" y="102458"/>
                  </a:lnTo>
                  <a:lnTo>
                    <a:pt x="1301604" y="101952"/>
                  </a:lnTo>
                  <a:lnTo>
                    <a:pt x="1307050" y="101423"/>
                  </a:lnTo>
                  <a:lnTo>
                    <a:pt x="1312496" y="100862"/>
                  </a:lnTo>
                  <a:lnTo>
                    <a:pt x="1317942" y="100276"/>
                  </a:lnTo>
                  <a:lnTo>
                    <a:pt x="1323388" y="99662"/>
                  </a:lnTo>
                  <a:lnTo>
                    <a:pt x="1328834" y="99021"/>
                  </a:lnTo>
                  <a:lnTo>
                    <a:pt x="1334281" y="98351"/>
                  </a:lnTo>
                  <a:lnTo>
                    <a:pt x="1339727" y="97641"/>
                  </a:lnTo>
                  <a:lnTo>
                    <a:pt x="1345173" y="96898"/>
                  </a:lnTo>
                  <a:lnTo>
                    <a:pt x="1350619" y="96122"/>
                  </a:lnTo>
                  <a:lnTo>
                    <a:pt x="1356065" y="95311"/>
                  </a:lnTo>
                  <a:lnTo>
                    <a:pt x="1361511" y="94465"/>
                  </a:lnTo>
                  <a:lnTo>
                    <a:pt x="1366957" y="93574"/>
                  </a:lnTo>
                  <a:lnTo>
                    <a:pt x="1372403" y="92641"/>
                  </a:lnTo>
                  <a:lnTo>
                    <a:pt x="1377849" y="91668"/>
                  </a:lnTo>
                  <a:lnTo>
                    <a:pt x="1383295" y="90655"/>
                  </a:lnTo>
                  <a:lnTo>
                    <a:pt x="1388741" y="89599"/>
                  </a:lnTo>
                  <a:lnTo>
                    <a:pt x="1394187" y="88494"/>
                  </a:lnTo>
                  <a:lnTo>
                    <a:pt x="1399633" y="87336"/>
                  </a:lnTo>
                  <a:lnTo>
                    <a:pt x="1405079" y="86133"/>
                  </a:lnTo>
                  <a:lnTo>
                    <a:pt x="1410525" y="84883"/>
                  </a:lnTo>
                  <a:lnTo>
                    <a:pt x="1415971" y="83585"/>
                  </a:lnTo>
                  <a:lnTo>
                    <a:pt x="1421417" y="82234"/>
                  </a:lnTo>
                  <a:lnTo>
                    <a:pt x="1426863" y="80822"/>
                  </a:lnTo>
                  <a:lnTo>
                    <a:pt x="1432309" y="79358"/>
                  </a:lnTo>
                  <a:lnTo>
                    <a:pt x="1437755" y="77844"/>
                  </a:lnTo>
                  <a:lnTo>
                    <a:pt x="1443201" y="76278"/>
                  </a:lnTo>
                  <a:lnTo>
                    <a:pt x="1448647" y="74658"/>
                  </a:lnTo>
                  <a:lnTo>
                    <a:pt x="1454094" y="72972"/>
                  </a:lnTo>
                  <a:lnTo>
                    <a:pt x="1459540" y="71235"/>
                  </a:lnTo>
                  <a:lnTo>
                    <a:pt x="1464986" y="69447"/>
                  </a:lnTo>
                  <a:lnTo>
                    <a:pt x="1470432" y="67609"/>
                  </a:lnTo>
                  <a:lnTo>
                    <a:pt x="1475878" y="65722"/>
                  </a:lnTo>
                  <a:lnTo>
                    <a:pt x="1481324" y="63775"/>
                  </a:lnTo>
                  <a:lnTo>
                    <a:pt x="1486770" y="61783"/>
                  </a:lnTo>
                  <a:lnTo>
                    <a:pt x="1492216" y="59748"/>
                  </a:lnTo>
                  <a:lnTo>
                    <a:pt x="1497662" y="57674"/>
                  </a:lnTo>
                  <a:lnTo>
                    <a:pt x="1503108" y="55563"/>
                  </a:lnTo>
                  <a:lnTo>
                    <a:pt x="1508554" y="53413"/>
                  </a:lnTo>
                  <a:lnTo>
                    <a:pt x="1514000" y="51232"/>
                  </a:lnTo>
                  <a:lnTo>
                    <a:pt x="1519446" y="49028"/>
                  </a:lnTo>
                  <a:lnTo>
                    <a:pt x="1524892" y="46805"/>
                  </a:lnTo>
                  <a:lnTo>
                    <a:pt x="1530338" y="44566"/>
                  </a:lnTo>
                  <a:lnTo>
                    <a:pt x="1535784" y="42317"/>
                  </a:lnTo>
                  <a:lnTo>
                    <a:pt x="1541230" y="40064"/>
                  </a:lnTo>
                  <a:lnTo>
                    <a:pt x="1546676" y="37815"/>
                  </a:lnTo>
                  <a:lnTo>
                    <a:pt x="1552122" y="35574"/>
                  </a:lnTo>
                  <a:lnTo>
                    <a:pt x="1557568" y="33347"/>
                  </a:lnTo>
                  <a:lnTo>
                    <a:pt x="1563014" y="31140"/>
                  </a:lnTo>
                  <a:lnTo>
                    <a:pt x="1568460" y="28967"/>
                  </a:lnTo>
                  <a:lnTo>
                    <a:pt x="1573907" y="26827"/>
                  </a:lnTo>
                  <a:lnTo>
                    <a:pt x="1579353" y="24726"/>
                  </a:lnTo>
                  <a:lnTo>
                    <a:pt x="1584799" y="22669"/>
                  </a:lnTo>
                  <a:lnTo>
                    <a:pt x="1590245" y="20663"/>
                  </a:lnTo>
                  <a:lnTo>
                    <a:pt x="1595691" y="18730"/>
                  </a:lnTo>
                  <a:lnTo>
                    <a:pt x="1601137" y="16860"/>
                  </a:lnTo>
                  <a:lnTo>
                    <a:pt x="1606583" y="15059"/>
                  </a:lnTo>
                  <a:lnTo>
                    <a:pt x="1612029" y="13330"/>
                  </a:lnTo>
                  <a:lnTo>
                    <a:pt x="1617475" y="11679"/>
                  </a:lnTo>
                  <a:lnTo>
                    <a:pt x="1622921" y="10135"/>
                  </a:lnTo>
                  <a:lnTo>
                    <a:pt x="1628367" y="8683"/>
                  </a:lnTo>
                  <a:lnTo>
                    <a:pt x="1633813" y="7325"/>
                  </a:lnTo>
                  <a:lnTo>
                    <a:pt x="1639259" y="6064"/>
                  </a:lnTo>
                  <a:lnTo>
                    <a:pt x="1644705" y="4904"/>
                  </a:lnTo>
                  <a:lnTo>
                    <a:pt x="1650151" y="3873"/>
                  </a:lnTo>
                  <a:lnTo>
                    <a:pt x="1655597" y="2961"/>
                  </a:lnTo>
                  <a:lnTo>
                    <a:pt x="1661043" y="2162"/>
                  </a:lnTo>
                  <a:lnTo>
                    <a:pt x="1666489" y="1479"/>
                  </a:lnTo>
                  <a:lnTo>
                    <a:pt x="1671935" y="913"/>
                  </a:lnTo>
                  <a:lnTo>
                    <a:pt x="1677381" y="486"/>
                  </a:lnTo>
                  <a:lnTo>
                    <a:pt x="1682827" y="200"/>
                  </a:lnTo>
                  <a:lnTo>
                    <a:pt x="1688273" y="38"/>
                  </a:lnTo>
                  <a:lnTo>
                    <a:pt x="1693720" y="0"/>
                  </a:lnTo>
                  <a:lnTo>
                    <a:pt x="1699166" y="86"/>
                  </a:lnTo>
                  <a:lnTo>
                    <a:pt x="1704612" y="309"/>
                  </a:lnTo>
                  <a:lnTo>
                    <a:pt x="1710058" y="683"/>
                  </a:lnTo>
                  <a:lnTo>
                    <a:pt x="1715504" y="1179"/>
                  </a:lnTo>
                  <a:lnTo>
                    <a:pt x="1720950" y="1795"/>
                  </a:lnTo>
                  <a:lnTo>
                    <a:pt x="1726396" y="2531"/>
                  </a:lnTo>
                  <a:lnTo>
                    <a:pt x="1731842" y="3388"/>
                  </a:lnTo>
                  <a:lnTo>
                    <a:pt x="1737288" y="4388"/>
                  </a:lnTo>
                  <a:lnTo>
                    <a:pt x="1742734" y="5495"/>
                  </a:lnTo>
                  <a:lnTo>
                    <a:pt x="1748180" y="6707"/>
                  </a:lnTo>
                  <a:lnTo>
                    <a:pt x="1753626" y="8018"/>
                  </a:lnTo>
                  <a:lnTo>
                    <a:pt x="1759072" y="9425"/>
                  </a:lnTo>
                  <a:lnTo>
                    <a:pt x="1764518" y="10946"/>
                  </a:lnTo>
                  <a:lnTo>
                    <a:pt x="1769964" y="12550"/>
                  </a:lnTo>
                  <a:lnTo>
                    <a:pt x="1775410" y="14229"/>
                  </a:lnTo>
                  <a:lnTo>
                    <a:pt x="1780856" y="15979"/>
                  </a:lnTo>
                  <a:lnTo>
                    <a:pt x="1786302" y="17793"/>
                  </a:lnTo>
                  <a:lnTo>
                    <a:pt x="1791748" y="19677"/>
                  </a:lnTo>
                  <a:lnTo>
                    <a:pt x="1797194" y="21614"/>
                  </a:lnTo>
                  <a:lnTo>
                    <a:pt x="1802640" y="23592"/>
                  </a:lnTo>
                  <a:lnTo>
                    <a:pt x="1808086" y="25608"/>
                  </a:lnTo>
                  <a:lnTo>
                    <a:pt x="1813532" y="27654"/>
                  </a:lnTo>
                  <a:lnTo>
                    <a:pt x="1818979" y="29728"/>
                  </a:lnTo>
                  <a:lnTo>
                    <a:pt x="1824425" y="31822"/>
                  </a:lnTo>
                  <a:lnTo>
                    <a:pt x="1829871" y="33927"/>
                  </a:lnTo>
                  <a:lnTo>
                    <a:pt x="1835317" y="36039"/>
                  </a:lnTo>
                  <a:lnTo>
                    <a:pt x="1840763" y="38153"/>
                  </a:lnTo>
                  <a:lnTo>
                    <a:pt x="1846209" y="40265"/>
                  </a:lnTo>
                  <a:lnTo>
                    <a:pt x="1851655" y="42367"/>
                  </a:lnTo>
                  <a:lnTo>
                    <a:pt x="1857101" y="44458"/>
                  </a:lnTo>
                  <a:lnTo>
                    <a:pt x="1862547" y="46534"/>
                  </a:lnTo>
                  <a:lnTo>
                    <a:pt x="1867993" y="48593"/>
                  </a:lnTo>
                  <a:lnTo>
                    <a:pt x="1873439" y="50632"/>
                  </a:lnTo>
                  <a:lnTo>
                    <a:pt x="1878885" y="52643"/>
                  </a:lnTo>
                  <a:lnTo>
                    <a:pt x="1884331" y="54629"/>
                  </a:lnTo>
                  <a:lnTo>
                    <a:pt x="1889777" y="56588"/>
                  </a:lnTo>
                  <a:lnTo>
                    <a:pt x="1895223" y="58521"/>
                  </a:lnTo>
                  <a:lnTo>
                    <a:pt x="1900669" y="60426"/>
                  </a:lnTo>
                  <a:lnTo>
                    <a:pt x="1906115" y="62293"/>
                  </a:lnTo>
                  <a:lnTo>
                    <a:pt x="1911561" y="64129"/>
                  </a:lnTo>
                  <a:lnTo>
                    <a:pt x="1917007" y="65935"/>
                  </a:lnTo>
                  <a:lnTo>
                    <a:pt x="1922453" y="67709"/>
                  </a:lnTo>
                  <a:lnTo>
                    <a:pt x="1927899" y="69452"/>
                  </a:lnTo>
                  <a:lnTo>
                    <a:pt x="1933345" y="71155"/>
                  </a:lnTo>
                  <a:lnTo>
                    <a:pt x="1938792" y="72824"/>
                  </a:lnTo>
                  <a:lnTo>
                    <a:pt x="1944238" y="74459"/>
                  </a:lnTo>
                  <a:lnTo>
                    <a:pt x="1949684" y="76062"/>
                  </a:lnTo>
                  <a:lnTo>
                    <a:pt x="1955130" y="77631"/>
                  </a:lnTo>
                  <a:lnTo>
                    <a:pt x="1960576" y="79160"/>
                  </a:lnTo>
                  <a:lnTo>
                    <a:pt x="1966022" y="80650"/>
                  </a:lnTo>
                  <a:lnTo>
                    <a:pt x="1971468" y="82106"/>
                  </a:lnTo>
                  <a:lnTo>
                    <a:pt x="1976914" y="83526"/>
                  </a:lnTo>
                  <a:lnTo>
                    <a:pt x="1982360" y="84910"/>
                  </a:lnTo>
                  <a:lnTo>
                    <a:pt x="1987806" y="86254"/>
                  </a:lnTo>
                  <a:lnTo>
                    <a:pt x="1993252" y="87555"/>
                  </a:lnTo>
                  <a:lnTo>
                    <a:pt x="1998698" y="88818"/>
                  </a:lnTo>
                  <a:lnTo>
                    <a:pt x="2004144" y="90044"/>
                  </a:lnTo>
                  <a:lnTo>
                    <a:pt x="2009590" y="91232"/>
                  </a:lnTo>
                  <a:lnTo>
                    <a:pt x="2015036" y="92382"/>
                  </a:lnTo>
                  <a:lnTo>
                    <a:pt x="2020482" y="93483"/>
                  </a:lnTo>
                  <a:lnTo>
                    <a:pt x="2025928" y="94546"/>
                  </a:lnTo>
                  <a:lnTo>
                    <a:pt x="2031374" y="95572"/>
                  </a:lnTo>
                  <a:lnTo>
                    <a:pt x="2036820" y="96560"/>
                  </a:lnTo>
                  <a:lnTo>
                    <a:pt x="2042266" y="97511"/>
                  </a:lnTo>
                  <a:lnTo>
                    <a:pt x="2047712" y="98414"/>
                  </a:lnTo>
                  <a:lnTo>
                    <a:pt x="2053158" y="99281"/>
                  </a:lnTo>
                  <a:lnTo>
                    <a:pt x="2058605" y="100112"/>
                  </a:lnTo>
                  <a:lnTo>
                    <a:pt x="2064051" y="100908"/>
                  </a:lnTo>
                  <a:lnTo>
                    <a:pt x="2069497" y="101670"/>
                  </a:lnTo>
                  <a:lnTo>
                    <a:pt x="2074943" y="102391"/>
                  </a:lnTo>
                  <a:lnTo>
                    <a:pt x="2080389" y="103077"/>
                  </a:lnTo>
                  <a:lnTo>
                    <a:pt x="2085835" y="103732"/>
                  </a:lnTo>
                  <a:lnTo>
                    <a:pt x="2091281" y="104357"/>
                  </a:lnTo>
                  <a:lnTo>
                    <a:pt x="2096727" y="104953"/>
                  </a:lnTo>
                  <a:lnTo>
                    <a:pt x="2102173" y="105515"/>
                  </a:lnTo>
                  <a:lnTo>
                    <a:pt x="2107619" y="106047"/>
                  </a:lnTo>
                  <a:lnTo>
                    <a:pt x="2113065" y="106553"/>
                  </a:lnTo>
                  <a:lnTo>
                    <a:pt x="2118511" y="107035"/>
                  </a:lnTo>
                  <a:lnTo>
                    <a:pt x="2123957" y="107492"/>
                  </a:lnTo>
                  <a:lnTo>
                    <a:pt x="2129403" y="107923"/>
                  </a:lnTo>
                  <a:lnTo>
                    <a:pt x="2134849" y="108329"/>
                  </a:lnTo>
                  <a:lnTo>
                    <a:pt x="2140295" y="108713"/>
                  </a:lnTo>
                  <a:lnTo>
                    <a:pt x="2145741" y="109078"/>
                  </a:lnTo>
                  <a:lnTo>
                    <a:pt x="2151187" y="109423"/>
                  </a:lnTo>
                  <a:lnTo>
                    <a:pt x="2156633" y="109749"/>
                  </a:lnTo>
                  <a:lnTo>
                    <a:pt x="2162079" y="110052"/>
                  </a:lnTo>
                  <a:lnTo>
                    <a:pt x="2167525" y="110339"/>
                  </a:lnTo>
                  <a:lnTo>
                    <a:pt x="2172971" y="110609"/>
                  </a:lnTo>
                  <a:lnTo>
                    <a:pt x="2178418" y="110864"/>
                  </a:lnTo>
                  <a:lnTo>
                    <a:pt x="2183864" y="111104"/>
                  </a:lnTo>
                  <a:lnTo>
                    <a:pt x="2189310" y="111326"/>
                  </a:lnTo>
                  <a:lnTo>
                    <a:pt x="2194756" y="111533"/>
                  </a:lnTo>
                  <a:lnTo>
                    <a:pt x="2200202" y="111728"/>
                  </a:lnTo>
                  <a:lnTo>
                    <a:pt x="2205648" y="111910"/>
                  </a:lnTo>
                  <a:lnTo>
                    <a:pt x="2211094" y="112080"/>
                  </a:lnTo>
                  <a:lnTo>
                    <a:pt x="2216540" y="112236"/>
                  </a:lnTo>
                  <a:lnTo>
                    <a:pt x="2221986" y="112380"/>
                  </a:lnTo>
                  <a:lnTo>
                    <a:pt x="2227432" y="112514"/>
                  </a:lnTo>
                  <a:lnTo>
                    <a:pt x="2232878" y="112638"/>
                  </a:lnTo>
                  <a:lnTo>
                    <a:pt x="2238324" y="112753"/>
                  </a:lnTo>
                  <a:lnTo>
                    <a:pt x="2243770" y="112857"/>
                  </a:lnTo>
                  <a:lnTo>
                    <a:pt x="2249216" y="112953"/>
                  </a:lnTo>
                  <a:lnTo>
                    <a:pt x="2254662" y="113041"/>
                  </a:lnTo>
                  <a:lnTo>
                    <a:pt x="2260108" y="113121"/>
                  </a:lnTo>
                  <a:lnTo>
                    <a:pt x="2265554" y="113195"/>
                  </a:lnTo>
                  <a:lnTo>
                    <a:pt x="2271000" y="113262"/>
                  </a:lnTo>
                  <a:lnTo>
                    <a:pt x="2276446" y="113323"/>
                  </a:lnTo>
                  <a:lnTo>
                    <a:pt x="2281892" y="113379"/>
                  </a:lnTo>
                  <a:lnTo>
                    <a:pt x="2287338" y="113430"/>
                  </a:lnTo>
                  <a:lnTo>
                    <a:pt x="2292784" y="113477"/>
                  </a:lnTo>
                  <a:lnTo>
                    <a:pt x="2298231" y="113521"/>
                  </a:lnTo>
                  <a:lnTo>
                    <a:pt x="2303677" y="113560"/>
                  </a:lnTo>
                  <a:lnTo>
                    <a:pt x="2309123" y="113596"/>
                  </a:lnTo>
                  <a:lnTo>
                    <a:pt x="2314569" y="113631"/>
                  </a:lnTo>
                  <a:lnTo>
                    <a:pt x="2320015" y="113663"/>
                  </a:lnTo>
                  <a:lnTo>
                    <a:pt x="2325461" y="113693"/>
                  </a:lnTo>
                  <a:lnTo>
                    <a:pt x="2330907" y="113721"/>
                  </a:lnTo>
                  <a:lnTo>
                    <a:pt x="2336353" y="113748"/>
                  </a:lnTo>
                  <a:lnTo>
                    <a:pt x="2341799" y="113774"/>
                  </a:lnTo>
                  <a:lnTo>
                    <a:pt x="2347245" y="113799"/>
                  </a:lnTo>
                  <a:lnTo>
                    <a:pt x="2352691" y="113823"/>
                  </a:lnTo>
                  <a:lnTo>
                    <a:pt x="2358137" y="113847"/>
                  </a:lnTo>
                  <a:lnTo>
                    <a:pt x="2363583" y="113870"/>
                  </a:lnTo>
                  <a:lnTo>
                    <a:pt x="2369029" y="113892"/>
                  </a:lnTo>
                  <a:lnTo>
                    <a:pt x="2374475" y="113914"/>
                  </a:lnTo>
                  <a:lnTo>
                    <a:pt x="2379921" y="113935"/>
                  </a:lnTo>
                  <a:lnTo>
                    <a:pt x="2385367" y="113956"/>
                  </a:lnTo>
                  <a:lnTo>
                    <a:pt x="2390813" y="113977"/>
                  </a:lnTo>
                  <a:lnTo>
                    <a:pt x="2396259" y="113997"/>
                  </a:lnTo>
                  <a:lnTo>
                    <a:pt x="2401705" y="114016"/>
                  </a:lnTo>
                  <a:lnTo>
                    <a:pt x="2407151" y="114035"/>
                  </a:lnTo>
                  <a:lnTo>
                    <a:pt x="2412597" y="114053"/>
                  </a:lnTo>
                  <a:lnTo>
                    <a:pt x="2418043" y="114071"/>
                  </a:lnTo>
                  <a:lnTo>
                    <a:pt x="2423490" y="114088"/>
                  </a:lnTo>
                  <a:lnTo>
                    <a:pt x="2428936" y="114104"/>
                  </a:lnTo>
                  <a:lnTo>
                    <a:pt x="2434382" y="114119"/>
                  </a:lnTo>
                  <a:lnTo>
                    <a:pt x="2439828" y="114134"/>
                  </a:lnTo>
                  <a:lnTo>
                    <a:pt x="2445274" y="114147"/>
                  </a:lnTo>
                  <a:lnTo>
                    <a:pt x="2450720" y="114160"/>
                  </a:lnTo>
                  <a:lnTo>
                    <a:pt x="2456166" y="114172"/>
                  </a:lnTo>
                  <a:lnTo>
                    <a:pt x="2461612" y="114183"/>
                  </a:lnTo>
                  <a:lnTo>
                    <a:pt x="2467058" y="114193"/>
                  </a:lnTo>
                  <a:lnTo>
                    <a:pt x="2472504" y="114202"/>
                  </a:lnTo>
                  <a:lnTo>
                    <a:pt x="2477950" y="114211"/>
                  </a:lnTo>
                  <a:lnTo>
                    <a:pt x="2483396" y="114219"/>
                  </a:lnTo>
                  <a:lnTo>
                    <a:pt x="2488842" y="114226"/>
                  </a:lnTo>
                  <a:lnTo>
                    <a:pt x="2494288" y="114232"/>
                  </a:lnTo>
                  <a:lnTo>
                    <a:pt x="2499734" y="114238"/>
                  </a:lnTo>
                  <a:lnTo>
                    <a:pt x="2505180" y="114243"/>
                  </a:lnTo>
                  <a:lnTo>
                    <a:pt x="2510626" y="114248"/>
                  </a:lnTo>
                  <a:lnTo>
                    <a:pt x="2516072" y="114252"/>
                  </a:lnTo>
                  <a:lnTo>
                    <a:pt x="2521518" y="114255"/>
                  </a:lnTo>
                  <a:lnTo>
                    <a:pt x="2526964" y="114258"/>
                  </a:lnTo>
                  <a:lnTo>
                    <a:pt x="2532410" y="114261"/>
                  </a:lnTo>
                  <a:lnTo>
                    <a:pt x="2537856" y="114263"/>
                  </a:lnTo>
                  <a:lnTo>
                    <a:pt x="2543303" y="114265"/>
                  </a:lnTo>
                  <a:lnTo>
                    <a:pt x="2548749" y="114267"/>
                  </a:lnTo>
                  <a:lnTo>
                    <a:pt x="2554195" y="114269"/>
                  </a:lnTo>
                  <a:lnTo>
                    <a:pt x="2559641" y="114270"/>
                  </a:lnTo>
                  <a:lnTo>
                    <a:pt x="2565087" y="114271"/>
                  </a:lnTo>
                  <a:lnTo>
                    <a:pt x="2570533" y="114272"/>
                  </a:lnTo>
                  <a:lnTo>
                    <a:pt x="2575979" y="114273"/>
                  </a:lnTo>
                  <a:lnTo>
                    <a:pt x="2581425" y="114273"/>
                  </a:lnTo>
                  <a:lnTo>
                    <a:pt x="2586871" y="114274"/>
                  </a:lnTo>
                  <a:lnTo>
                    <a:pt x="2592317" y="114274"/>
                  </a:lnTo>
                  <a:lnTo>
                    <a:pt x="2597763" y="114275"/>
                  </a:lnTo>
                  <a:lnTo>
                    <a:pt x="2603209" y="114275"/>
                  </a:lnTo>
                  <a:lnTo>
                    <a:pt x="2608655" y="114275"/>
                  </a:lnTo>
                  <a:lnTo>
                    <a:pt x="2614101" y="114275"/>
                  </a:lnTo>
                  <a:lnTo>
                    <a:pt x="2619547" y="114275"/>
                  </a:lnTo>
                  <a:lnTo>
                    <a:pt x="2624993" y="114276"/>
                  </a:lnTo>
                  <a:lnTo>
                    <a:pt x="2630439" y="114276"/>
                  </a:lnTo>
                  <a:lnTo>
                    <a:pt x="2635885" y="114276"/>
                  </a:lnTo>
                  <a:lnTo>
                    <a:pt x="2641331" y="114276"/>
                  </a:lnTo>
                  <a:lnTo>
                    <a:pt x="2646777" y="114276"/>
                  </a:lnTo>
                  <a:lnTo>
                    <a:pt x="2652223" y="114276"/>
                  </a:lnTo>
                  <a:lnTo>
                    <a:pt x="2657669" y="114276"/>
                  </a:lnTo>
                  <a:lnTo>
                    <a:pt x="2663116" y="114276"/>
                  </a:lnTo>
                  <a:lnTo>
                    <a:pt x="2668562" y="114276"/>
                  </a:lnTo>
                  <a:lnTo>
                    <a:pt x="2674008" y="114276"/>
                  </a:lnTo>
                  <a:lnTo>
                    <a:pt x="2679454" y="114276"/>
                  </a:lnTo>
                  <a:lnTo>
                    <a:pt x="2684900" y="114276"/>
                  </a:lnTo>
                  <a:lnTo>
                    <a:pt x="2690346" y="114276"/>
                  </a:lnTo>
                  <a:lnTo>
                    <a:pt x="2695792" y="114276"/>
                  </a:lnTo>
                  <a:lnTo>
                    <a:pt x="2701238" y="114276"/>
                  </a:lnTo>
                  <a:lnTo>
                    <a:pt x="2706684" y="114276"/>
                  </a:lnTo>
                  <a:lnTo>
                    <a:pt x="2712130" y="114276"/>
                  </a:lnTo>
                  <a:lnTo>
                    <a:pt x="2717576" y="114276"/>
                  </a:lnTo>
                  <a:lnTo>
                    <a:pt x="2723022" y="114276"/>
                  </a:lnTo>
                  <a:lnTo>
                    <a:pt x="2728468" y="114276"/>
                  </a:lnTo>
                  <a:lnTo>
                    <a:pt x="2733914" y="114276"/>
                  </a:lnTo>
                  <a:lnTo>
                    <a:pt x="2739360" y="114276"/>
                  </a:lnTo>
                  <a:lnTo>
                    <a:pt x="2744806" y="114276"/>
                  </a:lnTo>
                  <a:lnTo>
                    <a:pt x="2750252" y="114276"/>
                  </a:lnTo>
                  <a:lnTo>
                    <a:pt x="2755698" y="114276"/>
                  </a:lnTo>
                  <a:lnTo>
                    <a:pt x="2761144" y="114276"/>
                  </a:lnTo>
                  <a:lnTo>
                    <a:pt x="2766590" y="114276"/>
                  </a:lnTo>
                  <a:lnTo>
                    <a:pt x="2772036" y="114276"/>
                  </a:lnTo>
                  <a:lnTo>
                    <a:pt x="2777482" y="114276"/>
                  </a:lnTo>
                  <a:lnTo>
                    <a:pt x="2782929" y="114276"/>
                  </a:lnTo>
                  <a:lnTo>
                    <a:pt x="2777482" y="114276"/>
                  </a:lnTo>
                  <a:lnTo>
                    <a:pt x="2772036" y="114276"/>
                  </a:lnTo>
                  <a:lnTo>
                    <a:pt x="2766590" y="114276"/>
                  </a:lnTo>
                  <a:lnTo>
                    <a:pt x="2761144" y="114276"/>
                  </a:lnTo>
                  <a:lnTo>
                    <a:pt x="2755698" y="114276"/>
                  </a:lnTo>
                  <a:lnTo>
                    <a:pt x="2750252" y="114276"/>
                  </a:lnTo>
                  <a:lnTo>
                    <a:pt x="2744806" y="114276"/>
                  </a:lnTo>
                  <a:lnTo>
                    <a:pt x="2739360" y="114276"/>
                  </a:lnTo>
                  <a:lnTo>
                    <a:pt x="2733914" y="114276"/>
                  </a:lnTo>
                  <a:lnTo>
                    <a:pt x="2728468" y="114276"/>
                  </a:lnTo>
                  <a:lnTo>
                    <a:pt x="2723022" y="114276"/>
                  </a:lnTo>
                  <a:lnTo>
                    <a:pt x="2717576" y="114276"/>
                  </a:lnTo>
                  <a:lnTo>
                    <a:pt x="2712130" y="114276"/>
                  </a:lnTo>
                  <a:lnTo>
                    <a:pt x="2706684" y="114276"/>
                  </a:lnTo>
                  <a:lnTo>
                    <a:pt x="2701238" y="114276"/>
                  </a:lnTo>
                  <a:lnTo>
                    <a:pt x="2695792" y="114276"/>
                  </a:lnTo>
                  <a:lnTo>
                    <a:pt x="2690346" y="114276"/>
                  </a:lnTo>
                  <a:lnTo>
                    <a:pt x="2684900" y="114276"/>
                  </a:lnTo>
                  <a:lnTo>
                    <a:pt x="2679454" y="114276"/>
                  </a:lnTo>
                  <a:lnTo>
                    <a:pt x="2674008" y="114276"/>
                  </a:lnTo>
                  <a:lnTo>
                    <a:pt x="2668562" y="114276"/>
                  </a:lnTo>
                  <a:lnTo>
                    <a:pt x="2663116" y="114276"/>
                  </a:lnTo>
                  <a:lnTo>
                    <a:pt x="2657669" y="114276"/>
                  </a:lnTo>
                  <a:lnTo>
                    <a:pt x="2652223" y="114276"/>
                  </a:lnTo>
                  <a:lnTo>
                    <a:pt x="2646777" y="114276"/>
                  </a:lnTo>
                  <a:lnTo>
                    <a:pt x="2641331" y="114276"/>
                  </a:lnTo>
                  <a:lnTo>
                    <a:pt x="2635885" y="114276"/>
                  </a:lnTo>
                  <a:lnTo>
                    <a:pt x="2630439" y="114276"/>
                  </a:lnTo>
                  <a:lnTo>
                    <a:pt x="2624993" y="114276"/>
                  </a:lnTo>
                  <a:lnTo>
                    <a:pt x="2619547" y="114276"/>
                  </a:lnTo>
                  <a:lnTo>
                    <a:pt x="2614101" y="114276"/>
                  </a:lnTo>
                  <a:lnTo>
                    <a:pt x="2608655" y="114276"/>
                  </a:lnTo>
                  <a:lnTo>
                    <a:pt x="2603209" y="114276"/>
                  </a:lnTo>
                  <a:lnTo>
                    <a:pt x="2597763" y="114276"/>
                  </a:lnTo>
                  <a:lnTo>
                    <a:pt x="2592317" y="114276"/>
                  </a:lnTo>
                  <a:lnTo>
                    <a:pt x="2586871" y="114276"/>
                  </a:lnTo>
                  <a:lnTo>
                    <a:pt x="2581425" y="114276"/>
                  </a:lnTo>
                  <a:lnTo>
                    <a:pt x="2575979" y="114276"/>
                  </a:lnTo>
                  <a:lnTo>
                    <a:pt x="2570533" y="114276"/>
                  </a:lnTo>
                  <a:lnTo>
                    <a:pt x="2565087" y="114276"/>
                  </a:lnTo>
                  <a:lnTo>
                    <a:pt x="2559641" y="114276"/>
                  </a:lnTo>
                  <a:lnTo>
                    <a:pt x="2554195" y="114276"/>
                  </a:lnTo>
                  <a:lnTo>
                    <a:pt x="2548749" y="114276"/>
                  </a:lnTo>
                  <a:lnTo>
                    <a:pt x="2543303" y="114276"/>
                  </a:lnTo>
                  <a:lnTo>
                    <a:pt x="2537856" y="114276"/>
                  </a:lnTo>
                  <a:lnTo>
                    <a:pt x="2532410" y="114276"/>
                  </a:lnTo>
                  <a:lnTo>
                    <a:pt x="2526964" y="114276"/>
                  </a:lnTo>
                  <a:lnTo>
                    <a:pt x="2521518" y="114276"/>
                  </a:lnTo>
                  <a:lnTo>
                    <a:pt x="2516072" y="114276"/>
                  </a:lnTo>
                  <a:lnTo>
                    <a:pt x="2510626" y="114276"/>
                  </a:lnTo>
                  <a:lnTo>
                    <a:pt x="2505180" y="114276"/>
                  </a:lnTo>
                  <a:lnTo>
                    <a:pt x="2499734" y="114276"/>
                  </a:lnTo>
                  <a:lnTo>
                    <a:pt x="2494288" y="114276"/>
                  </a:lnTo>
                  <a:lnTo>
                    <a:pt x="2488842" y="114276"/>
                  </a:lnTo>
                  <a:lnTo>
                    <a:pt x="2483396" y="114276"/>
                  </a:lnTo>
                  <a:lnTo>
                    <a:pt x="2477950" y="114276"/>
                  </a:lnTo>
                  <a:lnTo>
                    <a:pt x="2472504" y="114276"/>
                  </a:lnTo>
                  <a:lnTo>
                    <a:pt x="2467058" y="114276"/>
                  </a:lnTo>
                  <a:lnTo>
                    <a:pt x="2461612" y="114276"/>
                  </a:lnTo>
                  <a:lnTo>
                    <a:pt x="2456166" y="114276"/>
                  </a:lnTo>
                  <a:lnTo>
                    <a:pt x="2450720" y="114276"/>
                  </a:lnTo>
                  <a:lnTo>
                    <a:pt x="2445274" y="114276"/>
                  </a:lnTo>
                  <a:lnTo>
                    <a:pt x="2439828" y="114276"/>
                  </a:lnTo>
                  <a:lnTo>
                    <a:pt x="2434382" y="114276"/>
                  </a:lnTo>
                  <a:lnTo>
                    <a:pt x="2428936" y="114276"/>
                  </a:lnTo>
                  <a:lnTo>
                    <a:pt x="2423490" y="114276"/>
                  </a:lnTo>
                  <a:lnTo>
                    <a:pt x="2418043" y="114276"/>
                  </a:lnTo>
                  <a:lnTo>
                    <a:pt x="2412597" y="114276"/>
                  </a:lnTo>
                  <a:lnTo>
                    <a:pt x="2407151" y="114276"/>
                  </a:lnTo>
                  <a:lnTo>
                    <a:pt x="2401705" y="114276"/>
                  </a:lnTo>
                  <a:lnTo>
                    <a:pt x="2396259" y="114276"/>
                  </a:lnTo>
                  <a:lnTo>
                    <a:pt x="2390813" y="114276"/>
                  </a:lnTo>
                  <a:lnTo>
                    <a:pt x="2385367" y="114276"/>
                  </a:lnTo>
                  <a:lnTo>
                    <a:pt x="2379921" y="114276"/>
                  </a:lnTo>
                  <a:lnTo>
                    <a:pt x="2374475" y="114276"/>
                  </a:lnTo>
                  <a:lnTo>
                    <a:pt x="2369029" y="114276"/>
                  </a:lnTo>
                  <a:lnTo>
                    <a:pt x="2363583" y="114276"/>
                  </a:lnTo>
                  <a:lnTo>
                    <a:pt x="2358137" y="114276"/>
                  </a:lnTo>
                  <a:lnTo>
                    <a:pt x="2352691" y="114276"/>
                  </a:lnTo>
                  <a:lnTo>
                    <a:pt x="2347245" y="114276"/>
                  </a:lnTo>
                  <a:lnTo>
                    <a:pt x="2341799" y="114276"/>
                  </a:lnTo>
                  <a:lnTo>
                    <a:pt x="2336353" y="114276"/>
                  </a:lnTo>
                  <a:lnTo>
                    <a:pt x="2330907" y="114276"/>
                  </a:lnTo>
                  <a:lnTo>
                    <a:pt x="2325461" y="114276"/>
                  </a:lnTo>
                  <a:lnTo>
                    <a:pt x="2320015" y="114276"/>
                  </a:lnTo>
                  <a:lnTo>
                    <a:pt x="2314569" y="114276"/>
                  </a:lnTo>
                  <a:lnTo>
                    <a:pt x="2309123" y="114276"/>
                  </a:lnTo>
                  <a:lnTo>
                    <a:pt x="2303677" y="114276"/>
                  </a:lnTo>
                  <a:lnTo>
                    <a:pt x="2298231" y="114276"/>
                  </a:lnTo>
                  <a:lnTo>
                    <a:pt x="2292784" y="114276"/>
                  </a:lnTo>
                  <a:lnTo>
                    <a:pt x="2287338" y="114276"/>
                  </a:lnTo>
                  <a:lnTo>
                    <a:pt x="2281892" y="114276"/>
                  </a:lnTo>
                  <a:lnTo>
                    <a:pt x="2276446" y="114276"/>
                  </a:lnTo>
                  <a:lnTo>
                    <a:pt x="2271000" y="114276"/>
                  </a:lnTo>
                  <a:lnTo>
                    <a:pt x="2265554" y="114276"/>
                  </a:lnTo>
                  <a:lnTo>
                    <a:pt x="2260108" y="114276"/>
                  </a:lnTo>
                  <a:lnTo>
                    <a:pt x="2254662" y="114276"/>
                  </a:lnTo>
                  <a:lnTo>
                    <a:pt x="2249216" y="114276"/>
                  </a:lnTo>
                  <a:lnTo>
                    <a:pt x="2243770" y="114276"/>
                  </a:lnTo>
                  <a:lnTo>
                    <a:pt x="2238324" y="114276"/>
                  </a:lnTo>
                  <a:lnTo>
                    <a:pt x="2232878" y="114276"/>
                  </a:lnTo>
                  <a:lnTo>
                    <a:pt x="2227432" y="114276"/>
                  </a:lnTo>
                  <a:lnTo>
                    <a:pt x="2221986" y="114276"/>
                  </a:lnTo>
                  <a:lnTo>
                    <a:pt x="2216540" y="114276"/>
                  </a:lnTo>
                  <a:lnTo>
                    <a:pt x="2211094" y="114276"/>
                  </a:lnTo>
                  <a:lnTo>
                    <a:pt x="2205648" y="114276"/>
                  </a:lnTo>
                  <a:lnTo>
                    <a:pt x="2200202" y="114276"/>
                  </a:lnTo>
                  <a:lnTo>
                    <a:pt x="2194756" y="114276"/>
                  </a:lnTo>
                  <a:lnTo>
                    <a:pt x="2189310" y="114276"/>
                  </a:lnTo>
                  <a:lnTo>
                    <a:pt x="2183864" y="114276"/>
                  </a:lnTo>
                  <a:lnTo>
                    <a:pt x="2178418" y="114276"/>
                  </a:lnTo>
                  <a:lnTo>
                    <a:pt x="2172971" y="114276"/>
                  </a:lnTo>
                  <a:lnTo>
                    <a:pt x="2167525" y="114276"/>
                  </a:lnTo>
                  <a:lnTo>
                    <a:pt x="2162079" y="114276"/>
                  </a:lnTo>
                  <a:lnTo>
                    <a:pt x="2156633" y="114276"/>
                  </a:lnTo>
                  <a:lnTo>
                    <a:pt x="2151187" y="114276"/>
                  </a:lnTo>
                  <a:lnTo>
                    <a:pt x="2145741" y="114276"/>
                  </a:lnTo>
                  <a:lnTo>
                    <a:pt x="2140295" y="114276"/>
                  </a:lnTo>
                  <a:lnTo>
                    <a:pt x="2134849" y="114276"/>
                  </a:lnTo>
                  <a:lnTo>
                    <a:pt x="2129403" y="114276"/>
                  </a:lnTo>
                  <a:lnTo>
                    <a:pt x="2123957" y="114276"/>
                  </a:lnTo>
                  <a:lnTo>
                    <a:pt x="2118511" y="114276"/>
                  </a:lnTo>
                  <a:lnTo>
                    <a:pt x="2113065" y="114276"/>
                  </a:lnTo>
                  <a:lnTo>
                    <a:pt x="2107619" y="114276"/>
                  </a:lnTo>
                  <a:lnTo>
                    <a:pt x="2102173" y="114276"/>
                  </a:lnTo>
                  <a:lnTo>
                    <a:pt x="2096727" y="114276"/>
                  </a:lnTo>
                  <a:lnTo>
                    <a:pt x="2091281" y="114276"/>
                  </a:lnTo>
                  <a:lnTo>
                    <a:pt x="2085835" y="114276"/>
                  </a:lnTo>
                  <a:lnTo>
                    <a:pt x="2080389" y="114276"/>
                  </a:lnTo>
                  <a:lnTo>
                    <a:pt x="2074943" y="114276"/>
                  </a:lnTo>
                  <a:lnTo>
                    <a:pt x="2069497" y="114276"/>
                  </a:lnTo>
                  <a:lnTo>
                    <a:pt x="2064051" y="114276"/>
                  </a:lnTo>
                  <a:lnTo>
                    <a:pt x="2058605" y="114276"/>
                  </a:lnTo>
                  <a:lnTo>
                    <a:pt x="2053158" y="114276"/>
                  </a:lnTo>
                  <a:lnTo>
                    <a:pt x="2047712" y="114276"/>
                  </a:lnTo>
                  <a:lnTo>
                    <a:pt x="2042266" y="114276"/>
                  </a:lnTo>
                  <a:lnTo>
                    <a:pt x="2036820" y="114276"/>
                  </a:lnTo>
                  <a:lnTo>
                    <a:pt x="2031374" y="114276"/>
                  </a:lnTo>
                  <a:lnTo>
                    <a:pt x="2025928" y="114276"/>
                  </a:lnTo>
                  <a:lnTo>
                    <a:pt x="2020482" y="114276"/>
                  </a:lnTo>
                  <a:lnTo>
                    <a:pt x="2015036" y="114276"/>
                  </a:lnTo>
                  <a:lnTo>
                    <a:pt x="2009590" y="114276"/>
                  </a:lnTo>
                  <a:lnTo>
                    <a:pt x="2004144" y="114276"/>
                  </a:lnTo>
                  <a:lnTo>
                    <a:pt x="1998698" y="114276"/>
                  </a:lnTo>
                  <a:lnTo>
                    <a:pt x="1993252" y="114276"/>
                  </a:lnTo>
                  <a:lnTo>
                    <a:pt x="1987806" y="114276"/>
                  </a:lnTo>
                  <a:lnTo>
                    <a:pt x="1982360" y="114276"/>
                  </a:lnTo>
                  <a:lnTo>
                    <a:pt x="1976914" y="114276"/>
                  </a:lnTo>
                  <a:lnTo>
                    <a:pt x="1971468" y="114276"/>
                  </a:lnTo>
                  <a:lnTo>
                    <a:pt x="1966022" y="114276"/>
                  </a:lnTo>
                  <a:lnTo>
                    <a:pt x="1960576" y="114276"/>
                  </a:lnTo>
                  <a:lnTo>
                    <a:pt x="1955130" y="114276"/>
                  </a:lnTo>
                  <a:lnTo>
                    <a:pt x="1949684" y="114276"/>
                  </a:lnTo>
                  <a:lnTo>
                    <a:pt x="1944238" y="114276"/>
                  </a:lnTo>
                  <a:lnTo>
                    <a:pt x="1938792" y="114276"/>
                  </a:lnTo>
                  <a:lnTo>
                    <a:pt x="1933345" y="114276"/>
                  </a:lnTo>
                  <a:lnTo>
                    <a:pt x="1927899" y="114276"/>
                  </a:lnTo>
                  <a:lnTo>
                    <a:pt x="1922453" y="114276"/>
                  </a:lnTo>
                  <a:lnTo>
                    <a:pt x="1917007" y="114276"/>
                  </a:lnTo>
                  <a:lnTo>
                    <a:pt x="1911561" y="114276"/>
                  </a:lnTo>
                  <a:lnTo>
                    <a:pt x="1906115" y="114276"/>
                  </a:lnTo>
                  <a:lnTo>
                    <a:pt x="1900669" y="114276"/>
                  </a:lnTo>
                  <a:lnTo>
                    <a:pt x="1895223" y="114276"/>
                  </a:lnTo>
                  <a:lnTo>
                    <a:pt x="1889777" y="114276"/>
                  </a:lnTo>
                  <a:lnTo>
                    <a:pt x="1884331" y="114276"/>
                  </a:lnTo>
                  <a:lnTo>
                    <a:pt x="1878885" y="114276"/>
                  </a:lnTo>
                  <a:lnTo>
                    <a:pt x="1873439" y="114276"/>
                  </a:lnTo>
                  <a:lnTo>
                    <a:pt x="1867993" y="114276"/>
                  </a:lnTo>
                  <a:lnTo>
                    <a:pt x="1862547" y="114276"/>
                  </a:lnTo>
                  <a:lnTo>
                    <a:pt x="1857101" y="114276"/>
                  </a:lnTo>
                  <a:lnTo>
                    <a:pt x="1851655" y="114276"/>
                  </a:lnTo>
                  <a:lnTo>
                    <a:pt x="1846209" y="114276"/>
                  </a:lnTo>
                  <a:lnTo>
                    <a:pt x="1840763" y="114276"/>
                  </a:lnTo>
                  <a:lnTo>
                    <a:pt x="1835317" y="114276"/>
                  </a:lnTo>
                  <a:lnTo>
                    <a:pt x="1829871" y="114276"/>
                  </a:lnTo>
                  <a:lnTo>
                    <a:pt x="1824425" y="114276"/>
                  </a:lnTo>
                  <a:lnTo>
                    <a:pt x="1818979" y="114276"/>
                  </a:lnTo>
                  <a:lnTo>
                    <a:pt x="1813532" y="114276"/>
                  </a:lnTo>
                  <a:lnTo>
                    <a:pt x="1808086" y="114276"/>
                  </a:lnTo>
                  <a:lnTo>
                    <a:pt x="1802640" y="114276"/>
                  </a:lnTo>
                  <a:lnTo>
                    <a:pt x="1797194" y="114276"/>
                  </a:lnTo>
                  <a:lnTo>
                    <a:pt x="1791748" y="114276"/>
                  </a:lnTo>
                  <a:lnTo>
                    <a:pt x="1786302" y="114276"/>
                  </a:lnTo>
                  <a:lnTo>
                    <a:pt x="1780856" y="114276"/>
                  </a:lnTo>
                  <a:lnTo>
                    <a:pt x="1775410" y="114276"/>
                  </a:lnTo>
                  <a:lnTo>
                    <a:pt x="1769964" y="114276"/>
                  </a:lnTo>
                  <a:lnTo>
                    <a:pt x="1764518" y="114276"/>
                  </a:lnTo>
                  <a:lnTo>
                    <a:pt x="1759072" y="114276"/>
                  </a:lnTo>
                  <a:lnTo>
                    <a:pt x="1753626" y="114276"/>
                  </a:lnTo>
                  <a:lnTo>
                    <a:pt x="1748180" y="114276"/>
                  </a:lnTo>
                  <a:lnTo>
                    <a:pt x="1742734" y="114276"/>
                  </a:lnTo>
                  <a:lnTo>
                    <a:pt x="1737288" y="114276"/>
                  </a:lnTo>
                  <a:lnTo>
                    <a:pt x="1731842" y="114276"/>
                  </a:lnTo>
                  <a:lnTo>
                    <a:pt x="1726396" y="114276"/>
                  </a:lnTo>
                  <a:lnTo>
                    <a:pt x="1720950" y="114276"/>
                  </a:lnTo>
                  <a:lnTo>
                    <a:pt x="1715504" y="114276"/>
                  </a:lnTo>
                  <a:lnTo>
                    <a:pt x="1710058" y="114276"/>
                  </a:lnTo>
                  <a:lnTo>
                    <a:pt x="1704612" y="114276"/>
                  </a:lnTo>
                  <a:lnTo>
                    <a:pt x="1699166" y="114276"/>
                  </a:lnTo>
                  <a:lnTo>
                    <a:pt x="1693720" y="114276"/>
                  </a:lnTo>
                  <a:lnTo>
                    <a:pt x="1688273" y="114276"/>
                  </a:lnTo>
                  <a:lnTo>
                    <a:pt x="1682827" y="114276"/>
                  </a:lnTo>
                  <a:lnTo>
                    <a:pt x="1677381" y="114276"/>
                  </a:lnTo>
                  <a:lnTo>
                    <a:pt x="1671935" y="114276"/>
                  </a:lnTo>
                  <a:lnTo>
                    <a:pt x="1666489" y="114276"/>
                  </a:lnTo>
                  <a:lnTo>
                    <a:pt x="1661043" y="114276"/>
                  </a:lnTo>
                  <a:lnTo>
                    <a:pt x="1655597" y="114276"/>
                  </a:lnTo>
                  <a:lnTo>
                    <a:pt x="1650151" y="114276"/>
                  </a:lnTo>
                  <a:lnTo>
                    <a:pt x="1644705" y="114276"/>
                  </a:lnTo>
                  <a:lnTo>
                    <a:pt x="1639259" y="114276"/>
                  </a:lnTo>
                  <a:lnTo>
                    <a:pt x="1633813" y="114276"/>
                  </a:lnTo>
                  <a:lnTo>
                    <a:pt x="1628367" y="114276"/>
                  </a:lnTo>
                  <a:lnTo>
                    <a:pt x="1622921" y="114276"/>
                  </a:lnTo>
                  <a:lnTo>
                    <a:pt x="1617475" y="114276"/>
                  </a:lnTo>
                  <a:lnTo>
                    <a:pt x="1612029" y="114276"/>
                  </a:lnTo>
                  <a:lnTo>
                    <a:pt x="1606583" y="114276"/>
                  </a:lnTo>
                  <a:lnTo>
                    <a:pt x="1601137" y="114276"/>
                  </a:lnTo>
                  <a:lnTo>
                    <a:pt x="1595691" y="114276"/>
                  </a:lnTo>
                  <a:lnTo>
                    <a:pt x="1590245" y="114276"/>
                  </a:lnTo>
                  <a:lnTo>
                    <a:pt x="1584799" y="114276"/>
                  </a:lnTo>
                  <a:lnTo>
                    <a:pt x="1579353" y="114276"/>
                  </a:lnTo>
                  <a:lnTo>
                    <a:pt x="1573907" y="114276"/>
                  </a:lnTo>
                  <a:lnTo>
                    <a:pt x="1568460" y="114276"/>
                  </a:lnTo>
                  <a:lnTo>
                    <a:pt x="1563014" y="114276"/>
                  </a:lnTo>
                  <a:lnTo>
                    <a:pt x="1557568" y="114276"/>
                  </a:lnTo>
                  <a:lnTo>
                    <a:pt x="1552122" y="114276"/>
                  </a:lnTo>
                  <a:lnTo>
                    <a:pt x="1546676" y="114276"/>
                  </a:lnTo>
                  <a:lnTo>
                    <a:pt x="1541230" y="114276"/>
                  </a:lnTo>
                  <a:lnTo>
                    <a:pt x="1535784" y="114276"/>
                  </a:lnTo>
                  <a:lnTo>
                    <a:pt x="1530338" y="114276"/>
                  </a:lnTo>
                  <a:lnTo>
                    <a:pt x="1524892" y="114276"/>
                  </a:lnTo>
                  <a:lnTo>
                    <a:pt x="1519446" y="114276"/>
                  </a:lnTo>
                  <a:lnTo>
                    <a:pt x="1514000" y="114276"/>
                  </a:lnTo>
                  <a:lnTo>
                    <a:pt x="1508554" y="114276"/>
                  </a:lnTo>
                  <a:lnTo>
                    <a:pt x="1503108" y="114276"/>
                  </a:lnTo>
                  <a:lnTo>
                    <a:pt x="1497662" y="114276"/>
                  </a:lnTo>
                  <a:lnTo>
                    <a:pt x="1492216" y="114276"/>
                  </a:lnTo>
                  <a:lnTo>
                    <a:pt x="1486770" y="114276"/>
                  </a:lnTo>
                  <a:lnTo>
                    <a:pt x="1481324" y="114276"/>
                  </a:lnTo>
                  <a:lnTo>
                    <a:pt x="1475878" y="114276"/>
                  </a:lnTo>
                  <a:lnTo>
                    <a:pt x="1470432" y="114276"/>
                  </a:lnTo>
                  <a:lnTo>
                    <a:pt x="1464986" y="114276"/>
                  </a:lnTo>
                  <a:lnTo>
                    <a:pt x="1459540" y="114276"/>
                  </a:lnTo>
                  <a:lnTo>
                    <a:pt x="1454094" y="114276"/>
                  </a:lnTo>
                  <a:lnTo>
                    <a:pt x="1448647" y="114276"/>
                  </a:lnTo>
                  <a:lnTo>
                    <a:pt x="1443201" y="114276"/>
                  </a:lnTo>
                  <a:lnTo>
                    <a:pt x="1437755" y="114276"/>
                  </a:lnTo>
                  <a:lnTo>
                    <a:pt x="1432309" y="114276"/>
                  </a:lnTo>
                  <a:lnTo>
                    <a:pt x="1426863" y="114276"/>
                  </a:lnTo>
                  <a:lnTo>
                    <a:pt x="1421417" y="114276"/>
                  </a:lnTo>
                  <a:lnTo>
                    <a:pt x="1415971" y="114276"/>
                  </a:lnTo>
                  <a:lnTo>
                    <a:pt x="1410525" y="114276"/>
                  </a:lnTo>
                  <a:lnTo>
                    <a:pt x="1405079" y="114276"/>
                  </a:lnTo>
                  <a:lnTo>
                    <a:pt x="1399633" y="114276"/>
                  </a:lnTo>
                  <a:lnTo>
                    <a:pt x="1394187" y="114276"/>
                  </a:lnTo>
                  <a:lnTo>
                    <a:pt x="1388741" y="114276"/>
                  </a:lnTo>
                  <a:lnTo>
                    <a:pt x="1383295" y="114276"/>
                  </a:lnTo>
                  <a:lnTo>
                    <a:pt x="1377849" y="114276"/>
                  </a:lnTo>
                  <a:lnTo>
                    <a:pt x="1372403" y="114276"/>
                  </a:lnTo>
                  <a:lnTo>
                    <a:pt x="1366957" y="114276"/>
                  </a:lnTo>
                  <a:lnTo>
                    <a:pt x="1361511" y="114276"/>
                  </a:lnTo>
                  <a:lnTo>
                    <a:pt x="1356065" y="114276"/>
                  </a:lnTo>
                  <a:lnTo>
                    <a:pt x="1350619" y="114276"/>
                  </a:lnTo>
                  <a:lnTo>
                    <a:pt x="1345173" y="114276"/>
                  </a:lnTo>
                  <a:lnTo>
                    <a:pt x="1339727" y="114276"/>
                  </a:lnTo>
                  <a:lnTo>
                    <a:pt x="1334281" y="114276"/>
                  </a:lnTo>
                  <a:lnTo>
                    <a:pt x="1328834" y="114276"/>
                  </a:lnTo>
                  <a:lnTo>
                    <a:pt x="1323388" y="114276"/>
                  </a:lnTo>
                  <a:lnTo>
                    <a:pt x="1317942" y="114276"/>
                  </a:lnTo>
                  <a:lnTo>
                    <a:pt x="1312496" y="114276"/>
                  </a:lnTo>
                  <a:lnTo>
                    <a:pt x="1307050" y="114276"/>
                  </a:lnTo>
                  <a:lnTo>
                    <a:pt x="1301604" y="114276"/>
                  </a:lnTo>
                  <a:lnTo>
                    <a:pt x="1296158" y="114276"/>
                  </a:lnTo>
                  <a:lnTo>
                    <a:pt x="1290712" y="114276"/>
                  </a:lnTo>
                  <a:lnTo>
                    <a:pt x="1285266" y="114276"/>
                  </a:lnTo>
                  <a:lnTo>
                    <a:pt x="1279820" y="114276"/>
                  </a:lnTo>
                  <a:lnTo>
                    <a:pt x="1274374" y="114276"/>
                  </a:lnTo>
                  <a:lnTo>
                    <a:pt x="1268928" y="114276"/>
                  </a:lnTo>
                  <a:lnTo>
                    <a:pt x="1263482" y="114276"/>
                  </a:lnTo>
                  <a:lnTo>
                    <a:pt x="1258036" y="114276"/>
                  </a:lnTo>
                  <a:lnTo>
                    <a:pt x="1252590" y="114276"/>
                  </a:lnTo>
                  <a:lnTo>
                    <a:pt x="1247144" y="114276"/>
                  </a:lnTo>
                  <a:lnTo>
                    <a:pt x="1241698" y="114276"/>
                  </a:lnTo>
                  <a:lnTo>
                    <a:pt x="1236252" y="114276"/>
                  </a:lnTo>
                  <a:lnTo>
                    <a:pt x="1230806" y="114276"/>
                  </a:lnTo>
                  <a:lnTo>
                    <a:pt x="1225360" y="114276"/>
                  </a:lnTo>
                  <a:lnTo>
                    <a:pt x="1219914" y="114276"/>
                  </a:lnTo>
                  <a:lnTo>
                    <a:pt x="1214468" y="114276"/>
                  </a:lnTo>
                  <a:lnTo>
                    <a:pt x="1209021" y="114276"/>
                  </a:lnTo>
                  <a:lnTo>
                    <a:pt x="1203575" y="114276"/>
                  </a:lnTo>
                  <a:lnTo>
                    <a:pt x="1198129" y="114276"/>
                  </a:lnTo>
                  <a:lnTo>
                    <a:pt x="1192683" y="114276"/>
                  </a:lnTo>
                  <a:lnTo>
                    <a:pt x="1187237" y="114276"/>
                  </a:lnTo>
                  <a:lnTo>
                    <a:pt x="1181791" y="114276"/>
                  </a:lnTo>
                  <a:lnTo>
                    <a:pt x="1176345" y="114276"/>
                  </a:lnTo>
                  <a:lnTo>
                    <a:pt x="1170899" y="114276"/>
                  </a:lnTo>
                  <a:lnTo>
                    <a:pt x="1165453" y="114276"/>
                  </a:lnTo>
                  <a:lnTo>
                    <a:pt x="1160007" y="114276"/>
                  </a:lnTo>
                  <a:lnTo>
                    <a:pt x="1154561" y="114276"/>
                  </a:lnTo>
                  <a:lnTo>
                    <a:pt x="1149115" y="114276"/>
                  </a:lnTo>
                  <a:lnTo>
                    <a:pt x="1143669" y="114276"/>
                  </a:lnTo>
                  <a:lnTo>
                    <a:pt x="1138223" y="114276"/>
                  </a:lnTo>
                  <a:lnTo>
                    <a:pt x="1132777" y="114276"/>
                  </a:lnTo>
                  <a:lnTo>
                    <a:pt x="1127331" y="114276"/>
                  </a:lnTo>
                  <a:lnTo>
                    <a:pt x="1121885" y="114276"/>
                  </a:lnTo>
                  <a:lnTo>
                    <a:pt x="1116439" y="114276"/>
                  </a:lnTo>
                  <a:lnTo>
                    <a:pt x="1110993" y="114276"/>
                  </a:lnTo>
                  <a:lnTo>
                    <a:pt x="1105547" y="114276"/>
                  </a:lnTo>
                  <a:lnTo>
                    <a:pt x="1100101" y="114276"/>
                  </a:lnTo>
                  <a:lnTo>
                    <a:pt x="1094655" y="114276"/>
                  </a:lnTo>
                  <a:lnTo>
                    <a:pt x="1089209" y="114276"/>
                  </a:lnTo>
                  <a:lnTo>
                    <a:pt x="1083762" y="114276"/>
                  </a:lnTo>
                  <a:lnTo>
                    <a:pt x="1078316" y="114276"/>
                  </a:lnTo>
                  <a:lnTo>
                    <a:pt x="1072870" y="114276"/>
                  </a:lnTo>
                  <a:lnTo>
                    <a:pt x="1067424" y="114276"/>
                  </a:lnTo>
                  <a:lnTo>
                    <a:pt x="1061978" y="114276"/>
                  </a:lnTo>
                  <a:lnTo>
                    <a:pt x="1056532" y="114276"/>
                  </a:lnTo>
                  <a:lnTo>
                    <a:pt x="1051086" y="114276"/>
                  </a:lnTo>
                  <a:lnTo>
                    <a:pt x="1045640" y="114276"/>
                  </a:lnTo>
                  <a:lnTo>
                    <a:pt x="1040194" y="114276"/>
                  </a:lnTo>
                  <a:lnTo>
                    <a:pt x="1034748" y="114276"/>
                  </a:lnTo>
                  <a:lnTo>
                    <a:pt x="1029302" y="114276"/>
                  </a:lnTo>
                  <a:lnTo>
                    <a:pt x="1023856" y="114276"/>
                  </a:lnTo>
                  <a:lnTo>
                    <a:pt x="1018410" y="114276"/>
                  </a:lnTo>
                  <a:lnTo>
                    <a:pt x="1012964" y="114276"/>
                  </a:lnTo>
                  <a:lnTo>
                    <a:pt x="1007518" y="114276"/>
                  </a:lnTo>
                  <a:lnTo>
                    <a:pt x="1002072" y="114276"/>
                  </a:lnTo>
                  <a:lnTo>
                    <a:pt x="996626" y="114276"/>
                  </a:lnTo>
                  <a:lnTo>
                    <a:pt x="991180" y="114276"/>
                  </a:lnTo>
                  <a:lnTo>
                    <a:pt x="985734" y="114276"/>
                  </a:lnTo>
                  <a:lnTo>
                    <a:pt x="980288" y="114276"/>
                  </a:lnTo>
                  <a:lnTo>
                    <a:pt x="974842" y="114276"/>
                  </a:lnTo>
                  <a:lnTo>
                    <a:pt x="969396" y="114276"/>
                  </a:lnTo>
                  <a:lnTo>
                    <a:pt x="963949" y="114276"/>
                  </a:lnTo>
                  <a:lnTo>
                    <a:pt x="958503" y="114276"/>
                  </a:lnTo>
                  <a:lnTo>
                    <a:pt x="953057" y="114276"/>
                  </a:lnTo>
                  <a:lnTo>
                    <a:pt x="947611" y="114276"/>
                  </a:lnTo>
                  <a:lnTo>
                    <a:pt x="942165" y="114276"/>
                  </a:lnTo>
                  <a:lnTo>
                    <a:pt x="936719" y="114276"/>
                  </a:lnTo>
                  <a:lnTo>
                    <a:pt x="931273" y="114276"/>
                  </a:lnTo>
                  <a:lnTo>
                    <a:pt x="925827" y="114276"/>
                  </a:lnTo>
                  <a:lnTo>
                    <a:pt x="920381" y="114276"/>
                  </a:lnTo>
                  <a:lnTo>
                    <a:pt x="914935" y="114276"/>
                  </a:lnTo>
                  <a:lnTo>
                    <a:pt x="909489" y="114276"/>
                  </a:lnTo>
                  <a:lnTo>
                    <a:pt x="904043" y="114276"/>
                  </a:lnTo>
                  <a:lnTo>
                    <a:pt x="898597" y="114276"/>
                  </a:lnTo>
                  <a:lnTo>
                    <a:pt x="893151" y="114276"/>
                  </a:lnTo>
                  <a:lnTo>
                    <a:pt x="887705" y="114276"/>
                  </a:lnTo>
                  <a:lnTo>
                    <a:pt x="882259" y="114276"/>
                  </a:lnTo>
                  <a:lnTo>
                    <a:pt x="876813" y="114276"/>
                  </a:lnTo>
                  <a:lnTo>
                    <a:pt x="871367" y="114276"/>
                  </a:lnTo>
                  <a:lnTo>
                    <a:pt x="865921" y="114276"/>
                  </a:lnTo>
                  <a:lnTo>
                    <a:pt x="860475" y="114276"/>
                  </a:lnTo>
                  <a:lnTo>
                    <a:pt x="855029" y="114276"/>
                  </a:lnTo>
                  <a:lnTo>
                    <a:pt x="849583" y="114276"/>
                  </a:lnTo>
                  <a:lnTo>
                    <a:pt x="844136" y="114276"/>
                  </a:lnTo>
                  <a:lnTo>
                    <a:pt x="838690" y="114276"/>
                  </a:lnTo>
                  <a:lnTo>
                    <a:pt x="833244" y="114276"/>
                  </a:lnTo>
                  <a:lnTo>
                    <a:pt x="827798" y="114276"/>
                  </a:lnTo>
                  <a:lnTo>
                    <a:pt x="822352" y="114276"/>
                  </a:lnTo>
                  <a:lnTo>
                    <a:pt x="816906" y="114276"/>
                  </a:lnTo>
                  <a:lnTo>
                    <a:pt x="811460" y="114276"/>
                  </a:lnTo>
                  <a:lnTo>
                    <a:pt x="806014" y="114276"/>
                  </a:lnTo>
                  <a:lnTo>
                    <a:pt x="800568" y="114276"/>
                  </a:lnTo>
                  <a:lnTo>
                    <a:pt x="795122" y="114276"/>
                  </a:lnTo>
                  <a:lnTo>
                    <a:pt x="789676" y="114276"/>
                  </a:lnTo>
                  <a:lnTo>
                    <a:pt x="784230" y="114276"/>
                  </a:lnTo>
                  <a:lnTo>
                    <a:pt x="778784" y="114276"/>
                  </a:lnTo>
                  <a:lnTo>
                    <a:pt x="773338" y="114276"/>
                  </a:lnTo>
                  <a:lnTo>
                    <a:pt x="767892" y="114276"/>
                  </a:lnTo>
                  <a:lnTo>
                    <a:pt x="762446" y="114276"/>
                  </a:lnTo>
                  <a:lnTo>
                    <a:pt x="757000" y="114276"/>
                  </a:lnTo>
                  <a:lnTo>
                    <a:pt x="751554" y="114276"/>
                  </a:lnTo>
                  <a:lnTo>
                    <a:pt x="746108" y="114276"/>
                  </a:lnTo>
                  <a:lnTo>
                    <a:pt x="740662" y="114276"/>
                  </a:lnTo>
                  <a:lnTo>
                    <a:pt x="735216" y="114276"/>
                  </a:lnTo>
                  <a:lnTo>
                    <a:pt x="729770" y="114276"/>
                  </a:lnTo>
                  <a:lnTo>
                    <a:pt x="724323" y="114276"/>
                  </a:lnTo>
                  <a:lnTo>
                    <a:pt x="718877" y="114276"/>
                  </a:lnTo>
                  <a:lnTo>
                    <a:pt x="713431" y="114276"/>
                  </a:lnTo>
                  <a:lnTo>
                    <a:pt x="707985" y="114276"/>
                  </a:lnTo>
                  <a:lnTo>
                    <a:pt x="702539" y="114276"/>
                  </a:lnTo>
                  <a:lnTo>
                    <a:pt x="697093" y="114276"/>
                  </a:lnTo>
                  <a:lnTo>
                    <a:pt x="691647" y="114276"/>
                  </a:lnTo>
                  <a:lnTo>
                    <a:pt x="686201" y="114276"/>
                  </a:lnTo>
                  <a:lnTo>
                    <a:pt x="680755" y="114276"/>
                  </a:lnTo>
                  <a:lnTo>
                    <a:pt x="675309" y="114276"/>
                  </a:lnTo>
                  <a:lnTo>
                    <a:pt x="669863" y="114276"/>
                  </a:lnTo>
                  <a:lnTo>
                    <a:pt x="664417" y="114276"/>
                  </a:lnTo>
                  <a:lnTo>
                    <a:pt x="658971" y="114276"/>
                  </a:lnTo>
                  <a:lnTo>
                    <a:pt x="653525" y="114276"/>
                  </a:lnTo>
                  <a:lnTo>
                    <a:pt x="648079" y="114276"/>
                  </a:lnTo>
                  <a:lnTo>
                    <a:pt x="642633" y="114276"/>
                  </a:lnTo>
                  <a:lnTo>
                    <a:pt x="637187" y="114276"/>
                  </a:lnTo>
                  <a:lnTo>
                    <a:pt x="631741" y="114276"/>
                  </a:lnTo>
                  <a:lnTo>
                    <a:pt x="626295" y="114276"/>
                  </a:lnTo>
                  <a:lnTo>
                    <a:pt x="620849" y="114276"/>
                  </a:lnTo>
                  <a:lnTo>
                    <a:pt x="615403" y="114276"/>
                  </a:lnTo>
                  <a:lnTo>
                    <a:pt x="609957" y="114276"/>
                  </a:lnTo>
                  <a:lnTo>
                    <a:pt x="604510" y="114276"/>
                  </a:lnTo>
                  <a:lnTo>
                    <a:pt x="599064" y="114276"/>
                  </a:lnTo>
                  <a:lnTo>
                    <a:pt x="593618" y="114276"/>
                  </a:lnTo>
                  <a:lnTo>
                    <a:pt x="588172" y="114276"/>
                  </a:lnTo>
                  <a:lnTo>
                    <a:pt x="582726" y="114276"/>
                  </a:lnTo>
                  <a:lnTo>
                    <a:pt x="577280" y="114276"/>
                  </a:lnTo>
                  <a:lnTo>
                    <a:pt x="571834" y="114276"/>
                  </a:lnTo>
                  <a:lnTo>
                    <a:pt x="566388" y="114276"/>
                  </a:lnTo>
                  <a:lnTo>
                    <a:pt x="560942" y="114276"/>
                  </a:lnTo>
                  <a:lnTo>
                    <a:pt x="555496" y="114276"/>
                  </a:lnTo>
                  <a:lnTo>
                    <a:pt x="550050" y="114276"/>
                  </a:lnTo>
                  <a:lnTo>
                    <a:pt x="544604" y="114276"/>
                  </a:lnTo>
                  <a:lnTo>
                    <a:pt x="539158" y="114276"/>
                  </a:lnTo>
                  <a:lnTo>
                    <a:pt x="533712" y="114276"/>
                  </a:lnTo>
                  <a:lnTo>
                    <a:pt x="528266" y="114276"/>
                  </a:lnTo>
                  <a:lnTo>
                    <a:pt x="522820" y="114276"/>
                  </a:lnTo>
                  <a:lnTo>
                    <a:pt x="517374" y="114276"/>
                  </a:lnTo>
                  <a:lnTo>
                    <a:pt x="511928" y="114276"/>
                  </a:lnTo>
                  <a:lnTo>
                    <a:pt x="506482" y="114276"/>
                  </a:lnTo>
                  <a:lnTo>
                    <a:pt x="501036" y="114276"/>
                  </a:lnTo>
                  <a:lnTo>
                    <a:pt x="495590" y="114276"/>
                  </a:lnTo>
                  <a:lnTo>
                    <a:pt x="490144" y="114276"/>
                  </a:lnTo>
                  <a:lnTo>
                    <a:pt x="484698" y="114276"/>
                  </a:lnTo>
                  <a:lnTo>
                    <a:pt x="479251" y="114276"/>
                  </a:lnTo>
                  <a:lnTo>
                    <a:pt x="473805" y="114276"/>
                  </a:lnTo>
                  <a:lnTo>
                    <a:pt x="468359" y="114276"/>
                  </a:lnTo>
                  <a:lnTo>
                    <a:pt x="462913" y="114276"/>
                  </a:lnTo>
                  <a:lnTo>
                    <a:pt x="457467" y="114276"/>
                  </a:lnTo>
                  <a:lnTo>
                    <a:pt x="452021" y="114276"/>
                  </a:lnTo>
                  <a:lnTo>
                    <a:pt x="446575" y="114276"/>
                  </a:lnTo>
                  <a:lnTo>
                    <a:pt x="441129" y="114276"/>
                  </a:lnTo>
                  <a:lnTo>
                    <a:pt x="435683" y="114276"/>
                  </a:lnTo>
                  <a:lnTo>
                    <a:pt x="430237" y="114276"/>
                  </a:lnTo>
                  <a:lnTo>
                    <a:pt x="424791" y="114276"/>
                  </a:lnTo>
                  <a:lnTo>
                    <a:pt x="419345" y="114276"/>
                  </a:lnTo>
                  <a:lnTo>
                    <a:pt x="413899" y="114276"/>
                  </a:lnTo>
                  <a:lnTo>
                    <a:pt x="408453" y="114276"/>
                  </a:lnTo>
                  <a:lnTo>
                    <a:pt x="403007" y="114276"/>
                  </a:lnTo>
                  <a:lnTo>
                    <a:pt x="397561" y="114276"/>
                  </a:lnTo>
                  <a:lnTo>
                    <a:pt x="392115" y="114276"/>
                  </a:lnTo>
                  <a:lnTo>
                    <a:pt x="386669" y="114276"/>
                  </a:lnTo>
                  <a:lnTo>
                    <a:pt x="381223" y="114276"/>
                  </a:lnTo>
                  <a:lnTo>
                    <a:pt x="375777" y="114276"/>
                  </a:lnTo>
                  <a:lnTo>
                    <a:pt x="370331" y="114276"/>
                  </a:lnTo>
                  <a:lnTo>
                    <a:pt x="364885" y="114276"/>
                  </a:lnTo>
                  <a:lnTo>
                    <a:pt x="359438" y="114276"/>
                  </a:lnTo>
                  <a:lnTo>
                    <a:pt x="353992" y="114276"/>
                  </a:lnTo>
                  <a:lnTo>
                    <a:pt x="348546" y="114276"/>
                  </a:lnTo>
                  <a:lnTo>
                    <a:pt x="343100" y="114276"/>
                  </a:lnTo>
                  <a:lnTo>
                    <a:pt x="337654" y="114276"/>
                  </a:lnTo>
                  <a:lnTo>
                    <a:pt x="332208" y="114276"/>
                  </a:lnTo>
                  <a:lnTo>
                    <a:pt x="326762" y="114276"/>
                  </a:lnTo>
                  <a:lnTo>
                    <a:pt x="321316" y="114276"/>
                  </a:lnTo>
                  <a:lnTo>
                    <a:pt x="315870" y="114276"/>
                  </a:lnTo>
                  <a:lnTo>
                    <a:pt x="310424" y="114276"/>
                  </a:lnTo>
                  <a:lnTo>
                    <a:pt x="304978" y="114276"/>
                  </a:lnTo>
                  <a:lnTo>
                    <a:pt x="299532" y="114276"/>
                  </a:lnTo>
                  <a:lnTo>
                    <a:pt x="294086" y="114276"/>
                  </a:lnTo>
                  <a:lnTo>
                    <a:pt x="288640" y="114276"/>
                  </a:lnTo>
                  <a:lnTo>
                    <a:pt x="283194" y="114276"/>
                  </a:lnTo>
                  <a:lnTo>
                    <a:pt x="277748" y="114276"/>
                  </a:lnTo>
                  <a:lnTo>
                    <a:pt x="272302" y="114276"/>
                  </a:lnTo>
                  <a:lnTo>
                    <a:pt x="266856" y="114276"/>
                  </a:lnTo>
                  <a:lnTo>
                    <a:pt x="261410" y="114276"/>
                  </a:lnTo>
                  <a:lnTo>
                    <a:pt x="255964" y="114276"/>
                  </a:lnTo>
                  <a:lnTo>
                    <a:pt x="250518" y="114276"/>
                  </a:lnTo>
                  <a:lnTo>
                    <a:pt x="245072" y="114276"/>
                  </a:lnTo>
                  <a:lnTo>
                    <a:pt x="239625" y="114276"/>
                  </a:lnTo>
                  <a:lnTo>
                    <a:pt x="234179" y="114276"/>
                  </a:lnTo>
                  <a:lnTo>
                    <a:pt x="228733" y="114276"/>
                  </a:lnTo>
                  <a:lnTo>
                    <a:pt x="223287" y="114276"/>
                  </a:lnTo>
                  <a:lnTo>
                    <a:pt x="217841" y="114276"/>
                  </a:lnTo>
                  <a:lnTo>
                    <a:pt x="212395" y="114276"/>
                  </a:lnTo>
                  <a:lnTo>
                    <a:pt x="206949" y="114276"/>
                  </a:lnTo>
                  <a:lnTo>
                    <a:pt x="201503" y="114276"/>
                  </a:lnTo>
                  <a:lnTo>
                    <a:pt x="196057" y="114276"/>
                  </a:lnTo>
                  <a:lnTo>
                    <a:pt x="190611" y="114276"/>
                  </a:lnTo>
                  <a:lnTo>
                    <a:pt x="185165" y="114276"/>
                  </a:lnTo>
                  <a:lnTo>
                    <a:pt x="179719" y="114276"/>
                  </a:lnTo>
                  <a:lnTo>
                    <a:pt x="174273" y="114276"/>
                  </a:lnTo>
                  <a:lnTo>
                    <a:pt x="168827" y="114276"/>
                  </a:lnTo>
                  <a:lnTo>
                    <a:pt x="163381" y="114276"/>
                  </a:lnTo>
                  <a:lnTo>
                    <a:pt x="157935" y="114276"/>
                  </a:lnTo>
                  <a:lnTo>
                    <a:pt x="152489" y="114276"/>
                  </a:lnTo>
                  <a:lnTo>
                    <a:pt x="147043" y="114276"/>
                  </a:lnTo>
                  <a:lnTo>
                    <a:pt x="141597" y="114276"/>
                  </a:lnTo>
                  <a:lnTo>
                    <a:pt x="136151" y="114276"/>
                  </a:lnTo>
                  <a:lnTo>
                    <a:pt x="130705" y="114276"/>
                  </a:lnTo>
                  <a:lnTo>
                    <a:pt x="125259" y="114276"/>
                  </a:lnTo>
                  <a:lnTo>
                    <a:pt x="119812" y="114276"/>
                  </a:lnTo>
                  <a:lnTo>
                    <a:pt x="114366" y="114276"/>
                  </a:lnTo>
                  <a:lnTo>
                    <a:pt x="108920" y="114276"/>
                  </a:lnTo>
                  <a:lnTo>
                    <a:pt x="103474" y="114276"/>
                  </a:lnTo>
                  <a:lnTo>
                    <a:pt x="98028" y="114276"/>
                  </a:lnTo>
                  <a:lnTo>
                    <a:pt x="92582" y="114276"/>
                  </a:lnTo>
                  <a:lnTo>
                    <a:pt x="87136" y="114276"/>
                  </a:lnTo>
                  <a:lnTo>
                    <a:pt x="81690" y="114276"/>
                  </a:lnTo>
                  <a:lnTo>
                    <a:pt x="76244" y="114276"/>
                  </a:lnTo>
                  <a:lnTo>
                    <a:pt x="70798" y="114276"/>
                  </a:lnTo>
                  <a:lnTo>
                    <a:pt x="65352" y="114276"/>
                  </a:lnTo>
                  <a:lnTo>
                    <a:pt x="59906" y="114276"/>
                  </a:lnTo>
                  <a:lnTo>
                    <a:pt x="54460" y="114276"/>
                  </a:lnTo>
                  <a:lnTo>
                    <a:pt x="49014" y="114276"/>
                  </a:lnTo>
                  <a:lnTo>
                    <a:pt x="43568" y="114276"/>
                  </a:lnTo>
                  <a:lnTo>
                    <a:pt x="38122" y="114276"/>
                  </a:lnTo>
                  <a:lnTo>
                    <a:pt x="32676" y="114276"/>
                  </a:lnTo>
                  <a:lnTo>
                    <a:pt x="27230" y="114276"/>
                  </a:lnTo>
                  <a:lnTo>
                    <a:pt x="21784" y="114276"/>
                  </a:lnTo>
                  <a:lnTo>
                    <a:pt x="16338" y="114276"/>
                  </a:lnTo>
                  <a:lnTo>
                    <a:pt x="10892" y="114276"/>
                  </a:lnTo>
                  <a:lnTo>
                    <a:pt x="5446" y="11427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957616" y="4867807"/>
              <a:ext cx="2782929" cy="114276"/>
            </a:xfrm>
            <a:custGeom>
              <a:avLst/>
              <a:pathLst>
                <a:path w="2782929" h="114276">
                  <a:moveTo>
                    <a:pt x="0" y="114276"/>
                  </a:moveTo>
                  <a:lnTo>
                    <a:pt x="5446" y="114276"/>
                  </a:lnTo>
                  <a:lnTo>
                    <a:pt x="10892" y="114276"/>
                  </a:lnTo>
                  <a:lnTo>
                    <a:pt x="16338" y="114276"/>
                  </a:lnTo>
                  <a:lnTo>
                    <a:pt x="21784" y="114276"/>
                  </a:lnTo>
                  <a:lnTo>
                    <a:pt x="27230" y="114276"/>
                  </a:lnTo>
                  <a:lnTo>
                    <a:pt x="32676" y="114276"/>
                  </a:lnTo>
                  <a:lnTo>
                    <a:pt x="38122" y="114276"/>
                  </a:lnTo>
                  <a:lnTo>
                    <a:pt x="43568" y="114275"/>
                  </a:lnTo>
                  <a:lnTo>
                    <a:pt x="49014" y="114275"/>
                  </a:lnTo>
                  <a:lnTo>
                    <a:pt x="54460" y="114275"/>
                  </a:lnTo>
                  <a:lnTo>
                    <a:pt x="59906" y="114275"/>
                  </a:lnTo>
                  <a:lnTo>
                    <a:pt x="65352" y="114274"/>
                  </a:lnTo>
                  <a:lnTo>
                    <a:pt x="70798" y="114274"/>
                  </a:lnTo>
                  <a:lnTo>
                    <a:pt x="76244" y="114273"/>
                  </a:lnTo>
                  <a:lnTo>
                    <a:pt x="81690" y="114272"/>
                  </a:lnTo>
                  <a:lnTo>
                    <a:pt x="87136" y="114271"/>
                  </a:lnTo>
                  <a:lnTo>
                    <a:pt x="92582" y="114269"/>
                  </a:lnTo>
                  <a:lnTo>
                    <a:pt x="98028" y="114268"/>
                  </a:lnTo>
                  <a:lnTo>
                    <a:pt x="103474" y="114266"/>
                  </a:lnTo>
                  <a:lnTo>
                    <a:pt x="108920" y="114263"/>
                  </a:lnTo>
                  <a:lnTo>
                    <a:pt x="114366" y="114260"/>
                  </a:lnTo>
                  <a:lnTo>
                    <a:pt x="119812" y="114256"/>
                  </a:lnTo>
                  <a:lnTo>
                    <a:pt x="125259" y="114252"/>
                  </a:lnTo>
                  <a:lnTo>
                    <a:pt x="130705" y="114246"/>
                  </a:lnTo>
                  <a:lnTo>
                    <a:pt x="136151" y="114239"/>
                  </a:lnTo>
                  <a:lnTo>
                    <a:pt x="141597" y="114232"/>
                  </a:lnTo>
                  <a:lnTo>
                    <a:pt x="147043" y="114222"/>
                  </a:lnTo>
                  <a:lnTo>
                    <a:pt x="152489" y="114211"/>
                  </a:lnTo>
                  <a:lnTo>
                    <a:pt x="157935" y="114198"/>
                  </a:lnTo>
                  <a:lnTo>
                    <a:pt x="163381" y="114182"/>
                  </a:lnTo>
                  <a:lnTo>
                    <a:pt x="168827" y="114164"/>
                  </a:lnTo>
                  <a:lnTo>
                    <a:pt x="174273" y="114144"/>
                  </a:lnTo>
                  <a:lnTo>
                    <a:pt x="179719" y="114119"/>
                  </a:lnTo>
                  <a:lnTo>
                    <a:pt x="185165" y="114091"/>
                  </a:lnTo>
                  <a:lnTo>
                    <a:pt x="190611" y="114059"/>
                  </a:lnTo>
                  <a:lnTo>
                    <a:pt x="196057" y="114022"/>
                  </a:lnTo>
                  <a:lnTo>
                    <a:pt x="201503" y="113982"/>
                  </a:lnTo>
                  <a:lnTo>
                    <a:pt x="206949" y="113934"/>
                  </a:lnTo>
                  <a:lnTo>
                    <a:pt x="212395" y="113881"/>
                  </a:lnTo>
                  <a:lnTo>
                    <a:pt x="217841" y="113822"/>
                  </a:lnTo>
                  <a:lnTo>
                    <a:pt x="223287" y="113757"/>
                  </a:lnTo>
                  <a:lnTo>
                    <a:pt x="228733" y="113684"/>
                  </a:lnTo>
                  <a:lnTo>
                    <a:pt x="234179" y="113604"/>
                  </a:lnTo>
                  <a:lnTo>
                    <a:pt x="239625" y="113515"/>
                  </a:lnTo>
                  <a:lnTo>
                    <a:pt x="245072" y="113418"/>
                  </a:lnTo>
                  <a:lnTo>
                    <a:pt x="250518" y="113313"/>
                  </a:lnTo>
                  <a:lnTo>
                    <a:pt x="255964" y="113201"/>
                  </a:lnTo>
                  <a:lnTo>
                    <a:pt x="261410" y="113079"/>
                  </a:lnTo>
                  <a:lnTo>
                    <a:pt x="266856" y="112947"/>
                  </a:lnTo>
                  <a:lnTo>
                    <a:pt x="272302" y="112807"/>
                  </a:lnTo>
                  <a:lnTo>
                    <a:pt x="277748" y="112659"/>
                  </a:lnTo>
                  <a:lnTo>
                    <a:pt x="283194" y="112503"/>
                  </a:lnTo>
                  <a:lnTo>
                    <a:pt x="288640" y="112339"/>
                  </a:lnTo>
                  <a:lnTo>
                    <a:pt x="294086" y="112167"/>
                  </a:lnTo>
                  <a:lnTo>
                    <a:pt x="299532" y="111988"/>
                  </a:lnTo>
                  <a:lnTo>
                    <a:pt x="304978" y="111804"/>
                  </a:lnTo>
                  <a:lnTo>
                    <a:pt x="310424" y="111615"/>
                  </a:lnTo>
                  <a:lnTo>
                    <a:pt x="315870" y="111421"/>
                  </a:lnTo>
                  <a:lnTo>
                    <a:pt x="321316" y="111224"/>
                  </a:lnTo>
                  <a:lnTo>
                    <a:pt x="326762" y="111024"/>
                  </a:lnTo>
                  <a:lnTo>
                    <a:pt x="332208" y="110823"/>
                  </a:lnTo>
                  <a:lnTo>
                    <a:pt x="337654" y="110622"/>
                  </a:lnTo>
                  <a:lnTo>
                    <a:pt x="343100" y="110422"/>
                  </a:lnTo>
                  <a:lnTo>
                    <a:pt x="348546" y="110223"/>
                  </a:lnTo>
                  <a:lnTo>
                    <a:pt x="353992" y="110029"/>
                  </a:lnTo>
                  <a:lnTo>
                    <a:pt x="359438" y="109838"/>
                  </a:lnTo>
                  <a:lnTo>
                    <a:pt x="364885" y="109651"/>
                  </a:lnTo>
                  <a:lnTo>
                    <a:pt x="370331" y="109470"/>
                  </a:lnTo>
                  <a:lnTo>
                    <a:pt x="375777" y="109297"/>
                  </a:lnTo>
                  <a:lnTo>
                    <a:pt x="381223" y="109131"/>
                  </a:lnTo>
                  <a:lnTo>
                    <a:pt x="386669" y="108973"/>
                  </a:lnTo>
                  <a:lnTo>
                    <a:pt x="392115" y="108822"/>
                  </a:lnTo>
                  <a:lnTo>
                    <a:pt x="397561" y="108680"/>
                  </a:lnTo>
                  <a:lnTo>
                    <a:pt x="403007" y="108546"/>
                  </a:lnTo>
                  <a:lnTo>
                    <a:pt x="408453" y="108423"/>
                  </a:lnTo>
                  <a:lnTo>
                    <a:pt x="413899" y="108307"/>
                  </a:lnTo>
                  <a:lnTo>
                    <a:pt x="419345" y="108199"/>
                  </a:lnTo>
                  <a:lnTo>
                    <a:pt x="424791" y="108099"/>
                  </a:lnTo>
                  <a:lnTo>
                    <a:pt x="430237" y="108006"/>
                  </a:lnTo>
                  <a:lnTo>
                    <a:pt x="435683" y="107922"/>
                  </a:lnTo>
                  <a:lnTo>
                    <a:pt x="441129" y="107844"/>
                  </a:lnTo>
                  <a:lnTo>
                    <a:pt x="446575" y="107771"/>
                  </a:lnTo>
                  <a:lnTo>
                    <a:pt x="452021" y="107703"/>
                  </a:lnTo>
                  <a:lnTo>
                    <a:pt x="457467" y="107640"/>
                  </a:lnTo>
                  <a:lnTo>
                    <a:pt x="462913" y="107582"/>
                  </a:lnTo>
                  <a:lnTo>
                    <a:pt x="468359" y="107527"/>
                  </a:lnTo>
                  <a:lnTo>
                    <a:pt x="473805" y="107475"/>
                  </a:lnTo>
                  <a:lnTo>
                    <a:pt x="479251" y="107425"/>
                  </a:lnTo>
                  <a:lnTo>
                    <a:pt x="484698" y="107377"/>
                  </a:lnTo>
                  <a:lnTo>
                    <a:pt x="490144" y="107330"/>
                  </a:lnTo>
                  <a:lnTo>
                    <a:pt x="495590" y="107286"/>
                  </a:lnTo>
                  <a:lnTo>
                    <a:pt x="501036" y="107242"/>
                  </a:lnTo>
                  <a:lnTo>
                    <a:pt x="506482" y="107199"/>
                  </a:lnTo>
                  <a:lnTo>
                    <a:pt x="511928" y="107157"/>
                  </a:lnTo>
                  <a:lnTo>
                    <a:pt x="517374" y="107116"/>
                  </a:lnTo>
                  <a:lnTo>
                    <a:pt x="522820" y="107077"/>
                  </a:lnTo>
                  <a:lnTo>
                    <a:pt x="528266" y="107039"/>
                  </a:lnTo>
                  <a:lnTo>
                    <a:pt x="533712" y="107002"/>
                  </a:lnTo>
                  <a:lnTo>
                    <a:pt x="539158" y="106967"/>
                  </a:lnTo>
                  <a:lnTo>
                    <a:pt x="544604" y="106934"/>
                  </a:lnTo>
                  <a:lnTo>
                    <a:pt x="550050" y="106904"/>
                  </a:lnTo>
                  <a:lnTo>
                    <a:pt x="555496" y="106876"/>
                  </a:lnTo>
                  <a:lnTo>
                    <a:pt x="560942" y="106851"/>
                  </a:lnTo>
                  <a:lnTo>
                    <a:pt x="566388" y="106830"/>
                  </a:lnTo>
                  <a:lnTo>
                    <a:pt x="571834" y="106812"/>
                  </a:lnTo>
                  <a:lnTo>
                    <a:pt x="577280" y="106798"/>
                  </a:lnTo>
                  <a:lnTo>
                    <a:pt x="582726" y="106789"/>
                  </a:lnTo>
                  <a:lnTo>
                    <a:pt x="588172" y="106784"/>
                  </a:lnTo>
                  <a:lnTo>
                    <a:pt x="593618" y="106783"/>
                  </a:lnTo>
                  <a:lnTo>
                    <a:pt x="599064" y="106786"/>
                  </a:lnTo>
                  <a:lnTo>
                    <a:pt x="604510" y="106795"/>
                  </a:lnTo>
                  <a:lnTo>
                    <a:pt x="609957" y="106808"/>
                  </a:lnTo>
                  <a:lnTo>
                    <a:pt x="615403" y="106825"/>
                  </a:lnTo>
                  <a:lnTo>
                    <a:pt x="620849" y="106845"/>
                  </a:lnTo>
                  <a:lnTo>
                    <a:pt x="626295" y="106869"/>
                  </a:lnTo>
                  <a:lnTo>
                    <a:pt x="631741" y="106897"/>
                  </a:lnTo>
                  <a:lnTo>
                    <a:pt x="637187" y="106928"/>
                  </a:lnTo>
                  <a:lnTo>
                    <a:pt x="642633" y="106960"/>
                  </a:lnTo>
                  <a:lnTo>
                    <a:pt x="648079" y="106994"/>
                  </a:lnTo>
                  <a:lnTo>
                    <a:pt x="653525" y="107029"/>
                  </a:lnTo>
                  <a:lnTo>
                    <a:pt x="658971" y="107065"/>
                  </a:lnTo>
                  <a:lnTo>
                    <a:pt x="664417" y="107100"/>
                  </a:lnTo>
                  <a:lnTo>
                    <a:pt x="669863" y="107134"/>
                  </a:lnTo>
                  <a:lnTo>
                    <a:pt x="675309" y="107166"/>
                  </a:lnTo>
                  <a:lnTo>
                    <a:pt x="680755" y="107197"/>
                  </a:lnTo>
                  <a:lnTo>
                    <a:pt x="686201" y="107224"/>
                  </a:lnTo>
                  <a:lnTo>
                    <a:pt x="691647" y="107248"/>
                  </a:lnTo>
                  <a:lnTo>
                    <a:pt x="697093" y="107268"/>
                  </a:lnTo>
                  <a:lnTo>
                    <a:pt x="702539" y="107284"/>
                  </a:lnTo>
                  <a:lnTo>
                    <a:pt x="707985" y="107296"/>
                  </a:lnTo>
                  <a:lnTo>
                    <a:pt x="713431" y="107304"/>
                  </a:lnTo>
                  <a:lnTo>
                    <a:pt x="718877" y="107307"/>
                  </a:lnTo>
                  <a:lnTo>
                    <a:pt x="724323" y="107306"/>
                  </a:lnTo>
                  <a:lnTo>
                    <a:pt x="729770" y="107302"/>
                  </a:lnTo>
                  <a:lnTo>
                    <a:pt x="735216" y="107295"/>
                  </a:lnTo>
                  <a:lnTo>
                    <a:pt x="740662" y="107284"/>
                  </a:lnTo>
                  <a:lnTo>
                    <a:pt x="746108" y="107272"/>
                  </a:lnTo>
                  <a:lnTo>
                    <a:pt x="751554" y="107258"/>
                  </a:lnTo>
                  <a:lnTo>
                    <a:pt x="757000" y="107245"/>
                  </a:lnTo>
                  <a:lnTo>
                    <a:pt x="762446" y="107232"/>
                  </a:lnTo>
                  <a:lnTo>
                    <a:pt x="767892" y="107220"/>
                  </a:lnTo>
                  <a:lnTo>
                    <a:pt x="773338" y="107212"/>
                  </a:lnTo>
                  <a:lnTo>
                    <a:pt x="778784" y="107207"/>
                  </a:lnTo>
                  <a:lnTo>
                    <a:pt x="784230" y="107207"/>
                  </a:lnTo>
                  <a:lnTo>
                    <a:pt x="789676" y="107212"/>
                  </a:lnTo>
                  <a:lnTo>
                    <a:pt x="795122" y="107224"/>
                  </a:lnTo>
                  <a:lnTo>
                    <a:pt x="800568" y="107243"/>
                  </a:lnTo>
                  <a:lnTo>
                    <a:pt x="806014" y="107271"/>
                  </a:lnTo>
                  <a:lnTo>
                    <a:pt x="811460" y="107307"/>
                  </a:lnTo>
                  <a:lnTo>
                    <a:pt x="816906" y="107351"/>
                  </a:lnTo>
                  <a:lnTo>
                    <a:pt x="822352" y="107404"/>
                  </a:lnTo>
                  <a:lnTo>
                    <a:pt x="827798" y="107467"/>
                  </a:lnTo>
                  <a:lnTo>
                    <a:pt x="833244" y="107540"/>
                  </a:lnTo>
                  <a:lnTo>
                    <a:pt x="838690" y="107621"/>
                  </a:lnTo>
                  <a:lnTo>
                    <a:pt x="844136" y="107710"/>
                  </a:lnTo>
                  <a:lnTo>
                    <a:pt x="849583" y="107806"/>
                  </a:lnTo>
                  <a:lnTo>
                    <a:pt x="855029" y="107911"/>
                  </a:lnTo>
                  <a:lnTo>
                    <a:pt x="860475" y="108023"/>
                  </a:lnTo>
                  <a:lnTo>
                    <a:pt x="865921" y="108140"/>
                  </a:lnTo>
                  <a:lnTo>
                    <a:pt x="871367" y="108262"/>
                  </a:lnTo>
                  <a:lnTo>
                    <a:pt x="876813" y="108387"/>
                  </a:lnTo>
                  <a:lnTo>
                    <a:pt x="882259" y="108516"/>
                  </a:lnTo>
                  <a:lnTo>
                    <a:pt x="887705" y="108647"/>
                  </a:lnTo>
                  <a:lnTo>
                    <a:pt x="893151" y="108780"/>
                  </a:lnTo>
                  <a:lnTo>
                    <a:pt x="898597" y="108912"/>
                  </a:lnTo>
                  <a:lnTo>
                    <a:pt x="904043" y="109044"/>
                  </a:lnTo>
                  <a:lnTo>
                    <a:pt x="909489" y="109174"/>
                  </a:lnTo>
                  <a:lnTo>
                    <a:pt x="914935" y="109303"/>
                  </a:lnTo>
                  <a:lnTo>
                    <a:pt x="920381" y="109428"/>
                  </a:lnTo>
                  <a:lnTo>
                    <a:pt x="925827" y="109550"/>
                  </a:lnTo>
                  <a:lnTo>
                    <a:pt x="931273" y="109669"/>
                  </a:lnTo>
                  <a:lnTo>
                    <a:pt x="936719" y="109784"/>
                  </a:lnTo>
                  <a:lnTo>
                    <a:pt x="942165" y="109895"/>
                  </a:lnTo>
                  <a:lnTo>
                    <a:pt x="947611" y="110000"/>
                  </a:lnTo>
                  <a:lnTo>
                    <a:pt x="953057" y="110102"/>
                  </a:lnTo>
                  <a:lnTo>
                    <a:pt x="958503" y="110199"/>
                  </a:lnTo>
                  <a:lnTo>
                    <a:pt x="963949" y="110292"/>
                  </a:lnTo>
                  <a:lnTo>
                    <a:pt x="969396" y="110380"/>
                  </a:lnTo>
                  <a:lnTo>
                    <a:pt x="974842" y="110463"/>
                  </a:lnTo>
                  <a:lnTo>
                    <a:pt x="980288" y="110543"/>
                  </a:lnTo>
                  <a:lnTo>
                    <a:pt x="985734" y="110619"/>
                  </a:lnTo>
                  <a:lnTo>
                    <a:pt x="991180" y="110691"/>
                  </a:lnTo>
                  <a:lnTo>
                    <a:pt x="996626" y="110760"/>
                  </a:lnTo>
                  <a:lnTo>
                    <a:pt x="1002072" y="110824"/>
                  </a:lnTo>
                  <a:lnTo>
                    <a:pt x="1007518" y="110885"/>
                  </a:lnTo>
                  <a:lnTo>
                    <a:pt x="1012964" y="110943"/>
                  </a:lnTo>
                  <a:lnTo>
                    <a:pt x="1018410" y="110997"/>
                  </a:lnTo>
                  <a:lnTo>
                    <a:pt x="1023856" y="111048"/>
                  </a:lnTo>
                  <a:lnTo>
                    <a:pt x="1029302" y="111094"/>
                  </a:lnTo>
                  <a:lnTo>
                    <a:pt x="1034748" y="111137"/>
                  </a:lnTo>
                  <a:lnTo>
                    <a:pt x="1040194" y="111175"/>
                  </a:lnTo>
                  <a:lnTo>
                    <a:pt x="1045640" y="111209"/>
                  </a:lnTo>
                  <a:lnTo>
                    <a:pt x="1051086" y="111239"/>
                  </a:lnTo>
                  <a:lnTo>
                    <a:pt x="1056532" y="111262"/>
                  </a:lnTo>
                  <a:lnTo>
                    <a:pt x="1061978" y="111279"/>
                  </a:lnTo>
                  <a:lnTo>
                    <a:pt x="1067424" y="111291"/>
                  </a:lnTo>
                  <a:lnTo>
                    <a:pt x="1072870" y="111296"/>
                  </a:lnTo>
                  <a:lnTo>
                    <a:pt x="1078316" y="111293"/>
                  </a:lnTo>
                  <a:lnTo>
                    <a:pt x="1083762" y="111282"/>
                  </a:lnTo>
                  <a:lnTo>
                    <a:pt x="1089209" y="111262"/>
                  </a:lnTo>
                  <a:lnTo>
                    <a:pt x="1094655" y="111234"/>
                  </a:lnTo>
                  <a:lnTo>
                    <a:pt x="1100101" y="111196"/>
                  </a:lnTo>
                  <a:lnTo>
                    <a:pt x="1105547" y="111150"/>
                  </a:lnTo>
                  <a:lnTo>
                    <a:pt x="1110993" y="111092"/>
                  </a:lnTo>
                  <a:lnTo>
                    <a:pt x="1116439" y="111023"/>
                  </a:lnTo>
                  <a:lnTo>
                    <a:pt x="1121885" y="110943"/>
                  </a:lnTo>
                  <a:lnTo>
                    <a:pt x="1127331" y="110853"/>
                  </a:lnTo>
                  <a:lnTo>
                    <a:pt x="1132777" y="110753"/>
                  </a:lnTo>
                  <a:lnTo>
                    <a:pt x="1138223" y="110641"/>
                  </a:lnTo>
                  <a:lnTo>
                    <a:pt x="1143669" y="110515"/>
                  </a:lnTo>
                  <a:lnTo>
                    <a:pt x="1149115" y="110379"/>
                  </a:lnTo>
                  <a:lnTo>
                    <a:pt x="1154561" y="110233"/>
                  </a:lnTo>
                  <a:lnTo>
                    <a:pt x="1160007" y="110076"/>
                  </a:lnTo>
                  <a:lnTo>
                    <a:pt x="1165453" y="109909"/>
                  </a:lnTo>
                  <a:lnTo>
                    <a:pt x="1170899" y="109728"/>
                  </a:lnTo>
                  <a:lnTo>
                    <a:pt x="1176345" y="109538"/>
                  </a:lnTo>
                  <a:lnTo>
                    <a:pt x="1181791" y="109337"/>
                  </a:lnTo>
                  <a:lnTo>
                    <a:pt x="1187237" y="109127"/>
                  </a:lnTo>
                  <a:lnTo>
                    <a:pt x="1192683" y="108908"/>
                  </a:lnTo>
                  <a:lnTo>
                    <a:pt x="1198129" y="108676"/>
                  </a:lnTo>
                  <a:lnTo>
                    <a:pt x="1203575" y="108434"/>
                  </a:lnTo>
                  <a:lnTo>
                    <a:pt x="1209021" y="108184"/>
                  </a:lnTo>
                  <a:lnTo>
                    <a:pt x="1214468" y="107923"/>
                  </a:lnTo>
                  <a:lnTo>
                    <a:pt x="1219914" y="107653"/>
                  </a:lnTo>
                  <a:lnTo>
                    <a:pt x="1225360" y="107371"/>
                  </a:lnTo>
                  <a:lnTo>
                    <a:pt x="1230806" y="107077"/>
                  </a:lnTo>
                  <a:lnTo>
                    <a:pt x="1236252" y="106773"/>
                  </a:lnTo>
                  <a:lnTo>
                    <a:pt x="1241698" y="106458"/>
                  </a:lnTo>
                  <a:lnTo>
                    <a:pt x="1247144" y="106130"/>
                  </a:lnTo>
                  <a:lnTo>
                    <a:pt x="1252590" y="105789"/>
                  </a:lnTo>
                  <a:lnTo>
                    <a:pt x="1258036" y="105431"/>
                  </a:lnTo>
                  <a:lnTo>
                    <a:pt x="1263482" y="105060"/>
                  </a:lnTo>
                  <a:lnTo>
                    <a:pt x="1268928" y="104673"/>
                  </a:lnTo>
                  <a:lnTo>
                    <a:pt x="1274374" y="104270"/>
                  </a:lnTo>
                  <a:lnTo>
                    <a:pt x="1279820" y="103849"/>
                  </a:lnTo>
                  <a:lnTo>
                    <a:pt x="1285266" y="103405"/>
                  </a:lnTo>
                  <a:lnTo>
                    <a:pt x="1290712" y="102942"/>
                  </a:lnTo>
                  <a:lnTo>
                    <a:pt x="1296158" y="102458"/>
                  </a:lnTo>
                  <a:lnTo>
                    <a:pt x="1301604" y="101952"/>
                  </a:lnTo>
                  <a:lnTo>
                    <a:pt x="1307050" y="101423"/>
                  </a:lnTo>
                  <a:lnTo>
                    <a:pt x="1312496" y="100862"/>
                  </a:lnTo>
                  <a:lnTo>
                    <a:pt x="1317942" y="100276"/>
                  </a:lnTo>
                  <a:lnTo>
                    <a:pt x="1323388" y="99662"/>
                  </a:lnTo>
                  <a:lnTo>
                    <a:pt x="1328834" y="99021"/>
                  </a:lnTo>
                  <a:lnTo>
                    <a:pt x="1334281" y="98351"/>
                  </a:lnTo>
                  <a:lnTo>
                    <a:pt x="1339727" y="97641"/>
                  </a:lnTo>
                  <a:lnTo>
                    <a:pt x="1345173" y="96898"/>
                  </a:lnTo>
                  <a:lnTo>
                    <a:pt x="1350619" y="96122"/>
                  </a:lnTo>
                  <a:lnTo>
                    <a:pt x="1356065" y="95311"/>
                  </a:lnTo>
                  <a:lnTo>
                    <a:pt x="1361511" y="94465"/>
                  </a:lnTo>
                  <a:lnTo>
                    <a:pt x="1366957" y="93574"/>
                  </a:lnTo>
                  <a:lnTo>
                    <a:pt x="1372403" y="92641"/>
                  </a:lnTo>
                  <a:lnTo>
                    <a:pt x="1377849" y="91668"/>
                  </a:lnTo>
                  <a:lnTo>
                    <a:pt x="1383295" y="90655"/>
                  </a:lnTo>
                  <a:lnTo>
                    <a:pt x="1388741" y="89599"/>
                  </a:lnTo>
                  <a:lnTo>
                    <a:pt x="1394187" y="88494"/>
                  </a:lnTo>
                  <a:lnTo>
                    <a:pt x="1399633" y="87336"/>
                  </a:lnTo>
                  <a:lnTo>
                    <a:pt x="1405079" y="86133"/>
                  </a:lnTo>
                  <a:lnTo>
                    <a:pt x="1410525" y="84883"/>
                  </a:lnTo>
                  <a:lnTo>
                    <a:pt x="1415971" y="83585"/>
                  </a:lnTo>
                  <a:lnTo>
                    <a:pt x="1421417" y="82234"/>
                  </a:lnTo>
                  <a:lnTo>
                    <a:pt x="1426863" y="80822"/>
                  </a:lnTo>
                  <a:lnTo>
                    <a:pt x="1432309" y="79358"/>
                  </a:lnTo>
                  <a:lnTo>
                    <a:pt x="1437755" y="77844"/>
                  </a:lnTo>
                  <a:lnTo>
                    <a:pt x="1443201" y="76278"/>
                  </a:lnTo>
                  <a:lnTo>
                    <a:pt x="1448647" y="74658"/>
                  </a:lnTo>
                  <a:lnTo>
                    <a:pt x="1454094" y="72972"/>
                  </a:lnTo>
                  <a:lnTo>
                    <a:pt x="1459540" y="71235"/>
                  </a:lnTo>
                  <a:lnTo>
                    <a:pt x="1464986" y="69447"/>
                  </a:lnTo>
                  <a:lnTo>
                    <a:pt x="1470432" y="67609"/>
                  </a:lnTo>
                  <a:lnTo>
                    <a:pt x="1475878" y="65722"/>
                  </a:lnTo>
                  <a:lnTo>
                    <a:pt x="1481324" y="63775"/>
                  </a:lnTo>
                  <a:lnTo>
                    <a:pt x="1486770" y="61783"/>
                  </a:lnTo>
                  <a:lnTo>
                    <a:pt x="1492216" y="59748"/>
                  </a:lnTo>
                  <a:lnTo>
                    <a:pt x="1497662" y="57674"/>
                  </a:lnTo>
                  <a:lnTo>
                    <a:pt x="1503108" y="55563"/>
                  </a:lnTo>
                  <a:lnTo>
                    <a:pt x="1508554" y="53413"/>
                  </a:lnTo>
                  <a:lnTo>
                    <a:pt x="1514000" y="51232"/>
                  </a:lnTo>
                  <a:lnTo>
                    <a:pt x="1519446" y="49028"/>
                  </a:lnTo>
                  <a:lnTo>
                    <a:pt x="1524892" y="46805"/>
                  </a:lnTo>
                  <a:lnTo>
                    <a:pt x="1530338" y="44566"/>
                  </a:lnTo>
                  <a:lnTo>
                    <a:pt x="1535784" y="42317"/>
                  </a:lnTo>
                  <a:lnTo>
                    <a:pt x="1541230" y="40064"/>
                  </a:lnTo>
                  <a:lnTo>
                    <a:pt x="1546676" y="37815"/>
                  </a:lnTo>
                  <a:lnTo>
                    <a:pt x="1552122" y="35574"/>
                  </a:lnTo>
                  <a:lnTo>
                    <a:pt x="1557568" y="33347"/>
                  </a:lnTo>
                  <a:lnTo>
                    <a:pt x="1563014" y="31140"/>
                  </a:lnTo>
                  <a:lnTo>
                    <a:pt x="1568460" y="28967"/>
                  </a:lnTo>
                  <a:lnTo>
                    <a:pt x="1573907" y="26827"/>
                  </a:lnTo>
                  <a:lnTo>
                    <a:pt x="1579353" y="24726"/>
                  </a:lnTo>
                  <a:lnTo>
                    <a:pt x="1584799" y="22669"/>
                  </a:lnTo>
                  <a:lnTo>
                    <a:pt x="1590245" y="20663"/>
                  </a:lnTo>
                  <a:lnTo>
                    <a:pt x="1595691" y="18730"/>
                  </a:lnTo>
                  <a:lnTo>
                    <a:pt x="1601137" y="16860"/>
                  </a:lnTo>
                  <a:lnTo>
                    <a:pt x="1606583" y="15059"/>
                  </a:lnTo>
                  <a:lnTo>
                    <a:pt x="1612029" y="13330"/>
                  </a:lnTo>
                  <a:lnTo>
                    <a:pt x="1617475" y="11679"/>
                  </a:lnTo>
                  <a:lnTo>
                    <a:pt x="1622921" y="10135"/>
                  </a:lnTo>
                  <a:lnTo>
                    <a:pt x="1628367" y="8683"/>
                  </a:lnTo>
                  <a:lnTo>
                    <a:pt x="1633813" y="7325"/>
                  </a:lnTo>
                  <a:lnTo>
                    <a:pt x="1639259" y="6064"/>
                  </a:lnTo>
                  <a:lnTo>
                    <a:pt x="1644705" y="4904"/>
                  </a:lnTo>
                  <a:lnTo>
                    <a:pt x="1650151" y="3873"/>
                  </a:lnTo>
                  <a:lnTo>
                    <a:pt x="1655597" y="2961"/>
                  </a:lnTo>
                  <a:lnTo>
                    <a:pt x="1661043" y="2162"/>
                  </a:lnTo>
                  <a:lnTo>
                    <a:pt x="1666489" y="1479"/>
                  </a:lnTo>
                  <a:lnTo>
                    <a:pt x="1671935" y="913"/>
                  </a:lnTo>
                  <a:lnTo>
                    <a:pt x="1677381" y="486"/>
                  </a:lnTo>
                  <a:lnTo>
                    <a:pt x="1682827" y="200"/>
                  </a:lnTo>
                  <a:lnTo>
                    <a:pt x="1688273" y="38"/>
                  </a:lnTo>
                  <a:lnTo>
                    <a:pt x="1693720" y="0"/>
                  </a:lnTo>
                  <a:lnTo>
                    <a:pt x="1699166" y="86"/>
                  </a:lnTo>
                  <a:lnTo>
                    <a:pt x="1704612" y="309"/>
                  </a:lnTo>
                  <a:lnTo>
                    <a:pt x="1710058" y="683"/>
                  </a:lnTo>
                  <a:lnTo>
                    <a:pt x="1715504" y="1179"/>
                  </a:lnTo>
                  <a:lnTo>
                    <a:pt x="1720950" y="1795"/>
                  </a:lnTo>
                  <a:lnTo>
                    <a:pt x="1726396" y="2531"/>
                  </a:lnTo>
                  <a:lnTo>
                    <a:pt x="1731842" y="3388"/>
                  </a:lnTo>
                  <a:lnTo>
                    <a:pt x="1737288" y="4388"/>
                  </a:lnTo>
                  <a:lnTo>
                    <a:pt x="1742734" y="5495"/>
                  </a:lnTo>
                  <a:lnTo>
                    <a:pt x="1748180" y="6707"/>
                  </a:lnTo>
                  <a:lnTo>
                    <a:pt x="1753626" y="8018"/>
                  </a:lnTo>
                  <a:lnTo>
                    <a:pt x="1759072" y="9425"/>
                  </a:lnTo>
                  <a:lnTo>
                    <a:pt x="1764518" y="10946"/>
                  </a:lnTo>
                  <a:lnTo>
                    <a:pt x="1769964" y="12550"/>
                  </a:lnTo>
                  <a:lnTo>
                    <a:pt x="1775410" y="14229"/>
                  </a:lnTo>
                  <a:lnTo>
                    <a:pt x="1780856" y="15979"/>
                  </a:lnTo>
                  <a:lnTo>
                    <a:pt x="1786302" y="17793"/>
                  </a:lnTo>
                  <a:lnTo>
                    <a:pt x="1791748" y="19677"/>
                  </a:lnTo>
                  <a:lnTo>
                    <a:pt x="1797194" y="21614"/>
                  </a:lnTo>
                  <a:lnTo>
                    <a:pt x="1802640" y="23592"/>
                  </a:lnTo>
                  <a:lnTo>
                    <a:pt x="1808086" y="25608"/>
                  </a:lnTo>
                  <a:lnTo>
                    <a:pt x="1813532" y="27654"/>
                  </a:lnTo>
                  <a:lnTo>
                    <a:pt x="1818979" y="29728"/>
                  </a:lnTo>
                  <a:lnTo>
                    <a:pt x="1824425" y="31822"/>
                  </a:lnTo>
                  <a:lnTo>
                    <a:pt x="1829871" y="33927"/>
                  </a:lnTo>
                  <a:lnTo>
                    <a:pt x="1835317" y="36039"/>
                  </a:lnTo>
                  <a:lnTo>
                    <a:pt x="1840763" y="38153"/>
                  </a:lnTo>
                  <a:lnTo>
                    <a:pt x="1846209" y="40265"/>
                  </a:lnTo>
                  <a:lnTo>
                    <a:pt x="1851655" y="42367"/>
                  </a:lnTo>
                  <a:lnTo>
                    <a:pt x="1857101" y="44458"/>
                  </a:lnTo>
                  <a:lnTo>
                    <a:pt x="1862547" y="46534"/>
                  </a:lnTo>
                  <a:lnTo>
                    <a:pt x="1867993" y="48593"/>
                  </a:lnTo>
                  <a:lnTo>
                    <a:pt x="1873439" y="50632"/>
                  </a:lnTo>
                  <a:lnTo>
                    <a:pt x="1878885" y="52643"/>
                  </a:lnTo>
                  <a:lnTo>
                    <a:pt x="1884331" y="54629"/>
                  </a:lnTo>
                  <a:lnTo>
                    <a:pt x="1889777" y="56588"/>
                  </a:lnTo>
                  <a:lnTo>
                    <a:pt x="1895223" y="58521"/>
                  </a:lnTo>
                  <a:lnTo>
                    <a:pt x="1900669" y="60426"/>
                  </a:lnTo>
                  <a:lnTo>
                    <a:pt x="1906115" y="62293"/>
                  </a:lnTo>
                  <a:lnTo>
                    <a:pt x="1911561" y="64129"/>
                  </a:lnTo>
                  <a:lnTo>
                    <a:pt x="1917007" y="65935"/>
                  </a:lnTo>
                  <a:lnTo>
                    <a:pt x="1922453" y="67709"/>
                  </a:lnTo>
                  <a:lnTo>
                    <a:pt x="1927899" y="69452"/>
                  </a:lnTo>
                  <a:lnTo>
                    <a:pt x="1933345" y="71155"/>
                  </a:lnTo>
                  <a:lnTo>
                    <a:pt x="1938792" y="72824"/>
                  </a:lnTo>
                  <a:lnTo>
                    <a:pt x="1944238" y="74459"/>
                  </a:lnTo>
                  <a:lnTo>
                    <a:pt x="1949684" y="76062"/>
                  </a:lnTo>
                  <a:lnTo>
                    <a:pt x="1955130" y="77631"/>
                  </a:lnTo>
                  <a:lnTo>
                    <a:pt x="1960576" y="79160"/>
                  </a:lnTo>
                  <a:lnTo>
                    <a:pt x="1966022" y="80650"/>
                  </a:lnTo>
                  <a:lnTo>
                    <a:pt x="1971468" y="82106"/>
                  </a:lnTo>
                  <a:lnTo>
                    <a:pt x="1976914" y="83526"/>
                  </a:lnTo>
                  <a:lnTo>
                    <a:pt x="1982360" y="84910"/>
                  </a:lnTo>
                  <a:lnTo>
                    <a:pt x="1987806" y="86254"/>
                  </a:lnTo>
                  <a:lnTo>
                    <a:pt x="1993252" y="87555"/>
                  </a:lnTo>
                  <a:lnTo>
                    <a:pt x="1998698" y="88818"/>
                  </a:lnTo>
                  <a:lnTo>
                    <a:pt x="2004144" y="90044"/>
                  </a:lnTo>
                  <a:lnTo>
                    <a:pt x="2009590" y="91232"/>
                  </a:lnTo>
                  <a:lnTo>
                    <a:pt x="2015036" y="92382"/>
                  </a:lnTo>
                  <a:lnTo>
                    <a:pt x="2020482" y="93483"/>
                  </a:lnTo>
                  <a:lnTo>
                    <a:pt x="2025928" y="94546"/>
                  </a:lnTo>
                  <a:lnTo>
                    <a:pt x="2031374" y="95572"/>
                  </a:lnTo>
                  <a:lnTo>
                    <a:pt x="2036820" y="96560"/>
                  </a:lnTo>
                  <a:lnTo>
                    <a:pt x="2042266" y="97511"/>
                  </a:lnTo>
                  <a:lnTo>
                    <a:pt x="2047712" y="98414"/>
                  </a:lnTo>
                  <a:lnTo>
                    <a:pt x="2053158" y="99281"/>
                  </a:lnTo>
                  <a:lnTo>
                    <a:pt x="2058605" y="100112"/>
                  </a:lnTo>
                  <a:lnTo>
                    <a:pt x="2064051" y="100908"/>
                  </a:lnTo>
                  <a:lnTo>
                    <a:pt x="2069497" y="101670"/>
                  </a:lnTo>
                  <a:lnTo>
                    <a:pt x="2074943" y="102391"/>
                  </a:lnTo>
                  <a:lnTo>
                    <a:pt x="2080389" y="103077"/>
                  </a:lnTo>
                  <a:lnTo>
                    <a:pt x="2085835" y="103732"/>
                  </a:lnTo>
                  <a:lnTo>
                    <a:pt x="2091281" y="104357"/>
                  </a:lnTo>
                  <a:lnTo>
                    <a:pt x="2096727" y="104953"/>
                  </a:lnTo>
                  <a:lnTo>
                    <a:pt x="2102173" y="105515"/>
                  </a:lnTo>
                  <a:lnTo>
                    <a:pt x="2107619" y="106047"/>
                  </a:lnTo>
                  <a:lnTo>
                    <a:pt x="2113065" y="106553"/>
                  </a:lnTo>
                  <a:lnTo>
                    <a:pt x="2118511" y="107035"/>
                  </a:lnTo>
                  <a:lnTo>
                    <a:pt x="2123957" y="107492"/>
                  </a:lnTo>
                  <a:lnTo>
                    <a:pt x="2129403" y="107923"/>
                  </a:lnTo>
                  <a:lnTo>
                    <a:pt x="2134849" y="108329"/>
                  </a:lnTo>
                  <a:lnTo>
                    <a:pt x="2140295" y="108713"/>
                  </a:lnTo>
                  <a:lnTo>
                    <a:pt x="2145741" y="109078"/>
                  </a:lnTo>
                  <a:lnTo>
                    <a:pt x="2151187" y="109423"/>
                  </a:lnTo>
                  <a:lnTo>
                    <a:pt x="2156633" y="109749"/>
                  </a:lnTo>
                  <a:lnTo>
                    <a:pt x="2162079" y="110052"/>
                  </a:lnTo>
                  <a:lnTo>
                    <a:pt x="2167525" y="110339"/>
                  </a:lnTo>
                  <a:lnTo>
                    <a:pt x="2172971" y="110609"/>
                  </a:lnTo>
                  <a:lnTo>
                    <a:pt x="2178418" y="110864"/>
                  </a:lnTo>
                  <a:lnTo>
                    <a:pt x="2183864" y="111104"/>
                  </a:lnTo>
                  <a:lnTo>
                    <a:pt x="2189310" y="111326"/>
                  </a:lnTo>
                  <a:lnTo>
                    <a:pt x="2194756" y="111533"/>
                  </a:lnTo>
                  <a:lnTo>
                    <a:pt x="2200202" y="111728"/>
                  </a:lnTo>
                  <a:lnTo>
                    <a:pt x="2205648" y="111910"/>
                  </a:lnTo>
                  <a:lnTo>
                    <a:pt x="2211094" y="112080"/>
                  </a:lnTo>
                  <a:lnTo>
                    <a:pt x="2216540" y="112236"/>
                  </a:lnTo>
                  <a:lnTo>
                    <a:pt x="2221986" y="112380"/>
                  </a:lnTo>
                  <a:lnTo>
                    <a:pt x="2227432" y="112514"/>
                  </a:lnTo>
                  <a:lnTo>
                    <a:pt x="2232878" y="112638"/>
                  </a:lnTo>
                  <a:lnTo>
                    <a:pt x="2238324" y="112753"/>
                  </a:lnTo>
                  <a:lnTo>
                    <a:pt x="2243770" y="112857"/>
                  </a:lnTo>
                  <a:lnTo>
                    <a:pt x="2249216" y="112953"/>
                  </a:lnTo>
                  <a:lnTo>
                    <a:pt x="2254662" y="113041"/>
                  </a:lnTo>
                  <a:lnTo>
                    <a:pt x="2260108" y="113121"/>
                  </a:lnTo>
                  <a:lnTo>
                    <a:pt x="2265554" y="113195"/>
                  </a:lnTo>
                  <a:lnTo>
                    <a:pt x="2271000" y="113262"/>
                  </a:lnTo>
                  <a:lnTo>
                    <a:pt x="2276446" y="113323"/>
                  </a:lnTo>
                  <a:lnTo>
                    <a:pt x="2281892" y="113379"/>
                  </a:lnTo>
                  <a:lnTo>
                    <a:pt x="2287338" y="113430"/>
                  </a:lnTo>
                  <a:lnTo>
                    <a:pt x="2292784" y="113477"/>
                  </a:lnTo>
                  <a:lnTo>
                    <a:pt x="2298231" y="113521"/>
                  </a:lnTo>
                  <a:lnTo>
                    <a:pt x="2303677" y="113560"/>
                  </a:lnTo>
                  <a:lnTo>
                    <a:pt x="2309123" y="113596"/>
                  </a:lnTo>
                  <a:lnTo>
                    <a:pt x="2314569" y="113631"/>
                  </a:lnTo>
                  <a:lnTo>
                    <a:pt x="2320015" y="113663"/>
                  </a:lnTo>
                  <a:lnTo>
                    <a:pt x="2325461" y="113693"/>
                  </a:lnTo>
                  <a:lnTo>
                    <a:pt x="2330907" y="113721"/>
                  </a:lnTo>
                  <a:lnTo>
                    <a:pt x="2336353" y="113748"/>
                  </a:lnTo>
                  <a:lnTo>
                    <a:pt x="2341799" y="113774"/>
                  </a:lnTo>
                  <a:lnTo>
                    <a:pt x="2347245" y="113799"/>
                  </a:lnTo>
                  <a:lnTo>
                    <a:pt x="2352691" y="113823"/>
                  </a:lnTo>
                  <a:lnTo>
                    <a:pt x="2358137" y="113847"/>
                  </a:lnTo>
                  <a:lnTo>
                    <a:pt x="2363583" y="113870"/>
                  </a:lnTo>
                  <a:lnTo>
                    <a:pt x="2369029" y="113892"/>
                  </a:lnTo>
                  <a:lnTo>
                    <a:pt x="2374475" y="113914"/>
                  </a:lnTo>
                  <a:lnTo>
                    <a:pt x="2379921" y="113935"/>
                  </a:lnTo>
                  <a:lnTo>
                    <a:pt x="2385367" y="113956"/>
                  </a:lnTo>
                  <a:lnTo>
                    <a:pt x="2390813" y="113977"/>
                  </a:lnTo>
                  <a:lnTo>
                    <a:pt x="2396259" y="113997"/>
                  </a:lnTo>
                  <a:lnTo>
                    <a:pt x="2401705" y="114016"/>
                  </a:lnTo>
                  <a:lnTo>
                    <a:pt x="2407151" y="114035"/>
                  </a:lnTo>
                  <a:lnTo>
                    <a:pt x="2412597" y="114053"/>
                  </a:lnTo>
                  <a:lnTo>
                    <a:pt x="2418043" y="114071"/>
                  </a:lnTo>
                  <a:lnTo>
                    <a:pt x="2423490" y="114088"/>
                  </a:lnTo>
                  <a:lnTo>
                    <a:pt x="2428936" y="114104"/>
                  </a:lnTo>
                  <a:lnTo>
                    <a:pt x="2434382" y="114119"/>
                  </a:lnTo>
                  <a:lnTo>
                    <a:pt x="2439828" y="114134"/>
                  </a:lnTo>
                  <a:lnTo>
                    <a:pt x="2445274" y="114147"/>
                  </a:lnTo>
                  <a:lnTo>
                    <a:pt x="2450720" y="114160"/>
                  </a:lnTo>
                  <a:lnTo>
                    <a:pt x="2456166" y="114172"/>
                  </a:lnTo>
                  <a:lnTo>
                    <a:pt x="2461612" y="114183"/>
                  </a:lnTo>
                  <a:lnTo>
                    <a:pt x="2467058" y="114193"/>
                  </a:lnTo>
                  <a:lnTo>
                    <a:pt x="2472504" y="114202"/>
                  </a:lnTo>
                  <a:lnTo>
                    <a:pt x="2477950" y="114211"/>
                  </a:lnTo>
                  <a:lnTo>
                    <a:pt x="2483396" y="114219"/>
                  </a:lnTo>
                  <a:lnTo>
                    <a:pt x="2488842" y="114226"/>
                  </a:lnTo>
                  <a:lnTo>
                    <a:pt x="2494288" y="114232"/>
                  </a:lnTo>
                  <a:lnTo>
                    <a:pt x="2499734" y="114238"/>
                  </a:lnTo>
                  <a:lnTo>
                    <a:pt x="2505180" y="114243"/>
                  </a:lnTo>
                  <a:lnTo>
                    <a:pt x="2510626" y="114248"/>
                  </a:lnTo>
                  <a:lnTo>
                    <a:pt x="2516072" y="114252"/>
                  </a:lnTo>
                  <a:lnTo>
                    <a:pt x="2521518" y="114255"/>
                  </a:lnTo>
                  <a:lnTo>
                    <a:pt x="2526964" y="114258"/>
                  </a:lnTo>
                  <a:lnTo>
                    <a:pt x="2532410" y="114261"/>
                  </a:lnTo>
                  <a:lnTo>
                    <a:pt x="2537856" y="114263"/>
                  </a:lnTo>
                  <a:lnTo>
                    <a:pt x="2543303" y="114265"/>
                  </a:lnTo>
                  <a:lnTo>
                    <a:pt x="2548749" y="114267"/>
                  </a:lnTo>
                  <a:lnTo>
                    <a:pt x="2554195" y="114269"/>
                  </a:lnTo>
                  <a:lnTo>
                    <a:pt x="2559641" y="114270"/>
                  </a:lnTo>
                  <a:lnTo>
                    <a:pt x="2565087" y="114271"/>
                  </a:lnTo>
                  <a:lnTo>
                    <a:pt x="2570533" y="114272"/>
                  </a:lnTo>
                  <a:lnTo>
                    <a:pt x="2575979" y="114273"/>
                  </a:lnTo>
                  <a:lnTo>
                    <a:pt x="2581425" y="114273"/>
                  </a:lnTo>
                  <a:lnTo>
                    <a:pt x="2586871" y="114274"/>
                  </a:lnTo>
                  <a:lnTo>
                    <a:pt x="2592317" y="114274"/>
                  </a:lnTo>
                  <a:lnTo>
                    <a:pt x="2597763" y="114275"/>
                  </a:lnTo>
                  <a:lnTo>
                    <a:pt x="2603209" y="114275"/>
                  </a:lnTo>
                  <a:lnTo>
                    <a:pt x="2608655" y="114275"/>
                  </a:lnTo>
                  <a:lnTo>
                    <a:pt x="2614101" y="114275"/>
                  </a:lnTo>
                  <a:lnTo>
                    <a:pt x="2619547" y="114275"/>
                  </a:lnTo>
                  <a:lnTo>
                    <a:pt x="2624993" y="114276"/>
                  </a:lnTo>
                  <a:lnTo>
                    <a:pt x="2630439" y="114276"/>
                  </a:lnTo>
                  <a:lnTo>
                    <a:pt x="2635885" y="114276"/>
                  </a:lnTo>
                  <a:lnTo>
                    <a:pt x="2641331" y="114276"/>
                  </a:lnTo>
                  <a:lnTo>
                    <a:pt x="2646777" y="114276"/>
                  </a:lnTo>
                  <a:lnTo>
                    <a:pt x="2652223" y="114276"/>
                  </a:lnTo>
                  <a:lnTo>
                    <a:pt x="2657669" y="114276"/>
                  </a:lnTo>
                  <a:lnTo>
                    <a:pt x="2663116" y="114276"/>
                  </a:lnTo>
                  <a:lnTo>
                    <a:pt x="2668562" y="114276"/>
                  </a:lnTo>
                  <a:lnTo>
                    <a:pt x="2674008" y="114276"/>
                  </a:lnTo>
                  <a:lnTo>
                    <a:pt x="2679454" y="114276"/>
                  </a:lnTo>
                  <a:lnTo>
                    <a:pt x="2684900" y="114276"/>
                  </a:lnTo>
                  <a:lnTo>
                    <a:pt x="2690346" y="114276"/>
                  </a:lnTo>
                  <a:lnTo>
                    <a:pt x="2695792" y="114276"/>
                  </a:lnTo>
                  <a:lnTo>
                    <a:pt x="2701238" y="114276"/>
                  </a:lnTo>
                  <a:lnTo>
                    <a:pt x="2706684" y="114276"/>
                  </a:lnTo>
                  <a:lnTo>
                    <a:pt x="2712130" y="114276"/>
                  </a:lnTo>
                  <a:lnTo>
                    <a:pt x="2717576" y="114276"/>
                  </a:lnTo>
                  <a:lnTo>
                    <a:pt x="2723022" y="114276"/>
                  </a:lnTo>
                  <a:lnTo>
                    <a:pt x="2728468" y="114276"/>
                  </a:lnTo>
                  <a:lnTo>
                    <a:pt x="2733914" y="114276"/>
                  </a:lnTo>
                  <a:lnTo>
                    <a:pt x="2739360" y="114276"/>
                  </a:lnTo>
                  <a:lnTo>
                    <a:pt x="2744806" y="114276"/>
                  </a:lnTo>
                  <a:lnTo>
                    <a:pt x="2750252" y="114276"/>
                  </a:lnTo>
                  <a:lnTo>
                    <a:pt x="2755698" y="114276"/>
                  </a:lnTo>
                  <a:lnTo>
                    <a:pt x="2761144" y="114276"/>
                  </a:lnTo>
                  <a:lnTo>
                    <a:pt x="2766590" y="114276"/>
                  </a:lnTo>
                  <a:lnTo>
                    <a:pt x="2772036" y="114276"/>
                  </a:lnTo>
                  <a:lnTo>
                    <a:pt x="2777482" y="114276"/>
                  </a:lnTo>
                  <a:lnTo>
                    <a:pt x="2782929" y="114276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957616" y="4919495"/>
              <a:ext cx="2782929" cy="62588"/>
            </a:xfrm>
            <a:custGeom>
              <a:avLst/>
              <a:pathLst>
                <a:path w="2782929" h="62588">
                  <a:moveTo>
                    <a:pt x="0" y="62496"/>
                  </a:moveTo>
                  <a:lnTo>
                    <a:pt x="5446" y="62488"/>
                  </a:lnTo>
                  <a:lnTo>
                    <a:pt x="10892" y="62479"/>
                  </a:lnTo>
                  <a:lnTo>
                    <a:pt x="16338" y="62468"/>
                  </a:lnTo>
                  <a:lnTo>
                    <a:pt x="21784" y="62458"/>
                  </a:lnTo>
                  <a:lnTo>
                    <a:pt x="27230" y="62446"/>
                  </a:lnTo>
                  <a:lnTo>
                    <a:pt x="32676" y="62434"/>
                  </a:lnTo>
                  <a:lnTo>
                    <a:pt x="38122" y="62420"/>
                  </a:lnTo>
                  <a:lnTo>
                    <a:pt x="43568" y="62406"/>
                  </a:lnTo>
                  <a:lnTo>
                    <a:pt x="49014" y="62391"/>
                  </a:lnTo>
                  <a:lnTo>
                    <a:pt x="54460" y="62375"/>
                  </a:lnTo>
                  <a:lnTo>
                    <a:pt x="59906" y="62358"/>
                  </a:lnTo>
                  <a:lnTo>
                    <a:pt x="65352" y="62339"/>
                  </a:lnTo>
                  <a:lnTo>
                    <a:pt x="70798" y="62319"/>
                  </a:lnTo>
                  <a:lnTo>
                    <a:pt x="76244" y="62299"/>
                  </a:lnTo>
                  <a:lnTo>
                    <a:pt x="81690" y="62276"/>
                  </a:lnTo>
                  <a:lnTo>
                    <a:pt x="87136" y="62253"/>
                  </a:lnTo>
                  <a:lnTo>
                    <a:pt x="92582" y="62228"/>
                  </a:lnTo>
                  <a:lnTo>
                    <a:pt x="98028" y="62202"/>
                  </a:lnTo>
                  <a:lnTo>
                    <a:pt x="103474" y="62174"/>
                  </a:lnTo>
                  <a:lnTo>
                    <a:pt x="108920" y="62145"/>
                  </a:lnTo>
                  <a:lnTo>
                    <a:pt x="114366" y="62115"/>
                  </a:lnTo>
                  <a:lnTo>
                    <a:pt x="119812" y="62082"/>
                  </a:lnTo>
                  <a:lnTo>
                    <a:pt x="125259" y="62049"/>
                  </a:lnTo>
                  <a:lnTo>
                    <a:pt x="130705" y="62014"/>
                  </a:lnTo>
                  <a:lnTo>
                    <a:pt x="136151" y="61977"/>
                  </a:lnTo>
                  <a:lnTo>
                    <a:pt x="141597" y="61938"/>
                  </a:lnTo>
                  <a:lnTo>
                    <a:pt x="147043" y="61898"/>
                  </a:lnTo>
                  <a:lnTo>
                    <a:pt x="152489" y="61856"/>
                  </a:lnTo>
                  <a:lnTo>
                    <a:pt x="157935" y="61812"/>
                  </a:lnTo>
                  <a:lnTo>
                    <a:pt x="163381" y="61767"/>
                  </a:lnTo>
                  <a:lnTo>
                    <a:pt x="168827" y="61720"/>
                  </a:lnTo>
                  <a:lnTo>
                    <a:pt x="174273" y="61671"/>
                  </a:lnTo>
                  <a:lnTo>
                    <a:pt x="179719" y="61621"/>
                  </a:lnTo>
                  <a:lnTo>
                    <a:pt x="185165" y="61569"/>
                  </a:lnTo>
                  <a:lnTo>
                    <a:pt x="190611" y="61515"/>
                  </a:lnTo>
                  <a:lnTo>
                    <a:pt x="196057" y="61459"/>
                  </a:lnTo>
                  <a:lnTo>
                    <a:pt x="201503" y="61403"/>
                  </a:lnTo>
                  <a:lnTo>
                    <a:pt x="206949" y="61344"/>
                  </a:lnTo>
                  <a:lnTo>
                    <a:pt x="212395" y="61284"/>
                  </a:lnTo>
                  <a:lnTo>
                    <a:pt x="217841" y="61222"/>
                  </a:lnTo>
                  <a:lnTo>
                    <a:pt x="223287" y="61159"/>
                  </a:lnTo>
                  <a:lnTo>
                    <a:pt x="228733" y="61095"/>
                  </a:lnTo>
                  <a:lnTo>
                    <a:pt x="234179" y="61029"/>
                  </a:lnTo>
                  <a:lnTo>
                    <a:pt x="239625" y="60962"/>
                  </a:lnTo>
                  <a:lnTo>
                    <a:pt x="245072" y="60894"/>
                  </a:lnTo>
                  <a:lnTo>
                    <a:pt x="250518" y="60825"/>
                  </a:lnTo>
                  <a:lnTo>
                    <a:pt x="255964" y="60755"/>
                  </a:lnTo>
                  <a:lnTo>
                    <a:pt x="261410" y="60684"/>
                  </a:lnTo>
                  <a:lnTo>
                    <a:pt x="266856" y="60612"/>
                  </a:lnTo>
                  <a:lnTo>
                    <a:pt x="272302" y="60539"/>
                  </a:lnTo>
                  <a:lnTo>
                    <a:pt x="277748" y="60466"/>
                  </a:lnTo>
                  <a:lnTo>
                    <a:pt x="283194" y="60392"/>
                  </a:lnTo>
                  <a:lnTo>
                    <a:pt x="288640" y="60318"/>
                  </a:lnTo>
                  <a:lnTo>
                    <a:pt x="294086" y="60244"/>
                  </a:lnTo>
                  <a:lnTo>
                    <a:pt x="299532" y="60169"/>
                  </a:lnTo>
                  <a:lnTo>
                    <a:pt x="304978" y="60094"/>
                  </a:lnTo>
                  <a:lnTo>
                    <a:pt x="310424" y="60019"/>
                  </a:lnTo>
                  <a:lnTo>
                    <a:pt x="315870" y="59945"/>
                  </a:lnTo>
                  <a:lnTo>
                    <a:pt x="321316" y="59871"/>
                  </a:lnTo>
                  <a:lnTo>
                    <a:pt x="326762" y="59797"/>
                  </a:lnTo>
                  <a:lnTo>
                    <a:pt x="332208" y="59723"/>
                  </a:lnTo>
                  <a:lnTo>
                    <a:pt x="337654" y="59650"/>
                  </a:lnTo>
                  <a:lnTo>
                    <a:pt x="343100" y="59578"/>
                  </a:lnTo>
                  <a:lnTo>
                    <a:pt x="348546" y="59507"/>
                  </a:lnTo>
                  <a:lnTo>
                    <a:pt x="353992" y="59436"/>
                  </a:lnTo>
                  <a:lnTo>
                    <a:pt x="359438" y="59367"/>
                  </a:lnTo>
                  <a:lnTo>
                    <a:pt x="364885" y="59298"/>
                  </a:lnTo>
                  <a:lnTo>
                    <a:pt x="370331" y="59231"/>
                  </a:lnTo>
                  <a:lnTo>
                    <a:pt x="375777" y="59165"/>
                  </a:lnTo>
                  <a:lnTo>
                    <a:pt x="381223" y="59100"/>
                  </a:lnTo>
                  <a:lnTo>
                    <a:pt x="386669" y="59037"/>
                  </a:lnTo>
                  <a:lnTo>
                    <a:pt x="392115" y="58976"/>
                  </a:lnTo>
                  <a:lnTo>
                    <a:pt x="397561" y="58915"/>
                  </a:lnTo>
                  <a:lnTo>
                    <a:pt x="403007" y="58857"/>
                  </a:lnTo>
                  <a:lnTo>
                    <a:pt x="408453" y="58800"/>
                  </a:lnTo>
                  <a:lnTo>
                    <a:pt x="413899" y="58744"/>
                  </a:lnTo>
                  <a:lnTo>
                    <a:pt x="419345" y="58691"/>
                  </a:lnTo>
                  <a:lnTo>
                    <a:pt x="424791" y="58639"/>
                  </a:lnTo>
                  <a:lnTo>
                    <a:pt x="430237" y="58588"/>
                  </a:lnTo>
                  <a:lnTo>
                    <a:pt x="435683" y="58540"/>
                  </a:lnTo>
                  <a:lnTo>
                    <a:pt x="441129" y="58494"/>
                  </a:lnTo>
                  <a:lnTo>
                    <a:pt x="446575" y="58449"/>
                  </a:lnTo>
                  <a:lnTo>
                    <a:pt x="452021" y="58405"/>
                  </a:lnTo>
                  <a:lnTo>
                    <a:pt x="457467" y="58364"/>
                  </a:lnTo>
                  <a:lnTo>
                    <a:pt x="462913" y="58324"/>
                  </a:lnTo>
                  <a:lnTo>
                    <a:pt x="468359" y="58286"/>
                  </a:lnTo>
                  <a:lnTo>
                    <a:pt x="473805" y="58250"/>
                  </a:lnTo>
                  <a:lnTo>
                    <a:pt x="479251" y="58215"/>
                  </a:lnTo>
                  <a:lnTo>
                    <a:pt x="484698" y="58182"/>
                  </a:lnTo>
                  <a:lnTo>
                    <a:pt x="490144" y="58150"/>
                  </a:lnTo>
                  <a:lnTo>
                    <a:pt x="495590" y="58120"/>
                  </a:lnTo>
                  <a:lnTo>
                    <a:pt x="501036" y="58091"/>
                  </a:lnTo>
                  <a:lnTo>
                    <a:pt x="506482" y="58063"/>
                  </a:lnTo>
                  <a:lnTo>
                    <a:pt x="511928" y="58037"/>
                  </a:lnTo>
                  <a:lnTo>
                    <a:pt x="517374" y="58012"/>
                  </a:lnTo>
                  <a:lnTo>
                    <a:pt x="522820" y="57988"/>
                  </a:lnTo>
                  <a:lnTo>
                    <a:pt x="528266" y="57965"/>
                  </a:lnTo>
                  <a:lnTo>
                    <a:pt x="533712" y="57943"/>
                  </a:lnTo>
                  <a:lnTo>
                    <a:pt x="539158" y="57922"/>
                  </a:lnTo>
                  <a:lnTo>
                    <a:pt x="544604" y="57902"/>
                  </a:lnTo>
                  <a:lnTo>
                    <a:pt x="550050" y="57883"/>
                  </a:lnTo>
                  <a:lnTo>
                    <a:pt x="555496" y="57864"/>
                  </a:lnTo>
                  <a:lnTo>
                    <a:pt x="560942" y="57846"/>
                  </a:lnTo>
                  <a:lnTo>
                    <a:pt x="566388" y="57829"/>
                  </a:lnTo>
                  <a:lnTo>
                    <a:pt x="571834" y="57812"/>
                  </a:lnTo>
                  <a:lnTo>
                    <a:pt x="577280" y="57795"/>
                  </a:lnTo>
                  <a:lnTo>
                    <a:pt x="582726" y="57779"/>
                  </a:lnTo>
                  <a:lnTo>
                    <a:pt x="588172" y="57763"/>
                  </a:lnTo>
                  <a:lnTo>
                    <a:pt x="593618" y="57748"/>
                  </a:lnTo>
                  <a:lnTo>
                    <a:pt x="599064" y="57732"/>
                  </a:lnTo>
                  <a:lnTo>
                    <a:pt x="604510" y="57717"/>
                  </a:lnTo>
                  <a:lnTo>
                    <a:pt x="609957" y="57702"/>
                  </a:lnTo>
                  <a:lnTo>
                    <a:pt x="615403" y="57687"/>
                  </a:lnTo>
                  <a:lnTo>
                    <a:pt x="620849" y="57673"/>
                  </a:lnTo>
                  <a:lnTo>
                    <a:pt x="626295" y="57658"/>
                  </a:lnTo>
                  <a:lnTo>
                    <a:pt x="631741" y="57643"/>
                  </a:lnTo>
                  <a:lnTo>
                    <a:pt x="637187" y="57629"/>
                  </a:lnTo>
                  <a:lnTo>
                    <a:pt x="642633" y="57614"/>
                  </a:lnTo>
                  <a:lnTo>
                    <a:pt x="648079" y="57600"/>
                  </a:lnTo>
                  <a:lnTo>
                    <a:pt x="653525" y="57585"/>
                  </a:lnTo>
                  <a:lnTo>
                    <a:pt x="658971" y="57571"/>
                  </a:lnTo>
                  <a:lnTo>
                    <a:pt x="664417" y="57556"/>
                  </a:lnTo>
                  <a:lnTo>
                    <a:pt x="669863" y="57542"/>
                  </a:lnTo>
                  <a:lnTo>
                    <a:pt x="675309" y="57528"/>
                  </a:lnTo>
                  <a:lnTo>
                    <a:pt x="680755" y="57513"/>
                  </a:lnTo>
                  <a:lnTo>
                    <a:pt x="686201" y="57499"/>
                  </a:lnTo>
                  <a:lnTo>
                    <a:pt x="691647" y="57486"/>
                  </a:lnTo>
                  <a:lnTo>
                    <a:pt x="697093" y="57472"/>
                  </a:lnTo>
                  <a:lnTo>
                    <a:pt x="702539" y="57458"/>
                  </a:lnTo>
                  <a:lnTo>
                    <a:pt x="707985" y="57445"/>
                  </a:lnTo>
                  <a:lnTo>
                    <a:pt x="713431" y="57432"/>
                  </a:lnTo>
                  <a:lnTo>
                    <a:pt x="718877" y="57420"/>
                  </a:lnTo>
                  <a:lnTo>
                    <a:pt x="724323" y="57408"/>
                  </a:lnTo>
                  <a:lnTo>
                    <a:pt x="729770" y="57396"/>
                  </a:lnTo>
                  <a:lnTo>
                    <a:pt x="735216" y="57384"/>
                  </a:lnTo>
                  <a:lnTo>
                    <a:pt x="740662" y="57374"/>
                  </a:lnTo>
                  <a:lnTo>
                    <a:pt x="746108" y="57364"/>
                  </a:lnTo>
                  <a:lnTo>
                    <a:pt x="751554" y="57354"/>
                  </a:lnTo>
                  <a:lnTo>
                    <a:pt x="757000" y="57345"/>
                  </a:lnTo>
                  <a:lnTo>
                    <a:pt x="762446" y="57336"/>
                  </a:lnTo>
                  <a:lnTo>
                    <a:pt x="767892" y="57329"/>
                  </a:lnTo>
                  <a:lnTo>
                    <a:pt x="773338" y="57322"/>
                  </a:lnTo>
                  <a:lnTo>
                    <a:pt x="778784" y="57316"/>
                  </a:lnTo>
                  <a:lnTo>
                    <a:pt x="784230" y="57310"/>
                  </a:lnTo>
                  <a:lnTo>
                    <a:pt x="789676" y="57305"/>
                  </a:lnTo>
                  <a:lnTo>
                    <a:pt x="795122" y="57302"/>
                  </a:lnTo>
                  <a:lnTo>
                    <a:pt x="800568" y="57299"/>
                  </a:lnTo>
                  <a:lnTo>
                    <a:pt x="806014" y="57296"/>
                  </a:lnTo>
                  <a:lnTo>
                    <a:pt x="811460" y="57295"/>
                  </a:lnTo>
                  <a:lnTo>
                    <a:pt x="816906" y="57295"/>
                  </a:lnTo>
                  <a:lnTo>
                    <a:pt x="822352" y="57295"/>
                  </a:lnTo>
                  <a:lnTo>
                    <a:pt x="827798" y="57296"/>
                  </a:lnTo>
                  <a:lnTo>
                    <a:pt x="833244" y="57298"/>
                  </a:lnTo>
                  <a:lnTo>
                    <a:pt x="838690" y="57301"/>
                  </a:lnTo>
                  <a:lnTo>
                    <a:pt x="844136" y="57305"/>
                  </a:lnTo>
                  <a:lnTo>
                    <a:pt x="849583" y="57309"/>
                  </a:lnTo>
                  <a:lnTo>
                    <a:pt x="855029" y="57315"/>
                  </a:lnTo>
                  <a:lnTo>
                    <a:pt x="860475" y="57321"/>
                  </a:lnTo>
                  <a:lnTo>
                    <a:pt x="865921" y="57328"/>
                  </a:lnTo>
                  <a:lnTo>
                    <a:pt x="871367" y="57335"/>
                  </a:lnTo>
                  <a:lnTo>
                    <a:pt x="876813" y="57343"/>
                  </a:lnTo>
                  <a:lnTo>
                    <a:pt x="882259" y="57352"/>
                  </a:lnTo>
                  <a:lnTo>
                    <a:pt x="887705" y="57362"/>
                  </a:lnTo>
                  <a:lnTo>
                    <a:pt x="893151" y="57372"/>
                  </a:lnTo>
                  <a:lnTo>
                    <a:pt x="898597" y="57383"/>
                  </a:lnTo>
                  <a:lnTo>
                    <a:pt x="904043" y="57394"/>
                  </a:lnTo>
                  <a:lnTo>
                    <a:pt x="909489" y="57406"/>
                  </a:lnTo>
                  <a:lnTo>
                    <a:pt x="914935" y="57418"/>
                  </a:lnTo>
                  <a:lnTo>
                    <a:pt x="920381" y="57431"/>
                  </a:lnTo>
                  <a:lnTo>
                    <a:pt x="925827" y="57444"/>
                  </a:lnTo>
                  <a:lnTo>
                    <a:pt x="931273" y="57458"/>
                  </a:lnTo>
                  <a:lnTo>
                    <a:pt x="936719" y="57472"/>
                  </a:lnTo>
                  <a:lnTo>
                    <a:pt x="942165" y="57487"/>
                  </a:lnTo>
                  <a:lnTo>
                    <a:pt x="947611" y="57502"/>
                  </a:lnTo>
                  <a:lnTo>
                    <a:pt x="953057" y="57517"/>
                  </a:lnTo>
                  <a:lnTo>
                    <a:pt x="958503" y="57532"/>
                  </a:lnTo>
                  <a:lnTo>
                    <a:pt x="963949" y="57548"/>
                  </a:lnTo>
                  <a:lnTo>
                    <a:pt x="969396" y="57564"/>
                  </a:lnTo>
                  <a:lnTo>
                    <a:pt x="974842" y="57580"/>
                  </a:lnTo>
                  <a:lnTo>
                    <a:pt x="980288" y="57597"/>
                  </a:lnTo>
                  <a:lnTo>
                    <a:pt x="985734" y="57614"/>
                  </a:lnTo>
                  <a:lnTo>
                    <a:pt x="991180" y="57631"/>
                  </a:lnTo>
                  <a:lnTo>
                    <a:pt x="996626" y="57649"/>
                  </a:lnTo>
                  <a:lnTo>
                    <a:pt x="1002072" y="57666"/>
                  </a:lnTo>
                  <a:lnTo>
                    <a:pt x="1007518" y="57684"/>
                  </a:lnTo>
                  <a:lnTo>
                    <a:pt x="1012964" y="57702"/>
                  </a:lnTo>
                  <a:lnTo>
                    <a:pt x="1018410" y="57721"/>
                  </a:lnTo>
                  <a:lnTo>
                    <a:pt x="1023856" y="57740"/>
                  </a:lnTo>
                  <a:lnTo>
                    <a:pt x="1029302" y="57759"/>
                  </a:lnTo>
                  <a:lnTo>
                    <a:pt x="1034748" y="57778"/>
                  </a:lnTo>
                  <a:lnTo>
                    <a:pt x="1040194" y="57798"/>
                  </a:lnTo>
                  <a:lnTo>
                    <a:pt x="1045640" y="57818"/>
                  </a:lnTo>
                  <a:lnTo>
                    <a:pt x="1051086" y="57838"/>
                  </a:lnTo>
                  <a:lnTo>
                    <a:pt x="1056532" y="57858"/>
                  </a:lnTo>
                  <a:lnTo>
                    <a:pt x="1061978" y="57879"/>
                  </a:lnTo>
                  <a:lnTo>
                    <a:pt x="1067424" y="57900"/>
                  </a:lnTo>
                  <a:lnTo>
                    <a:pt x="1072870" y="57922"/>
                  </a:lnTo>
                  <a:lnTo>
                    <a:pt x="1078316" y="57944"/>
                  </a:lnTo>
                  <a:lnTo>
                    <a:pt x="1083762" y="57966"/>
                  </a:lnTo>
                  <a:lnTo>
                    <a:pt x="1089209" y="57988"/>
                  </a:lnTo>
                  <a:lnTo>
                    <a:pt x="1094655" y="58011"/>
                  </a:lnTo>
                  <a:lnTo>
                    <a:pt x="1100101" y="58033"/>
                  </a:lnTo>
                  <a:lnTo>
                    <a:pt x="1105547" y="58057"/>
                  </a:lnTo>
                  <a:lnTo>
                    <a:pt x="1110993" y="58080"/>
                  </a:lnTo>
                  <a:lnTo>
                    <a:pt x="1116439" y="58104"/>
                  </a:lnTo>
                  <a:lnTo>
                    <a:pt x="1121885" y="58127"/>
                  </a:lnTo>
                  <a:lnTo>
                    <a:pt x="1127331" y="58151"/>
                  </a:lnTo>
                  <a:lnTo>
                    <a:pt x="1132777" y="58175"/>
                  </a:lnTo>
                  <a:lnTo>
                    <a:pt x="1138223" y="58199"/>
                  </a:lnTo>
                  <a:lnTo>
                    <a:pt x="1143669" y="58223"/>
                  </a:lnTo>
                  <a:lnTo>
                    <a:pt x="1149115" y="58247"/>
                  </a:lnTo>
                  <a:lnTo>
                    <a:pt x="1154561" y="58271"/>
                  </a:lnTo>
                  <a:lnTo>
                    <a:pt x="1160007" y="58295"/>
                  </a:lnTo>
                  <a:lnTo>
                    <a:pt x="1165453" y="58318"/>
                  </a:lnTo>
                  <a:lnTo>
                    <a:pt x="1170899" y="58341"/>
                  </a:lnTo>
                  <a:lnTo>
                    <a:pt x="1176345" y="58364"/>
                  </a:lnTo>
                  <a:lnTo>
                    <a:pt x="1181791" y="58386"/>
                  </a:lnTo>
                  <a:lnTo>
                    <a:pt x="1187237" y="58408"/>
                  </a:lnTo>
                  <a:lnTo>
                    <a:pt x="1192683" y="58429"/>
                  </a:lnTo>
                  <a:lnTo>
                    <a:pt x="1198129" y="58450"/>
                  </a:lnTo>
                  <a:lnTo>
                    <a:pt x="1203575" y="58469"/>
                  </a:lnTo>
                  <a:lnTo>
                    <a:pt x="1209021" y="58488"/>
                  </a:lnTo>
                  <a:lnTo>
                    <a:pt x="1214468" y="58505"/>
                  </a:lnTo>
                  <a:lnTo>
                    <a:pt x="1219914" y="58521"/>
                  </a:lnTo>
                  <a:lnTo>
                    <a:pt x="1225360" y="58536"/>
                  </a:lnTo>
                  <a:lnTo>
                    <a:pt x="1230806" y="58550"/>
                  </a:lnTo>
                  <a:lnTo>
                    <a:pt x="1236252" y="58562"/>
                  </a:lnTo>
                  <a:lnTo>
                    <a:pt x="1241698" y="58573"/>
                  </a:lnTo>
                  <a:lnTo>
                    <a:pt x="1247144" y="58582"/>
                  </a:lnTo>
                  <a:lnTo>
                    <a:pt x="1252590" y="58589"/>
                  </a:lnTo>
                  <a:lnTo>
                    <a:pt x="1258036" y="58594"/>
                  </a:lnTo>
                  <a:lnTo>
                    <a:pt x="1263482" y="58597"/>
                  </a:lnTo>
                  <a:lnTo>
                    <a:pt x="1268928" y="58598"/>
                  </a:lnTo>
                  <a:lnTo>
                    <a:pt x="1274374" y="58595"/>
                  </a:lnTo>
                  <a:lnTo>
                    <a:pt x="1279820" y="58591"/>
                  </a:lnTo>
                  <a:lnTo>
                    <a:pt x="1285266" y="58585"/>
                  </a:lnTo>
                  <a:lnTo>
                    <a:pt x="1290712" y="58574"/>
                  </a:lnTo>
                  <a:lnTo>
                    <a:pt x="1296158" y="58562"/>
                  </a:lnTo>
                  <a:lnTo>
                    <a:pt x="1301604" y="58547"/>
                  </a:lnTo>
                  <a:lnTo>
                    <a:pt x="1307050" y="58527"/>
                  </a:lnTo>
                  <a:lnTo>
                    <a:pt x="1312496" y="58505"/>
                  </a:lnTo>
                  <a:lnTo>
                    <a:pt x="1317942" y="58480"/>
                  </a:lnTo>
                  <a:lnTo>
                    <a:pt x="1323388" y="58451"/>
                  </a:lnTo>
                  <a:lnTo>
                    <a:pt x="1328834" y="58418"/>
                  </a:lnTo>
                  <a:lnTo>
                    <a:pt x="1334281" y="58381"/>
                  </a:lnTo>
                  <a:lnTo>
                    <a:pt x="1339727" y="58341"/>
                  </a:lnTo>
                  <a:lnTo>
                    <a:pt x="1345173" y="58296"/>
                  </a:lnTo>
                  <a:lnTo>
                    <a:pt x="1350619" y="58248"/>
                  </a:lnTo>
                  <a:lnTo>
                    <a:pt x="1356065" y="58196"/>
                  </a:lnTo>
                  <a:lnTo>
                    <a:pt x="1361511" y="58138"/>
                  </a:lnTo>
                  <a:lnTo>
                    <a:pt x="1366957" y="58076"/>
                  </a:lnTo>
                  <a:lnTo>
                    <a:pt x="1372403" y="58011"/>
                  </a:lnTo>
                  <a:lnTo>
                    <a:pt x="1377849" y="57939"/>
                  </a:lnTo>
                  <a:lnTo>
                    <a:pt x="1383295" y="57863"/>
                  </a:lnTo>
                  <a:lnTo>
                    <a:pt x="1388741" y="57783"/>
                  </a:lnTo>
                  <a:lnTo>
                    <a:pt x="1394187" y="57698"/>
                  </a:lnTo>
                  <a:lnTo>
                    <a:pt x="1399633" y="57607"/>
                  </a:lnTo>
                  <a:lnTo>
                    <a:pt x="1405079" y="57512"/>
                  </a:lnTo>
                  <a:lnTo>
                    <a:pt x="1410525" y="57411"/>
                  </a:lnTo>
                  <a:lnTo>
                    <a:pt x="1415971" y="57304"/>
                  </a:lnTo>
                  <a:lnTo>
                    <a:pt x="1421417" y="57193"/>
                  </a:lnTo>
                  <a:lnTo>
                    <a:pt x="1426863" y="57078"/>
                  </a:lnTo>
                  <a:lnTo>
                    <a:pt x="1432309" y="56954"/>
                  </a:lnTo>
                  <a:lnTo>
                    <a:pt x="1437755" y="56826"/>
                  </a:lnTo>
                  <a:lnTo>
                    <a:pt x="1443201" y="56693"/>
                  </a:lnTo>
                  <a:lnTo>
                    <a:pt x="1448647" y="56553"/>
                  </a:lnTo>
                  <a:lnTo>
                    <a:pt x="1454094" y="56408"/>
                  </a:lnTo>
                  <a:lnTo>
                    <a:pt x="1459540" y="56258"/>
                  </a:lnTo>
                  <a:lnTo>
                    <a:pt x="1464986" y="56101"/>
                  </a:lnTo>
                  <a:lnTo>
                    <a:pt x="1470432" y="55937"/>
                  </a:lnTo>
                  <a:lnTo>
                    <a:pt x="1475878" y="55769"/>
                  </a:lnTo>
                  <a:lnTo>
                    <a:pt x="1481324" y="55595"/>
                  </a:lnTo>
                  <a:lnTo>
                    <a:pt x="1486770" y="55413"/>
                  </a:lnTo>
                  <a:lnTo>
                    <a:pt x="1492216" y="55225"/>
                  </a:lnTo>
                  <a:lnTo>
                    <a:pt x="1497662" y="55033"/>
                  </a:lnTo>
                  <a:lnTo>
                    <a:pt x="1503108" y="54832"/>
                  </a:lnTo>
                  <a:lnTo>
                    <a:pt x="1508554" y="54625"/>
                  </a:lnTo>
                  <a:lnTo>
                    <a:pt x="1514000" y="54413"/>
                  </a:lnTo>
                  <a:lnTo>
                    <a:pt x="1519446" y="54193"/>
                  </a:lnTo>
                  <a:lnTo>
                    <a:pt x="1524892" y="53966"/>
                  </a:lnTo>
                  <a:lnTo>
                    <a:pt x="1530338" y="53733"/>
                  </a:lnTo>
                  <a:lnTo>
                    <a:pt x="1535784" y="53494"/>
                  </a:lnTo>
                  <a:lnTo>
                    <a:pt x="1541230" y="53246"/>
                  </a:lnTo>
                  <a:lnTo>
                    <a:pt x="1546676" y="52992"/>
                  </a:lnTo>
                  <a:lnTo>
                    <a:pt x="1552122" y="52732"/>
                  </a:lnTo>
                  <a:lnTo>
                    <a:pt x="1557568" y="52463"/>
                  </a:lnTo>
                  <a:lnTo>
                    <a:pt x="1563014" y="52187"/>
                  </a:lnTo>
                  <a:lnTo>
                    <a:pt x="1568460" y="51906"/>
                  </a:lnTo>
                  <a:lnTo>
                    <a:pt x="1573907" y="51614"/>
                  </a:lnTo>
                  <a:lnTo>
                    <a:pt x="1579353" y="51315"/>
                  </a:lnTo>
                  <a:lnTo>
                    <a:pt x="1584799" y="51011"/>
                  </a:lnTo>
                  <a:lnTo>
                    <a:pt x="1590245" y="50696"/>
                  </a:lnTo>
                  <a:lnTo>
                    <a:pt x="1595691" y="50374"/>
                  </a:lnTo>
                  <a:lnTo>
                    <a:pt x="1601137" y="50045"/>
                  </a:lnTo>
                  <a:lnTo>
                    <a:pt x="1606583" y="49708"/>
                  </a:lnTo>
                  <a:lnTo>
                    <a:pt x="1612029" y="49360"/>
                  </a:lnTo>
                  <a:lnTo>
                    <a:pt x="1617475" y="49006"/>
                  </a:lnTo>
                  <a:lnTo>
                    <a:pt x="1622921" y="48645"/>
                  </a:lnTo>
                  <a:lnTo>
                    <a:pt x="1628367" y="48271"/>
                  </a:lnTo>
                  <a:lnTo>
                    <a:pt x="1633813" y="47891"/>
                  </a:lnTo>
                  <a:lnTo>
                    <a:pt x="1639259" y="47504"/>
                  </a:lnTo>
                  <a:lnTo>
                    <a:pt x="1644705" y="47104"/>
                  </a:lnTo>
                  <a:lnTo>
                    <a:pt x="1650151" y="46697"/>
                  </a:lnTo>
                  <a:lnTo>
                    <a:pt x="1655597" y="46282"/>
                  </a:lnTo>
                  <a:lnTo>
                    <a:pt x="1661043" y="45856"/>
                  </a:lnTo>
                  <a:lnTo>
                    <a:pt x="1666489" y="45421"/>
                  </a:lnTo>
                  <a:lnTo>
                    <a:pt x="1671935" y="44978"/>
                  </a:lnTo>
                  <a:lnTo>
                    <a:pt x="1677381" y="44525"/>
                  </a:lnTo>
                  <a:lnTo>
                    <a:pt x="1682827" y="44061"/>
                  </a:lnTo>
                  <a:lnTo>
                    <a:pt x="1688273" y="43590"/>
                  </a:lnTo>
                  <a:lnTo>
                    <a:pt x="1693720" y="43110"/>
                  </a:lnTo>
                  <a:lnTo>
                    <a:pt x="1699166" y="42617"/>
                  </a:lnTo>
                  <a:lnTo>
                    <a:pt x="1704612" y="42117"/>
                  </a:lnTo>
                  <a:lnTo>
                    <a:pt x="1710058" y="41609"/>
                  </a:lnTo>
                  <a:lnTo>
                    <a:pt x="1715504" y="41089"/>
                  </a:lnTo>
                  <a:lnTo>
                    <a:pt x="1720950" y="40560"/>
                  </a:lnTo>
                  <a:lnTo>
                    <a:pt x="1726396" y="40023"/>
                  </a:lnTo>
                  <a:lnTo>
                    <a:pt x="1731842" y="39476"/>
                  </a:lnTo>
                  <a:lnTo>
                    <a:pt x="1737288" y="38919"/>
                  </a:lnTo>
                  <a:lnTo>
                    <a:pt x="1742734" y="38355"/>
                  </a:lnTo>
                  <a:lnTo>
                    <a:pt x="1748180" y="37783"/>
                  </a:lnTo>
                  <a:lnTo>
                    <a:pt x="1753626" y="37199"/>
                  </a:lnTo>
                  <a:lnTo>
                    <a:pt x="1759072" y="36608"/>
                  </a:lnTo>
                  <a:lnTo>
                    <a:pt x="1764518" y="36011"/>
                  </a:lnTo>
                  <a:lnTo>
                    <a:pt x="1769964" y="35402"/>
                  </a:lnTo>
                  <a:lnTo>
                    <a:pt x="1775410" y="34787"/>
                  </a:lnTo>
                  <a:lnTo>
                    <a:pt x="1780856" y="34166"/>
                  </a:lnTo>
                  <a:lnTo>
                    <a:pt x="1786302" y="33535"/>
                  </a:lnTo>
                  <a:lnTo>
                    <a:pt x="1791748" y="32898"/>
                  </a:lnTo>
                  <a:lnTo>
                    <a:pt x="1797194" y="32256"/>
                  </a:lnTo>
                  <a:lnTo>
                    <a:pt x="1802640" y="31606"/>
                  </a:lnTo>
                  <a:lnTo>
                    <a:pt x="1808086" y="30950"/>
                  </a:lnTo>
                  <a:lnTo>
                    <a:pt x="1813532" y="30289"/>
                  </a:lnTo>
                  <a:lnTo>
                    <a:pt x="1818979" y="29623"/>
                  </a:lnTo>
                  <a:lnTo>
                    <a:pt x="1824425" y="28951"/>
                  </a:lnTo>
                  <a:lnTo>
                    <a:pt x="1829871" y="28276"/>
                  </a:lnTo>
                  <a:lnTo>
                    <a:pt x="1835317" y="27597"/>
                  </a:lnTo>
                  <a:lnTo>
                    <a:pt x="1840763" y="26913"/>
                  </a:lnTo>
                  <a:lnTo>
                    <a:pt x="1846209" y="26228"/>
                  </a:lnTo>
                  <a:lnTo>
                    <a:pt x="1851655" y="25540"/>
                  </a:lnTo>
                  <a:lnTo>
                    <a:pt x="1857101" y="24849"/>
                  </a:lnTo>
                  <a:lnTo>
                    <a:pt x="1862547" y="24158"/>
                  </a:lnTo>
                  <a:lnTo>
                    <a:pt x="1867993" y="23466"/>
                  </a:lnTo>
                  <a:lnTo>
                    <a:pt x="1873439" y="22773"/>
                  </a:lnTo>
                  <a:lnTo>
                    <a:pt x="1878885" y="22081"/>
                  </a:lnTo>
                  <a:lnTo>
                    <a:pt x="1884331" y="21389"/>
                  </a:lnTo>
                  <a:lnTo>
                    <a:pt x="1889777" y="20699"/>
                  </a:lnTo>
                  <a:lnTo>
                    <a:pt x="1895223" y="20011"/>
                  </a:lnTo>
                  <a:lnTo>
                    <a:pt x="1900669" y="19326"/>
                  </a:lnTo>
                  <a:lnTo>
                    <a:pt x="1906115" y="18643"/>
                  </a:lnTo>
                  <a:lnTo>
                    <a:pt x="1911561" y="17966"/>
                  </a:lnTo>
                  <a:lnTo>
                    <a:pt x="1917007" y="17292"/>
                  </a:lnTo>
                  <a:lnTo>
                    <a:pt x="1922453" y="16623"/>
                  </a:lnTo>
                  <a:lnTo>
                    <a:pt x="1927899" y="15960"/>
                  </a:lnTo>
                  <a:lnTo>
                    <a:pt x="1933345" y="15304"/>
                  </a:lnTo>
                  <a:lnTo>
                    <a:pt x="1938792" y="14653"/>
                  </a:lnTo>
                  <a:lnTo>
                    <a:pt x="1944238" y="14011"/>
                  </a:lnTo>
                  <a:lnTo>
                    <a:pt x="1949684" y="13378"/>
                  </a:lnTo>
                  <a:lnTo>
                    <a:pt x="1955130" y="12752"/>
                  </a:lnTo>
                  <a:lnTo>
                    <a:pt x="1960576" y="12135"/>
                  </a:lnTo>
                  <a:lnTo>
                    <a:pt x="1966022" y="11531"/>
                  </a:lnTo>
                  <a:lnTo>
                    <a:pt x="1971468" y="10935"/>
                  </a:lnTo>
                  <a:lnTo>
                    <a:pt x="1976914" y="10348"/>
                  </a:lnTo>
                  <a:lnTo>
                    <a:pt x="1982360" y="9777"/>
                  </a:lnTo>
                  <a:lnTo>
                    <a:pt x="1987806" y="9217"/>
                  </a:lnTo>
                  <a:lnTo>
                    <a:pt x="1993252" y="8668"/>
                  </a:lnTo>
                  <a:lnTo>
                    <a:pt x="1998698" y="8134"/>
                  </a:lnTo>
                  <a:lnTo>
                    <a:pt x="2004144" y="7614"/>
                  </a:lnTo>
                  <a:lnTo>
                    <a:pt x="2009590" y="7106"/>
                  </a:lnTo>
                  <a:lnTo>
                    <a:pt x="2015036" y="6613"/>
                  </a:lnTo>
                  <a:lnTo>
                    <a:pt x="2020482" y="6138"/>
                  </a:lnTo>
                  <a:lnTo>
                    <a:pt x="2025928" y="5676"/>
                  </a:lnTo>
                  <a:lnTo>
                    <a:pt x="2031374" y="5228"/>
                  </a:lnTo>
                  <a:lnTo>
                    <a:pt x="2036820" y="4802"/>
                  </a:lnTo>
                  <a:lnTo>
                    <a:pt x="2042266" y="4390"/>
                  </a:lnTo>
                  <a:lnTo>
                    <a:pt x="2047712" y="3991"/>
                  </a:lnTo>
                  <a:lnTo>
                    <a:pt x="2053158" y="3616"/>
                  </a:lnTo>
                  <a:lnTo>
                    <a:pt x="2058605" y="3257"/>
                  </a:lnTo>
                  <a:lnTo>
                    <a:pt x="2064051" y="2912"/>
                  </a:lnTo>
                  <a:lnTo>
                    <a:pt x="2069497" y="2589"/>
                  </a:lnTo>
                  <a:lnTo>
                    <a:pt x="2074943" y="2285"/>
                  </a:lnTo>
                  <a:lnTo>
                    <a:pt x="2080389" y="1996"/>
                  </a:lnTo>
                  <a:lnTo>
                    <a:pt x="2085835" y="1727"/>
                  </a:lnTo>
                  <a:lnTo>
                    <a:pt x="2091281" y="1481"/>
                  </a:lnTo>
                  <a:lnTo>
                    <a:pt x="2096727" y="1250"/>
                  </a:lnTo>
                  <a:lnTo>
                    <a:pt x="2102173" y="1036"/>
                  </a:lnTo>
                  <a:lnTo>
                    <a:pt x="2107619" y="848"/>
                  </a:lnTo>
                  <a:lnTo>
                    <a:pt x="2113065" y="677"/>
                  </a:lnTo>
                  <a:lnTo>
                    <a:pt x="2118511" y="521"/>
                  </a:lnTo>
                  <a:lnTo>
                    <a:pt x="2123957" y="391"/>
                  </a:lnTo>
                  <a:lnTo>
                    <a:pt x="2129403" y="278"/>
                  </a:lnTo>
                  <a:lnTo>
                    <a:pt x="2134849" y="182"/>
                  </a:lnTo>
                  <a:lnTo>
                    <a:pt x="2140295" y="108"/>
                  </a:lnTo>
                  <a:lnTo>
                    <a:pt x="2145741" y="55"/>
                  </a:lnTo>
                  <a:lnTo>
                    <a:pt x="2151187" y="18"/>
                  </a:lnTo>
                  <a:lnTo>
                    <a:pt x="2156633" y="0"/>
                  </a:lnTo>
                  <a:lnTo>
                    <a:pt x="2162079" y="5"/>
                  </a:lnTo>
                  <a:lnTo>
                    <a:pt x="2167525" y="26"/>
                  </a:lnTo>
                  <a:lnTo>
                    <a:pt x="2172971" y="63"/>
                  </a:lnTo>
                  <a:lnTo>
                    <a:pt x="2178418" y="126"/>
                  </a:lnTo>
                  <a:lnTo>
                    <a:pt x="2183864" y="204"/>
                  </a:lnTo>
                  <a:lnTo>
                    <a:pt x="2189310" y="297"/>
                  </a:lnTo>
                  <a:lnTo>
                    <a:pt x="2194756" y="414"/>
                  </a:lnTo>
                  <a:lnTo>
                    <a:pt x="2200202" y="547"/>
                  </a:lnTo>
                  <a:lnTo>
                    <a:pt x="2205648" y="695"/>
                  </a:lnTo>
                  <a:lnTo>
                    <a:pt x="2211094" y="862"/>
                  </a:lnTo>
                  <a:lnTo>
                    <a:pt x="2216540" y="1049"/>
                  </a:lnTo>
                  <a:lnTo>
                    <a:pt x="2221986" y="1249"/>
                  </a:lnTo>
                  <a:lnTo>
                    <a:pt x="2227432" y="1465"/>
                  </a:lnTo>
                  <a:lnTo>
                    <a:pt x="2232878" y="1702"/>
                  </a:lnTo>
                  <a:lnTo>
                    <a:pt x="2238324" y="1952"/>
                  </a:lnTo>
                  <a:lnTo>
                    <a:pt x="2243770" y="2215"/>
                  </a:lnTo>
                  <a:lnTo>
                    <a:pt x="2249216" y="2500"/>
                  </a:lnTo>
                  <a:lnTo>
                    <a:pt x="2254662" y="2797"/>
                  </a:lnTo>
                  <a:lnTo>
                    <a:pt x="2260108" y="3106"/>
                  </a:lnTo>
                  <a:lnTo>
                    <a:pt x="2265554" y="3434"/>
                  </a:lnTo>
                  <a:lnTo>
                    <a:pt x="2271000" y="3775"/>
                  </a:lnTo>
                  <a:lnTo>
                    <a:pt x="2276446" y="4128"/>
                  </a:lnTo>
                  <a:lnTo>
                    <a:pt x="2281892" y="4495"/>
                  </a:lnTo>
                  <a:lnTo>
                    <a:pt x="2287338" y="4878"/>
                  </a:lnTo>
                  <a:lnTo>
                    <a:pt x="2292784" y="5270"/>
                  </a:lnTo>
                  <a:lnTo>
                    <a:pt x="2298231" y="5674"/>
                  </a:lnTo>
                  <a:lnTo>
                    <a:pt x="2303677" y="6094"/>
                  </a:lnTo>
                  <a:lnTo>
                    <a:pt x="2309123" y="6523"/>
                  </a:lnTo>
                  <a:lnTo>
                    <a:pt x="2314569" y="6962"/>
                  </a:lnTo>
                  <a:lnTo>
                    <a:pt x="2320015" y="7415"/>
                  </a:lnTo>
                  <a:lnTo>
                    <a:pt x="2325461" y="7878"/>
                  </a:lnTo>
                  <a:lnTo>
                    <a:pt x="2330907" y="8348"/>
                  </a:lnTo>
                  <a:lnTo>
                    <a:pt x="2336353" y="8831"/>
                  </a:lnTo>
                  <a:lnTo>
                    <a:pt x="2341799" y="9323"/>
                  </a:lnTo>
                  <a:lnTo>
                    <a:pt x="2347245" y="9822"/>
                  </a:lnTo>
                  <a:lnTo>
                    <a:pt x="2352691" y="10330"/>
                  </a:lnTo>
                  <a:lnTo>
                    <a:pt x="2358137" y="10848"/>
                  </a:lnTo>
                  <a:lnTo>
                    <a:pt x="2363583" y="11372"/>
                  </a:lnTo>
                  <a:lnTo>
                    <a:pt x="2369029" y="11903"/>
                  </a:lnTo>
                  <a:lnTo>
                    <a:pt x="2374475" y="12444"/>
                  </a:lnTo>
                  <a:lnTo>
                    <a:pt x="2379921" y="12989"/>
                  </a:lnTo>
                  <a:lnTo>
                    <a:pt x="2385367" y="13540"/>
                  </a:lnTo>
                  <a:lnTo>
                    <a:pt x="2390813" y="14099"/>
                  </a:lnTo>
                  <a:lnTo>
                    <a:pt x="2396259" y="14662"/>
                  </a:lnTo>
                  <a:lnTo>
                    <a:pt x="2401705" y="15230"/>
                  </a:lnTo>
                  <a:lnTo>
                    <a:pt x="2407151" y="15803"/>
                  </a:lnTo>
                  <a:lnTo>
                    <a:pt x="2412597" y="16381"/>
                  </a:lnTo>
                  <a:lnTo>
                    <a:pt x="2418043" y="16962"/>
                  </a:lnTo>
                  <a:lnTo>
                    <a:pt x="2423490" y="17547"/>
                  </a:lnTo>
                  <a:lnTo>
                    <a:pt x="2428936" y="18136"/>
                  </a:lnTo>
                  <a:lnTo>
                    <a:pt x="2434382" y="18727"/>
                  </a:lnTo>
                  <a:lnTo>
                    <a:pt x="2439828" y="19320"/>
                  </a:lnTo>
                  <a:lnTo>
                    <a:pt x="2445274" y="19917"/>
                  </a:lnTo>
                  <a:lnTo>
                    <a:pt x="2450720" y="20514"/>
                  </a:lnTo>
                  <a:lnTo>
                    <a:pt x="2456166" y="21114"/>
                  </a:lnTo>
                  <a:lnTo>
                    <a:pt x="2461612" y="21715"/>
                  </a:lnTo>
                  <a:lnTo>
                    <a:pt x="2467058" y="22316"/>
                  </a:lnTo>
                  <a:lnTo>
                    <a:pt x="2472504" y="22919"/>
                  </a:lnTo>
                  <a:lnTo>
                    <a:pt x="2477950" y="23521"/>
                  </a:lnTo>
                  <a:lnTo>
                    <a:pt x="2483396" y="24124"/>
                  </a:lnTo>
                  <a:lnTo>
                    <a:pt x="2488842" y="24727"/>
                  </a:lnTo>
                  <a:lnTo>
                    <a:pt x="2494288" y="25329"/>
                  </a:lnTo>
                  <a:lnTo>
                    <a:pt x="2499734" y="25930"/>
                  </a:lnTo>
                  <a:lnTo>
                    <a:pt x="2505180" y="26531"/>
                  </a:lnTo>
                  <a:lnTo>
                    <a:pt x="2510626" y="27130"/>
                  </a:lnTo>
                  <a:lnTo>
                    <a:pt x="2516072" y="27728"/>
                  </a:lnTo>
                  <a:lnTo>
                    <a:pt x="2521518" y="28324"/>
                  </a:lnTo>
                  <a:lnTo>
                    <a:pt x="2526964" y="28919"/>
                  </a:lnTo>
                  <a:lnTo>
                    <a:pt x="2532410" y="29511"/>
                  </a:lnTo>
                  <a:lnTo>
                    <a:pt x="2537856" y="30101"/>
                  </a:lnTo>
                  <a:lnTo>
                    <a:pt x="2543303" y="30690"/>
                  </a:lnTo>
                  <a:lnTo>
                    <a:pt x="2548749" y="31275"/>
                  </a:lnTo>
                  <a:lnTo>
                    <a:pt x="2554195" y="31857"/>
                  </a:lnTo>
                  <a:lnTo>
                    <a:pt x="2559641" y="32437"/>
                  </a:lnTo>
                  <a:lnTo>
                    <a:pt x="2565087" y="33014"/>
                  </a:lnTo>
                  <a:lnTo>
                    <a:pt x="2570533" y="33587"/>
                  </a:lnTo>
                  <a:lnTo>
                    <a:pt x="2575979" y="34157"/>
                  </a:lnTo>
                  <a:lnTo>
                    <a:pt x="2581425" y="34724"/>
                  </a:lnTo>
                  <a:lnTo>
                    <a:pt x="2586871" y="35287"/>
                  </a:lnTo>
                  <a:lnTo>
                    <a:pt x="2592317" y="35846"/>
                  </a:lnTo>
                  <a:lnTo>
                    <a:pt x="2597763" y="36402"/>
                  </a:lnTo>
                  <a:lnTo>
                    <a:pt x="2603209" y="36954"/>
                  </a:lnTo>
                  <a:lnTo>
                    <a:pt x="2608655" y="37501"/>
                  </a:lnTo>
                  <a:lnTo>
                    <a:pt x="2614101" y="38046"/>
                  </a:lnTo>
                  <a:lnTo>
                    <a:pt x="2619547" y="38585"/>
                  </a:lnTo>
                  <a:lnTo>
                    <a:pt x="2624993" y="39120"/>
                  </a:lnTo>
                  <a:lnTo>
                    <a:pt x="2630439" y="39651"/>
                  </a:lnTo>
                  <a:lnTo>
                    <a:pt x="2635885" y="40179"/>
                  </a:lnTo>
                  <a:lnTo>
                    <a:pt x="2641331" y="40700"/>
                  </a:lnTo>
                  <a:lnTo>
                    <a:pt x="2646777" y="41217"/>
                  </a:lnTo>
                  <a:lnTo>
                    <a:pt x="2652223" y="41731"/>
                  </a:lnTo>
                  <a:lnTo>
                    <a:pt x="2657669" y="42238"/>
                  </a:lnTo>
                  <a:lnTo>
                    <a:pt x="2663116" y="42741"/>
                  </a:lnTo>
                  <a:lnTo>
                    <a:pt x="2668562" y="43240"/>
                  </a:lnTo>
                  <a:lnTo>
                    <a:pt x="2674008" y="43733"/>
                  </a:lnTo>
                  <a:lnTo>
                    <a:pt x="2679454" y="44221"/>
                  </a:lnTo>
                  <a:lnTo>
                    <a:pt x="2684900" y="44704"/>
                  </a:lnTo>
                  <a:lnTo>
                    <a:pt x="2690346" y="45182"/>
                  </a:lnTo>
                  <a:lnTo>
                    <a:pt x="2695792" y="45653"/>
                  </a:lnTo>
                  <a:lnTo>
                    <a:pt x="2701238" y="46120"/>
                  </a:lnTo>
                  <a:lnTo>
                    <a:pt x="2706684" y="46582"/>
                  </a:lnTo>
                  <a:lnTo>
                    <a:pt x="2712130" y="47037"/>
                  </a:lnTo>
                  <a:lnTo>
                    <a:pt x="2717576" y="47487"/>
                  </a:lnTo>
                  <a:lnTo>
                    <a:pt x="2723022" y="47932"/>
                  </a:lnTo>
                  <a:lnTo>
                    <a:pt x="2728468" y="48368"/>
                  </a:lnTo>
                  <a:lnTo>
                    <a:pt x="2733914" y="48800"/>
                  </a:lnTo>
                  <a:lnTo>
                    <a:pt x="2739360" y="49227"/>
                  </a:lnTo>
                  <a:lnTo>
                    <a:pt x="2744806" y="49645"/>
                  </a:lnTo>
                  <a:lnTo>
                    <a:pt x="2750252" y="50058"/>
                  </a:lnTo>
                  <a:lnTo>
                    <a:pt x="2755698" y="50465"/>
                  </a:lnTo>
                  <a:lnTo>
                    <a:pt x="2761144" y="50865"/>
                  </a:lnTo>
                  <a:lnTo>
                    <a:pt x="2766590" y="51258"/>
                  </a:lnTo>
                  <a:lnTo>
                    <a:pt x="2772036" y="51645"/>
                  </a:lnTo>
                  <a:lnTo>
                    <a:pt x="2777482" y="52025"/>
                  </a:lnTo>
                  <a:lnTo>
                    <a:pt x="2782929" y="52396"/>
                  </a:lnTo>
                  <a:lnTo>
                    <a:pt x="2782929" y="62588"/>
                  </a:lnTo>
                  <a:lnTo>
                    <a:pt x="2777482" y="62588"/>
                  </a:lnTo>
                  <a:lnTo>
                    <a:pt x="2772036" y="62588"/>
                  </a:lnTo>
                  <a:lnTo>
                    <a:pt x="2766590" y="62588"/>
                  </a:lnTo>
                  <a:lnTo>
                    <a:pt x="2761144" y="62588"/>
                  </a:lnTo>
                  <a:lnTo>
                    <a:pt x="2755698" y="62588"/>
                  </a:lnTo>
                  <a:lnTo>
                    <a:pt x="2750252" y="62588"/>
                  </a:lnTo>
                  <a:lnTo>
                    <a:pt x="2744806" y="62588"/>
                  </a:lnTo>
                  <a:lnTo>
                    <a:pt x="2739360" y="62588"/>
                  </a:lnTo>
                  <a:lnTo>
                    <a:pt x="2733914" y="62588"/>
                  </a:lnTo>
                  <a:lnTo>
                    <a:pt x="2728468" y="62588"/>
                  </a:lnTo>
                  <a:lnTo>
                    <a:pt x="2723022" y="62588"/>
                  </a:lnTo>
                  <a:lnTo>
                    <a:pt x="2717576" y="62588"/>
                  </a:lnTo>
                  <a:lnTo>
                    <a:pt x="2712130" y="62588"/>
                  </a:lnTo>
                  <a:lnTo>
                    <a:pt x="2706684" y="62588"/>
                  </a:lnTo>
                  <a:lnTo>
                    <a:pt x="2701238" y="62588"/>
                  </a:lnTo>
                  <a:lnTo>
                    <a:pt x="2695792" y="62588"/>
                  </a:lnTo>
                  <a:lnTo>
                    <a:pt x="2690346" y="62588"/>
                  </a:lnTo>
                  <a:lnTo>
                    <a:pt x="2684900" y="62588"/>
                  </a:lnTo>
                  <a:lnTo>
                    <a:pt x="2679454" y="62588"/>
                  </a:lnTo>
                  <a:lnTo>
                    <a:pt x="2674008" y="62588"/>
                  </a:lnTo>
                  <a:lnTo>
                    <a:pt x="2668562" y="62588"/>
                  </a:lnTo>
                  <a:lnTo>
                    <a:pt x="2663116" y="62588"/>
                  </a:lnTo>
                  <a:lnTo>
                    <a:pt x="2657669" y="62588"/>
                  </a:lnTo>
                  <a:lnTo>
                    <a:pt x="2652223" y="62588"/>
                  </a:lnTo>
                  <a:lnTo>
                    <a:pt x="2646777" y="62588"/>
                  </a:lnTo>
                  <a:lnTo>
                    <a:pt x="2641331" y="62588"/>
                  </a:lnTo>
                  <a:lnTo>
                    <a:pt x="2635885" y="62588"/>
                  </a:lnTo>
                  <a:lnTo>
                    <a:pt x="2630439" y="62588"/>
                  </a:lnTo>
                  <a:lnTo>
                    <a:pt x="2624993" y="62588"/>
                  </a:lnTo>
                  <a:lnTo>
                    <a:pt x="2619547" y="62588"/>
                  </a:lnTo>
                  <a:lnTo>
                    <a:pt x="2614101" y="62588"/>
                  </a:lnTo>
                  <a:lnTo>
                    <a:pt x="2608655" y="62588"/>
                  </a:lnTo>
                  <a:lnTo>
                    <a:pt x="2603209" y="62588"/>
                  </a:lnTo>
                  <a:lnTo>
                    <a:pt x="2597763" y="62588"/>
                  </a:lnTo>
                  <a:lnTo>
                    <a:pt x="2592317" y="62588"/>
                  </a:lnTo>
                  <a:lnTo>
                    <a:pt x="2586871" y="62588"/>
                  </a:lnTo>
                  <a:lnTo>
                    <a:pt x="2581425" y="62588"/>
                  </a:lnTo>
                  <a:lnTo>
                    <a:pt x="2575979" y="62588"/>
                  </a:lnTo>
                  <a:lnTo>
                    <a:pt x="2570533" y="62588"/>
                  </a:lnTo>
                  <a:lnTo>
                    <a:pt x="2565087" y="62588"/>
                  </a:lnTo>
                  <a:lnTo>
                    <a:pt x="2559641" y="62588"/>
                  </a:lnTo>
                  <a:lnTo>
                    <a:pt x="2554195" y="62588"/>
                  </a:lnTo>
                  <a:lnTo>
                    <a:pt x="2548749" y="62588"/>
                  </a:lnTo>
                  <a:lnTo>
                    <a:pt x="2543303" y="62588"/>
                  </a:lnTo>
                  <a:lnTo>
                    <a:pt x="2537856" y="62588"/>
                  </a:lnTo>
                  <a:lnTo>
                    <a:pt x="2532410" y="62588"/>
                  </a:lnTo>
                  <a:lnTo>
                    <a:pt x="2526964" y="62588"/>
                  </a:lnTo>
                  <a:lnTo>
                    <a:pt x="2521518" y="62588"/>
                  </a:lnTo>
                  <a:lnTo>
                    <a:pt x="2516072" y="62588"/>
                  </a:lnTo>
                  <a:lnTo>
                    <a:pt x="2510626" y="62588"/>
                  </a:lnTo>
                  <a:lnTo>
                    <a:pt x="2505180" y="62588"/>
                  </a:lnTo>
                  <a:lnTo>
                    <a:pt x="2499734" y="62588"/>
                  </a:lnTo>
                  <a:lnTo>
                    <a:pt x="2494288" y="62588"/>
                  </a:lnTo>
                  <a:lnTo>
                    <a:pt x="2488842" y="62588"/>
                  </a:lnTo>
                  <a:lnTo>
                    <a:pt x="2483396" y="62588"/>
                  </a:lnTo>
                  <a:lnTo>
                    <a:pt x="2477950" y="62588"/>
                  </a:lnTo>
                  <a:lnTo>
                    <a:pt x="2472504" y="62588"/>
                  </a:lnTo>
                  <a:lnTo>
                    <a:pt x="2467058" y="62588"/>
                  </a:lnTo>
                  <a:lnTo>
                    <a:pt x="2461612" y="62588"/>
                  </a:lnTo>
                  <a:lnTo>
                    <a:pt x="2456166" y="62588"/>
                  </a:lnTo>
                  <a:lnTo>
                    <a:pt x="2450720" y="62588"/>
                  </a:lnTo>
                  <a:lnTo>
                    <a:pt x="2445274" y="62588"/>
                  </a:lnTo>
                  <a:lnTo>
                    <a:pt x="2439828" y="62588"/>
                  </a:lnTo>
                  <a:lnTo>
                    <a:pt x="2434382" y="62588"/>
                  </a:lnTo>
                  <a:lnTo>
                    <a:pt x="2428936" y="62588"/>
                  </a:lnTo>
                  <a:lnTo>
                    <a:pt x="2423490" y="62588"/>
                  </a:lnTo>
                  <a:lnTo>
                    <a:pt x="2418043" y="62588"/>
                  </a:lnTo>
                  <a:lnTo>
                    <a:pt x="2412597" y="62588"/>
                  </a:lnTo>
                  <a:lnTo>
                    <a:pt x="2407151" y="62588"/>
                  </a:lnTo>
                  <a:lnTo>
                    <a:pt x="2401705" y="62588"/>
                  </a:lnTo>
                  <a:lnTo>
                    <a:pt x="2396259" y="62588"/>
                  </a:lnTo>
                  <a:lnTo>
                    <a:pt x="2390813" y="62588"/>
                  </a:lnTo>
                  <a:lnTo>
                    <a:pt x="2385367" y="62588"/>
                  </a:lnTo>
                  <a:lnTo>
                    <a:pt x="2379921" y="62588"/>
                  </a:lnTo>
                  <a:lnTo>
                    <a:pt x="2374475" y="62588"/>
                  </a:lnTo>
                  <a:lnTo>
                    <a:pt x="2369029" y="62588"/>
                  </a:lnTo>
                  <a:lnTo>
                    <a:pt x="2363583" y="62588"/>
                  </a:lnTo>
                  <a:lnTo>
                    <a:pt x="2358137" y="62588"/>
                  </a:lnTo>
                  <a:lnTo>
                    <a:pt x="2352691" y="62588"/>
                  </a:lnTo>
                  <a:lnTo>
                    <a:pt x="2347245" y="62588"/>
                  </a:lnTo>
                  <a:lnTo>
                    <a:pt x="2341799" y="62588"/>
                  </a:lnTo>
                  <a:lnTo>
                    <a:pt x="2336353" y="62588"/>
                  </a:lnTo>
                  <a:lnTo>
                    <a:pt x="2330907" y="62588"/>
                  </a:lnTo>
                  <a:lnTo>
                    <a:pt x="2325461" y="62588"/>
                  </a:lnTo>
                  <a:lnTo>
                    <a:pt x="2320015" y="62588"/>
                  </a:lnTo>
                  <a:lnTo>
                    <a:pt x="2314569" y="62588"/>
                  </a:lnTo>
                  <a:lnTo>
                    <a:pt x="2309123" y="62588"/>
                  </a:lnTo>
                  <a:lnTo>
                    <a:pt x="2303677" y="62588"/>
                  </a:lnTo>
                  <a:lnTo>
                    <a:pt x="2298231" y="62588"/>
                  </a:lnTo>
                  <a:lnTo>
                    <a:pt x="2292784" y="62588"/>
                  </a:lnTo>
                  <a:lnTo>
                    <a:pt x="2287338" y="62588"/>
                  </a:lnTo>
                  <a:lnTo>
                    <a:pt x="2281892" y="62588"/>
                  </a:lnTo>
                  <a:lnTo>
                    <a:pt x="2276446" y="62588"/>
                  </a:lnTo>
                  <a:lnTo>
                    <a:pt x="2271000" y="62588"/>
                  </a:lnTo>
                  <a:lnTo>
                    <a:pt x="2265554" y="62588"/>
                  </a:lnTo>
                  <a:lnTo>
                    <a:pt x="2260108" y="62588"/>
                  </a:lnTo>
                  <a:lnTo>
                    <a:pt x="2254662" y="62588"/>
                  </a:lnTo>
                  <a:lnTo>
                    <a:pt x="2249216" y="62588"/>
                  </a:lnTo>
                  <a:lnTo>
                    <a:pt x="2243770" y="62588"/>
                  </a:lnTo>
                  <a:lnTo>
                    <a:pt x="2238324" y="62588"/>
                  </a:lnTo>
                  <a:lnTo>
                    <a:pt x="2232878" y="62588"/>
                  </a:lnTo>
                  <a:lnTo>
                    <a:pt x="2227432" y="62588"/>
                  </a:lnTo>
                  <a:lnTo>
                    <a:pt x="2221986" y="62588"/>
                  </a:lnTo>
                  <a:lnTo>
                    <a:pt x="2216540" y="62588"/>
                  </a:lnTo>
                  <a:lnTo>
                    <a:pt x="2211094" y="62588"/>
                  </a:lnTo>
                  <a:lnTo>
                    <a:pt x="2205648" y="62588"/>
                  </a:lnTo>
                  <a:lnTo>
                    <a:pt x="2200202" y="62588"/>
                  </a:lnTo>
                  <a:lnTo>
                    <a:pt x="2194756" y="62588"/>
                  </a:lnTo>
                  <a:lnTo>
                    <a:pt x="2189310" y="62588"/>
                  </a:lnTo>
                  <a:lnTo>
                    <a:pt x="2183864" y="62588"/>
                  </a:lnTo>
                  <a:lnTo>
                    <a:pt x="2178418" y="62588"/>
                  </a:lnTo>
                  <a:lnTo>
                    <a:pt x="2172971" y="62588"/>
                  </a:lnTo>
                  <a:lnTo>
                    <a:pt x="2167525" y="62588"/>
                  </a:lnTo>
                  <a:lnTo>
                    <a:pt x="2162079" y="62588"/>
                  </a:lnTo>
                  <a:lnTo>
                    <a:pt x="2156633" y="62588"/>
                  </a:lnTo>
                  <a:lnTo>
                    <a:pt x="2151187" y="62588"/>
                  </a:lnTo>
                  <a:lnTo>
                    <a:pt x="2145741" y="62588"/>
                  </a:lnTo>
                  <a:lnTo>
                    <a:pt x="2140295" y="62588"/>
                  </a:lnTo>
                  <a:lnTo>
                    <a:pt x="2134849" y="62588"/>
                  </a:lnTo>
                  <a:lnTo>
                    <a:pt x="2129403" y="62588"/>
                  </a:lnTo>
                  <a:lnTo>
                    <a:pt x="2123957" y="62588"/>
                  </a:lnTo>
                  <a:lnTo>
                    <a:pt x="2118511" y="62588"/>
                  </a:lnTo>
                  <a:lnTo>
                    <a:pt x="2113065" y="62588"/>
                  </a:lnTo>
                  <a:lnTo>
                    <a:pt x="2107619" y="62588"/>
                  </a:lnTo>
                  <a:lnTo>
                    <a:pt x="2102173" y="62588"/>
                  </a:lnTo>
                  <a:lnTo>
                    <a:pt x="2096727" y="62588"/>
                  </a:lnTo>
                  <a:lnTo>
                    <a:pt x="2091281" y="62588"/>
                  </a:lnTo>
                  <a:lnTo>
                    <a:pt x="2085835" y="62588"/>
                  </a:lnTo>
                  <a:lnTo>
                    <a:pt x="2080389" y="62588"/>
                  </a:lnTo>
                  <a:lnTo>
                    <a:pt x="2074943" y="62588"/>
                  </a:lnTo>
                  <a:lnTo>
                    <a:pt x="2069497" y="62588"/>
                  </a:lnTo>
                  <a:lnTo>
                    <a:pt x="2064051" y="62588"/>
                  </a:lnTo>
                  <a:lnTo>
                    <a:pt x="2058605" y="62588"/>
                  </a:lnTo>
                  <a:lnTo>
                    <a:pt x="2053158" y="62588"/>
                  </a:lnTo>
                  <a:lnTo>
                    <a:pt x="2047712" y="62588"/>
                  </a:lnTo>
                  <a:lnTo>
                    <a:pt x="2042266" y="62588"/>
                  </a:lnTo>
                  <a:lnTo>
                    <a:pt x="2036820" y="62588"/>
                  </a:lnTo>
                  <a:lnTo>
                    <a:pt x="2031374" y="62588"/>
                  </a:lnTo>
                  <a:lnTo>
                    <a:pt x="2025928" y="62588"/>
                  </a:lnTo>
                  <a:lnTo>
                    <a:pt x="2020482" y="62588"/>
                  </a:lnTo>
                  <a:lnTo>
                    <a:pt x="2015036" y="62588"/>
                  </a:lnTo>
                  <a:lnTo>
                    <a:pt x="2009590" y="62588"/>
                  </a:lnTo>
                  <a:lnTo>
                    <a:pt x="2004144" y="62588"/>
                  </a:lnTo>
                  <a:lnTo>
                    <a:pt x="1998698" y="62588"/>
                  </a:lnTo>
                  <a:lnTo>
                    <a:pt x="1993252" y="62588"/>
                  </a:lnTo>
                  <a:lnTo>
                    <a:pt x="1987806" y="62588"/>
                  </a:lnTo>
                  <a:lnTo>
                    <a:pt x="1982360" y="62588"/>
                  </a:lnTo>
                  <a:lnTo>
                    <a:pt x="1976914" y="62588"/>
                  </a:lnTo>
                  <a:lnTo>
                    <a:pt x="1971468" y="62588"/>
                  </a:lnTo>
                  <a:lnTo>
                    <a:pt x="1966022" y="62588"/>
                  </a:lnTo>
                  <a:lnTo>
                    <a:pt x="1960576" y="62588"/>
                  </a:lnTo>
                  <a:lnTo>
                    <a:pt x="1955130" y="62588"/>
                  </a:lnTo>
                  <a:lnTo>
                    <a:pt x="1949684" y="62588"/>
                  </a:lnTo>
                  <a:lnTo>
                    <a:pt x="1944238" y="62588"/>
                  </a:lnTo>
                  <a:lnTo>
                    <a:pt x="1938792" y="62588"/>
                  </a:lnTo>
                  <a:lnTo>
                    <a:pt x="1933345" y="62588"/>
                  </a:lnTo>
                  <a:lnTo>
                    <a:pt x="1927899" y="62588"/>
                  </a:lnTo>
                  <a:lnTo>
                    <a:pt x="1922453" y="62588"/>
                  </a:lnTo>
                  <a:lnTo>
                    <a:pt x="1917007" y="62588"/>
                  </a:lnTo>
                  <a:lnTo>
                    <a:pt x="1911561" y="62588"/>
                  </a:lnTo>
                  <a:lnTo>
                    <a:pt x="1906115" y="62588"/>
                  </a:lnTo>
                  <a:lnTo>
                    <a:pt x="1900669" y="62588"/>
                  </a:lnTo>
                  <a:lnTo>
                    <a:pt x="1895223" y="62588"/>
                  </a:lnTo>
                  <a:lnTo>
                    <a:pt x="1889777" y="62588"/>
                  </a:lnTo>
                  <a:lnTo>
                    <a:pt x="1884331" y="62588"/>
                  </a:lnTo>
                  <a:lnTo>
                    <a:pt x="1878885" y="62588"/>
                  </a:lnTo>
                  <a:lnTo>
                    <a:pt x="1873439" y="62588"/>
                  </a:lnTo>
                  <a:lnTo>
                    <a:pt x="1867993" y="62588"/>
                  </a:lnTo>
                  <a:lnTo>
                    <a:pt x="1862547" y="62588"/>
                  </a:lnTo>
                  <a:lnTo>
                    <a:pt x="1857101" y="62588"/>
                  </a:lnTo>
                  <a:lnTo>
                    <a:pt x="1851655" y="62588"/>
                  </a:lnTo>
                  <a:lnTo>
                    <a:pt x="1846209" y="62588"/>
                  </a:lnTo>
                  <a:lnTo>
                    <a:pt x="1840763" y="62588"/>
                  </a:lnTo>
                  <a:lnTo>
                    <a:pt x="1835317" y="62588"/>
                  </a:lnTo>
                  <a:lnTo>
                    <a:pt x="1829871" y="62588"/>
                  </a:lnTo>
                  <a:lnTo>
                    <a:pt x="1824425" y="62588"/>
                  </a:lnTo>
                  <a:lnTo>
                    <a:pt x="1818979" y="62588"/>
                  </a:lnTo>
                  <a:lnTo>
                    <a:pt x="1813532" y="62588"/>
                  </a:lnTo>
                  <a:lnTo>
                    <a:pt x="1808086" y="62588"/>
                  </a:lnTo>
                  <a:lnTo>
                    <a:pt x="1802640" y="62588"/>
                  </a:lnTo>
                  <a:lnTo>
                    <a:pt x="1797194" y="62588"/>
                  </a:lnTo>
                  <a:lnTo>
                    <a:pt x="1791748" y="62588"/>
                  </a:lnTo>
                  <a:lnTo>
                    <a:pt x="1786302" y="62588"/>
                  </a:lnTo>
                  <a:lnTo>
                    <a:pt x="1780856" y="62588"/>
                  </a:lnTo>
                  <a:lnTo>
                    <a:pt x="1775410" y="62588"/>
                  </a:lnTo>
                  <a:lnTo>
                    <a:pt x="1769964" y="62588"/>
                  </a:lnTo>
                  <a:lnTo>
                    <a:pt x="1764518" y="62588"/>
                  </a:lnTo>
                  <a:lnTo>
                    <a:pt x="1759072" y="62588"/>
                  </a:lnTo>
                  <a:lnTo>
                    <a:pt x="1753626" y="62588"/>
                  </a:lnTo>
                  <a:lnTo>
                    <a:pt x="1748180" y="62588"/>
                  </a:lnTo>
                  <a:lnTo>
                    <a:pt x="1742734" y="62588"/>
                  </a:lnTo>
                  <a:lnTo>
                    <a:pt x="1737288" y="62588"/>
                  </a:lnTo>
                  <a:lnTo>
                    <a:pt x="1731842" y="62588"/>
                  </a:lnTo>
                  <a:lnTo>
                    <a:pt x="1726396" y="62588"/>
                  </a:lnTo>
                  <a:lnTo>
                    <a:pt x="1720950" y="62588"/>
                  </a:lnTo>
                  <a:lnTo>
                    <a:pt x="1715504" y="62588"/>
                  </a:lnTo>
                  <a:lnTo>
                    <a:pt x="1710058" y="62588"/>
                  </a:lnTo>
                  <a:lnTo>
                    <a:pt x="1704612" y="62588"/>
                  </a:lnTo>
                  <a:lnTo>
                    <a:pt x="1699166" y="62588"/>
                  </a:lnTo>
                  <a:lnTo>
                    <a:pt x="1693720" y="62588"/>
                  </a:lnTo>
                  <a:lnTo>
                    <a:pt x="1688273" y="62588"/>
                  </a:lnTo>
                  <a:lnTo>
                    <a:pt x="1682827" y="62588"/>
                  </a:lnTo>
                  <a:lnTo>
                    <a:pt x="1677381" y="62588"/>
                  </a:lnTo>
                  <a:lnTo>
                    <a:pt x="1671935" y="62588"/>
                  </a:lnTo>
                  <a:lnTo>
                    <a:pt x="1666489" y="62588"/>
                  </a:lnTo>
                  <a:lnTo>
                    <a:pt x="1661043" y="62588"/>
                  </a:lnTo>
                  <a:lnTo>
                    <a:pt x="1655597" y="62588"/>
                  </a:lnTo>
                  <a:lnTo>
                    <a:pt x="1650151" y="62588"/>
                  </a:lnTo>
                  <a:lnTo>
                    <a:pt x="1644705" y="62588"/>
                  </a:lnTo>
                  <a:lnTo>
                    <a:pt x="1639259" y="62588"/>
                  </a:lnTo>
                  <a:lnTo>
                    <a:pt x="1633813" y="62588"/>
                  </a:lnTo>
                  <a:lnTo>
                    <a:pt x="1628367" y="62588"/>
                  </a:lnTo>
                  <a:lnTo>
                    <a:pt x="1622921" y="62588"/>
                  </a:lnTo>
                  <a:lnTo>
                    <a:pt x="1617475" y="62588"/>
                  </a:lnTo>
                  <a:lnTo>
                    <a:pt x="1612029" y="62588"/>
                  </a:lnTo>
                  <a:lnTo>
                    <a:pt x="1606583" y="62588"/>
                  </a:lnTo>
                  <a:lnTo>
                    <a:pt x="1601137" y="62588"/>
                  </a:lnTo>
                  <a:lnTo>
                    <a:pt x="1595691" y="62588"/>
                  </a:lnTo>
                  <a:lnTo>
                    <a:pt x="1590245" y="62588"/>
                  </a:lnTo>
                  <a:lnTo>
                    <a:pt x="1584799" y="62588"/>
                  </a:lnTo>
                  <a:lnTo>
                    <a:pt x="1579353" y="62588"/>
                  </a:lnTo>
                  <a:lnTo>
                    <a:pt x="1573907" y="62588"/>
                  </a:lnTo>
                  <a:lnTo>
                    <a:pt x="1568460" y="62588"/>
                  </a:lnTo>
                  <a:lnTo>
                    <a:pt x="1563014" y="62588"/>
                  </a:lnTo>
                  <a:lnTo>
                    <a:pt x="1557568" y="62588"/>
                  </a:lnTo>
                  <a:lnTo>
                    <a:pt x="1552122" y="62588"/>
                  </a:lnTo>
                  <a:lnTo>
                    <a:pt x="1546676" y="62588"/>
                  </a:lnTo>
                  <a:lnTo>
                    <a:pt x="1541230" y="62588"/>
                  </a:lnTo>
                  <a:lnTo>
                    <a:pt x="1535784" y="62588"/>
                  </a:lnTo>
                  <a:lnTo>
                    <a:pt x="1530338" y="62588"/>
                  </a:lnTo>
                  <a:lnTo>
                    <a:pt x="1524892" y="62588"/>
                  </a:lnTo>
                  <a:lnTo>
                    <a:pt x="1519446" y="62588"/>
                  </a:lnTo>
                  <a:lnTo>
                    <a:pt x="1514000" y="62588"/>
                  </a:lnTo>
                  <a:lnTo>
                    <a:pt x="1508554" y="62588"/>
                  </a:lnTo>
                  <a:lnTo>
                    <a:pt x="1503108" y="62588"/>
                  </a:lnTo>
                  <a:lnTo>
                    <a:pt x="1497662" y="62588"/>
                  </a:lnTo>
                  <a:lnTo>
                    <a:pt x="1492216" y="62588"/>
                  </a:lnTo>
                  <a:lnTo>
                    <a:pt x="1486770" y="62588"/>
                  </a:lnTo>
                  <a:lnTo>
                    <a:pt x="1481324" y="62588"/>
                  </a:lnTo>
                  <a:lnTo>
                    <a:pt x="1475878" y="62588"/>
                  </a:lnTo>
                  <a:lnTo>
                    <a:pt x="1470432" y="62588"/>
                  </a:lnTo>
                  <a:lnTo>
                    <a:pt x="1464986" y="62588"/>
                  </a:lnTo>
                  <a:lnTo>
                    <a:pt x="1459540" y="62588"/>
                  </a:lnTo>
                  <a:lnTo>
                    <a:pt x="1454094" y="62588"/>
                  </a:lnTo>
                  <a:lnTo>
                    <a:pt x="1448647" y="62588"/>
                  </a:lnTo>
                  <a:lnTo>
                    <a:pt x="1443201" y="62588"/>
                  </a:lnTo>
                  <a:lnTo>
                    <a:pt x="1437755" y="62588"/>
                  </a:lnTo>
                  <a:lnTo>
                    <a:pt x="1432309" y="62588"/>
                  </a:lnTo>
                  <a:lnTo>
                    <a:pt x="1426863" y="62588"/>
                  </a:lnTo>
                  <a:lnTo>
                    <a:pt x="1421417" y="62588"/>
                  </a:lnTo>
                  <a:lnTo>
                    <a:pt x="1415971" y="62588"/>
                  </a:lnTo>
                  <a:lnTo>
                    <a:pt x="1410525" y="62588"/>
                  </a:lnTo>
                  <a:lnTo>
                    <a:pt x="1405079" y="62588"/>
                  </a:lnTo>
                  <a:lnTo>
                    <a:pt x="1399633" y="62588"/>
                  </a:lnTo>
                  <a:lnTo>
                    <a:pt x="1394187" y="62588"/>
                  </a:lnTo>
                  <a:lnTo>
                    <a:pt x="1388741" y="62588"/>
                  </a:lnTo>
                  <a:lnTo>
                    <a:pt x="1383295" y="62588"/>
                  </a:lnTo>
                  <a:lnTo>
                    <a:pt x="1377849" y="62588"/>
                  </a:lnTo>
                  <a:lnTo>
                    <a:pt x="1372403" y="62588"/>
                  </a:lnTo>
                  <a:lnTo>
                    <a:pt x="1366957" y="62588"/>
                  </a:lnTo>
                  <a:lnTo>
                    <a:pt x="1361511" y="62588"/>
                  </a:lnTo>
                  <a:lnTo>
                    <a:pt x="1356065" y="62588"/>
                  </a:lnTo>
                  <a:lnTo>
                    <a:pt x="1350619" y="62588"/>
                  </a:lnTo>
                  <a:lnTo>
                    <a:pt x="1345173" y="62588"/>
                  </a:lnTo>
                  <a:lnTo>
                    <a:pt x="1339727" y="62588"/>
                  </a:lnTo>
                  <a:lnTo>
                    <a:pt x="1334281" y="62588"/>
                  </a:lnTo>
                  <a:lnTo>
                    <a:pt x="1328834" y="62588"/>
                  </a:lnTo>
                  <a:lnTo>
                    <a:pt x="1323388" y="62588"/>
                  </a:lnTo>
                  <a:lnTo>
                    <a:pt x="1317942" y="62588"/>
                  </a:lnTo>
                  <a:lnTo>
                    <a:pt x="1312496" y="62588"/>
                  </a:lnTo>
                  <a:lnTo>
                    <a:pt x="1307050" y="62588"/>
                  </a:lnTo>
                  <a:lnTo>
                    <a:pt x="1301604" y="62588"/>
                  </a:lnTo>
                  <a:lnTo>
                    <a:pt x="1296158" y="62588"/>
                  </a:lnTo>
                  <a:lnTo>
                    <a:pt x="1290712" y="62588"/>
                  </a:lnTo>
                  <a:lnTo>
                    <a:pt x="1285266" y="62588"/>
                  </a:lnTo>
                  <a:lnTo>
                    <a:pt x="1279820" y="62588"/>
                  </a:lnTo>
                  <a:lnTo>
                    <a:pt x="1274374" y="62588"/>
                  </a:lnTo>
                  <a:lnTo>
                    <a:pt x="1268928" y="62588"/>
                  </a:lnTo>
                  <a:lnTo>
                    <a:pt x="1263482" y="62588"/>
                  </a:lnTo>
                  <a:lnTo>
                    <a:pt x="1258036" y="62588"/>
                  </a:lnTo>
                  <a:lnTo>
                    <a:pt x="1252590" y="62588"/>
                  </a:lnTo>
                  <a:lnTo>
                    <a:pt x="1247144" y="62588"/>
                  </a:lnTo>
                  <a:lnTo>
                    <a:pt x="1241698" y="62588"/>
                  </a:lnTo>
                  <a:lnTo>
                    <a:pt x="1236252" y="62588"/>
                  </a:lnTo>
                  <a:lnTo>
                    <a:pt x="1230806" y="62588"/>
                  </a:lnTo>
                  <a:lnTo>
                    <a:pt x="1225360" y="62588"/>
                  </a:lnTo>
                  <a:lnTo>
                    <a:pt x="1219914" y="62588"/>
                  </a:lnTo>
                  <a:lnTo>
                    <a:pt x="1214468" y="62588"/>
                  </a:lnTo>
                  <a:lnTo>
                    <a:pt x="1209021" y="62588"/>
                  </a:lnTo>
                  <a:lnTo>
                    <a:pt x="1203575" y="62588"/>
                  </a:lnTo>
                  <a:lnTo>
                    <a:pt x="1198129" y="62588"/>
                  </a:lnTo>
                  <a:lnTo>
                    <a:pt x="1192683" y="62588"/>
                  </a:lnTo>
                  <a:lnTo>
                    <a:pt x="1187237" y="62588"/>
                  </a:lnTo>
                  <a:lnTo>
                    <a:pt x="1181791" y="62588"/>
                  </a:lnTo>
                  <a:lnTo>
                    <a:pt x="1176345" y="62588"/>
                  </a:lnTo>
                  <a:lnTo>
                    <a:pt x="1170899" y="62588"/>
                  </a:lnTo>
                  <a:lnTo>
                    <a:pt x="1165453" y="62588"/>
                  </a:lnTo>
                  <a:lnTo>
                    <a:pt x="1160007" y="62588"/>
                  </a:lnTo>
                  <a:lnTo>
                    <a:pt x="1154561" y="62588"/>
                  </a:lnTo>
                  <a:lnTo>
                    <a:pt x="1149115" y="62588"/>
                  </a:lnTo>
                  <a:lnTo>
                    <a:pt x="1143669" y="62588"/>
                  </a:lnTo>
                  <a:lnTo>
                    <a:pt x="1138223" y="62588"/>
                  </a:lnTo>
                  <a:lnTo>
                    <a:pt x="1132777" y="62588"/>
                  </a:lnTo>
                  <a:lnTo>
                    <a:pt x="1127331" y="62588"/>
                  </a:lnTo>
                  <a:lnTo>
                    <a:pt x="1121885" y="62588"/>
                  </a:lnTo>
                  <a:lnTo>
                    <a:pt x="1116439" y="62588"/>
                  </a:lnTo>
                  <a:lnTo>
                    <a:pt x="1110993" y="62588"/>
                  </a:lnTo>
                  <a:lnTo>
                    <a:pt x="1105547" y="62588"/>
                  </a:lnTo>
                  <a:lnTo>
                    <a:pt x="1100101" y="62588"/>
                  </a:lnTo>
                  <a:lnTo>
                    <a:pt x="1094655" y="62588"/>
                  </a:lnTo>
                  <a:lnTo>
                    <a:pt x="1089209" y="62588"/>
                  </a:lnTo>
                  <a:lnTo>
                    <a:pt x="1083762" y="62588"/>
                  </a:lnTo>
                  <a:lnTo>
                    <a:pt x="1078316" y="62588"/>
                  </a:lnTo>
                  <a:lnTo>
                    <a:pt x="1072870" y="62588"/>
                  </a:lnTo>
                  <a:lnTo>
                    <a:pt x="1067424" y="62588"/>
                  </a:lnTo>
                  <a:lnTo>
                    <a:pt x="1061978" y="62588"/>
                  </a:lnTo>
                  <a:lnTo>
                    <a:pt x="1056532" y="62588"/>
                  </a:lnTo>
                  <a:lnTo>
                    <a:pt x="1051086" y="62588"/>
                  </a:lnTo>
                  <a:lnTo>
                    <a:pt x="1045640" y="62588"/>
                  </a:lnTo>
                  <a:lnTo>
                    <a:pt x="1040194" y="62588"/>
                  </a:lnTo>
                  <a:lnTo>
                    <a:pt x="1034748" y="62588"/>
                  </a:lnTo>
                  <a:lnTo>
                    <a:pt x="1029302" y="62588"/>
                  </a:lnTo>
                  <a:lnTo>
                    <a:pt x="1023856" y="62588"/>
                  </a:lnTo>
                  <a:lnTo>
                    <a:pt x="1018410" y="62588"/>
                  </a:lnTo>
                  <a:lnTo>
                    <a:pt x="1012964" y="62588"/>
                  </a:lnTo>
                  <a:lnTo>
                    <a:pt x="1007518" y="62588"/>
                  </a:lnTo>
                  <a:lnTo>
                    <a:pt x="1002072" y="62588"/>
                  </a:lnTo>
                  <a:lnTo>
                    <a:pt x="996626" y="62588"/>
                  </a:lnTo>
                  <a:lnTo>
                    <a:pt x="991180" y="62588"/>
                  </a:lnTo>
                  <a:lnTo>
                    <a:pt x="985734" y="62588"/>
                  </a:lnTo>
                  <a:lnTo>
                    <a:pt x="980288" y="62588"/>
                  </a:lnTo>
                  <a:lnTo>
                    <a:pt x="974842" y="62588"/>
                  </a:lnTo>
                  <a:lnTo>
                    <a:pt x="969396" y="62588"/>
                  </a:lnTo>
                  <a:lnTo>
                    <a:pt x="963949" y="62588"/>
                  </a:lnTo>
                  <a:lnTo>
                    <a:pt x="958503" y="62588"/>
                  </a:lnTo>
                  <a:lnTo>
                    <a:pt x="953057" y="62588"/>
                  </a:lnTo>
                  <a:lnTo>
                    <a:pt x="947611" y="62588"/>
                  </a:lnTo>
                  <a:lnTo>
                    <a:pt x="942165" y="62588"/>
                  </a:lnTo>
                  <a:lnTo>
                    <a:pt x="936719" y="62588"/>
                  </a:lnTo>
                  <a:lnTo>
                    <a:pt x="931273" y="62588"/>
                  </a:lnTo>
                  <a:lnTo>
                    <a:pt x="925827" y="62588"/>
                  </a:lnTo>
                  <a:lnTo>
                    <a:pt x="920381" y="62588"/>
                  </a:lnTo>
                  <a:lnTo>
                    <a:pt x="914935" y="62588"/>
                  </a:lnTo>
                  <a:lnTo>
                    <a:pt x="909489" y="62588"/>
                  </a:lnTo>
                  <a:lnTo>
                    <a:pt x="904043" y="62588"/>
                  </a:lnTo>
                  <a:lnTo>
                    <a:pt x="898597" y="62588"/>
                  </a:lnTo>
                  <a:lnTo>
                    <a:pt x="893151" y="62588"/>
                  </a:lnTo>
                  <a:lnTo>
                    <a:pt x="887705" y="62588"/>
                  </a:lnTo>
                  <a:lnTo>
                    <a:pt x="882259" y="62588"/>
                  </a:lnTo>
                  <a:lnTo>
                    <a:pt x="876813" y="62588"/>
                  </a:lnTo>
                  <a:lnTo>
                    <a:pt x="871367" y="62588"/>
                  </a:lnTo>
                  <a:lnTo>
                    <a:pt x="865921" y="62588"/>
                  </a:lnTo>
                  <a:lnTo>
                    <a:pt x="860475" y="62588"/>
                  </a:lnTo>
                  <a:lnTo>
                    <a:pt x="855029" y="62588"/>
                  </a:lnTo>
                  <a:lnTo>
                    <a:pt x="849583" y="62588"/>
                  </a:lnTo>
                  <a:lnTo>
                    <a:pt x="844136" y="62588"/>
                  </a:lnTo>
                  <a:lnTo>
                    <a:pt x="838690" y="62588"/>
                  </a:lnTo>
                  <a:lnTo>
                    <a:pt x="833244" y="62588"/>
                  </a:lnTo>
                  <a:lnTo>
                    <a:pt x="827798" y="62588"/>
                  </a:lnTo>
                  <a:lnTo>
                    <a:pt x="822352" y="62588"/>
                  </a:lnTo>
                  <a:lnTo>
                    <a:pt x="816906" y="62588"/>
                  </a:lnTo>
                  <a:lnTo>
                    <a:pt x="811460" y="62588"/>
                  </a:lnTo>
                  <a:lnTo>
                    <a:pt x="806014" y="62588"/>
                  </a:lnTo>
                  <a:lnTo>
                    <a:pt x="800568" y="62588"/>
                  </a:lnTo>
                  <a:lnTo>
                    <a:pt x="795122" y="62588"/>
                  </a:lnTo>
                  <a:lnTo>
                    <a:pt x="789676" y="62588"/>
                  </a:lnTo>
                  <a:lnTo>
                    <a:pt x="784230" y="62588"/>
                  </a:lnTo>
                  <a:lnTo>
                    <a:pt x="778784" y="62588"/>
                  </a:lnTo>
                  <a:lnTo>
                    <a:pt x="773338" y="62588"/>
                  </a:lnTo>
                  <a:lnTo>
                    <a:pt x="767892" y="62588"/>
                  </a:lnTo>
                  <a:lnTo>
                    <a:pt x="762446" y="62588"/>
                  </a:lnTo>
                  <a:lnTo>
                    <a:pt x="757000" y="62588"/>
                  </a:lnTo>
                  <a:lnTo>
                    <a:pt x="751554" y="62588"/>
                  </a:lnTo>
                  <a:lnTo>
                    <a:pt x="746108" y="62588"/>
                  </a:lnTo>
                  <a:lnTo>
                    <a:pt x="740662" y="62588"/>
                  </a:lnTo>
                  <a:lnTo>
                    <a:pt x="735216" y="62588"/>
                  </a:lnTo>
                  <a:lnTo>
                    <a:pt x="729770" y="62588"/>
                  </a:lnTo>
                  <a:lnTo>
                    <a:pt x="724323" y="62588"/>
                  </a:lnTo>
                  <a:lnTo>
                    <a:pt x="718877" y="62588"/>
                  </a:lnTo>
                  <a:lnTo>
                    <a:pt x="713431" y="62588"/>
                  </a:lnTo>
                  <a:lnTo>
                    <a:pt x="707985" y="62588"/>
                  </a:lnTo>
                  <a:lnTo>
                    <a:pt x="702539" y="62588"/>
                  </a:lnTo>
                  <a:lnTo>
                    <a:pt x="697093" y="62588"/>
                  </a:lnTo>
                  <a:lnTo>
                    <a:pt x="691647" y="62588"/>
                  </a:lnTo>
                  <a:lnTo>
                    <a:pt x="686201" y="62588"/>
                  </a:lnTo>
                  <a:lnTo>
                    <a:pt x="680755" y="62588"/>
                  </a:lnTo>
                  <a:lnTo>
                    <a:pt x="675309" y="62588"/>
                  </a:lnTo>
                  <a:lnTo>
                    <a:pt x="669863" y="62588"/>
                  </a:lnTo>
                  <a:lnTo>
                    <a:pt x="664417" y="62588"/>
                  </a:lnTo>
                  <a:lnTo>
                    <a:pt x="658971" y="62588"/>
                  </a:lnTo>
                  <a:lnTo>
                    <a:pt x="653525" y="62588"/>
                  </a:lnTo>
                  <a:lnTo>
                    <a:pt x="648079" y="62588"/>
                  </a:lnTo>
                  <a:lnTo>
                    <a:pt x="642633" y="62588"/>
                  </a:lnTo>
                  <a:lnTo>
                    <a:pt x="637187" y="62588"/>
                  </a:lnTo>
                  <a:lnTo>
                    <a:pt x="631741" y="62588"/>
                  </a:lnTo>
                  <a:lnTo>
                    <a:pt x="626295" y="62588"/>
                  </a:lnTo>
                  <a:lnTo>
                    <a:pt x="620849" y="62588"/>
                  </a:lnTo>
                  <a:lnTo>
                    <a:pt x="615403" y="62588"/>
                  </a:lnTo>
                  <a:lnTo>
                    <a:pt x="609957" y="62588"/>
                  </a:lnTo>
                  <a:lnTo>
                    <a:pt x="604510" y="62588"/>
                  </a:lnTo>
                  <a:lnTo>
                    <a:pt x="599064" y="62588"/>
                  </a:lnTo>
                  <a:lnTo>
                    <a:pt x="593618" y="62588"/>
                  </a:lnTo>
                  <a:lnTo>
                    <a:pt x="588172" y="62588"/>
                  </a:lnTo>
                  <a:lnTo>
                    <a:pt x="582726" y="62588"/>
                  </a:lnTo>
                  <a:lnTo>
                    <a:pt x="577280" y="62588"/>
                  </a:lnTo>
                  <a:lnTo>
                    <a:pt x="571834" y="62588"/>
                  </a:lnTo>
                  <a:lnTo>
                    <a:pt x="566388" y="62588"/>
                  </a:lnTo>
                  <a:lnTo>
                    <a:pt x="560942" y="62588"/>
                  </a:lnTo>
                  <a:lnTo>
                    <a:pt x="555496" y="62588"/>
                  </a:lnTo>
                  <a:lnTo>
                    <a:pt x="550050" y="62588"/>
                  </a:lnTo>
                  <a:lnTo>
                    <a:pt x="544604" y="62588"/>
                  </a:lnTo>
                  <a:lnTo>
                    <a:pt x="539158" y="62588"/>
                  </a:lnTo>
                  <a:lnTo>
                    <a:pt x="533712" y="62588"/>
                  </a:lnTo>
                  <a:lnTo>
                    <a:pt x="528266" y="62588"/>
                  </a:lnTo>
                  <a:lnTo>
                    <a:pt x="522820" y="62588"/>
                  </a:lnTo>
                  <a:lnTo>
                    <a:pt x="517374" y="62588"/>
                  </a:lnTo>
                  <a:lnTo>
                    <a:pt x="511928" y="62588"/>
                  </a:lnTo>
                  <a:lnTo>
                    <a:pt x="506482" y="62588"/>
                  </a:lnTo>
                  <a:lnTo>
                    <a:pt x="501036" y="62588"/>
                  </a:lnTo>
                  <a:lnTo>
                    <a:pt x="495590" y="62588"/>
                  </a:lnTo>
                  <a:lnTo>
                    <a:pt x="490144" y="62588"/>
                  </a:lnTo>
                  <a:lnTo>
                    <a:pt x="484698" y="62588"/>
                  </a:lnTo>
                  <a:lnTo>
                    <a:pt x="479251" y="62588"/>
                  </a:lnTo>
                  <a:lnTo>
                    <a:pt x="473805" y="62588"/>
                  </a:lnTo>
                  <a:lnTo>
                    <a:pt x="468359" y="62588"/>
                  </a:lnTo>
                  <a:lnTo>
                    <a:pt x="462913" y="62588"/>
                  </a:lnTo>
                  <a:lnTo>
                    <a:pt x="457467" y="62588"/>
                  </a:lnTo>
                  <a:lnTo>
                    <a:pt x="452021" y="62588"/>
                  </a:lnTo>
                  <a:lnTo>
                    <a:pt x="446575" y="62588"/>
                  </a:lnTo>
                  <a:lnTo>
                    <a:pt x="441129" y="62588"/>
                  </a:lnTo>
                  <a:lnTo>
                    <a:pt x="435683" y="62588"/>
                  </a:lnTo>
                  <a:lnTo>
                    <a:pt x="430237" y="62588"/>
                  </a:lnTo>
                  <a:lnTo>
                    <a:pt x="424791" y="62588"/>
                  </a:lnTo>
                  <a:lnTo>
                    <a:pt x="419345" y="62588"/>
                  </a:lnTo>
                  <a:lnTo>
                    <a:pt x="413899" y="62588"/>
                  </a:lnTo>
                  <a:lnTo>
                    <a:pt x="408453" y="62588"/>
                  </a:lnTo>
                  <a:lnTo>
                    <a:pt x="403007" y="62588"/>
                  </a:lnTo>
                  <a:lnTo>
                    <a:pt x="397561" y="62588"/>
                  </a:lnTo>
                  <a:lnTo>
                    <a:pt x="392115" y="62588"/>
                  </a:lnTo>
                  <a:lnTo>
                    <a:pt x="386669" y="62588"/>
                  </a:lnTo>
                  <a:lnTo>
                    <a:pt x="381223" y="62588"/>
                  </a:lnTo>
                  <a:lnTo>
                    <a:pt x="375777" y="62588"/>
                  </a:lnTo>
                  <a:lnTo>
                    <a:pt x="370331" y="62588"/>
                  </a:lnTo>
                  <a:lnTo>
                    <a:pt x="364885" y="62588"/>
                  </a:lnTo>
                  <a:lnTo>
                    <a:pt x="359438" y="62588"/>
                  </a:lnTo>
                  <a:lnTo>
                    <a:pt x="353992" y="62588"/>
                  </a:lnTo>
                  <a:lnTo>
                    <a:pt x="348546" y="62588"/>
                  </a:lnTo>
                  <a:lnTo>
                    <a:pt x="343100" y="62588"/>
                  </a:lnTo>
                  <a:lnTo>
                    <a:pt x="337654" y="62588"/>
                  </a:lnTo>
                  <a:lnTo>
                    <a:pt x="332208" y="62588"/>
                  </a:lnTo>
                  <a:lnTo>
                    <a:pt x="326762" y="62588"/>
                  </a:lnTo>
                  <a:lnTo>
                    <a:pt x="321316" y="62588"/>
                  </a:lnTo>
                  <a:lnTo>
                    <a:pt x="315870" y="62588"/>
                  </a:lnTo>
                  <a:lnTo>
                    <a:pt x="310424" y="62588"/>
                  </a:lnTo>
                  <a:lnTo>
                    <a:pt x="304978" y="62588"/>
                  </a:lnTo>
                  <a:lnTo>
                    <a:pt x="299532" y="62588"/>
                  </a:lnTo>
                  <a:lnTo>
                    <a:pt x="294086" y="62588"/>
                  </a:lnTo>
                  <a:lnTo>
                    <a:pt x="288640" y="62588"/>
                  </a:lnTo>
                  <a:lnTo>
                    <a:pt x="283194" y="62588"/>
                  </a:lnTo>
                  <a:lnTo>
                    <a:pt x="277748" y="62588"/>
                  </a:lnTo>
                  <a:lnTo>
                    <a:pt x="272302" y="62588"/>
                  </a:lnTo>
                  <a:lnTo>
                    <a:pt x="266856" y="62588"/>
                  </a:lnTo>
                  <a:lnTo>
                    <a:pt x="261410" y="62588"/>
                  </a:lnTo>
                  <a:lnTo>
                    <a:pt x="255964" y="62588"/>
                  </a:lnTo>
                  <a:lnTo>
                    <a:pt x="250518" y="62588"/>
                  </a:lnTo>
                  <a:lnTo>
                    <a:pt x="245072" y="62588"/>
                  </a:lnTo>
                  <a:lnTo>
                    <a:pt x="239625" y="62588"/>
                  </a:lnTo>
                  <a:lnTo>
                    <a:pt x="234179" y="62588"/>
                  </a:lnTo>
                  <a:lnTo>
                    <a:pt x="228733" y="62588"/>
                  </a:lnTo>
                  <a:lnTo>
                    <a:pt x="223287" y="62588"/>
                  </a:lnTo>
                  <a:lnTo>
                    <a:pt x="217841" y="62588"/>
                  </a:lnTo>
                  <a:lnTo>
                    <a:pt x="212395" y="62588"/>
                  </a:lnTo>
                  <a:lnTo>
                    <a:pt x="206949" y="62588"/>
                  </a:lnTo>
                  <a:lnTo>
                    <a:pt x="201503" y="62588"/>
                  </a:lnTo>
                  <a:lnTo>
                    <a:pt x="196057" y="62588"/>
                  </a:lnTo>
                  <a:lnTo>
                    <a:pt x="190611" y="62588"/>
                  </a:lnTo>
                  <a:lnTo>
                    <a:pt x="185165" y="62588"/>
                  </a:lnTo>
                  <a:lnTo>
                    <a:pt x="179719" y="62588"/>
                  </a:lnTo>
                  <a:lnTo>
                    <a:pt x="174273" y="62588"/>
                  </a:lnTo>
                  <a:lnTo>
                    <a:pt x="168827" y="62588"/>
                  </a:lnTo>
                  <a:lnTo>
                    <a:pt x="163381" y="62588"/>
                  </a:lnTo>
                  <a:lnTo>
                    <a:pt x="157935" y="62588"/>
                  </a:lnTo>
                  <a:lnTo>
                    <a:pt x="152489" y="62588"/>
                  </a:lnTo>
                  <a:lnTo>
                    <a:pt x="147043" y="62588"/>
                  </a:lnTo>
                  <a:lnTo>
                    <a:pt x="141597" y="62588"/>
                  </a:lnTo>
                  <a:lnTo>
                    <a:pt x="136151" y="62588"/>
                  </a:lnTo>
                  <a:lnTo>
                    <a:pt x="130705" y="62588"/>
                  </a:lnTo>
                  <a:lnTo>
                    <a:pt x="125259" y="62588"/>
                  </a:lnTo>
                  <a:lnTo>
                    <a:pt x="119812" y="62588"/>
                  </a:lnTo>
                  <a:lnTo>
                    <a:pt x="114366" y="62588"/>
                  </a:lnTo>
                  <a:lnTo>
                    <a:pt x="108920" y="62588"/>
                  </a:lnTo>
                  <a:lnTo>
                    <a:pt x="103474" y="62588"/>
                  </a:lnTo>
                  <a:lnTo>
                    <a:pt x="98028" y="62588"/>
                  </a:lnTo>
                  <a:lnTo>
                    <a:pt x="92582" y="62588"/>
                  </a:lnTo>
                  <a:lnTo>
                    <a:pt x="87136" y="62588"/>
                  </a:lnTo>
                  <a:lnTo>
                    <a:pt x="81690" y="62588"/>
                  </a:lnTo>
                  <a:lnTo>
                    <a:pt x="76244" y="62588"/>
                  </a:lnTo>
                  <a:lnTo>
                    <a:pt x="70798" y="62588"/>
                  </a:lnTo>
                  <a:lnTo>
                    <a:pt x="65352" y="62588"/>
                  </a:lnTo>
                  <a:lnTo>
                    <a:pt x="59906" y="62588"/>
                  </a:lnTo>
                  <a:lnTo>
                    <a:pt x="54460" y="62588"/>
                  </a:lnTo>
                  <a:lnTo>
                    <a:pt x="49014" y="62588"/>
                  </a:lnTo>
                  <a:lnTo>
                    <a:pt x="43568" y="62588"/>
                  </a:lnTo>
                  <a:lnTo>
                    <a:pt x="38122" y="62588"/>
                  </a:lnTo>
                  <a:lnTo>
                    <a:pt x="32676" y="62588"/>
                  </a:lnTo>
                  <a:lnTo>
                    <a:pt x="27230" y="62588"/>
                  </a:lnTo>
                  <a:lnTo>
                    <a:pt x="21784" y="62588"/>
                  </a:lnTo>
                  <a:lnTo>
                    <a:pt x="16338" y="62588"/>
                  </a:lnTo>
                  <a:lnTo>
                    <a:pt x="10892" y="62588"/>
                  </a:lnTo>
                  <a:lnTo>
                    <a:pt x="5446" y="6258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957616" y="4919495"/>
              <a:ext cx="2782929" cy="62496"/>
            </a:xfrm>
            <a:custGeom>
              <a:avLst/>
              <a:pathLst>
                <a:path w="2782929" h="62496">
                  <a:moveTo>
                    <a:pt x="0" y="62496"/>
                  </a:moveTo>
                  <a:lnTo>
                    <a:pt x="5446" y="62488"/>
                  </a:lnTo>
                  <a:lnTo>
                    <a:pt x="10892" y="62479"/>
                  </a:lnTo>
                  <a:lnTo>
                    <a:pt x="16338" y="62468"/>
                  </a:lnTo>
                  <a:lnTo>
                    <a:pt x="21784" y="62458"/>
                  </a:lnTo>
                  <a:lnTo>
                    <a:pt x="27230" y="62446"/>
                  </a:lnTo>
                  <a:lnTo>
                    <a:pt x="32676" y="62434"/>
                  </a:lnTo>
                  <a:lnTo>
                    <a:pt x="38122" y="62420"/>
                  </a:lnTo>
                  <a:lnTo>
                    <a:pt x="43568" y="62406"/>
                  </a:lnTo>
                  <a:lnTo>
                    <a:pt x="49014" y="62391"/>
                  </a:lnTo>
                  <a:lnTo>
                    <a:pt x="54460" y="62375"/>
                  </a:lnTo>
                  <a:lnTo>
                    <a:pt x="59906" y="62358"/>
                  </a:lnTo>
                  <a:lnTo>
                    <a:pt x="65352" y="62339"/>
                  </a:lnTo>
                  <a:lnTo>
                    <a:pt x="70798" y="62319"/>
                  </a:lnTo>
                  <a:lnTo>
                    <a:pt x="76244" y="62299"/>
                  </a:lnTo>
                  <a:lnTo>
                    <a:pt x="81690" y="62276"/>
                  </a:lnTo>
                  <a:lnTo>
                    <a:pt x="87136" y="62253"/>
                  </a:lnTo>
                  <a:lnTo>
                    <a:pt x="92582" y="62228"/>
                  </a:lnTo>
                  <a:lnTo>
                    <a:pt x="98028" y="62202"/>
                  </a:lnTo>
                  <a:lnTo>
                    <a:pt x="103474" y="62174"/>
                  </a:lnTo>
                  <a:lnTo>
                    <a:pt x="108920" y="62145"/>
                  </a:lnTo>
                  <a:lnTo>
                    <a:pt x="114366" y="62115"/>
                  </a:lnTo>
                  <a:lnTo>
                    <a:pt x="119812" y="62082"/>
                  </a:lnTo>
                  <a:lnTo>
                    <a:pt x="125259" y="62049"/>
                  </a:lnTo>
                  <a:lnTo>
                    <a:pt x="130705" y="62014"/>
                  </a:lnTo>
                  <a:lnTo>
                    <a:pt x="136151" y="61977"/>
                  </a:lnTo>
                  <a:lnTo>
                    <a:pt x="141597" y="61938"/>
                  </a:lnTo>
                  <a:lnTo>
                    <a:pt x="147043" y="61898"/>
                  </a:lnTo>
                  <a:lnTo>
                    <a:pt x="152489" y="61856"/>
                  </a:lnTo>
                  <a:lnTo>
                    <a:pt x="157935" y="61812"/>
                  </a:lnTo>
                  <a:lnTo>
                    <a:pt x="163381" y="61767"/>
                  </a:lnTo>
                  <a:lnTo>
                    <a:pt x="168827" y="61720"/>
                  </a:lnTo>
                  <a:lnTo>
                    <a:pt x="174273" y="61671"/>
                  </a:lnTo>
                  <a:lnTo>
                    <a:pt x="179719" y="61621"/>
                  </a:lnTo>
                  <a:lnTo>
                    <a:pt x="185165" y="61569"/>
                  </a:lnTo>
                  <a:lnTo>
                    <a:pt x="190611" y="61515"/>
                  </a:lnTo>
                  <a:lnTo>
                    <a:pt x="196057" y="61459"/>
                  </a:lnTo>
                  <a:lnTo>
                    <a:pt x="201503" y="61403"/>
                  </a:lnTo>
                  <a:lnTo>
                    <a:pt x="206949" y="61344"/>
                  </a:lnTo>
                  <a:lnTo>
                    <a:pt x="212395" y="61284"/>
                  </a:lnTo>
                  <a:lnTo>
                    <a:pt x="217841" y="61222"/>
                  </a:lnTo>
                  <a:lnTo>
                    <a:pt x="223287" y="61159"/>
                  </a:lnTo>
                  <a:lnTo>
                    <a:pt x="228733" y="61095"/>
                  </a:lnTo>
                  <a:lnTo>
                    <a:pt x="234179" y="61029"/>
                  </a:lnTo>
                  <a:lnTo>
                    <a:pt x="239625" y="60962"/>
                  </a:lnTo>
                  <a:lnTo>
                    <a:pt x="245072" y="60894"/>
                  </a:lnTo>
                  <a:lnTo>
                    <a:pt x="250518" y="60825"/>
                  </a:lnTo>
                  <a:lnTo>
                    <a:pt x="255964" y="60755"/>
                  </a:lnTo>
                  <a:lnTo>
                    <a:pt x="261410" y="60684"/>
                  </a:lnTo>
                  <a:lnTo>
                    <a:pt x="266856" y="60612"/>
                  </a:lnTo>
                  <a:lnTo>
                    <a:pt x="272302" y="60539"/>
                  </a:lnTo>
                  <a:lnTo>
                    <a:pt x="277748" y="60466"/>
                  </a:lnTo>
                  <a:lnTo>
                    <a:pt x="283194" y="60392"/>
                  </a:lnTo>
                  <a:lnTo>
                    <a:pt x="288640" y="60318"/>
                  </a:lnTo>
                  <a:lnTo>
                    <a:pt x="294086" y="60244"/>
                  </a:lnTo>
                  <a:lnTo>
                    <a:pt x="299532" y="60169"/>
                  </a:lnTo>
                  <a:lnTo>
                    <a:pt x="304978" y="60094"/>
                  </a:lnTo>
                  <a:lnTo>
                    <a:pt x="310424" y="60019"/>
                  </a:lnTo>
                  <a:lnTo>
                    <a:pt x="315870" y="59945"/>
                  </a:lnTo>
                  <a:lnTo>
                    <a:pt x="321316" y="59871"/>
                  </a:lnTo>
                  <a:lnTo>
                    <a:pt x="326762" y="59797"/>
                  </a:lnTo>
                  <a:lnTo>
                    <a:pt x="332208" y="59723"/>
                  </a:lnTo>
                  <a:lnTo>
                    <a:pt x="337654" y="59650"/>
                  </a:lnTo>
                  <a:lnTo>
                    <a:pt x="343100" y="59578"/>
                  </a:lnTo>
                  <a:lnTo>
                    <a:pt x="348546" y="59507"/>
                  </a:lnTo>
                  <a:lnTo>
                    <a:pt x="353992" y="59436"/>
                  </a:lnTo>
                  <a:lnTo>
                    <a:pt x="359438" y="59367"/>
                  </a:lnTo>
                  <a:lnTo>
                    <a:pt x="364885" y="59298"/>
                  </a:lnTo>
                  <a:lnTo>
                    <a:pt x="370331" y="59231"/>
                  </a:lnTo>
                  <a:lnTo>
                    <a:pt x="375777" y="59165"/>
                  </a:lnTo>
                  <a:lnTo>
                    <a:pt x="381223" y="59100"/>
                  </a:lnTo>
                  <a:lnTo>
                    <a:pt x="386669" y="59037"/>
                  </a:lnTo>
                  <a:lnTo>
                    <a:pt x="392115" y="58976"/>
                  </a:lnTo>
                  <a:lnTo>
                    <a:pt x="397561" y="58915"/>
                  </a:lnTo>
                  <a:lnTo>
                    <a:pt x="403007" y="58857"/>
                  </a:lnTo>
                  <a:lnTo>
                    <a:pt x="408453" y="58800"/>
                  </a:lnTo>
                  <a:lnTo>
                    <a:pt x="413899" y="58744"/>
                  </a:lnTo>
                  <a:lnTo>
                    <a:pt x="419345" y="58691"/>
                  </a:lnTo>
                  <a:lnTo>
                    <a:pt x="424791" y="58639"/>
                  </a:lnTo>
                  <a:lnTo>
                    <a:pt x="430237" y="58588"/>
                  </a:lnTo>
                  <a:lnTo>
                    <a:pt x="435683" y="58540"/>
                  </a:lnTo>
                  <a:lnTo>
                    <a:pt x="441129" y="58494"/>
                  </a:lnTo>
                  <a:lnTo>
                    <a:pt x="446575" y="58449"/>
                  </a:lnTo>
                  <a:lnTo>
                    <a:pt x="452021" y="58405"/>
                  </a:lnTo>
                  <a:lnTo>
                    <a:pt x="457467" y="58364"/>
                  </a:lnTo>
                  <a:lnTo>
                    <a:pt x="462913" y="58324"/>
                  </a:lnTo>
                  <a:lnTo>
                    <a:pt x="468359" y="58286"/>
                  </a:lnTo>
                  <a:lnTo>
                    <a:pt x="473805" y="58250"/>
                  </a:lnTo>
                  <a:lnTo>
                    <a:pt x="479251" y="58215"/>
                  </a:lnTo>
                  <a:lnTo>
                    <a:pt x="484698" y="58182"/>
                  </a:lnTo>
                  <a:lnTo>
                    <a:pt x="490144" y="58150"/>
                  </a:lnTo>
                  <a:lnTo>
                    <a:pt x="495590" y="58120"/>
                  </a:lnTo>
                  <a:lnTo>
                    <a:pt x="501036" y="58091"/>
                  </a:lnTo>
                  <a:lnTo>
                    <a:pt x="506482" y="58063"/>
                  </a:lnTo>
                  <a:lnTo>
                    <a:pt x="511928" y="58037"/>
                  </a:lnTo>
                  <a:lnTo>
                    <a:pt x="517374" y="58012"/>
                  </a:lnTo>
                  <a:lnTo>
                    <a:pt x="522820" y="57988"/>
                  </a:lnTo>
                  <a:lnTo>
                    <a:pt x="528266" y="57965"/>
                  </a:lnTo>
                  <a:lnTo>
                    <a:pt x="533712" y="57943"/>
                  </a:lnTo>
                  <a:lnTo>
                    <a:pt x="539158" y="57922"/>
                  </a:lnTo>
                  <a:lnTo>
                    <a:pt x="544604" y="57902"/>
                  </a:lnTo>
                  <a:lnTo>
                    <a:pt x="550050" y="57883"/>
                  </a:lnTo>
                  <a:lnTo>
                    <a:pt x="555496" y="57864"/>
                  </a:lnTo>
                  <a:lnTo>
                    <a:pt x="560942" y="57846"/>
                  </a:lnTo>
                  <a:lnTo>
                    <a:pt x="566388" y="57829"/>
                  </a:lnTo>
                  <a:lnTo>
                    <a:pt x="571834" y="57812"/>
                  </a:lnTo>
                  <a:lnTo>
                    <a:pt x="577280" y="57795"/>
                  </a:lnTo>
                  <a:lnTo>
                    <a:pt x="582726" y="57779"/>
                  </a:lnTo>
                  <a:lnTo>
                    <a:pt x="588172" y="57763"/>
                  </a:lnTo>
                  <a:lnTo>
                    <a:pt x="593618" y="57748"/>
                  </a:lnTo>
                  <a:lnTo>
                    <a:pt x="599064" y="57732"/>
                  </a:lnTo>
                  <a:lnTo>
                    <a:pt x="604510" y="57717"/>
                  </a:lnTo>
                  <a:lnTo>
                    <a:pt x="609957" y="57702"/>
                  </a:lnTo>
                  <a:lnTo>
                    <a:pt x="615403" y="57687"/>
                  </a:lnTo>
                  <a:lnTo>
                    <a:pt x="620849" y="57673"/>
                  </a:lnTo>
                  <a:lnTo>
                    <a:pt x="626295" y="57658"/>
                  </a:lnTo>
                  <a:lnTo>
                    <a:pt x="631741" y="57643"/>
                  </a:lnTo>
                  <a:lnTo>
                    <a:pt x="637187" y="57629"/>
                  </a:lnTo>
                  <a:lnTo>
                    <a:pt x="642633" y="57614"/>
                  </a:lnTo>
                  <a:lnTo>
                    <a:pt x="648079" y="57600"/>
                  </a:lnTo>
                  <a:lnTo>
                    <a:pt x="653525" y="57585"/>
                  </a:lnTo>
                  <a:lnTo>
                    <a:pt x="658971" y="57571"/>
                  </a:lnTo>
                  <a:lnTo>
                    <a:pt x="664417" y="57556"/>
                  </a:lnTo>
                  <a:lnTo>
                    <a:pt x="669863" y="57542"/>
                  </a:lnTo>
                  <a:lnTo>
                    <a:pt x="675309" y="57528"/>
                  </a:lnTo>
                  <a:lnTo>
                    <a:pt x="680755" y="57513"/>
                  </a:lnTo>
                  <a:lnTo>
                    <a:pt x="686201" y="57499"/>
                  </a:lnTo>
                  <a:lnTo>
                    <a:pt x="691647" y="57486"/>
                  </a:lnTo>
                  <a:lnTo>
                    <a:pt x="697093" y="57472"/>
                  </a:lnTo>
                  <a:lnTo>
                    <a:pt x="702539" y="57458"/>
                  </a:lnTo>
                  <a:lnTo>
                    <a:pt x="707985" y="57445"/>
                  </a:lnTo>
                  <a:lnTo>
                    <a:pt x="713431" y="57432"/>
                  </a:lnTo>
                  <a:lnTo>
                    <a:pt x="718877" y="57420"/>
                  </a:lnTo>
                  <a:lnTo>
                    <a:pt x="724323" y="57408"/>
                  </a:lnTo>
                  <a:lnTo>
                    <a:pt x="729770" y="57396"/>
                  </a:lnTo>
                  <a:lnTo>
                    <a:pt x="735216" y="57384"/>
                  </a:lnTo>
                  <a:lnTo>
                    <a:pt x="740662" y="57374"/>
                  </a:lnTo>
                  <a:lnTo>
                    <a:pt x="746108" y="57364"/>
                  </a:lnTo>
                  <a:lnTo>
                    <a:pt x="751554" y="57354"/>
                  </a:lnTo>
                  <a:lnTo>
                    <a:pt x="757000" y="57345"/>
                  </a:lnTo>
                  <a:lnTo>
                    <a:pt x="762446" y="57336"/>
                  </a:lnTo>
                  <a:lnTo>
                    <a:pt x="767892" y="57329"/>
                  </a:lnTo>
                  <a:lnTo>
                    <a:pt x="773338" y="57322"/>
                  </a:lnTo>
                  <a:lnTo>
                    <a:pt x="778784" y="57316"/>
                  </a:lnTo>
                  <a:lnTo>
                    <a:pt x="784230" y="57310"/>
                  </a:lnTo>
                  <a:lnTo>
                    <a:pt x="789676" y="57305"/>
                  </a:lnTo>
                  <a:lnTo>
                    <a:pt x="795122" y="57302"/>
                  </a:lnTo>
                  <a:lnTo>
                    <a:pt x="800568" y="57299"/>
                  </a:lnTo>
                  <a:lnTo>
                    <a:pt x="806014" y="57296"/>
                  </a:lnTo>
                  <a:lnTo>
                    <a:pt x="811460" y="57295"/>
                  </a:lnTo>
                  <a:lnTo>
                    <a:pt x="816906" y="57295"/>
                  </a:lnTo>
                  <a:lnTo>
                    <a:pt x="822352" y="57295"/>
                  </a:lnTo>
                  <a:lnTo>
                    <a:pt x="827798" y="57296"/>
                  </a:lnTo>
                  <a:lnTo>
                    <a:pt x="833244" y="57298"/>
                  </a:lnTo>
                  <a:lnTo>
                    <a:pt x="838690" y="57301"/>
                  </a:lnTo>
                  <a:lnTo>
                    <a:pt x="844136" y="57305"/>
                  </a:lnTo>
                  <a:lnTo>
                    <a:pt x="849583" y="57309"/>
                  </a:lnTo>
                  <a:lnTo>
                    <a:pt x="855029" y="57315"/>
                  </a:lnTo>
                  <a:lnTo>
                    <a:pt x="860475" y="57321"/>
                  </a:lnTo>
                  <a:lnTo>
                    <a:pt x="865921" y="57328"/>
                  </a:lnTo>
                  <a:lnTo>
                    <a:pt x="871367" y="57335"/>
                  </a:lnTo>
                  <a:lnTo>
                    <a:pt x="876813" y="57343"/>
                  </a:lnTo>
                  <a:lnTo>
                    <a:pt x="882259" y="57352"/>
                  </a:lnTo>
                  <a:lnTo>
                    <a:pt x="887705" y="57362"/>
                  </a:lnTo>
                  <a:lnTo>
                    <a:pt x="893151" y="57372"/>
                  </a:lnTo>
                  <a:lnTo>
                    <a:pt x="898597" y="57383"/>
                  </a:lnTo>
                  <a:lnTo>
                    <a:pt x="904043" y="57394"/>
                  </a:lnTo>
                  <a:lnTo>
                    <a:pt x="909489" y="57406"/>
                  </a:lnTo>
                  <a:lnTo>
                    <a:pt x="914935" y="57418"/>
                  </a:lnTo>
                  <a:lnTo>
                    <a:pt x="920381" y="57431"/>
                  </a:lnTo>
                  <a:lnTo>
                    <a:pt x="925827" y="57444"/>
                  </a:lnTo>
                  <a:lnTo>
                    <a:pt x="931273" y="57458"/>
                  </a:lnTo>
                  <a:lnTo>
                    <a:pt x="936719" y="57472"/>
                  </a:lnTo>
                  <a:lnTo>
                    <a:pt x="942165" y="57487"/>
                  </a:lnTo>
                  <a:lnTo>
                    <a:pt x="947611" y="57502"/>
                  </a:lnTo>
                  <a:lnTo>
                    <a:pt x="953057" y="57517"/>
                  </a:lnTo>
                  <a:lnTo>
                    <a:pt x="958503" y="57532"/>
                  </a:lnTo>
                  <a:lnTo>
                    <a:pt x="963949" y="57548"/>
                  </a:lnTo>
                  <a:lnTo>
                    <a:pt x="969396" y="57564"/>
                  </a:lnTo>
                  <a:lnTo>
                    <a:pt x="974842" y="57580"/>
                  </a:lnTo>
                  <a:lnTo>
                    <a:pt x="980288" y="57597"/>
                  </a:lnTo>
                  <a:lnTo>
                    <a:pt x="985734" y="57614"/>
                  </a:lnTo>
                  <a:lnTo>
                    <a:pt x="991180" y="57631"/>
                  </a:lnTo>
                  <a:lnTo>
                    <a:pt x="996626" y="57649"/>
                  </a:lnTo>
                  <a:lnTo>
                    <a:pt x="1002072" y="57666"/>
                  </a:lnTo>
                  <a:lnTo>
                    <a:pt x="1007518" y="57684"/>
                  </a:lnTo>
                  <a:lnTo>
                    <a:pt x="1012964" y="57702"/>
                  </a:lnTo>
                  <a:lnTo>
                    <a:pt x="1018410" y="57721"/>
                  </a:lnTo>
                  <a:lnTo>
                    <a:pt x="1023856" y="57740"/>
                  </a:lnTo>
                  <a:lnTo>
                    <a:pt x="1029302" y="57759"/>
                  </a:lnTo>
                  <a:lnTo>
                    <a:pt x="1034748" y="57778"/>
                  </a:lnTo>
                  <a:lnTo>
                    <a:pt x="1040194" y="57798"/>
                  </a:lnTo>
                  <a:lnTo>
                    <a:pt x="1045640" y="57818"/>
                  </a:lnTo>
                  <a:lnTo>
                    <a:pt x="1051086" y="57838"/>
                  </a:lnTo>
                  <a:lnTo>
                    <a:pt x="1056532" y="57858"/>
                  </a:lnTo>
                  <a:lnTo>
                    <a:pt x="1061978" y="57879"/>
                  </a:lnTo>
                  <a:lnTo>
                    <a:pt x="1067424" y="57900"/>
                  </a:lnTo>
                  <a:lnTo>
                    <a:pt x="1072870" y="57922"/>
                  </a:lnTo>
                  <a:lnTo>
                    <a:pt x="1078316" y="57944"/>
                  </a:lnTo>
                  <a:lnTo>
                    <a:pt x="1083762" y="57966"/>
                  </a:lnTo>
                  <a:lnTo>
                    <a:pt x="1089209" y="57988"/>
                  </a:lnTo>
                  <a:lnTo>
                    <a:pt x="1094655" y="58011"/>
                  </a:lnTo>
                  <a:lnTo>
                    <a:pt x="1100101" y="58033"/>
                  </a:lnTo>
                  <a:lnTo>
                    <a:pt x="1105547" y="58057"/>
                  </a:lnTo>
                  <a:lnTo>
                    <a:pt x="1110993" y="58080"/>
                  </a:lnTo>
                  <a:lnTo>
                    <a:pt x="1116439" y="58104"/>
                  </a:lnTo>
                  <a:lnTo>
                    <a:pt x="1121885" y="58127"/>
                  </a:lnTo>
                  <a:lnTo>
                    <a:pt x="1127331" y="58151"/>
                  </a:lnTo>
                  <a:lnTo>
                    <a:pt x="1132777" y="58175"/>
                  </a:lnTo>
                  <a:lnTo>
                    <a:pt x="1138223" y="58199"/>
                  </a:lnTo>
                  <a:lnTo>
                    <a:pt x="1143669" y="58223"/>
                  </a:lnTo>
                  <a:lnTo>
                    <a:pt x="1149115" y="58247"/>
                  </a:lnTo>
                  <a:lnTo>
                    <a:pt x="1154561" y="58271"/>
                  </a:lnTo>
                  <a:lnTo>
                    <a:pt x="1160007" y="58295"/>
                  </a:lnTo>
                  <a:lnTo>
                    <a:pt x="1165453" y="58318"/>
                  </a:lnTo>
                  <a:lnTo>
                    <a:pt x="1170899" y="58341"/>
                  </a:lnTo>
                  <a:lnTo>
                    <a:pt x="1176345" y="58364"/>
                  </a:lnTo>
                  <a:lnTo>
                    <a:pt x="1181791" y="58386"/>
                  </a:lnTo>
                  <a:lnTo>
                    <a:pt x="1187237" y="58408"/>
                  </a:lnTo>
                  <a:lnTo>
                    <a:pt x="1192683" y="58429"/>
                  </a:lnTo>
                  <a:lnTo>
                    <a:pt x="1198129" y="58450"/>
                  </a:lnTo>
                  <a:lnTo>
                    <a:pt x="1203575" y="58469"/>
                  </a:lnTo>
                  <a:lnTo>
                    <a:pt x="1209021" y="58488"/>
                  </a:lnTo>
                  <a:lnTo>
                    <a:pt x="1214468" y="58505"/>
                  </a:lnTo>
                  <a:lnTo>
                    <a:pt x="1219914" y="58521"/>
                  </a:lnTo>
                  <a:lnTo>
                    <a:pt x="1225360" y="58536"/>
                  </a:lnTo>
                  <a:lnTo>
                    <a:pt x="1230806" y="58550"/>
                  </a:lnTo>
                  <a:lnTo>
                    <a:pt x="1236252" y="58562"/>
                  </a:lnTo>
                  <a:lnTo>
                    <a:pt x="1241698" y="58573"/>
                  </a:lnTo>
                  <a:lnTo>
                    <a:pt x="1247144" y="58582"/>
                  </a:lnTo>
                  <a:lnTo>
                    <a:pt x="1252590" y="58589"/>
                  </a:lnTo>
                  <a:lnTo>
                    <a:pt x="1258036" y="58594"/>
                  </a:lnTo>
                  <a:lnTo>
                    <a:pt x="1263482" y="58597"/>
                  </a:lnTo>
                  <a:lnTo>
                    <a:pt x="1268928" y="58598"/>
                  </a:lnTo>
                  <a:lnTo>
                    <a:pt x="1274374" y="58595"/>
                  </a:lnTo>
                  <a:lnTo>
                    <a:pt x="1279820" y="58591"/>
                  </a:lnTo>
                  <a:lnTo>
                    <a:pt x="1285266" y="58585"/>
                  </a:lnTo>
                  <a:lnTo>
                    <a:pt x="1290712" y="58574"/>
                  </a:lnTo>
                  <a:lnTo>
                    <a:pt x="1296158" y="58562"/>
                  </a:lnTo>
                  <a:lnTo>
                    <a:pt x="1301604" y="58547"/>
                  </a:lnTo>
                  <a:lnTo>
                    <a:pt x="1307050" y="58527"/>
                  </a:lnTo>
                  <a:lnTo>
                    <a:pt x="1312496" y="58505"/>
                  </a:lnTo>
                  <a:lnTo>
                    <a:pt x="1317942" y="58480"/>
                  </a:lnTo>
                  <a:lnTo>
                    <a:pt x="1323388" y="58451"/>
                  </a:lnTo>
                  <a:lnTo>
                    <a:pt x="1328834" y="58418"/>
                  </a:lnTo>
                  <a:lnTo>
                    <a:pt x="1334281" y="58381"/>
                  </a:lnTo>
                  <a:lnTo>
                    <a:pt x="1339727" y="58341"/>
                  </a:lnTo>
                  <a:lnTo>
                    <a:pt x="1345173" y="58296"/>
                  </a:lnTo>
                  <a:lnTo>
                    <a:pt x="1350619" y="58248"/>
                  </a:lnTo>
                  <a:lnTo>
                    <a:pt x="1356065" y="58196"/>
                  </a:lnTo>
                  <a:lnTo>
                    <a:pt x="1361511" y="58138"/>
                  </a:lnTo>
                  <a:lnTo>
                    <a:pt x="1366957" y="58076"/>
                  </a:lnTo>
                  <a:lnTo>
                    <a:pt x="1372403" y="58011"/>
                  </a:lnTo>
                  <a:lnTo>
                    <a:pt x="1377849" y="57939"/>
                  </a:lnTo>
                  <a:lnTo>
                    <a:pt x="1383295" y="57863"/>
                  </a:lnTo>
                  <a:lnTo>
                    <a:pt x="1388741" y="57783"/>
                  </a:lnTo>
                  <a:lnTo>
                    <a:pt x="1394187" y="57698"/>
                  </a:lnTo>
                  <a:lnTo>
                    <a:pt x="1399633" y="57607"/>
                  </a:lnTo>
                  <a:lnTo>
                    <a:pt x="1405079" y="57512"/>
                  </a:lnTo>
                  <a:lnTo>
                    <a:pt x="1410525" y="57411"/>
                  </a:lnTo>
                  <a:lnTo>
                    <a:pt x="1415971" y="57304"/>
                  </a:lnTo>
                  <a:lnTo>
                    <a:pt x="1421417" y="57193"/>
                  </a:lnTo>
                  <a:lnTo>
                    <a:pt x="1426863" y="57078"/>
                  </a:lnTo>
                  <a:lnTo>
                    <a:pt x="1432309" y="56954"/>
                  </a:lnTo>
                  <a:lnTo>
                    <a:pt x="1437755" y="56826"/>
                  </a:lnTo>
                  <a:lnTo>
                    <a:pt x="1443201" y="56693"/>
                  </a:lnTo>
                  <a:lnTo>
                    <a:pt x="1448647" y="56553"/>
                  </a:lnTo>
                  <a:lnTo>
                    <a:pt x="1454094" y="56408"/>
                  </a:lnTo>
                  <a:lnTo>
                    <a:pt x="1459540" y="56258"/>
                  </a:lnTo>
                  <a:lnTo>
                    <a:pt x="1464986" y="56101"/>
                  </a:lnTo>
                  <a:lnTo>
                    <a:pt x="1470432" y="55937"/>
                  </a:lnTo>
                  <a:lnTo>
                    <a:pt x="1475878" y="55769"/>
                  </a:lnTo>
                  <a:lnTo>
                    <a:pt x="1481324" y="55595"/>
                  </a:lnTo>
                  <a:lnTo>
                    <a:pt x="1486770" y="55413"/>
                  </a:lnTo>
                  <a:lnTo>
                    <a:pt x="1492216" y="55225"/>
                  </a:lnTo>
                  <a:lnTo>
                    <a:pt x="1497662" y="55033"/>
                  </a:lnTo>
                  <a:lnTo>
                    <a:pt x="1503108" y="54832"/>
                  </a:lnTo>
                  <a:lnTo>
                    <a:pt x="1508554" y="54625"/>
                  </a:lnTo>
                  <a:lnTo>
                    <a:pt x="1514000" y="54413"/>
                  </a:lnTo>
                  <a:lnTo>
                    <a:pt x="1519446" y="54193"/>
                  </a:lnTo>
                  <a:lnTo>
                    <a:pt x="1524892" y="53966"/>
                  </a:lnTo>
                  <a:lnTo>
                    <a:pt x="1530338" y="53733"/>
                  </a:lnTo>
                  <a:lnTo>
                    <a:pt x="1535784" y="53494"/>
                  </a:lnTo>
                  <a:lnTo>
                    <a:pt x="1541230" y="53246"/>
                  </a:lnTo>
                  <a:lnTo>
                    <a:pt x="1546676" y="52992"/>
                  </a:lnTo>
                  <a:lnTo>
                    <a:pt x="1552122" y="52732"/>
                  </a:lnTo>
                  <a:lnTo>
                    <a:pt x="1557568" y="52463"/>
                  </a:lnTo>
                  <a:lnTo>
                    <a:pt x="1563014" y="52187"/>
                  </a:lnTo>
                  <a:lnTo>
                    <a:pt x="1568460" y="51906"/>
                  </a:lnTo>
                  <a:lnTo>
                    <a:pt x="1573907" y="51614"/>
                  </a:lnTo>
                  <a:lnTo>
                    <a:pt x="1579353" y="51315"/>
                  </a:lnTo>
                  <a:lnTo>
                    <a:pt x="1584799" y="51011"/>
                  </a:lnTo>
                  <a:lnTo>
                    <a:pt x="1590245" y="50696"/>
                  </a:lnTo>
                  <a:lnTo>
                    <a:pt x="1595691" y="50374"/>
                  </a:lnTo>
                  <a:lnTo>
                    <a:pt x="1601137" y="50045"/>
                  </a:lnTo>
                  <a:lnTo>
                    <a:pt x="1606583" y="49708"/>
                  </a:lnTo>
                  <a:lnTo>
                    <a:pt x="1612029" y="49360"/>
                  </a:lnTo>
                  <a:lnTo>
                    <a:pt x="1617475" y="49006"/>
                  </a:lnTo>
                  <a:lnTo>
                    <a:pt x="1622921" y="48645"/>
                  </a:lnTo>
                  <a:lnTo>
                    <a:pt x="1628367" y="48271"/>
                  </a:lnTo>
                  <a:lnTo>
                    <a:pt x="1633813" y="47891"/>
                  </a:lnTo>
                  <a:lnTo>
                    <a:pt x="1639259" y="47504"/>
                  </a:lnTo>
                  <a:lnTo>
                    <a:pt x="1644705" y="47104"/>
                  </a:lnTo>
                  <a:lnTo>
                    <a:pt x="1650151" y="46697"/>
                  </a:lnTo>
                  <a:lnTo>
                    <a:pt x="1655597" y="46282"/>
                  </a:lnTo>
                  <a:lnTo>
                    <a:pt x="1661043" y="45856"/>
                  </a:lnTo>
                  <a:lnTo>
                    <a:pt x="1666489" y="45421"/>
                  </a:lnTo>
                  <a:lnTo>
                    <a:pt x="1671935" y="44978"/>
                  </a:lnTo>
                  <a:lnTo>
                    <a:pt x="1677381" y="44525"/>
                  </a:lnTo>
                  <a:lnTo>
                    <a:pt x="1682827" y="44061"/>
                  </a:lnTo>
                  <a:lnTo>
                    <a:pt x="1688273" y="43590"/>
                  </a:lnTo>
                  <a:lnTo>
                    <a:pt x="1693720" y="43110"/>
                  </a:lnTo>
                  <a:lnTo>
                    <a:pt x="1699166" y="42617"/>
                  </a:lnTo>
                  <a:lnTo>
                    <a:pt x="1704612" y="42117"/>
                  </a:lnTo>
                  <a:lnTo>
                    <a:pt x="1710058" y="41609"/>
                  </a:lnTo>
                  <a:lnTo>
                    <a:pt x="1715504" y="41089"/>
                  </a:lnTo>
                  <a:lnTo>
                    <a:pt x="1720950" y="40560"/>
                  </a:lnTo>
                  <a:lnTo>
                    <a:pt x="1726396" y="40023"/>
                  </a:lnTo>
                  <a:lnTo>
                    <a:pt x="1731842" y="39476"/>
                  </a:lnTo>
                  <a:lnTo>
                    <a:pt x="1737288" y="38919"/>
                  </a:lnTo>
                  <a:lnTo>
                    <a:pt x="1742734" y="38355"/>
                  </a:lnTo>
                  <a:lnTo>
                    <a:pt x="1748180" y="37783"/>
                  </a:lnTo>
                  <a:lnTo>
                    <a:pt x="1753626" y="37199"/>
                  </a:lnTo>
                  <a:lnTo>
                    <a:pt x="1759072" y="36608"/>
                  </a:lnTo>
                  <a:lnTo>
                    <a:pt x="1764518" y="36011"/>
                  </a:lnTo>
                  <a:lnTo>
                    <a:pt x="1769964" y="35402"/>
                  </a:lnTo>
                  <a:lnTo>
                    <a:pt x="1775410" y="34787"/>
                  </a:lnTo>
                  <a:lnTo>
                    <a:pt x="1780856" y="34166"/>
                  </a:lnTo>
                  <a:lnTo>
                    <a:pt x="1786302" y="33535"/>
                  </a:lnTo>
                  <a:lnTo>
                    <a:pt x="1791748" y="32898"/>
                  </a:lnTo>
                  <a:lnTo>
                    <a:pt x="1797194" y="32256"/>
                  </a:lnTo>
                  <a:lnTo>
                    <a:pt x="1802640" y="31606"/>
                  </a:lnTo>
                  <a:lnTo>
                    <a:pt x="1808086" y="30950"/>
                  </a:lnTo>
                  <a:lnTo>
                    <a:pt x="1813532" y="30289"/>
                  </a:lnTo>
                  <a:lnTo>
                    <a:pt x="1818979" y="29623"/>
                  </a:lnTo>
                  <a:lnTo>
                    <a:pt x="1824425" y="28951"/>
                  </a:lnTo>
                  <a:lnTo>
                    <a:pt x="1829871" y="28276"/>
                  </a:lnTo>
                  <a:lnTo>
                    <a:pt x="1835317" y="27597"/>
                  </a:lnTo>
                  <a:lnTo>
                    <a:pt x="1840763" y="26913"/>
                  </a:lnTo>
                  <a:lnTo>
                    <a:pt x="1846209" y="26228"/>
                  </a:lnTo>
                  <a:lnTo>
                    <a:pt x="1851655" y="25540"/>
                  </a:lnTo>
                  <a:lnTo>
                    <a:pt x="1857101" y="24849"/>
                  </a:lnTo>
                  <a:lnTo>
                    <a:pt x="1862547" y="24158"/>
                  </a:lnTo>
                  <a:lnTo>
                    <a:pt x="1867993" y="23466"/>
                  </a:lnTo>
                  <a:lnTo>
                    <a:pt x="1873439" y="22773"/>
                  </a:lnTo>
                  <a:lnTo>
                    <a:pt x="1878885" y="22081"/>
                  </a:lnTo>
                  <a:lnTo>
                    <a:pt x="1884331" y="21389"/>
                  </a:lnTo>
                  <a:lnTo>
                    <a:pt x="1889777" y="20699"/>
                  </a:lnTo>
                  <a:lnTo>
                    <a:pt x="1895223" y="20011"/>
                  </a:lnTo>
                  <a:lnTo>
                    <a:pt x="1900669" y="19326"/>
                  </a:lnTo>
                  <a:lnTo>
                    <a:pt x="1906115" y="18643"/>
                  </a:lnTo>
                  <a:lnTo>
                    <a:pt x="1911561" y="17966"/>
                  </a:lnTo>
                  <a:lnTo>
                    <a:pt x="1917007" y="17292"/>
                  </a:lnTo>
                  <a:lnTo>
                    <a:pt x="1922453" y="16623"/>
                  </a:lnTo>
                  <a:lnTo>
                    <a:pt x="1927899" y="15960"/>
                  </a:lnTo>
                  <a:lnTo>
                    <a:pt x="1933345" y="15304"/>
                  </a:lnTo>
                  <a:lnTo>
                    <a:pt x="1938792" y="14653"/>
                  </a:lnTo>
                  <a:lnTo>
                    <a:pt x="1944238" y="14011"/>
                  </a:lnTo>
                  <a:lnTo>
                    <a:pt x="1949684" y="13378"/>
                  </a:lnTo>
                  <a:lnTo>
                    <a:pt x="1955130" y="12752"/>
                  </a:lnTo>
                  <a:lnTo>
                    <a:pt x="1960576" y="12135"/>
                  </a:lnTo>
                  <a:lnTo>
                    <a:pt x="1966022" y="11531"/>
                  </a:lnTo>
                  <a:lnTo>
                    <a:pt x="1971468" y="10935"/>
                  </a:lnTo>
                  <a:lnTo>
                    <a:pt x="1976914" y="10348"/>
                  </a:lnTo>
                  <a:lnTo>
                    <a:pt x="1982360" y="9777"/>
                  </a:lnTo>
                  <a:lnTo>
                    <a:pt x="1987806" y="9217"/>
                  </a:lnTo>
                  <a:lnTo>
                    <a:pt x="1993252" y="8668"/>
                  </a:lnTo>
                  <a:lnTo>
                    <a:pt x="1998698" y="8134"/>
                  </a:lnTo>
                  <a:lnTo>
                    <a:pt x="2004144" y="7614"/>
                  </a:lnTo>
                  <a:lnTo>
                    <a:pt x="2009590" y="7106"/>
                  </a:lnTo>
                  <a:lnTo>
                    <a:pt x="2015036" y="6613"/>
                  </a:lnTo>
                  <a:lnTo>
                    <a:pt x="2020482" y="6138"/>
                  </a:lnTo>
                  <a:lnTo>
                    <a:pt x="2025928" y="5676"/>
                  </a:lnTo>
                  <a:lnTo>
                    <a:pt x="2031374" y="5228"/>
                  </a:lnTo>
                  <a:lnTo>
                    <a:pt x="2036820" y="4802"/>
                  </a:lnTo>
                  <a:lnTo>
                    <a:pt x="2042266" y="4390"/>
                  </a:lnTo>
                  <a:lnTo>
                    <a:pt x="2047712" y="3991"/>
                  </a:lnTo>
                  <a:lnTo>
                    <a:pt x="2053158" y="3616"/>
                  </a:lnTo>
                  <a:lnTo>
                    <a:pt x="2058605" y="3257"/>
                  </a:lnTo>
                  <a:lnTo>
                    <a:pt x="2064051" y="2912"/>
                  </a:lnTo>
                  <a:lnTo>
                    <a:pt x="2069497" y="2589"/>
                  </a:lnTo>
                  <a:lnTo>
                    <a:pt x="2074943" y="2285"/>
                  </a:lnTo>
                  <a:lnTo>
                    <a:pt x="2080389" y="1996"/>
                  </a:lnTo>
                  <a:lnTo>
                    <a:pt x="2085835" y="1727"/>
                  </a:lnTo>
                  <a:lnTo>
                    <a:pt x="2091281" y="1481"/>
                  </a:lnTo>
                  <a:lnTo>
                    <a:pt x="2096727" y="1250"/>
                  </a:lnTo>
                  <a:lnTo>
                    <a:pt x="2102173" y="1036"/>
                  </a:lnTo>
                  <a:lnTo>
                    <a:pt x="2107619" y="848"/>
                  </a:lnTo>
                  <a:lnTo>
                    <a:pt x="2113065" y="677"/>
                  </a:lnTo>
                  <a:lnTo>
                    <a:pt x="2118511" y="521"/>
                  </a:lnTo>
                  <a:lnTo>
                    <a:pt x="2123957" y="391"/>
                  </a:lnTo>
                  <a:lnTo>
                    <a:pt x="2129403" y="278"/>
                  </a:lnTo>
                  <a:lnTo>
                    <a:pt x="2134849" y="182"/>
                  </a:lnTo>
                  <a:lnTo>
                    <a:pt x="2140295" y="108"/>
                  </a:lnTo>
                  <a:lnTo>
                    <a:pt x="2145741" y="55"/>
                  </a:lnTo>
                  <a:lnTo>
                    <a:pt x="2151187" y="18"/>
                  </a:lnTo>
                  <a:lnTo>
                    <a:pt x="2156633" y="0"/>
                  </a:lnTo>
                  <a:lnTo>
                    <a:pt x="2162079" y="5"/>
                  </a:lnTo>
                  <a:lnTo>
                    <a:pt x="2167525" y="26"/>
                  </a:lnTo>
                  <a:lnTo>
                    <a:pt x="2172971" y="63"/>
                  </a:lnTo>
                  <a:lnTo>
                    <a:pt x="2178418" y="126"/>
                  </a:lnTo>
                  <a:lnTo>
                    <a:pt x="2183864" y="204"/>
                  </a:lnTo>
                  <a:lnTo>
                    <a:pt x="2189310" y="297"/>
                  </a:lnTo>
                  <a:lnTo>
                    <a:pt x="2194756" y="414"/>
                  </a:lnTo>
                  <a:lnTo>
                    <a:pt x="2200202" y="547"/>
                  </a:lnTo>
                  <a:lnTo>
                    <a:pt x="2205648" y="695"/>
                  </a:lnTo>
                  <a:lnTo>
                    <a:pt x="2211094" y="862"/>
                  </a:lnTo>
                  <a:lnTo>
                    <a:pt x="2216540" y="1049"/>
                  </a:lnTo>
                  <a:lnTo>
                    <a:pt x="2221986" y="1249"/>
                  </a:lnTo>
                  <a:lnTo>
                    <a:pt x="2227432" y="1465"/>
                  </a:lnTo>
                  <a:lnTo>
                    <a:pt x="2232878" y="1702"/>
                  </a:lnTo>
                  <a:lnTo>
                    <a:pt x="2238324" y="1952"/>
                  </a:lnTo>
                  <a:lnTo>
                    <a:pt x="2243770" y="2215"/>
                  </a:lnTo>
                  <a:lnTo>
                    <a:pt x="2249216" y="2500"/>
                  </a:lnTo>
                  <a:lnTo>
                    <a:pt x="2254662" y="2797"/>
                  </a:lnTo>
                  <a:lnTo>
                    <a:pt x="2260108" y="3106"/>
                  </a:lnTo>
                  <a:lnTo>
                    <a:pt x="2265554" y="3434"/>
                  </a:lnTo>
                  <a:lnTo>
                    <a:pt x="2271000" y="3775"/>
                  </a:lnTo>
                  <a:lnTo>
                    <a:pt x="2276446" y="4128"/>
                  </a:lnTo>
                  <a:lnTo>
                    <a:pt x="2281892" y="4495"/>
                  </a:lnTo>
                  <a:lnTo>
                    <a:pt x="2287338" y="4878"/>
                  </a:lnTo>
                  <a:lnTo>
                    <a:pt x="2292784" y="5270"/>
                  </a:lnTo>
                  <a:lnTo>
                    <a:pt x="2298231" y="5674"/>
                  </a:lnTo>
                  <a:lnTo>
                    <a:pt x="2303677" y="6094"/>
                  </a:lnTo>
                  <a:lnTo>
                    <a:pt x="2309123" y="6523"/>
                  </a:lnTo>
                  <a:lnTo>
                    <a:pt x="2314569" y="6962"/>
                  </a:lnTo>
                  <a:lnTo>
                    <a:pt x="2320015" y="7415"/>
                  </a:lnTo>
                  <a:lnTo>
                    <a:pt x="2325461" y="7878"/>
                  </a:lnTo>
                  <a:lnTo>
                    <a:pt x="2330907" y="8348"/>
                  </a:lnTo>
                  <a:lnTo>
                    <a:pt x="2336353" y="8831"/>
                  </a:lnTo>
                  <a:lnTo>
                    <a:pt x="2341799" y="9323"/>
                  </a:lnTo>
                  <a:lnTo>
                    <a:pt x="2347245" y="9822"/>
                  </a:lnTo>
                  <a:lnTo>
                    <a:pt x="2352691" y="10330"/>
                  </a:lnTo>
                  <a:lnTo>
                    <a:pt x="2358137" y="10848"/>
                  </a:lnTo>
                  <a:lnTo>
                    <a:pt x="2363583" y="11372"/>
                  </a:lnTo>
                  <a:lnTo>
                    <a:pt x="2369029" y="11903"/>
                  </a:lnTo>
                  <a:lnTo>
                    <a:pt x="2374475" y="12444"/>
                  </a:lnTo>
                  <a:lnTo>
                    <a:pt x="2379921" y="12989"/>
                  </a:lnTo>
                  <a:lnTo>
                    <a:pt x="2385367" y="13540"/>
                  </a:lnTo>
                  <a:lnTo>
                    <a:pt x="2390813" y="14099"/>
                  </a:lnTo>
                  <a:lnTo>
                    <a:pt x="2396259" y="14662"/>
                  </a:lnTo>
                  <a:lnTo>
                    <a:pt x="2401705" y="15230"/>
                  </a:lnTo>
                  <a:lnTo>
                    <a:pt x="2407151" y="15803"/>
                  </a:lnTo>
                  <a:lnTo>
                    <a:pt x="2412597" y="16381"/>
                  </a:lnTo>
                  <a:lnTo>
                    <a:pt x="2418043" y="16962"/>
                  </a:lnTo>
                  <a:lnTo>
                    <a:pt x="2423490" y="17547"/>
                  </a:lnTo>
                  <a:lnTo>
                    <a:pt x="2428936" y="18136"/>
                  </a:lnTo>
                  <a:lnTo>
                    <a:pt x="2434382" y="18727"/>
                  </a:lnTo>
                  <a:lnTo>
                    <a:pt x="2439828" y="19320"/>
                  </a:lnTo>
                  <a:lnTo>
                    <a:pt x="2445274" y="19917"/>
                  </a:lnTo>
                  <a:lnTo>
                    <a:pt x="2450720" y="20514"/>
                  </a:lnTo>
                  <a:lnTo>
                    <a:pt x="2456166" y="21114"/>
                  </a:lnTo>
                  <a:lnTo>
                    <a:pt x="2461612" y="21715"/>
                  </a:lnTo>
                  <a:lnTo>
                    <a:pt x="2467058" y="22316"/>
                  </a:lnTo>
                  <a:lnTo>
                    <a:pt x="2472504" y="22919"/>
                  </a:lnTo>
                  <a:lnTo>
                    <a:pt x="2477950" y="23521"/>
                  </a:lnTo>
                  <a:lnTo>
                    <a:pt x="2483396" y="24124"/>
                  </a:lnTo>
                  <a:lnTo>
                    <a:pt x="2488842" y="24727"/>
                  </a:lnTo>
                  <a:lnTo>
                    <a:pt x="2494288" y="25329"/>
                  </a:lnTo>
                  <a:lnTo>
                    <a:pt x="2499734" y="25930"/>
                  </a:lnTo>
                  <a:lnTo>
                    <a:pt x="2505180" y="26531"/>
                  </a:lnTo>
                  <a:lnTo>
                    <a:pt x="2510626" y="27130"/>
                  </a:lnTo>
                  <a:lnTo>
                    <a:pt x="2516072" y="27728"/>
                  </a:lnTo>
                  <a:lnTo>
                    <a:pt x="2521518" y="28324"/>
                  </a:lnTo>
                  <a:lnTo>
                    <a:pt x="2526964" y="28919"/>
                  </a:lnTo>
                  <a:lnTo>
                    <a:pt x="2532410" y="29511"/>
                  </a:lnTo>
                  <a:lnTo>
                    <a:pt x="2537856" y="30101"/>
                  </a:lnTo>
                  <a:lnTo>
                    <a:pt x="2543303" y="30690"/>
                  </a:lnTo>
                  <a:lnTo>
                    <a:pt x="2548749" y="31275"/>
                  </a:lnTo>
                  <a:lnTo>
                    <a:pt x="2554195" y="31857"/>
                  </a:lnTo>
                  <a:lnTo>
                    <a:pt x="2559641" y="32437"/>
                  </a:lnTo>
                  <a:lnTo>
                    <a:pt x="2565087" y="33014"/>
                  </a:lnTo>
                  <a:lnTo>
                    <a:pt x="2570533" y="33587"/>
                  </a:lnTo>
                  <a:lnTo>
                    <a:pt x="2575979" y="34157"/>
                  </a:lnTo>
                  <a:lnTo>
                    <a:pt x="2581425" y="34724"/>
                  </a:lnTo>
                  <a:lnTo>
                    <a:pt x="2586871" y="35287"/>
                  </a:lnTo>
                  <a:lnTo>
                    <a:pt x="2592317" y="35846"/>
                  </a:lnTo>
                  <a:lnTo>
                    <a:pt x="2597763" y="36402"/>
                  </a:lnTo>
                  <a:lnTo>
                    <a:pt x="2603209" y="36954"/>
                  </a:lnTo>
                  <a:lnTo>
                    <a:pt x="2608655" y="37501"/>
                  </a:lnTo>
                  <a:lnTo>
                    <a:pt x="2614101" y="38046"/>
                  </a:lnTo>
                  <a:lnTo>
                    <a:pt x="2619547" y="38585"/>
                  </a:lnTo>
                  <a:lnTo>
                    <a:pt x="2624993" y="39120"/>
                  </a:lnTo>
                  <a:lnTo>
                    <a:pt x="2630439" y="39651"/>
                  </a:lnTo>
                  <a:lnTo>
                    <a:pt x="2635885" y="40179"/>
                  </a:lnTo>
                  <a:lnTo>
                    <a:pt x="2641331" y="40700"/>
                  </a:lnTo>
                  <a:lnTo>
                    <a:pt x="2646777" y="41217"/>
                  </a:lnTo>
                  <a:lnTo>
                    <a:pt x="2652223" y="41731"/>
                  </a:lnTo>
                  <a:lnTo>
                    <a:pt x="2657669" y="42238"/>
                  </a:lnTo>
                  <a:lnTo>
                    <a:pt x="2663116" y="42741"/>
                  </a:lnTo>
                  <a:lnTo>
                    <a:pt x="2668562" y="43240"/>
                  </a:lnTo>
                  <a:lnTo>
                    <a:pt x="2674008" y="43733"/>
                  </a:lnTo>
                  <a:lnTo>
                    <a:pt x="2679454" y="44221"/>
                  </a:lnTo>
                  <a:lnTo>
                    <a:pt x="2684900" y="44704"/>
                  </a:lnTo>
                  <a:lnTo>
                    <a:pt x="2690346" y="45182"/>
                  </a:lnTo>
                  <a:lnTo>
                    <a:pt x="2695792" y="45653"/>
                  </a:lnTo>
                  <a:lnTo>
                    <a:pt x="2701238" y="46120"/>
                  </a:lnTo>
                  <a:lnTo>
                    <a:pt x="2706684" y="46582"/>
                  </a:lnTo>
                  <a:lnTo>
                    <a:pt x="2712130" y="47037"/>
                  </a:lnTo>
                  <a:lnTo>
                    <a:pt x="2717576" y="47487"/>
                  </a:lnTo>
                  <a:lnTo>
                    <a:pt x="2723022" y="47932"/>
                  </a:lnTo>
                  <a:lnTo>
                    <a:pt x="2728468" y="48368"/>
                  </a:lnTo>
                  <a:lnTo>
                    <a:pt x="2733914" y="48800"/>
                  </a:lnTo>
                  <a:lnTo>
                    <a:pt x="2739360" y="49227"/>
                  </a:lnTo>
                  <a:lnTo>
                    <a:pt x="2744806" y="49645"/>
                  </a:lnTo>
                  <a:lnTo>
                    <a:pt x="2750252" y="50058"/>
                  </a:lnTo>
                  <a:lnTo>
                    <a:pt x="2755698" y="50465"/>
                  </a:lnTo>
                  <a:lnTo>
                    <a:pt x="2761144" y="50865"/>
                  </a:lnTo>
                  <a:lnTo>
                    <a:pt x="2766590" y="51258"/>
                  </a:lnTo>
                  <a:lnTo>
                    <a:pt x="2772036" y="51645"/>
                  </a:lnTo>
                  <a:lnTo>
                    <a:pt x="2777482" y="52025"/>
                  </a:lnTo>
                  <a:lnTo>
                    <a:pt x="2782929" y="52396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818470" y="5004868"/>
              <a:ext cx="3061221" cy="0"/>
            </a:xfrm>
            <a:custGeom>
              <a:avLst/>
              <a:pathLst>
                <a:path w="3061221" h="0">
                  <a:moveTo>
                    <a:pt x="0" y="0"/>
                  </a:moveTo>
                  <a:lnTo>
                    <a:pt x="30612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957616" y="500486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752739" y="500486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47862" y="500486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342984" y="500486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3926539" y="506580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721661" y="506717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516784" y="5067499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311906" y="506580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306414" y="5216593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92" name="rc92"/>
            <p:cNvSpPr/>
            <p:nvPr/>
          </p:nvSpPr>
          <p:spPr>
            <a:xfrm>
              <a:off x="3748881" y="5414757"/>
              <a:ext cx="3200400" cy="1208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3818470" y="5712035"/>
              <a:ext cx="3061221" cy="501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957616" y="6094142"/>
              <a:ext cx="2782929" cy="96374"/>
            </a:xfrm>
            <a:custGeom>
              <a:avLst/>
              <a:pathLst>
                <a:path w="2782929" h="96374">
                  <a:moveTo>
                    <a:pt x="0" y="96374"/>
                  </a:moveTo>
                  <a:lnTo>
                    <a:pt x="5446" y="96374"/>
                  </a:lnTo>
                  <a:lnTo>
                    <a:pt x="10892" y="96374"/>
                  </a:lnTo>
                  <a:lnTo>
                    <a:pt x="16338" y="96374"/>
                  </a:lnTo>
                  <a:lnTo>
                    <a:pt x="21784" y="96374"/>
                  </a:lnTo>
                  <a:lnTo>
                    <a:pt x="27230" y="96374"/>
                  </a:lnTo>
                  <a:lnTo>
                    <a:pt x="32676" y="96374"/>
                  </a:lnTo>
                  <a:lnTo>
                    <a:pt x="38122" y="96374"/>
                  </a:lnTo>
                  <a:lnTo>
                    <a:pt x="43568" y="96374"/>
                  </a:lnTo>
                  <a:lnTo>
                    <a:pt x="49014" y="96374"/>
                  </a:lnTo>
                  <a:lnTo>
                    <a:pt x="54460" y="96374"/>
                  </a:lnTo>
                  <a:lnTo>
                    <a:pt x="59906" y="96374"/>
                  </a:lnTo>
                  <a:lnTo>
                    <a:pt x="65352" y="96374"/>
                  </a:lnTo>
                  <a:lnTo>
                    <a:pt x="70798" y="96374"/>
                  </a:lnTo>
                  <a:lnTo>
                    <a:pt x="76244" y="96374"/>
                  </a:lnTo>
                  <a:lnTo>
                    <a:pt x="81690" y="96374"/>
                  </a:lnTo>
                  <a:lnTo>
                    <a:pt x="87136" y="96374"/>
                  </a:lnTo>
                  <a:lnTo>
                    <a:pt x="92582" y="96374"/>
                  </a:lnTo>
                  <a:lnTo>
                    <a:pt x="98028" y="96374"/>
                  </a:lnTo>
                  <a:lnTo>
                    <a:pt x="103474" y="96374"/>
                  </a:lnTo>
                  <a:lnTo>
                    <a:pt x="108920" y="96374"/>
                  </a:lnTo>
                  <a:lnTo>
                    <a:pt x="114366" y="96374"/>
                  </a:lnTo>
                  <a:lnTo>
                    <a:pt x="119812" y="96374"/>
                  </a:lnTo>
                  <a:lnTo>
                    <a:pt x="125259" y="96374"/>
                  </a:lnTo>
                  <a:lnTo>
                    <a:pt x="130705" y="96374"/>
                  </a:lnTo>
                  <a:lnTo>
                    <a:pt x="136151" y="96374"/>
                  </a:lnTo>
                  <a:lnTo>
                    <a:pt x="141597" y="96374"/>
                  </a:lnTo>
                  <a:lnTo>
                    <a:pt x="147043" y="96374"/>
                  </a:lnTo>
                  <a:lnTo>
                    <a:pt x="152489" y="96374"/>
                  </a:lnTo>
                  <a:lnTo>
                    <a:pt x="157935" y="96374"/>
                  </a:lnTo>
                  <a:lnTo>
                    <a:pt x="163381" y="96374"/>
                  </a:lnTo>
                  <a:lnTo>
                    <a:pt x="168827" y="96374"/>
                  </a:lnTo>
                  <a:lnTo>
                    <a:pt x="174273" y="96373"/>
                  </a:lnTo>
                  <a:lnTo>
                    <a:pt x="179719" y="96373"/>
                  </a:lnTo>
                  <a:lnTo>
                    <a:pt x="185165" y="96372"/>
                  </a:lnTo>
                  <a:lnTo>
                    <a:pt x="190611" y="96371"/>
                  </a:lnTo>
                  <a:lnTo>
                    <a:pt x="196057" y="96369"/>
                  </a:lnTo>
                  <a:lnTo>
                    <a:pt x="201503" y="96366"/>
                  </a:lnTo>
                  <a:lnTo>
                    <a:pt x="206949" y="96363"/>
                  </a:lnTo>
                  <a:lnTo>
                    <a:pt x="212395" y="96358"/>
                  </a:lnTo>
                  <a:lnTo>
                    <a:pt x="217841" y="96352"/>
                  </a:lnTo>
                  <a:lnTo>
                    <a:pt x="223287" y="96343"/>
                  </a:lnTo>
                  <a:lnTo>
                    <a:pt x="228733" y="96331"/>
                  </a:lnTo>
                  <a:lnTo>
                    <a:pt x="234179" y="96314"/>
                  </a:lnTo>
                  <a:lnTo>
                    <a:pt x="239625" y="96293"/>
                  </a:lnTo>
                  <a:lnTo>
                    <a:pt x="245072" y="96265"/>
                  </a:lnTo>
                  <a:lnTo>
                    <a:pt x="250518" y="96229"/>
                  </a:lnTo>
                  <a:lnTo>
                    <a:pt x="255964" y="96183"/>
                  </a:lnTo>
                  <a:lnTo>
                    <a:pt x="261410" y="96126"/>
                  </a:lnTo>
                  <a:lnTo>
                    <a:pt x="266856" y="96053"/>
                  </a:lnTo>
                  <a:lnTo>
                    <a:pt x="272302" y="95961"/>
                  </a:lnTo>
                  <a:lnTo>
                    <a:pt x="277748" y="95847"/>
                  </a:lnTo>
                  <a:lnTo>
                    <a:pt x="283194" y="95710"/>
                  </a:lnTo>
                  <a:lnTo>
                    <a:pt x="288640" y="95544"/>
                  </a:lnTo>
                  <a:lnTo>
                    <a:pt x="294086" y="95347"/>
                  </a:lnTo>
                  <a:lnTo>
                    <a:pt x="299532" y="95114"/>
                  </a:lnTo>
                  <a:lnTo>
                    <a:pt x="304978" y="94842"/>
                  </a:lnTo>
                  <a:lnTo>
                    <a:pt x="310424" y="94521"/>
                  </a:lnTo>
                  <a:lnTo>
                    <a:pt x="315870" y="94149"/>
                  </a:lnTo>
                  <a:lnTo>
                    <a:pt x="321316" y="93727"/>
                  </a:lnTo>
                  <a:lnTo>
                    <a:pt x="326762" y="93250"/>
                  </a:lnTo>
                  <a:lnTo>
                    <a:pt x="332208" y="92718"/>
                  </a:lnTo>
                  <a:lnTo>
                    <a:pt x="337654" y="92130"/>
                  </a:lnTo>
                  <a:lnTo>
                    <a:pt x="343100" y="91484"/>
                  </a:lnTo>
                  <a:lnTo>
                    <a:pt x="348546" y="90783"/>
                  </a:lnTo>
                  <a:lnTo>
                    <a:pt x="353992" y="90018"/>
                  </a:lnTo>
                  <a:lnTo>
                    <a:pt x="359438" y="89205"/>
                  </a:lnTo>
                  <a:lnTo>
                    <a:pt x="364885" y="88347"/>
                  </a:lnTo>
                  <a:lnTo>
                    <a:pt x="370331" y="87451"/>
                  </a:lnTo>
                  <a:lnTo>
                    <a:pt x="375777" y="86523"/>
                  </a:lnTo>
                  <a:lnTo>
                    <a:pt x="381223" y="85571"/>
                  </a:lnTo>
                  <a:lnTo>
                    <a:pt x="386669" y="84603"/>
                  </a:lnTo>
                  <a:lnTo>
                    <a:pt x="392115" y="83627"/>
                  </a:lnTo>
                  <a:lnTo>
                    <a:pt x="397561" y="82654"/>
                  </a:lnTo>
                  <a:lnTo>
                    <a:pt x="403007" y="81694"/>
                  </a:lnTo>
                  <a:lnTo>
                    <a:pt x="408453" y="80751"/>
                  </a:lnTo>
                  <a:lnTo>
                    <a:pt x="413899" y="79833"/>
                  </a:lnTo>
                  <a:lnTo>
                    <a:pt x="419345" y="78943"/>
                  </a:lnTo>
                  <a:lnTo>
                    <a:pt x="424791" y="78084"/>
                  </a:lnTo>
                  <a:lnTo>
                    <a:pt x="430237" y="77257"/>
                  </a:lnTo>
                  <a:lnTo>
                    <a:pt x="435683" y="76464"/>
                  </a:lnTo>
                  <a:lnTo>
                    <a:pt x="441129" y="75699"/>
                  </a:lnTo>
                  <a:lnTo>
                    <a:pt x="446575" y="74953"/>
                  </a:lnTo>
                  <a:lnTo>
                    <a:pt x="452021" y="74220"/>
                  </a:lnTo>
                  <a:lnTo>
                    <a:pt x="457467" y="73491"/>
                  </a:lnTo>
                  <a:lnTo>
                    <a:pt x="462913" y="72757"/>
                  </a:lnTo>
                  <a:lnTo>
                    <a:pt x="468359" y="72007"/>
                  </a:lnTo>
                  <a:lnTo>
                    <a:pt x="473805" y="71231"/>
                  </a:lnTo>
                  <a:lnTo>
                    <a:pt x="479251" y="70411"/>
                  </a:lnTo>
                  <a:lnTo>
                    <a:pt x="484698" y="69543"/>
                  </a:lnTo>
                  <a:lnTo>
                    <a:pt x="490144" y="68619"/>
                  </a:lnTo>
                  <a:lnTo>
                    <a:pt x="495590" y="67633"/>
                  </a:lnTo>
                  <a:lnTo>
                    <a:pt x="501036" y="66581"/>
                  </a:lnTo>
                  <a:lnTo>
                    <a:pt x="506482" y="65460"/>
                  </a:lnTo>
                  <a:lnTo>
                    <a:pt x="511928" y="64268"/>
                  </a:lnTo>
                  <a:lnTo>
                    <a:pt x="517374" y="63002"/>
                  </a:lnTo>
                  <a:lnTo>
                    <a:pt x="522820" y="61662"/>
                  </a:lnTo>
                  <a:lnTo>
                    <a:pt x="528266" y="60259"/>
                  </a:lnTo>
                  <a:lnTo>
                    <a:pt x="533712" y="58798"/>
                  </a:lnTo>
                  <a:lnTo>
                    <a:pt x="539158" y="57286"/>
                  </a:lnTo>
                  <a:lnTo>
                    <a:pt x="544604" y="55727"/>
                  </a:lnTo>
                  <a:lnTo>
                    <a:pt x="550050" y="54127"/>
                  </a:lnTo>
                  <a:lnTo>
                    <a:pt x="555496" y="52492"/>
                  </a:lnTo>
                  <a:lnTo>
                    <a:pt x="560942" y="50823"/>
                  </a:lnTo>
                  <a:lnTo>
                    <a:pt x="566388" y="49128"/>
                  </a:lnTo>
                  <a:lnTo>
                    <a:pt x="571834" y="47408"/>
                  </a:lnTo>
                  <a:lnTo>
                    <a:pt x="577280" y="45665"/>
                  </a:lnTo>
                  <a:lnTo>
                    <a:pt x="582726" y="43898"/>
                  </a:lnTo>
                  <a:lnTo>
                    <a:pt x="588172" y="42105"/>
                  </a:lnTo>
                  <a:lnTo>
                    <a:pt x="593618" y="40283"/>
                  </a:lnTo>
                  <a:lnTo>
                    <a:pt x="599064" y="38427"/>
                  </a:lnTo>
                  <a:lnTo>
                    <a:pt x="604510" y="36526"/>
                  </a:lnTo>
                  <a:lnTo>
                    <a:pt x="609957" y="34580"/>
                  </a:lnTo>
                  <a:lnTo>
                    <a:pt x="615403" y="32586"/>
                  </a:lnTo>
                  <a:lnTo>
                    <a:pt x="620849" y="30542"/>
                  </a:lnTo>
                  <a:lnTo>
                    <a:pt x="626295" y="28446"/>
                  </a:lnTo>
                  <a:lnTo>
                    <a:pt x="631741" y="26300"/>
                  </a:lnTo>
                  <a:lnTo>
                    <a:pt x="637187" y="24108"/>
                  </a:lnTo>
                  <a:lnTo>
                    <a:pt x="642633" y="21875"/>
                  </a:lnTo>
                  <a:lnTo>
                    <a:pt x="648079" y="19616"/>
                  </a:lnTo>
                  <a:lnTo>
                    <a:pt x="653525" y="17352"/>
                  </a:lnTo>
                  <a:lnTo>
                    <a:pt x="658971" y="15104"/>
                  </a:lnTo>
                  <a:lnTo>
                    <a:pt x="664417" y="12895"/>
                  </a:lnTo>
                  <a:lnTo>
                    <a:pt x="669863" y="10752"/>
                  </a:lnTo>
                  <a:lnTo>
                    <a:pt x="675309" y="8704"/>
                  </a:lnTo>
                  <a:lnTo>
                    <a:pt x="680755" y="6783"/>
                  </a:lnTo>
                  <a:lnTo>
                    <a:pt x="686201" y="5048"/>
                  </a:lnTo>
                  <a:lnTo>
                    <a:pt x="691647" y="3526"/>
                  </a:lnTo>
                  <a:lnTo>
                    <a:pt x="697093" y="2241"/>
                  </a:lnTo>
                  <a:lnTo>
                    <a:pt x="702539" y="1222"/>
                  </a:lnTo>
                  <a:lnTo>
                    <a:pt x="707985" y="495"/>
                  </a:lnTo>
                  <a:lnTo>
                    <a:pt x="713431" y="81"/>
                  </a:lnTo>
                  <a:lnTo>
                    <a:pt x="718877" y="0"/>
                  </a:lnTo>
                  <a:lnTo>
                    <a:pt x="724323" y="268"/>
                  </a:lnTo>
                  <a:lnTo>
                    <a:pt x="729770" y="945"/>
                  </a:lnTo>
                  <a:lnTo>
                    <a:pt x="735216" y="1973"/>
                  </a:lnTo>
                  <a:lnTo>
                    <a:pt x="740662" y="3344"/>
                  </a:lnTo>
                  <a:lnTo>
                    <a:pt x="746108" y="5044"/>
                  </a:lnTo>
                  <a:lnTo>
                    <a:pt x="751554" y="7056"/>
                  </a:lnTo>
                  <a:lnTo>
                    <a:pt x="757000" y="9357"/>
                  </a:lnTo>
                  <a:lnTo>
                    <a:pt x="762446" y="11920"/>
                  </a:lnTo>
                  <a:lnTo>
                    <a:pt x="767892" y="14730"/>
                  </a:lnTo>
                  <a:lnTo>
                    <a:pt x="773338" y="17751"/>
                  </a:lnTo>
                  <a:lnTo>
                    <a:pt x="778784" y="20925"/>
                  </a:lnTo>
                  <a:lnTo>
                    <a:pt x="784230" y="24218"/>
                  </a:lnTo>
                  <a:lnTo>
                    <a:pt x="789676" y="27598"/>
                  </a:lnTo>
                  <a:lnTo>
                    <a:pt x="795122" y="31032"/>
                  </a:lnTo>
                  <a:lnTo>
                    <a:pt x="800568" y="34491"/>
                  </a:lnTo>
                  <a:lnTo>
                    <a:pt x="806014" y="37946"/>
                  </a:lnTo>
                  <a:lnTo>
                    <a:pt x="811460" y="41366"/>
                  </a:lnTo>
                  <a:lnTo>
                    <a:pt x="816906" y="44726"/>
                  </a:lnTo>
                  <a:lnTo>
                    <a:pt x="822352" y="48009"/>
                  </a:lnTo>
                  <a:lnTo>
                    <a:pt x="827798" y="51203"/>
                  </a:lnTo>
                  <a:lnTo>
                    <a:pt x="833244" y="54296"/>
                  </a:lnTo>
                  <a:lnTo>
                    <a:pt x="838690" y="57277"/>
                  </a:lnTo>
                  <a:lnTo>
                    <a:pt x="844136" y="60141"/>
                  </a:lnTo>
                  <a:lnTo>
                    <a:pt x="849583" y="62880"/>
                  </a:lnTo>
                  <a:lnTo>
                    <a:pt x="855029" y="65474"/>
                  </a:lnTo>
                  <a:lnTo>
                    <a:pt x="860475" y="67940"/>
                  </a:lnTo>
                  <a:lnTo>
                    <a:pt x="865921" y="70281"/>
                  </a:lnTo>
                  <a:lnTo>
                    <a:pt x="871367" y="72496"/>
                  </a:lnTo>
                  <a:lnTo>
                    <a:pt x="876813" y="74588"/>
                  </a:lnTo>
                  <a:lnTo>
                    <a:pt x="882259" y="76558"/>
                  </a:lnTo>
                  <a:lnTo>
                    <a:pt x="887705" y="78410"/>
                  </a:lnTo>
                  <a:lnTo>
                    <a:pt x="893151" y="80137"/>
                  </a:lnTo>
                  <a:lnTo>
                    <a:pt x="898597" y="81740"/>
                  </a:lnTo>
                  <a:lnTo>
                    <a:pt x="904043" y="83235"/>
                  </a:lnTo>
                  <a:lnTo>
                    <a:pt x="909489" y="84624"/>
                  </a:lnTo>
                  <a:lnTo>
                    <a:pt x="914935" y="85910"/>
                  </a:lnTo>
                  <a:lnTo>
                    <a:pt x="920381" y="87097"/>
                  </a:lnTo>
                  <a:lnTo>
                    <a:pt x="925827" y="88189"/>
                  </a:lnTo>
                  <a:lnTo>
                    <a:pt x="931273" y="89188"/>
                  </a:lnTo>
                  <a:lnTo>
                    <a:pt x="936719" y="90087"/>
                  </a:lnTo>
                  <a:lnTo>
                    <a:pt x="942165" y="90899"/>
                  </a:lnTo>
                  <a:lnTo>
                    <a:pt x="947611" y="91632"/>
                  </a:lnTo>
                  <a:lnTo>
                    <a:pt x="953057" y="92291"/>
                  </a:lnTo>
                  <a:lnTo>
                    <a:pt x="958503" y="92879"/>
                  </a:lnTo>
                  <a:lnTo>
                    <a:pt x="963949" y="93401"/>
                  </a:lnTo>
                  <a:lnTo>
                    <a:pt x="969396" y="93862"/>
                  </a:lnTo>
                  <a:lnTo>
                    <a:pt x="974842" y="94265"/>
                  </a:lnTo>
                  <a:lnTo>
                    <a:pt x="980288" y="94608"/>
                  </a:lnTo>
                  <a:lnTo>
                    <a:pt x="985734" y="94906"/>
                  </a:lnTo>
                  <a:lnTo>
                    <a:pt x="991180" y="95161"/>
                  </a:lnTo>
                  <a:lnTo>
                    <a:pt x="996626" y="95379"/>
                  </a:lnTo>
                  <a:lnTo>
                    <a:pt x="1002072" y="95564"/>
                  </a:lnTo>
                  <a:lnTo>
                    <a:pt x="1007518" y="95718"/>
                  </a:lnTo>
                  <a:lnTo>
                    <a:pt x="1012964" y="95846"/>
                  </a:lnTo>
                  <a:lnTo>
                    <a:pt x="1018410" y="95950"/>
                  </a:lnTo>
                  <a:lnTo>
                    <a:pt x="1023856" y="96032"/>
                  </a:lnTo>
                  <a:lnTo>
                    <a:pt x="1029302" y="96098"/>
                  </a:lnTo>
                  <a:lnTo>
                    <a:pt x="1034748" y="96149"/>
                  </a:lnTo>
                  <a:lnTo>
                    <a:pt x="1040194" y="96188"/>
                  </a:lnTo>
                  <a:lnTo>
                    <a:pt x="1045640" y="96216"/>
                  </a:lnTo>
                  <a:lnTo>
                    <a:pt x="1051086" y="96235"/>
                  </a:lnTo>
                  <a:lnTo>
                    <a:pt x="1056532" y="96247"/>
                  </a:lnTo>
                  <a:lnTo>
                    <a:pt x="1061978" y="96250"/>
                  </a:lnTo>
                  <a:lnTo>
                    <a:pt x="1067424" y="96248"/>
                  </a:lnTo>
                  <a:lnTo>
                    <a:pt x="1072870" y="96240"/>
                  </a:lnTo>
                  <a:lnTo>
                    <a:pt x="1078316" y="96228"/>
                  </a:lnTo>
                  <a:lnTo>
                    <a:pt x="1083762" y="96212"/>
                  </a:lnTo>
                  <a:lnTo>
                    <a:pt x="1089209" y="96193"/>
                  </a:lnTo>
                  <a:lnTo>
                    <a:pt x="1094655" y="96170"/>
                  </a:lnTo>
                  <a:lnTo>
                    <a:pt x="1100101" y="96143"/>
                  </a:lnTo>
                  <a:lnTo>
                    <a:pt x="1105547" y="96114"/>
                  </a:lnTo>
                  <a:lnTo>
                    <a:pt x="1110993" y="96083"/>
                  </a:lnTo>
                  <a:lnTo>
                    <a:pt x="1116439" y="96049"/>
                  </a:lnTo>
                  <a:lnTo>
                    <a:pt x="1121885" y="96014"/>
                  </a:lnTo>
                  <a:lnTo>
                    <a:pt x="1127331" y="95977"/>
                  </a:lnTo>
                  <a:lnTo>
                    <a:pt x="1132777" y="95939"/>
                  </a:lnTo>
                  <a:lnTo>
                    <a:pt x="1138223" y="95901"/>
                  </a:lnTo>
                  <a:lnTo>
                    <a:pt x="1143669" y="95862"/>
                  </a:lnTo>
                  <a:lnTo>
                    <a:pt x="1149115" y="95824"/>
                  </a:lnTo>
                  <a:lnTo>
                    <a:pt x="1154561" y="95786"/>
                  </a:lnTo>
                  <a:lnTo>
                    <a:pt x="1160007" y="95750"/>
                  </a:lnTo>
                  <a:lnTo>
                    <a:pt x="1165453" y="95716"/>
                  </a:lnTo>
                  <a:lnTo>
                    <a:pt x="1170899" y="95684"/>
                  </a:lnTo>
                  <a:lnTo>
                    <a:pt x="1176345" y="95655"/>
                  </a:lnTo>
                  <a:lnTo>
                    <a:pt x="1181791" y="95629"/>
                  </a:lnTo>
                  <a:lnTo>
                    <a:pt x="1187237" y="95608"/>
                  </a:lnTo>
                  <a:lnTo>
                    <a:pt x="1192683" y="95592"/>
                  </a:lnTo>
                  <a:lnTo>
                    <a:pt x="1198129" y="95581"/>
                  </a:lnTo>
                  <a:lnTo>
                    <a:pt x="1203575" y="95575"/>
                  </a:lnTo>
                  <a:lnTo>
                    <a:pt x="1209021" y="95575"/>
                  </a:lnTo>
                  <a:lnTo>
                    <a:pt x="1214468" y="95581"/>
                  </a:lnTo>
                  <a:lnTo>
                    <a:pt x="1219914" y="95592"/>
                  </a:lnTo>
                  <a:lnTo>
                    <a:pt x="1225360" y="95610"/>
                  </a:lnTo>
                  <a:lnTo>
                    <a:pt x="1230806" y="95634"/>
                  </a:lnTo>
                  <a:lnTo>
                    <a:pt x="1236252" y="95662"/>
                  </a:lnTo>
                  <a:lnTo>
                    <a:pt x="1241698" y="95696"/>
                  </a:lnTo>
                  <a:lnTo>
                    <a:pt x="1247144" y="95733"/>
                  </a:lnTo>
                  <a:lnTo>
                    <a:pt x="1252590" y="95773"/>
                  </a:lnTo>
                  <a:lnTo>
                    <a:pt x="1258036" y="95816"/>
                  </a:lnTo>
                  <a:lnTo>
                    <a:pt x="1263482" y="95860"/>
                  </a:lnTo>
                  <a:lnTo>
                    <a:pt x="1268928" y="95905"/>
                  </a:lnTo>
                  <a:lnTo>
                    <a:pt x="1274374" y="95950"/>
                  </a:lnTo>
                  <a:lnTo>
                    <a:pt x="1279820" y="95994"/>
                  </a:lnTo>
                  <a:lnTo>
                    <a:pt x="1285266" y="96037"/>
                  </a:lnTo>
                  <a:lnTo>
                    <a:pt x="1290712" y="96077"/>
                  </a:lnTo>
                  <a:lnTo>
                    <a:pt x="1296158" y="96115"/>
                  </a:lnTo>
                  <a:lnTo>
                    <a:pt x="1301604" y="96151"/>
                  </a:lnTo>
                  <a:lnTo>
                    <a:pt x="1307050" y="96183"/>
                  </a:lnTo>
                  <a:lnTo>
                    <a:pt x="1312496" y="96211"/>
                  </a:lnTo>
                  <a:lnTo>
                    <a:pt x="1317942" y="96236"/>
                  </a:lnTo>
                  <a:lnTo>
                    <a:pt x="1323388" y="96257"/>
                  </a:lnTo>
                  <a:lnTo>
                    <a:pt x="1328834" y="96275"/>
                  </a:lnTo>
                  <a:lnTo>
                    <a:pt x="1334281" y="96289"/>
                  </a:lnTo>
                  <a:lnTo>
                    <a:pt x="1339727" y="96300"/>
                  </a:lnTo>
                  <a:lnTo>
                    <a:pt x="1345173" y="96308"/>
                  </a:lnTo>
                  <a:lnTo>
                    <a:pt x="1350619" y="96313"/>
                  </a:lnTo>
                  <a:lnTo>
                    <a:pt x="1356065" y="96315"/>
                  </a:lnTo>
                  <a:lnTo>
                    <a:pt x="1361511" y="96313"/>
                  </a:lnTo>
                  <a:lnTo>
                    <a:pt x="1366957" y="96309"/>
                  </a:lnTo>
                  <a:lnTo>
                    <a:pt x="1372403" y="96302"/>
                  </a:lnTo>
                  <a:lnTo>
                    <a:pt x="1377849" y="96293"/>
                  </a:lnTo>
                  <a:lnTo>
                    <a:pt x="1383295" y="96280"/>
                  </a:lnTo>
                  <a:lnTo>
                    <a:pt x="1388741" y="96265"/>
                  </a:lnTo>
                  <a:lnTo>
                    <a:pt x="1394187" y="96247"/>
                  </a:lnTo>
                  <a:lnTo>
                    <a:pt x="1399633" y="96226"/>
                  </a:lnTo>
                  <a:lnTo>
                    <a:pt x="1405079" y="96202"/>
                  </a:lnTo>
                  <a:lnTo>
                    <a:pt x="1410525" y="96175"/>
                  </a:lnTo>
                  <a:lnTo>
                    <a:pt x="1415971" y="96146"/>
                  </a:lnTo>
                  <a:lnTo>
                    <a:pt x="1421417" y="96114"/>
                  </a:lnTo>
                  <a:lnTo>
                    <a:pt x="1426863" y="96079"/>
                  </a:lnTo>
                  <a:lnTo>
                    <a:pt x="1432309" y="96043"/>
                  </a:lnTo>
                  <a:lnTo>
                    <a:pt x="1437755" y="96004"/>
                  </a:lnTo>
                  <a:lnTo>
                    <a:pt x="1443201" y="95964"/>
                  </a:lnTo>
                  <a:lnTo>
                    <a:pt x="1448647" y="95923"/>
                  </a:lnTo>
                  <a:lnTo>
                    <a:pt x="1454094" y="95881"/>
                  </a:lnTo>
                  <a:lnTo>
                    <a:pt x="1459540" y="95838"/>
                  </a:lnTo>
                  <a:lnTo>
                    <a:pt x="1464986" y="95797"/>
                  </a:lnTo>
                  <a:lnTo>
                    <a:pt x="1470432" y="95756"/>
                  </a:lnTo>
                  <a:lnTo>
                    <a:pt x="1475878" y="95716"/>
                  </a:lnTo>
                  <a:lnTo>
                    <a:pt x="1481324" y="95680"/>
                  </a:lnTo>
                  <a:lnTo>
                    <a:pt x="1486770" y="95647"/>
                  </a:lnTo>
                  <a:lnTo>
                    <a:pt x="1492216" y="95617"/>
                  </a:lnTo>
                  <a:lnTo>
                    <a:pt x="1497662" y="95592"/>
                  </a:lnTo>
                  <a:lnTo>
                    <a:pt x="1503108" y="95572"/>
                  </a:lnTo>
                  <a:lnTo>
                    <a:pt x="1508554" y="95557"/>
                  </a:lnTo>
                  <a:lnTo>
                    <a:pt x="1514000" y="95549"/>
                  </a:lnTo>
                  <a:lnTo>
                    <a:pt x="1519446" y="95547"/>
                  </a:lnTo>
                  <a:lnTo>
                    <a:pt x="1524892" y="95552"/>
                  </a:lnTo>
                  <a:lnTo>
                    <a:pt x="1530338" y="95564"/>
                  </a:lnTo>
                  <a:lnTo>
                    <a:pt x="1535784" y="95582"/>
                  </a:lnTo>
                  <a:lnTo>
                    <a:pt x="1541230" y="95605"/>
                  </a:lnTo>
                  <a:lnTo>
                    <a:pt x="1546676" y="95635"/>
                  </a:lnTo>
                  <a:lnTo>
                    <a:pt x="1552122" y="95669"/>
                  </a:lnTo>
                  <a:lnTo>
                    <a:pt x="1557568" y="95707"/>
                  </a:lnTo>
                  <a:lnTo>
                    <a:pt x="1563014" y="95750"/>
                  </a:lnTo>
                  <a:lnTo>
                    <a:pt x="1568460" y="95794"/>
                  </a:lnTo>
                  <a:lnTo>
                    <a:pt x="1573907" y="95841"/>
                  </a:lnTo>
                  <a:lnTo>
                    <a:pt x="1579353" y="95888"/>
                  </a:lnTo>
                  <a:lnTo>
                    <a:pt x="1584799" y="95934"/>
                  </a:lnTo>
                  <a:lnTo>
                    <a:pt x="1590245" y="95980"/>
                  </a:lnTo>
                  <a:lnTo>
                    <a:pt x="1595691" y="96024"/>
                  </a:lnTo>
                  <a:lnTo>
                    <a:pt x="1601137" y="96065"/>
                  </a:lnTo>
                  <a:lnTo>
                    <a:pt x="1606583" y="96104"/>
                  </a:lnTo>
                  <a:lnTo>
                    <a:pt x="1612029" y="96138"/>
                  </a:lnTo>
                  <a:lnTo>
                    <a:pt x="1617475" y="96170"/>
                  </a:lnTo>
                  <a:lnTo>
                    <a:pt x="1622921" y="96197"/>
                  </a:lnTo>
                  <a:lnTo>
                    <a:pt x="1628367" y="96220"/>
                  </a:lnTo>
                  <a:lnTo>
                    <a:pt x="1633813" y="96240"/>
                  </a:lnTo>
                  <a:lnTo>
                    <a:pt x="1639259" y="96255"/>
                  </a:lnTo>
                  <a:lnTo>
                    <a:pt x="1644705" y="96266"/>
                  </a:lnTo>
                  <a:lnTo>
                    <a:pt x="1650151" y="96273"/>
                  </a:lnTo>
                  <a:lnTo>
                    <a:pt x="1655597" y="96277"/>
                  </a:lnTo>
                  <a:lnTo>
                    <a:pt x="1661043" y="96277"/>
                  </a:lnTo>
                  <a:lnTo>
                    <a:pt x="1666489" y="96274"/>
                  </a:lnTo>
                  <a:lnTo>
                    <a:pt x="1671935" y="96268"/>
                  </a:lnTo>
                  <a:lnTo>
                    <a:pt x="1677381" y="96260"/>
                  </a:lnTo>
                  <a:lnTo>
                    <a:pt x="1682827" y="96250"/>
                  </a:lnTo>
                  <a:lnTo>
                    <a:pt x="1688273" y="96237"/>
                  </a:lnTo>
                  <a:lnTo>
                    <a:pt x="1693720" y="96222"/>
                  </a:lnTo>
                  <a:lnTo>
                    <a:pt x="1699166" y="96207"/>
                  </a:lnTo>
                  <a:lnTo>
                    <a:pt x="1704612" y="96190"/>
                  </a:lnTo>
                  <a:lnTo>
                    <a:pt x="1710058" y="96174"/>
                  </a:lnTo>
                  <a:lnTo>
                    <a:pt x="1715504" y="96156"/>
                  </a:lnTo>
                  <a:lnTo>
                    <a:pt x="1720950" y="96139"/>
                  </a:lnTo>
                  <a:lnTo>
                    <a:pt x="1726396" y="96123"/>
                  </a:lnTo>
                  <a:lnTo>
                    <a:pt x="1731842" y="96107"/>
                  </a:lnTo>
                  <a:lnTo>
                    <a:pt x="1737288" y="96092"/>
                  </a:lnTo>
                  <a:lnTo>
                    <a:pt x="1742734" y="96078"/>
                  </a:lnTo>
                  <a:lnTo>
                    <a:pt x="1748180" y="96066"/>
                  </a:lnTo>
                  <a:lnTo>
                    <a:pt x="1753626" y="96055"/>
                  </a:lnTo>
                  <a:lnTo>
                    <a:pt x="1759072" y="96045"/>
                  </a:lnTo>
                  <a:lnTo>
                    <a:pt x="1764518" y="96037"/>
                  </a:lnTo>
                  <a:lnTo>
                    <a:pt x="1769964" y="96031"/>
                  </a:lnTo>
                  <a:lnTo>
                    <a:pt x="1775410" y="96026"/>
                  </a:lnTo>
                  <a:lnTo>
                    <a:pt x="1780856" y="96023"/>
                  </a:lnTo>
                  <a:lnTo>
                    <a:pt x="1786302" y="96021"/>
                  </a:lnTo>
                  <a:lnTo>
                    <a:pt x="1791748" y="96021"/>
                  </a:lnTo>
                  <a:lnTo>
                    <a:pt x="1797194" y="96022"/>
                  </a:lnTo>
                  <a:lnTo>
                    <a:pt x="1802640" y="96024"/>
                  </a:lnTo>
                  <a:lnTo>
                    <a:pt x="1808086" y="96028"/>
                  </a:lnTo>
                  <a:lnTo>
                    <a:pt x="1813532" y="96034"/>
                  </a:lnTo>
                  <a:lnTo>
                    <a:pt x="1818979" y="96041"/>
                  </a:lnTo>
                  <a:lnTo>
                    <a:pt x="1824425" y="96050"/>
                  </a:lnTo>
                  <a:lnTo>
                    <a:pt x="1829871" y="96060"/>
                  </a:lnTo>
                  <a:lnTo>
                    <a:pt x="1835317" y="96072"/>
                  </a:lnTo>
                  <a:lnTo>
                    <a:pt x="1840763" y="96085"/>
                  </a:lnTo>
                  <a:lnTo>
                    <a:pt x="1846209" y="96100"/>
                  </a:lnTo>
                  <a:lnTo>
                    <a:pt x="1851655" y="96116"/>
                  </a:lnTo>
                  <a:lnTo>
                    <a:pt x="1857101" y="96132"/>
                  </a:lnTo>
                  <a:lnTo>
                    <a:pt x="1862547" y="96150"/>
                  </a:lnTo>
                  <a:lnTo>
                    <a:pt x="1867993" y="96168"/>
                  </a:lnTo>
                  <a:lnTo>
                    <a:pt x="1873439" y="96186"/>
                  </a:lnTo>
                  <a:lnTo>
                    <a:pt x="1878885" y="96204"/>
                  </a:lnTo>
                  <a:lnTo>
                    <a:pt x="1884331" y="96221"/>
                  </a:lnTo>
                  <a:lnTo>
                    <a:pt x="1889777" y="96239"/>
                  </a:lnTo>
                  <a:lnTo>
                    <a:pt x="1895223" y="96255"/>
                  </a:lnTo>
                  <a:lnTo>
                    <a:pt x="1900669" y="96270"/>
                  </a:lnTo>
                  <a:lnTo>
                    <a:pt x="1906115" y="96285"/>
                  </a:lnTo>
                  <a:lnTo>
                    <a:pt x="1911561" y="96298"/>
                  </a:lnTo>
                  <a:lnTo>
                    <a:pt x="1917007" y="96309"/>
                  </a:lnTo>
                  <a:lnTo>
                    <a:pt x="1922453" y="96320"/>
                  </a:lnTo>
                  <a:lnTo>
                    <a:pt x="1927899" y="96329"/>
                  </a:lnTo>
                  <a:lnTo>
                    <a:pt x="1933345" y="96336"/>
                  </a:lnTo>
                  <a:lnTo>
                    <a:pt x="1938792" y="96343"/>
                  </a:lnTo>
                  <a:lnTo>
                    <a:pt x="1944238" y="96348"/>
                  </a:lnTo>
                  <a:lnTo>
                    <a:pt x="1949684" y="96352"/>
                  </a:lnTo>
                  <a:lnTo>
                    <a:pt x="1955130" y="96354"/>
                  </a:lnTo>
                  <a:lnTo>
                    <a:pt x="1960576" y="96356"/>
                  </a:lnTo>
                  <a:lnTo>
                    <a:pt x="1966022" y="96357"/>
                  </a:lnTo>
                  <a:lnTo>
                    <a:pt x="1971468" y="96356"/>
                  </a:lnTo>
                  <a:lnTo>
                    <a:pt x="1976914" y="96355"/>
                  </a:lnTo>
                  <a:lnTo>
                    <a:pt x="1982360" y="96352"/>
                  </a:lnTo>
                  <a:lnTo>
                    <a:pt x="1987806" y="96348"/>
                  </a:lnTo>
                  <a:lnTo>
                    <a:pt x="1993252" y="96343"/>
                  </a:lnTo>
                  <a:lnTo>
                    <a:pt x="1998698" y="96336"/>
                  </a:lnTo>
                  <a:lnTo>
                    <a:pt x="2004144" y="96329"/>
                  </a:lnTo>
                  <a:lnTo>
                    <a:pt x="2009590" y="96320"/>
                  </a:lnTo>
                  <a:lnTo>
                    <a:pt x="2015036" y="96310"/>
                  </a:lnTo>
                  <a:lnTo>
                    <a:pt x="2020482" y="96299"/>
                  </a:lnTo>
                  <a:lnTo>
                    <a:pt x="2025928" y="96286"/>
                  </a:lnTo>
                  <a:lnTo>
                    <a:pt x="2031374" y="96273"/>
                  </a:lnTo>
                  <a:lnTo>
                    <a:pt x="2036820" y="96259"/>
                  </a:lnTo>
                  <a:lnTo>
                    <a:pt x="2042266" y="96244"/>
                  </a:lnTo>
                  <a:lnTo>
                    <a:pt x="2047712" y="96229"/>
                  </a:lnTo>
                  <a:lnTo>
                    <a:pt x="2053158" y="96214"/>
                  </a:lnTo>
                  <a:lnTo>
                    <a:pt x="2058605" y="96199"/>
                  </a:lnTo>
                  <a:lnTo>
                    <a:pt x="2064051" y="96185"/>
                  </a:lnTo>
                  <a:lnTo>
                    <a:pt x="2069497" y="96172"/>
                  </a:lnTo>
                  <a:lnTo>
                    <a:pt x="2074943" y="96161"/>
                  </a:lnTo>
                  <a:lnTo>
                    <a:pt x="2080389" y="96151"/>
                  </a:lnTo>
                  <a:lnTo>
                    <a:pt x="2085835" y="96143"/>
                  </a:lnTo>
                  <a:lnTo>
                    <a:pt x="2091281" y="96137"/>
                  </a:lnTo>
                  <a:lnTo>
                    <a:pt x="2096727" y="96134"/>
                  </a:lnTo>
                  <a:lnTo>
                    <a:pt x="2102173" y="96134"/>
                  </a:lnTo>
                  <a:lnTo>
                    <a:pt x="2107619" y="96136"/>
                  </a:lnTo>
                  <a:lnTo>
                    <a:pt x="2113065" y="96141"/>
                  </a:lnTo>
                  <a:lnTo>
                    <a:pt x="2118511" y="96148"/>
                  </a:lnTo>
                  <a:lnTo>
                    <a:pt x="2123957" y="96157"/>
                  </a:lnTo>
                  <a:lnTo>
                    <a:pt x="2129403" y="96168"/>
                  </a:lnTo>
                  <a:lnTo>
                    <a:pt x="2134849" y="96181"/>
                  </a:lnTo>
                  <a:lnTo>
                    <a:pt x="2140295" y="96195"/>
                  </a:lnTo>
                  <a:lnTo>
                    <a:pt x="2145741" y="96209"/>
                  </a:lnTo>
                  <a:lnTo>
                    <a:pt x="2151187" y="96224"/>
                  </a:lnTo>
                  <a:lnTo>
                    <a:pt x="2156633" y="96240"/>
                  </a:lnTo>
                  <a:lnTo>
                    <a:pt x="2162079" y="96254"/>
                  </a:lnTo>
                  <a:lnTo>
                    <a:pt x="2167525" y="96269"/>
                  </a:lnTo>
                  <a:lnTo>
                    <a:pt x="2172971" y="96283"/>
                  </a:lnTo>
                  <a:lnTo>
                    <a:pt x="2178418" y="96295"/>
                  </a:lnTo>
                  <a:lnTo>
                    <a:pt x="2183864" y="96307"/>
                  </a:lnTo>
                  <a:lnTo>
                    <a:pt x="2189310" y="96318"/>
                  </a:lnTo>
                  <a:lnTo>
                    <a:pt x="2194756" y="96327"/>
                  </a:lnTo>
                  <a:lnTo>
                    <a:pt x="2200202" y="96335"/>
                  </a:lnTo>
                  <a:lnTo>
                    <a:pt x="2205648" y="96343"/>
                  </a:lnTo>
                  <a:lnTo>
                    <a:pt x="2211094" y="96349"/>
                  </a:lnTo>
                  <a:lnTo>
                    <a:pt x="2216540" y="96354"/>
                  </a:lnTo>
                  <a:lnTo>
                    <a:pt x="2221986" y="96358"/>
                  </a:lnTo>
                  <a:lnTo>
                    <a:pt x="2227432" y="96362"/>
                  </a:lnTo>
                  <a:lnTo>
                    <a:pt x="2232878" y="96365"/>
                  </a:lnTo>
                  <a:lnTo>
                    <a:pt x="2238324" y="96367"/>
                  </a:lnTo>
                  <a:lnTo>
                    <a:pt x="2243770" y="96369"/>
                  </a:lnTo>
                  <a:lnTo>
                    <a:pt x="2249216" y="96370"/>
                  </a:lnTo>
                  <a:lnTo>
                    <a:pt x="2254662" y="96371"/>
                  </a:lnTo>
                  <a:lnTo>
                    <a:pt x="2260108" y="96372"/>
                  </a:lnTo>
                  <a:lnTo>
                    <a:pt x="2265554" y="96373"/>
                  </a:lnTo>
                  <a:lnTo>
                    <a:pt x="2271000" y="96373"/>
                  </a:lnTo>
                  <a:lnTo>
                    <a:pt x="2276446" y="96374"/>
                  </a:lnTo>
                  <a:lnTo>
                    <a:pt x="2281892" y="96374"/>
                  </a:lnTo>
                  <a:lnTo>
                    <a:pt x="2287338" y="96374"/>
                  </a:lnTo>
                  <a:lnTo>
                    <a:pt x="2292784" y="96374"/>
                  </a:lnTo>
                  <a:lnTo>
                    <a:pt x="2298231" y="96374"/>
                  </a:lnTo>
                  <a:lnTo>
                    <a:pt x="2303677" y="96374"/>
                  </a:lnTo>
                  <a:lnTo>
                    <a:pt x="2309123" y="96374"/>
                  </a:lnTo>
                  <a:lnTo>
                    <a:pt x="2314569" y="96374"/>
                  </a:lnTo>
                  <a:lnTo>
                    <a:pt x="2320015" y="96374"/>
                  </a:lnTo>
                  <a:lnTo>
                    <a:pt x="2325461" y="96373"/>
                  </a:lnTo>
                  <a:lnTo>
                    <a:pt x="2330907" y="96373"/>
                  </a:lnTo>
                  <a:lnTo>
                    <a:pt x="2336353" y="96372"/>
                  </a:lnTo>
                  <a:lnTo>
                    <a:pt x="2341799" y="96371"/>
                  </a:lnTo>
                  <a:lnTo>
                    <a:pt x="2347245" y="96370"/>
                  </a:lnTo>
                  <a:lnTo>
                    <a:pt x="2352691" y="96368"/>
                  </a:lnTo>
                  <a:lnTo>
                    <a:pt x="2358137" y="96366"/>
                  </a:lnTo>
                  <a:lnTo>
                    <a:pt x="2363583" y="96364"/>
                  </a:lnTo>
                  <a:lnTo>
                    <a:pt x="2369029" y="96361"/>
                  </a:lnTo>
                  <a:lnTo>
                    <a:pt x="2374475" y="96357"/>
                  </a:lnTo>
                  <a:lnTo>
                    <a:pt x="2379921" y="96353"/>
                  </a:lnTo>
                  <a:lnTo>
                    <a:pt x="2385367" y="96347"/>
                  </a:lnTo>
                  <a:lnTo>
                    <a:pt x="2390813" y="96341"/>
                  </a:lnTo>
                  <a:lnTo>
                    <a:pt x="2396259" y="96334"/>
                  </a:lnTo>
                  <a:lnTo>
                    <a:pt x="2401705" y="96325"/>
                  </a:lnTo>
                  <a:lnTo>
                    <a:pt x="2407151" y="96315"/>
                  </a:lnTo>
                  <a:lnTo>
                    <a:pt x="2412597" y="96304"/>
                  </a:lnTo>
                  <a:lnTo>
                    <a:pt x="2418043" y="96292"/>
                  </a:lnTo>
                  <a:lnTo>
                    <a:pt x="2423490" y="96279"/>
                  </a:lnTo>
                  <a:lnTo>
                    <a:pt x="2428936" y="96265"/>
                  </a:lnTo>
                  <a:lnTo>
                    <a:pt x="2434382" y="96251"/>
                  </a:lnTo>
                  <a:lnTo>
                    <a:pt x="2439828" y="96236"/>
                  </a:lnTo>
                  <a:lnTo>
                    <a:pt x="2445274" y="96221"/>
                  </a:lnTo>
                  <a:lnTo>
                    <a:pt x="2450720" y="96206"/>
                  </a:lnTo>
                  <a:lnTo>
                    <a:pt x="2456166" y="96191"/>
                  </a:lnTo>
                  <a:lnTo>
                    <a:pt x="2461612" y="96178"/>
                  </a:lnTo>
                  <a:lnTo>
                    <a:pt x="2467058" y="96165"/>
                  </a:lnTo>
                  <a:lnTo>
                    <a:pt x="2472504" y="96155"/>
                  </a:lnTo>
                  <a:lnTo>
                    <a:pt x="2477950" y="96146"/>
                  </a:lnTo>
                  <a:lnTo>
                    <a:pt x="2483396" y="96139"/>
                  </a:lnTo>
                  <a:lnTo>
                    <a:pt x="2488842" y="96136"/>
                  </a:lnTo>
                  <a:lnTo>
                    <a:pt x="2494288" y="96134"/>
                  </a:lnTo>
                  <a:lnTo>
                    <a:pt x="2499734" y="96135"/>
                  </a:lnTo>
                  <a:lnTo>
                    <a:pt x="2505180" y="96139"/>
                  </a:lnTo>
                  <a:lnTo>
                    <a:pt x="2510626" y="96145"/>
                  </a:lnTo>
                  <a:lnTo>
                    <a:pt x="2516072" y="96153"/>
                  </a:lnTo>
                  <a:lnTo>
                    <a:pt x="2521518" y="96163"/>
                  </a:lnTo>
                  <a:lnTo>
                    <a:pt x="2526964" y="96175"/>
                  </a:lnTo>
                  <a:lnTo>
                    <a:pt x="2532410" y="96189"/>
                  </a:lnTo>
                  <a:lnTo>
                    <a:pt x="2537856" y="96203"/>
                  </a:lnTo>
                  <a:lnTo>
                    <a:pt x="2543303" y="96218"/>
                  </a:lnTo>
                  <a:lnTo>
                    <a:pt x="2548749" y="96233"/>
                  </a:lnTo>
                  <a:lnTo>
                    <a:pt x="2554195" y="96248"/>
                  </a:lnTo>
                  <a:lnTo>
                    <a:pt x="2559641" y="96262"/>
                  </a:lnTo>
                  <a:lnTo>
                    <a:pt x="2565087" y="96276"/>
                  </a:lnTo>
                  <a:lnTo>
                    <a:pt x="2570533" y="96289"/>
                  </a:lnTo>
                  <a:lnTo>
                    <a:pt x="2575979" y="96301"/>
                  </a:lnTo>
                  <a:lnTo>
                    <a:pt x="2581425" y="96311"/>
                  </a:lnTo>
                  <a:lnTo>
                    <a:pt x="2586871" y="96320"/>
                  </a:lnTo>
                  <a:lnTo>
                    <a:pt x="2592317" y="96328"/>
                  </a:lnTo>
                  <a:lnTo>
                    <a:pt x="2597763" y="96334"/>
                  </a:lnTo>
                  <a:lnTo>
                    <a:pt x="2603209" y="96339"/>
                  </a:lnTo>
                  <a:lnTo>
                    <a:pt x="2608655" y="96342"/>
                  </a:lnTo>
                  <a:lnTo>
                    <a:pt x="2614101" y="96344"/>
                  </a:lnTo>
                  <a:lnTo>
                    <a:pt x="2619547" y="96344"/>
                  </a:lnTo>
                  <a:lnTo>
                    <a:pt x="2624993" y="96342"/>
                  </a:lnTo>
                  <a:lnTo>
                    <a:pt x="2630439" y="96339"/>
                  </a:lnTo>
                  <a:lnTo>
                    <a:pt x="2635885" y="96334"/>
                  </a:lnTo>
                  <a:lnTo>
                    <a:pt x="2641331" y="96327"/>
                  </a:lnTo>
                  <a:lnTo>
                    <a:pt x="2646777" y="96318"/>
                  </a:lnTo>
                  <a:lnTo>
                    <a:pt x="2652223" y="96308"/>
                  </a:lnTo>
                  <a:lnTo>
                    <a:pt x="2657669" y="96295"/>
                  </a:lnTo>
                  <a:lnTo>
                    <a:pt x="2663116" y="96280"/>
                  </a:lnTo>
                  <a:lnTo>
                    <a:pt x="2668562" y="96263"/>
                  </a:lnTo>
                  <a:lnTo>
                    <a:pt x="2674008" y="96243"/>
                  </a:lnTo>
                  <a:lnTo>
                    <a:pt x="2679454" y="96222"/>
                  </a:lnTo>
                  <a:lnTo>
                    <a:pt x="2684900" y="96200"/>
                  </a:lnTo>
                  <a:lnTo>
                    <a:pt x="2690346" y="96175"/>
                  </a:lnTo>
                  <a:lnTo>
                    <a:pt x="2695792" y="96149"/>
                  </a:lnTo>
                  <a:lnTo>
                    <a:pt x="2701238" y="96122"/>
                  </a:lnTo>
                  <a:lnTo>
                    <a:pt x="2706684" y="96095"/>
                  </a:lnTo>
                  <a:lnTo>
                    <a:pt x="2712130" y="96068"/>
                  </a:lnTo>
                  <a:lnTo>
                    <a:pt x="2717576" y="96042"/>
                  </a:lnTo>
                  <a:lnTo>
                    <a:pt x="2723022" y="96016"/>
                  </a:lnTo>
                  <a:lnTo>
                    <a:pt x="2728468" y="95993"/>
                  </a:lnTo>
                  <a:lnTo>
                    <a:pt x="2733914" y="95972"/>
                  </a:lnTo>
                  <a:lnTo>
                    <a:pt x="2739360" y="95954"/>
                  </a:lnTo>
                  <a:lnTo>
                    <a:pt x="2744806" y="95939"/>
                  </a:lnTo>
                  <a:lnTo>
                    <a:pt x="2750252" y="95928"/>
                  </a:lnTo>
                  <a:lnTo>
                    <a:pt x="2755698" y="95921"/>
                  </a:lnTo>
                  <a:lnTo>
                    <a:pt x="2761144" y="95918"/>
                  </a:lnTo>
                  <a:lnTo>
                    <a:pt x="2766590" y="95920"/>
                  </a:lnTo>
                  <a:lnTo>
                    <a:pt x="2772036" y="95926"/>
                  </a:lnTo>
                  <a:lnTo>
                    <a:pt x="2777482" y="95937"/>
                  </a:lnTo>
                  <a:lnTo>
                    <a:pt x="2782929" y="95951"/>
                  </a:lnTo>
                  <a:lnTo>
                    <a:pt x="2782929" y="96374"/>
                  </a:lnTo>
                  <a:lnTo>
                    <a:pt x="2777482" y="96374"/>
                  </a:lnTo>
                  <a:lnTo>
                    <a:pt x="2772036" y="96374"/>
                  </a:lnTo>
                  <a:lnTo>
                    <a:pt x="2766590" y="96374"/>
                  </a:lnTo>
                  <a:lnTo>
                    <a:pt x="2761144" y="96374"/>
                  </a:lnTo>
                  <a:lnTo>
                    <a:pt x="2755698" y="96374"/>
                  </a:lnTo>
                  <a:lnTo>
                    <a:pt x="2750252" y="96374"/>
                  </a:lnTo>
                  <a:lnTo>
                    <a:pt x="2744806" y="96374"/>
                  </a:lnTo>
                  <a:lnTo>
                    <a:pt x="2739360" y="96374"/>
                  </a:lnTo>
                  <a:lnTo>
                    <a:pt x="2733914" y="96374"/>
                  </a:lnTo>
                  <a:lnTo>
                    <a:pt x="2728468" y="96374"/>
                  </a:lnTo>
                  <a:lnTo>
                    <a:pt x="2723022" y="96374"/>
                  </a:lnTo>
                  <a:lnTo>
                    <a:pt x="2717576" y="96374"/>
                  </a:lnTo>
                  <a:lnTo>
                    <a:pt x="2712130" y="96374"/>
                  </a:lnTo>
                  <a:lnTo>
                    <a:pt x="2706684" y="96374"/>
                  </a:lnTo>
                  <a:lnTo>
                    <a:pt x="2701238" y="96374"/>
                  </a:lnTo>
                  <a:lnTo>
                    <a:pt x="2695792" y="96374"/>
                  </a:lnTo>
                  <a:lnTo>
                    <a:pt x="2690346" y="96374"/>
                  </a:lnTo>
                  <a:lnTo>
                    <a:pt x="2684900" y="96374"/>
                  </a:lnTo>
                  <a:lnTo>
                    <a:pt x="2679454" y="96374"/>
                  </a:lnTo>
                  <a:lnTo>
                    <a:pt x="2674008" y="96374"/>
                  </a:lnTo>
                  <a:lnTo>
                    <a:pt x="2668562" y="96374"/>
                  </a:lnTo>
                  <a:lnTo>
                    <a:pt x="2663116" y="96374"/>
                  </a:lnTo>
                  <a:lnTo>
                    <a:pt x="2657669" y="96374"/>
                  </a:lnTo>
                  <a:lnTo>
                    <a:pt x="2652223" y="96374"/>
                  </a:lnTo>
                  <a:lnTo>
                    <a:pt x="2646777" y="96374"/>
                  </a:lnTo>
                  <a:lnTo>
                    <a:pt x="2641331" y="96374"/>
                  </a:lnTo>
                  <a:lnTo>
                    <a:pt x="2635885" y="96374"/>
                  </a:lnTo>
                  <a:lnTo>
                    <a:pt x="2630439" y="96374"/>
                  </a:lnTo>
                  <a:lnTo>
                    <a:pt x="2624993" y="96374"/>
                  </a:lnTo>
                  <a:lnTo>
                    <a:pt x="2619547" y="96374"/>
                  </a:lnTo>
                  <a:lnTo>
                    <a:pt x="2614101" y="96374"/>
                  </a:lnTo>
                  <a:lnTo>
                    <a:pt x="2608655" y="96374"/>
                  </a:lnTo>
                  <a:lnTo>
                    <a:pt x="2603209" y="96374"/>
                  </a:lnTo>
                  <a:lnTo>
                    <a:pt x="2597763" y="96374"/>
                  </a:lnTo>
                  <a:lnTo>
                    <a:pt x="2592317" y="96374"/>
                  </a:lnTo>
                  <a:lnTo>
                    <a:pt x="2586871" y="96374"/>
                  </a:lnTo>
                  <a:lnTo>
                    <a:pt x="2581425" y="96374"/>
                  </a:lnTo>
                  <a:lnTo>
                    <a:pt x="2575979" y="96374"/>
                  </a:lnTo>
                  <a:lnTo>
                    <a:pt x="2570533" y="96374"/>
                  </a:lnTo>
                  <a:lnTo>
                    <a:pt x="2565087" y="96374"/>
                  </a:lnTo>
                  <a:lnTo>
                    <a:pt x="2559641" y="96374"/>
                  </a:lnTo>
                  <a:lnTo>
                    <a:pt x="2554195" y="96374"/>
                  </a:lnTo>
                  <a:lnTo>
                    <a:pt x="2548749" y="96374"/>
                  </a:lnTo>
                  <a:lnTo>
                    <a:pt x="2543303" y="96374"/>
                  </a:lnTo>
                  <a:lnTo>
                    <a:pt x="2537856" y="96374"/>
                  </a:lnTo>
                  <a:lnTo>
                    <a:pt x="2532410" y="96374"/>
                  </a:lnTo>
                  <a:lnTo>
                    <a:pt x="2526964" y="96374"/>
                  </a:lnTo>
                  <a:lnTo>
                    <a:pt x="2521518" y="96374"/>
                  </a:lnTo>
                  <a:lnTo>
                    <a:pt x="2516072" y="96374"/>
                  </a:lnTo>
                  <a:lnTo>
                    <a:pt x="2510626" y="96374"/>
                  </a:lnTo>
                  <a:lnTo>
                    <a:pt x="2505180" y="96374"/>
                  </a:lnTo>
                  <a:lnTo>
                    <a:pt x="2499734" y="96374"/>
                  </a:lnTo>
                  <a:lnTo>
                    <a:pt x="2494288" y="96374"/>
                  </a:lnTo>
                  <a:lnTo>
                    <a:pt x="2488842" y="96374"/>
                  </a:lnTo>
                  <a:lnTo>
                    <a:pt x="2483396" y="96374"/>
                  </a:lnTo>
                  <a:lnTo>
                    <a:pt x="2477950" y="96374"/>
                  </a:lnTo>
                  <a:lnTo>
                    <a:pt x="2472504" y="96374"/>
                  </a:lnTo>
                  <a:lnTo>
                    <a:pt x="2467058" y="96374"/>
                  </a:lnTo>
                  <a:lnTo>
                    <a:pt x="2461612" y="96374"/>
                  </a:lnTo>
                  <a:lnTo>
                    <a:pt x="2456166" y="96374"/>
                  </a:lnTo>
                  <a:lnTo>
                    <a:pt x="2450720" y="96374"/>
                  </a:lnTo>
                  <a:lnTo>
                    <a:pt x="2445274" y="96374"/>
                  </a:lnTo>
                  <a:lnTo>
                    <a:pt x="2439828" y="96374"/>
                  </a:lnTo>
                  <a:lnTo>
                    <a:pt x="2434382" y="96374"/>
                  </a:lnTo>
                  <a:lnTo>
                    <a:pt x="2428936" y="96374"/>
                  </a:lnTo>
                  <a:lnTo>
                    <a:pt x="2423490" y="96374"/>
                  </a:lnTo>
                  <a:lnTo>
                    <a:pt x="2418043" y="96374"/>
                  </a:lnTo>
                  <a:lnTo>
                    <a:pt x="2412597" y="96374"/>
                  </a:lnTo>
                  <a:lnTo>
                    <a:pt x="2407151" y="96374"/>
                  </a:lnTo>
                  <a:lnTo>
                    <a:pt x="2401705" y="96374"/>
                  </a:lnTo>
                  <a:lnTo>
                    <a:pt x="2396259" y="96374"/>
                  </a:lnTo>
                  <a:lnTo>
                    <a:pt x="2390813" y="96374"/>
                  </a:lnTo>
                  <a:lnTo>
                    <a:pt x="2385367" y="96374"/>
                  </a:lnTo>
                  <a:lnTo>
                    <a:pt x="2379921" y="96374"/>
                  </a:lnTo>
                  <a:lnTo>
                    <a:pt x="2374475" y="96374"/>
                  </a:lnTo>
                  <a:lnTo>
                    <a:pt x="2369029" y="96374"/>
                  </a:lnTo>
                  <a:lnTo>
                    <a:pt x="2363583" y="96374"/>
                  </a:lnTo>
                  <a:lnTo>
                    <a:pt x="2358137" y="96374"/>
                  </a:lnTo>
                  <a:lnTo>
                    <a:pt x="2352691" y="96374"/>
                  </a:lnTo>
                  <a:lnTo>
                    <a:pt x="2347245" y="96374"/>
                  </a:lnTo>
                  <a:lnTo>
                    <a:pt x="2341799" y="96374"/>
                  </a:lnTo>
                  <a:lnTo>
                    <a:pt x="2336353" y="96374"/>
                  </a:lnTo>
                  <a:lnTo>
                    <a:pt x="2330907" y="96374"/>
                  </a:lnTo>
                  <a:lnTo>
                    <a:pt x="2325461" y="96374"/>
                  </a:lnTo>
                  <a:lnTo>
                    <a:pt x="2320015" y="96374"/>
                  </a:lnTo>
                  <a:lnTo>
                    <a:pt x="2314569" y="96374"/>
                  </a:lnTo>
                  <a:lnTo>
                    <a:pt x="2309123" y="96374"/>
                  </a:lnTo>
                  <a:lnTo>
                    <a:pt x="2303677" y="96374"/>
                  </a:lnTo>
                  <a:lnTo>
                    <a:pt x="2298231" y="96374"/>
                  </a:lnTo>
                  <a:lnTo>
                    <a:pt x="2292784" y="96374"/>
                  </a:lnTo>
                  <a:lnTo>
                    <a:pt x="2287338" y="96374"/>
                  </a:lnTo>
                  <a:lnTo>
                    <a:pt x="2281892" y="96374"/>
                  </a:lnTo>
                  <a:lnTo>
                    <a:pt x="2276446" y="96374"/>
                  </a:lnTo>
                  <a:lnTo>
                    <a:pt x="2271000" y="96374"/>
                  </a:lnTo>
                  <a:lnTo>
                    <a:pt x="2265554" y="96374"/>
                  </a:lnTo>
                  <a:lnTo>
                    <a:pt x="2260108" y="96374"/>
                  </a:lnTo>
                  <a:lnTo>
                    <a:pt x="2254662" y="96374"/>
                  </a:lnTo>
                  <a:lnTo>
                    <a:pt x="2249216" y="96374"/>
                  </a:lnTo>
                  <a:lnTo>
                    <a:pt x="2243770" y="96374"/>
                  </a:lnTo>
                  <a:lnTo>
                    <a:pt x="2238324" y="96374"/>
                  </a:lnTo>
                  <a:lnTo>
                    <a:pt x="2232878" y="96374"/>
                  </a:lnTo>
                  <a:lnTo>
                    <a:pt x="2227432" y="96374"/>
                  </a:lnTo>
                  <a:lnTo>
                    <a:pt x="2221986" y="96374"/>
                  </a:lnTo>
                  <a:lnTo>
                    <a:pt x="2216540" y="96374"/>
                  </a:lnTo>
                  <a:lnTo>
                    <a:pt x="2211094" y="96374"/>
                  </a:lnTo>
                  <a:lnTo>
                    <a:pt x="2205648" y="96374"/>
                  </a:lnTo>
                  <a:lnTo>
                    <a:pt x="2200202" y="96374"/>
                  </a:lnTo>
                  <a:lnTo>
                    <a:pt x="2194756" y="96374"/>
                  </a:lnTo>
                  <a:lnTo>
                    <a:pt x="2189310" y="96374"/>
                  </a:lnTo>
                  <a:lnTo>
                    <a:pt x="2183864" y="96374"/>
                  </a:lnTo>
                  <a:lnTo>
                    <a:pt x="2178418" y="96374"/>
                  </a:lnTo>
                  <a:lnTo>
                    <a:pt x="2172971" y="96374"/>
                  </a:lnTo>
                  <a:lnTo>
                    <a:pt x="2167525" y="96374"/>
                  </a:lnTo>
                  <a:lnTo>
                    <a:pt x="2162079" y="96374"/>
                  </a:lnTo>
                  <a:lnTo>
                    <a:pt x="2156633" y="96374"/>
                  </a:lnTo>
                  <a:lnTo>
                    <a:pt x="2151187" y="96374"/>
                  </a:lnTo>
                  <a:lnTo>
                    <a:pt x="2145741" y="96374"/>
                  </a:lnTo>
                  <a:lnTo>
                    <a:pt x="2140295" y="96374"/>
                  </a:lnTo>
                  <a:lnTo>
                    <a:pt x="2134849" y="96374"/>
                  </a:lnTo>
                  <a:lnTo>
                    <a:pt x="2129403" y="96374"/>
                  </a:lnTo>
                  <a:lnTo>
                    <a:pt x="2123957" y="96374"/>
                  </a:lnTo>
                  <a:lnTo>
                    <a:pt x="2118511" y="96374"/>
                  </a:lnTo>
                  <a:lnTo>
                    <a:pt x="2113065" y="96374"/>
                  </a:lnTo>
                  <a:lnTo>
                    <a:pt x="2107619" y="96374"/>
                  </a:lnTo>
                  <a:lnTo>
                    <a:pt x="2102173" y="96374"/>
                  </a:lnTo>
                  <a:lnTo>
                    <a:pt x="2096727" y="96374"/>
                  </a:lnTo>
                  <a:lnTo>
                    <a:pt x="2091281" y="96374"/>
                  </a:lnTo>
                  <a:lnTo>
                    <a:pt x="2085835" y="96374"/>
                  </a:lnTo>
                  <a:lnTo>
                    <a:pt x="2080389" y="96374"/>
                  </a:lnTo>
                  <a:lnTo>
                    <a:pt x="2074943" y="96374"/>
                  </a:lnTo>
                  <a:lnTo>
                    <a:pt x="2069497" y="96374"/>
                  </a:lnTo>
                  <a:lnTo>
                    <a:pt x="2064051" y="96374"/>
                  </a:lnTo>
                  <a:lnTo>
                    <a:pt x="2058605" y="96374"/>
                  </a:lnTo>
                  <a:lnTo>
                    <a:pt x="2053158" y="96374"/>
                  </a:lnTo>
                  <a:lnTo>
                    <a:pt x="2047712" y="96374"/>
                  </a:lnTo>
                  <a:lnTo>
                    <a:pt x="2042266" y="96374"/>
                  </a:lnTo>
                  <a:lnTo>
                    <a:pt x="2036820" y="96374"/>
                  </a:lnTo>
                  <a:lnTo>
                    <a:pt x="2031374" y="96374"/>
                  </a:lnTo>
                  <a:lnTo>
                    <a:pt x="2025928" y="96374"/>
                  </a:lnTo>
                  <a:lnTo>
                    <a:pt x="2020482" y="96374"/>
                  </a:lnTo>
                  <a:lnTo>
                    <a:pt x="2015036" y="96374"/>
                  </a:lnTo>
                  <a:lnTo>
                    <a:pt x="2009590" y="96374"/>
                  </a:lnTo>
                  <a:lnTo>
                    <a:pt x="2004144" y="96374"/>
                  </a:lnTo>
                  <a:lnTo>
                    <a:pt x="1998698" y="96374"/>
                  </a:lnTo>
                  <a:lnTo>
                    <a:pt x="1993252" y="96374"/>
                  </a:lnTo>
                  <a:lnTo>
                    <a:pt x="1987806" y="96374"/>
                  </a:lnTo>
                  <a:lnTo>
                    <a:pt x="1982360" y="96374"/>
                  </a:lnTo>
                  <a:lnTo>
                    <a:pt x="1976914" y="96374"/>
                  </a:lnTo>
                  <a:lnTo>
                    <a:pt x="1971468" y="96374"/>
                  </a:lnTo>
                  <a:lnTo>
                    <a:pt x="1966022" y="96374"/>
                  </a:lnTo>
                  <a:lnTo>
                    <a:pt x="1960576" y="96374"/>
                  </a:lnTo>
                  <a:lnTo>
                    <a:pt x="1955130" y="96374"/>
                  </a:lnTo>
                  <a:lnTo>
                    <a:pt x="1949684" y="96374"/>
                  </a:lnTo>
                  <a:lnTo>
                    <a:pt x="1944238" y="96374"/>
                  </a:lnTo>
                  <a:lnTo>
                    <a:pt x="1938792" y="96374"/>
                  </a:lnTo>
                  <a:lnTo>
                    <a:pt x="1933345" y="96374"/>
                  </a:lnTo>
                  <a:lnTo>
                    <a:pt x="1927899" y="96374"/>
                  </a:lnTo>
                  <a:lnTo>
                    <a:pt x="1922453" y="96374"/>
                  </a:lnTo>
                  <a:lnTo>
                    <a:pt x="1917007" y="96374"/>
                  </a:lnTo>
                  <a:lnTo>
                    <a:pt x="1911561" y="96374"/>
                  </a:lnTo>
                  <a:lnTo>
                    <a:pt x="1906115" y="96374"/>
                  </a:lnTo>
                  <a:lnTo>
                    <a:pt x="1900669" y="96374"/>
                  </a:lnTo>
                  <a:lnTo>
                    <a:pt x="1895223" y="96374"/>
                  </a:lnTo>
                  <a:lnTo>
                    <a:pt x="1889777" y="96374"/>
                  </a:lnTo>
                  <a:lnTo>
                    <a:pt x="1884331" y="96374"/>
                  </a:lnTo>
                  <a:lnTo>
                    <a:pt x="1878885" y="96374"/>
                  </a:lnTo>
                  <a:lnTo>
                    <a:pt x="1873439" y="96374"/>
                  </a:lnTo>
                  <a:lnTo>
                    <a:pt x="1867993" y="96374"/>
                  </a:lnTo>
                  <a:lnTo>
                    <a:pt x="1862547" y="96374"/>
                  </a:lnTo>
                  <a:lnTo>
                    <a:pt x="1857101" y="96374"/>
                  </a:lnTo>
                  <a:lnTo>
                    <a:pt x="1851655" y="96374"/>
                  </a:lnTo>
                  <a:lnTo>
                    <a:pt x="1846209" y="96374"/>
                  </a:lnTo>
                  <a:lnTo>
                    <a:pt x="1840763" y="96374"/>
                  </a:lnTo>
                  <a:lnTo>
                    <a:pt x="1835317" y="96374"/>
                  </a:lnTo>
                  <a:lnTo>
                    <a:pt x="1829871" y="96374"/>
                  </a:lnTo>
                  <a:lnTo>
                    <a:pt x="1824425" y="96374"/>
                  </a:lnTo>
                  <a:lnTo>
                    <a:pt x="1818979" y="96374"/>
                  </a:lnTo>
                  <a:lnTo>
                    <a:pt x="1813532" y="96374"/>
                  </a:lnTo>
                  <a:lnTo>
                    <a:pt x="1808086" y="96374"/>
                  </a:lnTo>
                  <a:lnTo>
                    <a:pt x="1802640" y="96374"/>
                  </a:lnTo>
                  <a:lnTo>
                    <a:pt x="1797194" y="96374"/>
                  </a:lnTo>
                  <a:lnTo>
                    <a:pt x="1791748" y="96374"/>
                  </a:lnTo>
                  <a:lnTo>
                    <a:pt x="1786302" y="96374"/>
                  </a:lnTo>
                  <a:lnTo>
                    <a:pt x="1780856" y="96374"/>
                  </a:lnTo>
                  <a:lnTo>
                    <a:pt x="1775410" y="96374"/>
                  </a:lnTo>
                  <a:lnTo>
                    <a:pt x="1769964" y="96374"/>
                  </a:lnTo>
                  <a:lnTo>
                    <a:pt x="1764518" y="96374"/>
                  </a:lnTo>
                  <a:lnTo>
                    <a:pt x="1759072" y="96374"/>
                  </a:lnTo>
                  <a:lnTo>
                    <a:pt x="1753626" y="96374"/>
                  </a:lnTo>
                  <a:lnTo>
                    <a:pt x="1748180" y="96374"/>
                  </a:lnTo>
                  <a:lnTo>
                    <a:pt x="1742734" y="96374"/>
                  </a:lnTo>
                  <a:lnTo>
                    <a:pt x="1737288" y="96374"/>
                  </a:lnTo>
                  <a:lnTo>
                    <a:pt x="1731842" y="96374"/>
                  </a:lnTo>
                  <a:lnTo>
                    <a:pt x="1726396" y="96374"/>
                  </a:lnTo>
                  <a:lnTo>
                    <a:pt x="1720950" y="96374"/>
                  </a:lnTo>
                  <a:lnTo>
                    <a:pt x="1715504" y="96374"/>
                  </a:lnTo>
                  <a:lnTo>
                    <a:pt x="1710058" y="96374"/>
                  </a:lnTo>
                  <a:lnTo>
                    <a:pt x="1704612" y="96374"/>
                  </a:lnTo>
                  <a:lnTo>
                    <a:pt x="1699166" y="96374"/>
                  </a:lnTo>
                  <a:lnTo>
                    <a:pt x="1693720" y="96374"/>
                  </a:lnTo>
                  <a:lnTo>
                    <a:pt x="1688273" y="96374"/>
                  </a:lnTo>
                  <a:lnTo>
                    <a:pt x="1682827" y="96374"/>
                  </a:lnTo>
                  <a:lnTo>
                    <a:pt x="1677381" y="96374"/>
                  </a:lnTo>
                  <a:lnTo>
                    <a:pt x="1671935" y="96374"/>
                  </a:lnTo>
                  <a:lnTo>
                    <a:pt x="1666489" y="96374"/>
                  </a:lnTo>
                  <a:lnTo>
                    <a:pt x="1661043" y="96374"/>
                  </a:lnTo>
                  <a:lnTo>
                    <a:pt x="1655597" y="96374"/>
                  </a:lnTo>
                  <a:lnTo>
                    <a:pt x="1650151" y="96374"/>
                  </a:lnTo>
                  <a:lnTo>
                    <a:pt x="1644705" y="96374"/>
                  </a:lnTo>
                  <a:lnTo>
                    <a:pt x="1639259" y="96374"/>
                  </a:lnTo>
                  <a:lnTo>
                    <a:pt x="1633813" y="96374"/>
                  </a:lnTo>
                  <a:lnTo>
                    <a:pt x="1628367" y="96374"/>
                  </a:lnTo>
                  <a:lnTo>
                    <a:pt x="1622921" y="96374"/>
                  </a:lnTo>
                  <a:lnTo>
                    <a:pt x="1617475" y="96374"/>
                  </a:lnTo>
                  <a:lnTo>
                    <a:pt x="1612029" y="96374"/>
                  </a:lnTo>
                  <a:lnTo>
                    <a:pt x="1606583" y="96374"/>
                  </a:lnTo>
                  <a:lnTo>
                    <a:pt x="1601137" y="96374"/>
                  </a:lnTo>
                  <a:lnTo>
                    <a:pt x="1595691" y="96374"/>
                  </a:lnTo>
                  <a:lnTo>
                    <a:pt x="1590245" y="96374"/>
                  </a:lnTo>
                  <a:lnTo>
                    <a:pt x="1584799" y="96374"/>
                  </a:lnTo>
                  <a:lnTo>
                    <a:pt x="1579353" y="96374"/>
                  </a:lnTo>
                  <a:lnTo>
                    <a:pt x="1573907" y="96374"/>
                  </a:lnTo>
                  <a:lnTo>
                    <a:pt x="1568460" y="96374"/>
                  </a:lnTo>
                  <a:lnTo>
                    <a:pt x="1563014" y="96374"/>
                  </a:lnTo>
                  <a:lnTo>
                    <a:pt x="1557568" y="96374"/>
                  </a:lnTo>
                  <a:lnTo>
                    <a:pt x="1552122" y="96374"/>
                  </a:lnTo>
                  <a:lnTo>
                    <a:pt x="1546676" y="96374"/>
                  </a:lnTo>
                  <a:lnTo>
                    <a:pt x="1541230" y="96374"/>
                  </a:lnTo>
                  <a:lnTo>
                    <a:pt x="1535784" y="96374"/>
                  </a:lnTo>
                  <a:lnTo>
                    <a:pt x="1530338" y="96374"/>
                  </a:lnTo>
                  <a:lnTo>
                    <a:pt x="1524892" y="96374"/>
                  </a:lnTo>
                  <a:lnTo>
                    <a:pt x="1519446" y="96374"/>
                  </a:lnTo>
                  <a:lnTo>
                    <a:pt x="1514000" y="96374"/>
                  </a:lnTo>
                  <a:lnTo>
                    <a:pt x="1508554" y="96374"/>
                  </a:lnTo>
                  <a:lnTo>
                    <a:pt x="1503108" y="96374"/>
                  </a:lnTo>
                  <a:lnTo>
                    <a:pt x="1497662" y="96374"/>
                  </a:lnTo>
                  <a:lnTo>
                    <a:pt x="1492216" y="96374"/>
                  </a:lnTo>
                  <a:lnTo>
                    <a:pt x="1486770" y="96374"/>
                  </a:lnTo>
                  <a:lnTo>
                    <a:pt x="1481324" y="96374"/>
                  </a:lnTo>
                  <a:lnTo>
                    <a:pt x="1475878" y="96374"/>
                  </a:lnTo>
                  <a:lnTo>
                    <a:pt x="1470432" y="96374"/>
                  </a:lnTo>
                  <a:lnTo>
                    <a:pt x="1464986" y="96374"/>
                  </a:lnTo>
                  <a:lnTo>
                    <a:pt x="1459540" y="96374"/>
                  </a:lnTo>
                  <a:lnTo>
                    <a:pt x="1454094" y="96374"/>
                  </a:lnTo>
                  <a:lnTo>
                    <a:pt x="1448647" y="96374"/>
                  </a:lnTo>
                  <a:lnTo>
                    <a:pt x="1443201" y="96374"/>
                  </a:lnTo>
                  <a:lnTo>
                    <a:pt x="1437755" y="96374"/>
                  </a:lnTo>
                  <a:lnTo>
                    <a:pt x="1432309" y="96374"/>
                  </a:lnTo>
                  <a:lnTo>
                    <a:pt x="1426863" y="96374"/>
                  </a:lnTo>
                  <a:lnTo>
                    <a:pt x="1421417" y="96374"/>
                  </a:lnTo>
                  <a:lnTo>
                    <a:pt x="1415971" y="96374"/>
                  </a:lnTo>
                  <a:lnTo>
                    <a:pt x="1410525" y="96374"/>
                  </a:lnTo>
                  <a:lnTo>
                    <a:pt x="1405079" y="96374"/>
                  </a:lnTo>
                  <a:lnTo>
                    <a:pt x="1399633" y="96374"/>
                  </a:lnTo>
                  <a:lnTo>
                    <a:pt x="1394187" y="96374"/>
                  </a:lnTo>
                  <a:lnTo>
                    <a:pt x="1388741" y="96374"/>
                  </a:lnTo>
                  <a:lnTo>
                    <a:pt x="1383295" y="96374"/>
                  </a:lnTo>
                  <a:lnTo>
                    <a:pt x="1377849" y="96374"/>
                  </a:lnTo>
                  <a:lnTo>
                    <a:pt x="1372403" y="96374"/>
                  </a:lnTo>
                  <a:lnTo>
                    <a:pt x="1366957" y="96374"/>
                  </a:lnTo>
                  <a:lnTo>
                    <a:pt x="1361511" y="96374"/>
                  </a:lnTo>
                  <a:lnTo>
                    <a:pt x="1356065" y="96374"/>
                  </a:lnTo>
                  <a:lnTo>
                    <a:pt x="1350619" y="96374"/>
                  </a:lnTo>
                  <a:lnTo>
                    <a:pt x="1345173" y="96374"/>
                  </a:lnTo>
                  <a:lnTo>
                    <a:pt x="1339727" y="96374"/>
                  </a:lnTo>
                  <a:lnTo>
                    <a:pt x="1334281" y="96374"/>
                  </a:lnTo>
                  <a:lnTo>
                    <a:pt x="1328834" y="96374"/>
                  </a:lnTo>
                  <a:lnTo>
                    <a:pt x="1323388" y="96374"/>
                  </a:lnTo>
                  <a:lnTo>
                    <a:pt x="1317942" y="96374"/>
                  </a:lnTo>
                  <a:lnTo>
                    <a:pt x="1312496" y="96374"/>
                  </a:lnTo>
                  <a:lnTo>
                    <a:pt x="1307050" y="96374"/>
                  </a:lnTo>
                  <a:lnTo>
                    <a:pt x="1301604" y="96374"/>
                  </a:lnTo>
                  <a:lnTo>
                    <a:pt x="1296158" y="96374"/>
                  </a:lnTo>
                  <a:lnTo>
                    <a:pt x="1290712" y="96374"/>
                  </a:lnTo>
                  <a:lnTo>
                    <a:pt x="1285266" y="96374"/>
                  </a:lnTo>
                  <a:lnTo>
                    <a:pt x="1279820" y="96374"/>
                  </a:lnTo>
                  <a:lnTo>
                    <a:pt x="1274374" y="96374"/>
                  </a:lnTo>
                  <a:lnTo>
                    <a:pt x="1268928" y="96374"/>
                  </a:lnTo>
                  <a:lnTo>
                    <a:pt x="1263482" y="96374"/>
                  </a:lnTo>
                  <a:lnTo>
                    <a:pt x="1258036" y="96374"/>
                  </a:lnTo>
                  <a:lnTo>
                    <a:pt x="1252590" y="96374"/>
                  </a:lnTo>
                  <a:lnTo>
                    <a:pt x="1247144" y="96374"/>
                  </a:lnTo>
                  <a:lnTo>
                    <a:pt x="1241698" y="96374"/>
                  </a:lnTo>
                  <a:lnTo>
                    <a:pt x="1236252" y="96374"/>
                  </a:lnTo>
                  <a:lnTo>
                    <a:pt x="1230806" y="96374"/>
                  </a:lnTo>
                  <a:lnTo>
                    <a:pt x="1225360" y="96374"/>
                  </a:lnTo>
                  <a:lnTo>
                    <a:pt x="1219914" y="96374"/>
                  </a:lnTo>
                  <a:lnTo>
                    <a:pt x="1214468" y="96374"/>
                  </a:lnTo>
                  <a:lnTo>
                    <a:pt x="1209021" y="96374"/>
                  </a:lnTo>
                  <a:lnTo>
                    <a:pt x="1203575" y="96374"/>
                  </a:lnTo>
                  <a:lnTo>
                    <a:pt x="1198129" y="96374"/>
                  </a:lnTo>
                  <a:lnTo>
                    <a:pt x="1192683" y="96374"/>
                  </a:lnTo>
                  <a:lnTo>
                    <a:pt x="1187237" y="96374"/>
                  </a:lnTo>
                  <a:lnTo>
                    <a:pt x="1181791" y="96374"/>
                  </a:lnTo>
                  <a:lnTo>
                    <a:pt x="1176345" y="96374"/>
                  </a:lnTo>
                  <a:lnTo>
                    <a:pt x="1170899" y="96374"/>
                  </a:lnTo>
                  <a:lnTo>
                    <a:pt x="1165453" y="96374"/>
                  </a:lnTo>
                  <a:lnTo>
                    <a:pt x="1160007" y="96374"/>
                  </a:lnTo>
                  <a:lnTo>
                    <a:pt x="1154561" y="96374"/>
                  </a:lnTo>
                  <a:lnTo>
                    <a:pt x="1149115" y="96374"/>
                  </a:lnTo>
                  <a:lnTo>
                    <a:pt x="1143669" y="96374"/>
                  </a:lnTo>
                  <a:lnTo>
                    <a:pt x="1138223" y="96374"/>
                  </a:lnTo>
                  <a:lnTo>
                    <a:pt x="1132777" y="96374"/>
                  </a:lnTo>
                  <a:lnTo>
                    <a:pt x="1127331" y="96374"/>
                  </a:lnTo>
                  <a:lnTo>
                    <a:pt x="1121885" y="96374"/>
                  </a:lnTo>
                  <a:lnTo>
                    <a:pt x="1116439" y="96374"/>
                  </a:lnTo>
                  <a:lnTo>
                    <a:pt x="1110993" y="96374"/>
                  </a:lnTo>
                  <a:lnTo>
                    <a:pt x="1105547" y="96374"/>
                  </a:lnTo>
                  <a:lnTo>
                    <a:pt x="1100101" y="96374"/>
                  </a:lnTo>
                  <a:lnTo>
                    <a:pt x="1094655" y="96374"/>
                  </a:lnTo>
                  <a:lnTo>
                    <a:pt x="1089209" y="96374"/>
                  </a:lnTo>
                  <a:lnTo>
                    <a:pt x="1083762" y="96374"/>
                  </a:lnTo>
                  <a:lnTo>
                    <a:pt x="1078316" y="96374"/>
                  </a:lnTo>
                  <a:lnTo>
                    <a:pt x="1072870" y="96374"/>
                  </a:lnTo>
                  <a:lnTo>
                    <a:pt x="1067424" y="96374"/>
                  </a:lnTo>
                  <a:lnTo>
                    <a:pt x="1061978" y="96374"/>
                  </a:lnTo>
                  <a:lnTo>
                    <a:pt x="1056532" y="96374"/>
                  </a:lnTo>
                  <a:lnTo>
                    <a:pt x="1051086" y="96374"/>
                  </a:lnTo>
                  <a:lnTo>
                    <a:pt x="1045640" y="96374"/>
                  </a:lnTo>
                  <a:lnTo>
                    <a:pt x="1040194" y="96374"/>
                  </a:lnTo>
                  <a:lnTo>
                    <a:pt x="1034748" y="96374"/>
                  </a:lnTo>
                  <a:lnTo>
                    <a:pt x="1029302" y="96374"/>
                  </a:lnTo>
                  <a:lnTo>
                    <a:pt x="1023856" y="96374"/>
                  </a:lnTo>
                  <a:lnTo>
                    <a:pt x="1018410" y="96374"/>
                  </a:lnTo>
                  <a:lnTo>
                    <a:pt x="1012964" y="96374"/>
                  </a:lnTo>
                  <a:lnTo>
                    <a:pt x="1007518" y="96374"/>
                  </a:lnTo>
                  <a:lnTo>
                    <a:pt x="1002072" y="96374"/>
                  </a:lnTo>
                  <a:lnTo>
                    <a:pt x="996626" y="96374"/>
                  </a:lnTo>
                  <a:lnTo>
                    <a:pt x="991180" y="96374"/>
                  </a:lnTo>
                  <a:lnTo>
                    <a:pt x="985734" y="96374"/>
                  </a:lnTo>
                  <a:lnTo>
                    <a:pt x="980288" y="96374"/>
                  </a:lnTo>
                  <a:lnTo>
                    <a:pt x="974842" y="96374"/>
                  </a:lnTo>
                  <a:lnTo>
                    <a:pt x="969396" y="96374"/>
                  </a:lnTo>
                  <a:lnTo>
                    <a:pt x="963949" y="96374"/>
                  </a:lnTo>
                  <a:lnTo>
                    <a:pt x="958503" y="96374"/>
                  </a:lnTo>
                  <a:lnTo>
                    <a:pt x="953057" y="96374"/>
                  </a:lnTo>
                  <a:lnTo>
                    <a:pt x="947611" y="96374"/>
                  </a:lnTo>
                  <a:lnTo>
                    <a:pt x="942165" y="96374"/>
                  </a:lnTo>
                  <a:lnTo>
                    <a:pt x="936719" y="96374"/>
                  </a:lnTo>
                  <a:lnTo>
                    <a:pt x="931273" y="96374"/>
                  </a:lnTo>
                  <a:lnTo>
                    <a:pt x="925827" y="96374"/>
                  </a:lnTo>
                  <a:lnTo>
                    <a:pt x="920381" y="96374"/>
                  </a:lnTo>
                  <a:lnTo>
                    <a:pt x="914935" y="96374"/>
                  </a:lnTo>
                  <a:lnTo>
                    <a:pt x="909489" y="96374"/>
                  </a:lnTo>
                  <a:lnTo>
                    <a:pt x="904043" y="96374"/>
                  </a:lnTo>
                  <a:lnTo>
                    <a:pt x="898597" y="96374"/>
                  </a:lnTo>
                  <a:lnTo>
                    <a:pt x="893151" y="96374"/>
                  </a:lnTo>
                  <a:lnTo>
                    <a:pt x="887705" y="96374"/>
                  </a:lnTo>
                  <a:lnTo>
                    <a:pt x="882259" y="96374"/>
                  </a:lnTo>
                  <a:lnTo>
                    <a:pt x="876813" y="96374"/>
                  </a:lnTo>
                  <a:lnTo>
                    <a:pt x="871367" y="96374"/>
                  </a:lnTo>
                  <a:lnTo>
                    <a:pt x="865921" y="96374"/>
                  </a:lnTo>
                  <a:lnTo>
                    <a:pt x="860475" y="96374"/>
                  </a:lnTo>
                  <a:lnTo>
                    <a:pt x="855029" y="96374"/>
                  </a:lnTo>
                  <a:lnTo>
                    <a:pt x="849583" y="96374"/>
                  </a:lnTo>
                  <a:lnTo>
                    <a:pt x="844136" y="96374"/>
                  </a:lnTo>
                  <a:lnTo>
                    <a:pt x="838690" y="96374"/>
                  </a:lnTo>
                  <a:lnTo>
                    <a:pt x="833244" y="96374"/>
                  </a:lnTo>
                  <a:lnTo>
                    <a:pt x="827798" y="96374"/>
                  </a:lnTo>
                  <a:lnTo>
                    <a:pt x="822352" y="96374"/>
                  </a:lnTo>
                  <a:lnTo>
                    <a:pt x="816906" y="96374"/>
                  </a:lnTo>
                  <a:lnTo>
                    <a:pt x="811460" y="96374"/>
                  </a:lnTo>
                  <a:lnTo>
                    <a:pt x="806014" y="96374"/>
                  </a:lnTo>
                  <a:lnTo>
                    <a:pt x="800568" y="96374"/>
                  </a:lnTo>
                  <a:lnTo>
                    <a:pt x="795122" y="96374"/>
                  </a:lnTo>
                  <a:lnTo>
                    <a:pt x="789676" y="96374"/>
                  </a:lnTo>
                  <a:lnTo>
                    <a:pt x="784230" y="96374"/>
                  </a:lnTo>
                  <a:lnTo>
                    <a:pt x="778784" y="96374"/>
                  </a:lnTo>
                  <a:lnTo>
                    <a:pt x="773338" y="96374"/>
                  </a:lnTo>
                  <a:lnTo>
                    <a:pt x="767892" y="96374"/>
                  </a:lnTo>
                  <a:lnTo>
                    <a:pt x="762446" y="96374"/>
                  </a:lnTo>
                  <a:lnTo>
                    <a:pt x="757000" y="96374"/>
                  </a:lnTo>
                  <a:lnTo>
                    <a:pt x="751554" y="96374"/>
                  </a:lnTo>
                  <a:lnTo>
                    <a:pt x="746108" y="96374"/>
                  </a:lnTo>
                  <a:lnTo>
                    <a:pt x="740662" y="96374"/>
                  </a:lnTo>
                  <a:lnTo>
                    <a:pt x="735216" y="96374"/>
                  </a:lnTo>
                  <a:lnTo>
                    <a:pt x="729770" y="96374"/>
                  </a:lnTo>
                  <a:lnTo>
                    <a:pt x="724323" y="96374"/>
                  </a:lnTo>
                  <a:lnTo>
                    <a:pt x="718877" y="96374"/>
                  </a:lnTo>
                  <a:lnTo>
                    <a:pt x="713431" y="96374"/>
                  </a:lnTo>
                  <a:lnTo>
                    <a:pt x="707985" y="96374"/>
                  </a:lnTo>
                  <a:lnTo>
                    <a:pt x="702539" y="96374"/>
                  </a:lnTo>
                  <a:lnTo>
                    <a:pt x="697093" y="96374"/>
                  </a:lnTo>
                  <a:lnTo>
                    <a:pt x="691647" y="96374"/>
                  </a:lnTo>
                  <a:lnTo>
                    <a:pt x="686201" y="96374"/>
                  </a:lnTo>
                  <a:lnTo>
                    <a:pt x="680755" y="96374"/>
                  </a:lnTo>
                  <a:lnTo>
                    <a:pt x="675309" y="96374"/>
                  </a:lnTo>
                  <a:lnTo>
                    <a:pt x="669863" y="96374"/>
                  </a:lnTo>
                  <a:lnTo>
                    <a:pt x="664417" y="96374"/>
                  </a:lnTo>
                  <a:lnTo>
                    <a:pt x="658971" y="96374"/>
                  </a:lnTo>
                  <a:lnTo>
                    <a:pt x="653525" y="96374"/>
                  </a:lnTo>
                  <a:lnTo>
                    <a:pt x="648079" y="96374"/>
                  </a:lnTo>
                  <a:lnTo>
                    <a:pt x="642633" y="96374"/>
                  </a:lnTo>
                  <a:lnTo>
                    <a:pt x="637187" y="96374"/>
                  </a:lnTo>
                  <a:lnTo>
                    <a:pt x="631741" y="96374"/>
                  </a:lnTo>
                  <a:lnTo>
                    <a:pt x="626295" y="96374"/>
                  </a:lnTo>
                  <a:lnTo>
                    <a:pt x="620849" y="96374"/>
                  </a:lnTo>
                  <a:lnTo>
                    <a:pt x="615403" y="96374"/>
                  </a:lnTo>
                  <a:lnTo>
                    <a:pt x="609957" y="96374"/>
                  </a:lnTo>
                  <a:lnTo>
                    <a:pt x="604510" y="96374"/>
                  </a:lnTo>
                  <a:lnTo>
                    <a:pt x="599064" y="96374"/>
                  </a:lnTo>
                  <a:lnTo>
                    <a:pt x="593618" y="96374"/>
                  </a:lnTo>
                  <a:lnTo>
                    <a:pt x="588172" y="96374"/>
                  </a:lnTo>
                  <a:lnTo>
                    <a:pt x="582726" y="96374"/>
                  </a:lnTo>
                  <a:lnTo>
                    <a:pt x="577280" y="96374"/>
                  </a:lnTo>
                  <a:lnTo>
                    <a:pt x="571834" y="96374"/>
                  </a:lnTo>
                  <a:lnTo>
                    <a:pt x="566388" y="96374"/>
                  </a:lnTo>
                  <a:lnTo>
                    <a:pt x="560942" y="96374"/>
                  </a:lnTo>
                  <a:lnTo>
                    <a:pt x="555496" y="96374"/>
                  </a:lnTo>
                  <a:lnTo>
                    <a:pt x="550050" y="96374"/>
                  </a:lnTo>
                  <a:lnTo>
                    <a:pt x="544604" y="96374"/>
                  </a:lnTo>
                  <a:lnTo>
                    <a:pt x="539158" y="96374"/>
                  </a:lnTo>
                  <a:lnTo>
                    <a:pt x="533712" y="96374"/>
                  </a:lnTo>
                  <a:lnTo>
                    <a:pt x="528266" y="96374"/>
                  </a:lnTo>
                  <a:lnTo>
                    <a:pt x="522820" y="96374"/>
                  </a:lnTo>
                  <a:lnTo>
                    <a:pt x="517374" y="96374"/>
                  </a:lnTo>
                  <a:lnTo>
                    <a:pt x="511928" y="96374"/>
                  </a:lnTo>
                  <a:lnTo>
                    <a:pt x="506482" y="96374"/>
                  </a:lnTo>
                  <a:lnTo>
                    <a:pt x="501036" y="96374"/>
                  </a:lnTo>
                  <a:lnTo>
                    <a:pt x="495590" y="96374"/>
                  </a:lnTo>
                  <a:lnTo>
                    <a:pt x="490144" y="96374"/>
                  </a:lnTo>
                  <a:lnTo>
                    <a:pt x="484698" y="96374"/>
                  </a:lnTo>
                  <a:lnTo>
                    <a:pt x="479251" y="96374"/>
                  </a:lnTo>
                  <a:lnTo>
                    <a:pt x="473805" y="96374"/>
                  </a:lnTo>
                  <a:lnTo>
                    <a:pt x="468359" y="96374"/>
                  </a:lnTo>
                  <a:lnTo>
                    <a:pt x="462913" y="96374"/>
                  </a:lnTo>
                  <a:lnTo>
                    <a:pt x="457467" y="96374"/>
                  </a:lnTo>
                  <a:lnTo>
                    <a:pt x="452021" y="96374"/>
                  </a:lnTo>
                  <a:lnTo>
                    <a:pt x="446575" y="96374"/>
                  </a:lnTo>
                  <a:lnTo>
                    <a:pt x="441129" y="96374"/>
                  </a:lnTo>
                  <a:lnTo>
                    <a:pt x="435683" y="96374"/>
                  </a:lnTo>
                  <a:lnTo>
                    <a:pt x="430237" y="96374"/>
                  </a:lnTo>
                  <a:lnTo>
                    <a:pt x="424791" y="96374"/>
                  </a:lnTo>
                  <a:lnTo>
                    <a:pt x="419345" y="96374"/>
                  </a:lnTo>
                  <a:lnTo>
                    <a:pt x="413899" y="96374"/>
                  </a:lnTo>
                  <a:lnTo>
                    <a:pt x="408453" y="96374"/>
                  </a:lnTo>
                  <a:lnTo>
                    <a:pt x="403007" y="96374"/>
                  </a:lnTo>
                  <a:lnTo>
                    <a:pt x="397561" y="96374"/>
                  </a:lnTo>
                  <a:lnTo>
                    <a:pt x="392115" y="96374"/>
                  </a:lnTo>
                  <a:lnTo>
                    <a:pt x="386669" y="96374"/>
                  </a:lnTo>
                  <a:lnTo>
                    <a:pt x="381223" y="96374"/>
                  </a:lnTo>
                  <a:lnTo>
                    <a:pt x="375777" y="96374"/>
                  </a:lnTo>
                  <a:lnTo>
                    <a:pt x="370331" y="96374"/>
                  </a:lnTo>
                  <a:lnTo>
                    <a:pt x="364885" y="96374"/>
                  </a:lnTo>
                  <a:lnTo>
                    <a:pt x="359438" y="96374"/>
                  </a:lnTo>
                  <a:lnTo>
                    <a:pt x="353992" y="96374"/>
                  </a:lnTo>
                  <a:lnTo>
                    <a:pt x="348546" y="96374"/>
                  </a:lnTo>
                  <a:lnTo>
                    <a:pt x="343100" y="96374"/>
                  </a:lnTo>
                  <a:lnTo>
                    <a:pt x="337654" y="96374"/>
                  </a:lnTo>
                  <a:lnTo>
                    <a:pt x="332208" y="96374"/>
                  </a:lnTo>
                  <a:lnTo>
                    <a:pt x="326762" y="96374"/>
                  </a:lnTo>
                  <a:lnTo>
                    <a:pt x="321316" y="96374"/>
                  </a:lnTo>
                  <a:lnTo>
                    <a:pt x="315870" y="96374"/>
                  </a:lnTo>
                  <a:lnTo>
                    <a:pt x="310424" y="96374"/>
                  </a:lnTo>
                  <a:lnTo>
                    <a:pt x="304978" y="96374"/>
                  </a:lnTo>
                  <a:lnTo>
                    <a:pt x="299532" y="96374"/>
                  </a:lnTo>
                  <a:lnTo>
                    <a:pt x="294086" y="96374"/>
                  </a:lnTo>
                  <a:lnTo>
                    <a:pt x="288640" y="96374"/>
                  </a:lnTo>
                  <a:lnTo>
                    <a:pt x="283194" y="96374"/>
                  </a:lnTo>
                  <a:lnTo>
                    <a:pt x="277748" y="96374"/>
                  </a:lnTo>
                  <a:lnTo>
                    <a:pt x="272302" y="96374"/>
                  </a:lnTo>
                  <a:lnTo>
                    <a:pt x="266856" y="96374"/>
                  </a:lnTo>
                  <a:lnTo>
                    <a:pt x="261410" y="96374"/>
                  </a:lnTo>
                  <a:lnTo>
                    <a:pt x="255964" y="96374"/>
                  </a:lnTo>
                  <a:lnTo>
                    <a:pt x="250518" y="96374"/>
                  </a:lnTo>
                  <a:lnTo>
                    <a:pt x="245072" y="96374"/>
                  </a:lnTo>
                  <a:lnTo>
                    <a:pt x="239625" y="96374"/>
                  </a:lnTo>
                  <a:lnTo>
                    <a:pt x="234179" y="96374"/>
                  </a:lnTo>
                  <a:lnTo>
                    <a:pt x="228733" y="96374"/>
                  </a:lnTo>
                  <a:lnTo>
                    <a:pt x="223287" y="96374"/>
                  </a:lnTo>
                  <a:lnTo>
                    <a:pt x="217841" y="96374"/>
                  </a:lnTo>
                  <a:lnTo>
                    <a:pt x="212395" y="96374"/>
                  </a:lnTo>
                  <a:lnTo>
                    <a:pt x="206949" y="96374"/>
                  </a:lnTo>
                  <a:lnTo>
                    <a:pt x="201503" y="96374"/>
                  </a:lnTo>
                  <a:lnTo>
                    <a:pt x="196057" y="96374"/>
                  </a:lnTo>
                  <a:lnTo>
                    <a:pt x="190611" y="96374"/>
                  </a:lnTo>
                  <a:lnTo>
                    <a:pt x="185165" y="96374"/>
                  </a:lnTo>
                  <a:lnTo>
                    <a:pt x="179719" y="96374"/>
                  </a:lnTo>
                  <a:lnTo>
                    <a:pt x="174273" y="96374"/>
                  </a:lnTo>
                  <a:lnTo>
                    <a:pt x="168827" y="96374"/>
                  </a:lnTo>
                  <a:lnTo>
                    <a:pt x="163381" y="96374"/>
                  </a:lnTo>
                  <a:lnTo>
                    <a:pt x="157935" y="96374"/>
                  </a:lnTo>
                  <a:lnTo>
                    <a:pt x="152489" y="96374"/>
                  </a:lnTo>
                  <a:lnTo>
                    <a:pt x="147043" y="96374"/>
                  </a:lnTo>
                  <a:lnTo>
                    <a:pt x="141597" y="96374"/>
                  </a:lnTo>
                  <a:lnTo>
                    <a:pt x="136151" y="96374"/>
                  </a:lnTo>
                  <a:lnTo>
                    <a:pt x="130705" y="96374"/>
                  </a:lnTo>
                  <a:lnTo>
                    <a:pt x="125259" y="96374"/>
                  </a:lnTo>
                  <a:lnTo>
                    <a:pt x="119812" y="96374"/>
                  </a:lnTo>
                  <a:lnTo>
                    <a:pt x="114366" y="96374"/>
                  </a:lnTo>
                  <a:lnTo>
                    <a:pt x="108920" y="96374"/>
                  </a:lnTo>
                  <a:lnTo>
                    <a:pt x="103474" y="96374"/>
                  </a:lnTo>
                  <a:lnTo>
                    <a:pt x="98028" y="96374"/>
                  </a:lnTo>
                  <a:lnTo>
                    <a:pt x="92582" y="96374"/>
                  </a:lnTo>
                  <a:lnTo>
                    <a:pt x="87136" y="96374"/>
                  </a:lnTo>
                  <a:lnTo>
                    <a:pt x="81690" y="96374"/>
                  </a:lnTo>
                  <a:lnTo>
                    <a:pt x="76244" y="96374"/>
                  </a:lnTo>
                  <a:lnTo>
                    <a:pt x="70798" y="96374"/>
                  </a:lnTo>
                  <a:lnTo>
                    <a:pt x="65352" y="96374"/>
                  </a:lnTo>
                  <a:lnTo>
                    <a:pt x="59906" y="96374"/>
                  </a:lnTo>
                  <a:lnTo>
                    <a:pt x="54460" y="96374"/>
                  </a:lnTo>
                  <a:lnTo>
                    <a:pt x="49014" y="96374"/>
                  </a:lnTo>
                  <a:lnTo>
                    <a:pt x="43568" y="96374"/>
                  </a:lnTo>
                  <a:lnTo>
                    <a:pt x="38122" y="96374"/>
                  </a:lnTo>
                  <a:lnTo>
                    <a:pt x="32676" y="96374"/>
                  </a:lnTo>
                  <a:lnTo>
                    <a:pt x="27230" y="96374"/>
                  </a:lnTo>
                  <a:lnTo>
                    <a:pt x="21784" y="96374"/>
                  </a:lnTo>
                  <a:lnTo>
                    <a:pt x="16338" y="96374"/>
                  </a:lnTo>
                  <a:lnTo>
                    <a:pt x="10892" y="96374"/>
                  </a:lnTo>
                  <a:lnTo>
                    <a:pt x="5446" y="9637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957616" y="6094142"/>
              <a:ext cx="2782929" cy="96374"/>
            </a:xfrm>
            <a:custGeom>
              <a:avLst/>
              <a:pathLst>
                <a:path w="2782929" h="96374">
                  <a:moveTo>
                    <a:pt x="0" y="96374"/>
                  </a:moveTo>
                  <a:lnTo>
                    <a:pt x="5446" y="96374"/>
                  </a:lnTo>
                  <a:lnTo>
                    <a:pt x="10892" y="96374"/>
                  </a:lnTo>
                  <a:lnTo>
                    <a:pt x="16338" y="96374"/>
                  </a:lnTo>
                  <a:lnTo>
                    <a:pt x="21784" y="96374"/>
                  </a:lnTo>
                  <a:lnTo>
                    <a:pt x="27230" y="96374"/>
                  </a:lnTo>
                  <a:lnTo>
                    <a:pt x="32676" y="96374"/>
                  </a:lnTo>
                  <a:lnTo>
                    <a:pt x="38122" y="96374"/>
                  </a:lnTo>
                  <a:lnTo>
                    <a:pt x="43568" y="96374"/>
                  </a:lnTo>
                  <a:lnTo>
                    <a:pt x="49014" y="96374"/>
                  </a:lnTo>
                  <a:lnTo>
                    <a:pt x="54460" y="96374"/>
                  </a:lnTo>
                  <a:lnTo>
                    <a:pt x="59906" y="96374"/>
                  </a:lnTo>
                  <a:lnTo>
                    <a:pt x="65352" y="96374"/>
                  </a:lnTo>
                  <a:lnTo>
                    <a:pt x="70798" y="96374"/>
                  </a:lnTo>
                  <a:lnTo>
                    <a:pt x="76244" y="96374"/>
                  </a:lnTo>
                  <a:lnTo>
                    <a:pt x="81690" y="96374"/>
                  </a:lnTo>
                  <a:lnTo>
                    <a:pt x="87136" y="96374"/>
                  </a:lnTo>
                  <a:lnTo>
                    <a:pt x="92582" y="96374"/>
                  </a:lnTo>
                  <a:lnTo>
                    <a:pt x="98028" y="96374"/>
                  </a:lnTo>
                  <a:lnTo>
                    <a:pt x="103474" y="96374"/>
                  </a:lnTo>
                  <a:lnTo>
                    <a:pt x="108920" y="96374"/>
                  </a:lnTo>
                  <a:lnTo>
                    <a:pt x="114366" y="96374"/>
                  </a:lnTo>
                  <a:lnTo>
                    <a:pt x="119812" y="96374"/>
                  </a:lnTo>
                  <a:lnTo>
                    <a:pt x="125259" y="96374"/>
                  </a:lnTo>
                  <a:lnTo>
                    <a:pt x="130705" y="96374"/>
                  </a:lnTo>
                  <a:lnTo>
                    <a:pt x="136151" y="96374"/>
                  </a:lnTo>
                  <a:lnTo>
                    <a:pt x="141597" y="96374"/>
                  </a:lnTo>
                  <a:lnTo>
                    <a:pt x="147043" y="96374"/>
                  </a:lnTo>
                  <a:lnTo>
                    <a:pt x="152489" y="96374"/>
                  </a:lnTo>
                  <a:lnTo>
                    <a:pt x="157935" y="96374"/>
                  </a:lnTo>
                  <a:lnTo>
                    <a:pt x="163381" y="96374"/>
                  </a:lnTo>
                  <a:lnTo>
                    <a:pt x="168827" y="96374"/>
                  </a:lnTo>
                  <a:lnTo>
                    <a:pt x="174273" y="96373"/>
                  </a:lnTo>
                  <a:lnTo>
                    <a:pt x="179719" y="96373"/>
                  </a:lnTo>
                  <a:lnTo>
                    <a:pt x="185165" y="96372"/>
                  </a:lnTo>
                  <a:lnTo>
                    <a:pt x="190611" y="96371"/>
                  </a:lnTo>
                  <a:lnTo>
                    <a:pt x="196057" y="96369"/>
                  </a:lnTo>
                  <a:lnTo>
                    <a:pt x="201503" y="96366"/>
                  </a:lnTo>
                  <a:lnTo>
                    <a:pt x="206949" y="96363"/>
                  </a:lnTo>
                  <a:lnTo>
                    <a:pt x="212395" y="96358"/>
                  </a:lnTo>
                  <a:lnTo>
                    <a:pt x="217841" y="96352"/>
                  </a:lnTo>
                  <a:lnTo>
                    <a:pt x="223287" y="96343"/>
                  </a:lnTo>
                  <a:lnTo>
                    <a:pt x="228733" y="96331"/>
                  </a:lnTo>
                  <a:lnTo>
                    <a:pt x="234179" y="96314"/>
                  </a:lnTo>
                  <a:lnTo>
                    <a:pt x="239625" y="96293"/>
                  </a:lnTo>
                  <a:lnTo>
                    <a:pt x="245072" y="96265"/>
                  </a:lnTo>
                  <a:lnTo>
                    <a:pt x="250518" y="96229"/>
                  </a:lnTo>
                  <a:lnTo>
                    <a:pt x="255964" y="96183"/>
                  </a:lnTo>
                  <a:lnTo>
                    <a:pt x="261410" y="96126"/>
                  </a:lnTo>
                  <a:lnTo>
                    <a:pt x="266856" y="96053"/>
                  </a:lnTo>
                  <a:lnTo>
                    <a:pt x="272302" y="95961"/>
                  </a:lnTo>
                  <a:lnTo>
                    <a:pt x="277748" y="95847"/>
                  </a:lnTo>
                  <a:lnTo>
                    <a:pt x="283194" y="95710"/>
                  </a:lnTo>
                  <a:lnTo>
                    <a:pt x="288640" y="95544"/>
                  </a:lnTo>
                  <a:lnTo>
                    <a:pt x="294086" y="95347"/>
                  </a:lnTo>
                  <a:lnTo>
                    <a:pt x="299532" y="95114"/>
                  </a:lnTo>
                  <a:lnTo>
                    <a:pt x="304978" y="94842"/>
                  </a:lnTo>
                  <a:lnTo>
                    <a:pt x="310424" y="94521"/>
                  </a:lnTo>
                  <a:lnTo>
                    <a:pt x="315870" y="94149"/>
                  </a:lnTo>
                  <a:lnTo>
                    <a:pt x="321316" y="93727"/>
                  </a:lnTo>
                  <a:lnTo>
                    <a:pt x="326762" y="93250"/>
                  </a:lnTo>
                  <a:lnTo>
                    <a:pt x="332208" y="92718"/>
                  </a:lnTo>
                  <a:lnTo>
                    <a:pt x="337654" y="92130"/>
                  </a:lnTo>
                  <a:lnTo>
                    <a:pt x="343100" y="91484"/>
                  </a:lnTo>
                  <a:lnTo>
                    <a:pt x="348546" y="90783"/>
                  </a:lnTo>
                  <a:lnTo>
                    <a:pt x="353992" y="90018"/>
                  </a:lnTo>
                  <a:lnTo>
                    <a:pt x="359438" y="89205"/>
                  </a:lnTo>
                  <a:lnTo>
                    <a:pt x="364885" y="88347"/>
                  </a:lnTo>
                  <a:lnTo>
                    <a:pt x="370331" y="87451"/>
                  </a:lnTo>
                  <a:lnTo>
                    <a:pt x="375777" y="86523"/>
                  </a:lnTo>
                  <a:lnTo>
                    <a:pt x="381223" y="85571"/>
                  </a:lnTo>
                  <a:lnTo>
                    <a:pt x="386669" y="84603"/>
                  </a:lnTo>
                  <a:lnTo>
                    <a:pt x="392115" y="83627"/>
                  </a:lnTo>
                  <a:lnTo>
                    <a:pt x="397561" y="82654"/>
                  </a:lnTo>
                  <a:lnTo>
                    <a:pt x="403007" y="81694"/>
                  </a:lnTo>
                  <a:lnTo>
                    <a:pt x="408453" y="80751"/>
                  </a:lnTo>
                  <a:lnTo>
                    <a:pt x="413899" y="79833"/>
                  </a:lnTo>
                  <a:lnTo>
                    <a:pt x="419345" y="78943"/>
                  </a:lnTo>
                  <a:lnTo>
                    <a:pt x="424791" y="78084"/>
                  </a:lnTo>
                  <a:lnTo>
                    <a:pt x="430237" y="77257"/>
                  </a:lnTo>
                  <a:lnTo>
                    <a:pt x="435683" y="76464"/>
                  </a:lnTo>
                  <a:lnTo>
                    <a:pt x="441129" y="75699"/>
                  </a:lnTo>
                  <a:lnTo>
                    <a:pt x="446575" y="74953"/>
                  </a:lnTo>
                  <a:lnTo>
                    <a:pt x="452021" y="74220"/>
                  </a:lnTo>
                  <a:lnTo>
                    <a:pt x="457467" y="73491"/>
                  </a:lnTo>
                  <a:lnTo>
                    <a:pt x="462913" y="72757"/>
                  </a:lnTo>
                  <a:lnTo>
                    <a:pt x="468359" y="72007"/>
                  </a:lnTo>
                  <a:lnTo>
                    <a:pt x="473805" y="71231"/>
                  </a:lnTo>
                  <a:lnTo>
                    <a:pt x="479251" y="70411"/>
                  </a:lnTo>
                  <a:lnTo>
                    <a:pt x="484698" y="69543"/>
                  </a:lnTo>
                  <a:lnTo>
                    <a:pt x="490144" y="68619"/>
                  </a:lnTo>
                  <a:lnTo>
                    <a:pt x="495590" y="67633"/>
                  </a:lnTo>
                  <a:lnTo>
                    <a:pt x="501036" y="66581"/>
                  </a:lnTo>
                  <a:lnTo>
                    <a:pt x="506482" y="65460"/>
                  </a:lnTo>
                  <a:lnTo>
                    <a:pt x="511928" y="64268"/>
                  </a:lnTo>
                  <a:lnTo>
                    <a:pt x="517374" y="63002"/>
                  </a:lnTo>
                  <a:lnTo>
                    <a:pt x="522820" y="61662"/>
                  </a:lnTo>
                  <a:lnTo>
                    <a:pt x="528266" y="60259"/>
                  </a:lnTo>
                  <a:lnTo>
                    <a:pt x="533712" y="58798"/>
                  </a:lnTo>
                  <a:lnTo>
                    <a:pt x="539158" y="57286"/>
                  </a:lnTo>
                  <a:lnTo>
                    <a:pt x="544604" y="55727"/>
                  </a:lnTo>
                  <a:lnTo>
                    <a:pt x="550050" y="54127"/>
                  </a:lnTo>
                  <a:lnTo>
                    <a:pt x="555496" y="52492"/>
                  </a:lnTo>
                  <a:lnTo>
                    <a:pt x="560942" y="50823"/>
                  </a:lnTo>
                  <a:lnTo>
                    <a:pt x="566388" y="49128"/>
                  </a:lnTo>
                  <a:lnTo>
                    <a:pt x="571834" y="47408"/>
                  </a:lnTo>
                  <a:lnTo>
                    <a:pt x="577280" y="45665"/>
                  </a:lnTo>
                  <a:lnTo>
                    <a:pt x="582726" y="43898"/>
                  </a:lnTo>
                  <a:lnTo>
                    <a:pt x="588172" y="42105"/>
                  </a:lnTo>
                  <a:lnTo>
                    <a:pt x="593618" y="40283"/>
                  </a:lnTo>
                  <a:lnTo>
                    <a:pt x="599064" y="38427"/>
                  </a:lnTo>
                  <a:lnTo>
                    <a:pt x="604510" y="36526"/>
                  </a:lnTo>
                  <a:lnTo>
                    <a:pt x="609957" y="34580"/>
                  </a:lnTo>
                  <a:lnTo>
                    <a:pt x="615403" y="32586"/>
                  </a:lnTo>
                  <a:lnTo>
                    <a:pt x="620849" y="30542"/>
                  </a:lnTo>
                  <a:lnTo>
                    <a:pt x="626295" y="28446"/>
                  </a:lnTo>
                  <a:lnTo>
                    <a:pt x="631741" y="26300"/>
                  </a:lnTo>
                  <a:lnTo>
                    <a:pt x="637187" y="24108"/>
                  </a:lnTo>
                  <a:lnTo>
                    <a:pt x="642633" y="21875"/>
                  </a:lnTo>
                  <a:lnTo>
                    <a:pt x="648079" y="19616"/>
                  </a:lnTo>
                  <a:lnTo>
                    <a:pt x="653525" y="17352"/>
                  </a:lnTo>
                  <a:lnTo>
                    <a:pt x="658971" y="15104"/>
                  </a:lnTo>
                  <a:lnTo>
                    <a:pt x="664417" y="12895"/>
                  </a:lnTo>
                  <a:lnTo>
                    <a:pt x="669863" y="10752"/>
                  </a:lnTo>
                  <a:lnTo>
                    <a:pt x="675309" y="8704"/>
                  </a:lnTo>
                  <a:lnTo>
                    <a:pt x="680755" y="6783"/>
                  </a:lnTo>
                  <a:lnTo>
                    <a:pt x="686201" y="5048"/>
                  </a:lnTo>
                  <a:lnTo>
                    <a:pt x="691647" y="3526"/>
                  </a:lnTo>
                  <a:lnTo>
                    <a:pt x="697093" y="2241"/>
                  </a:lnTo>
                  <a:lnTo>
                    <a:pt x="702539" y="1222"/>
                  </a:lnTo>
                  <a:lnTo>
                    <a:pt x="707985" y="495"/>
                  </a:lnTo>
                  <a:lnTo>
                    <a:pt x="713431" y="81"/>
                  </a:lnTo>
                  <a:lnTo>
                    <a:pt x="718877" y="0"/>
                  </a:lnTo>
                  <a:lnTo>
                    <a:pt x="724323" y="268"/>
                  </a:lnTo>
                  <a:lnTo>
                    <a:pt x="729770" y="945"/>
                  </a:lnTo>
                  <a:lnTo>
                    <a:pt x="735216" y="1973"/>
                  </a:lnTo>
                  <a:lnTo>
                    <a:pt x="740662" y="3344"/>
                  </a:lnTo>
                  <a:lnTo>
                    <a:pt x="746108" y="5044"/>
                  </a:lnTo>
                  <a:lnTo>
                    <a:pt x="751554" y="7056"/>
                  </a:lnTo>
                  <a:lnTo>
                    <a:pt x="757000" y="9357"/>
                  </a:lnTo>
                  <a:lnTo>
                    <a:pt x="762446" y="11920"/>
                  </a:lnTo>
                  <a:lnTo>
                    <a:pt x="767892" y="14730"/>
                  </a:lnTo>
                  <a:lnTo>
                    <a:pt x="773338" y="17751"/>
                  </a:lnTo>
                  <a:lnTo>
                    <a:pt x="778784" y="20925"/>
                  </a:lnTo>
                  <a:lnTo>
                    <a:pt x="784230" y="24218"/>
                  </a:lnTo>
                  <a:lnTo>
                    <a:pt x="789676" y="27598"/>
                  </a:lnTo>
                  <a:lnTo>
                    <a:pt x="795122" y="31032"/>
                  </a:lnTo>
                  <a:lnTo>
                    <a:pt x="800568" y="34491"/>
                  </a:lnTo>
                  <a:lnTo>
                    <a:pt x="806014" y="37946"/>
                  </a:lnTo>
                  <a:lnTo>
                    <a:pt x="811460" y="41366"/>
                  </a:lnTo>
                  <a:lnTo>
                    <a:pt x="816906" y="44726"/>
                  </a:lnTo>
                  <a:lnTo>
                    <a:pt x="822352" y="48009"/>
                  </a:lnTo>
                  <a:lnTo>
                    <a:pt x="827798" y="51203"/>
                  </a:lnTo>
                  <a:lnTo>
                    <a:pt x="833244" y="54296"/>
                  </a:lnTo>
                  <a:lnTo>
                    <a:pt x="838690" y="57277"/>
                  </a:lnTo>
                  <a:lnTo>
                    <a:pt x="844136" y="60141"/>
                  </a:lnTo>
                  <a:lnTo>
                    <a:pt x="849583" y="62880"/>
                  </a:lnTo>
                  <a:lnTo>
                    <a:pt x="855029" y="65474"/>
                  </a:lnTo>
                  <a:lnTo>
                    <a:pt x="860475" y="67940"/>
                  </a:lnTo>
                  <a:lnTo>
                    <a:pt x="865921" y="70281"/>
                  </a:lnTo>
                  <a:lnTo>
                    <a:pt x="871367" y="72496"/>
                  </a:lnTo>
                  <a:lnTo>
                    <a:pt x="876813" y="74588"/>
                  </a:lnTo>
                  <a:lnTo>
                    <a:pt x="882259" y="76558"/>
                  </a:lnTo>
                  <a:lnTo>
                    <a:pt x="887705" y="78410"/>
                  </a:lnTo>
                  <a:lnTo>
                    <a:pt x="893151" y="80137"/>
                  </a:lnTo>
                  <a:lnTo>
                    <a:pt x="898597" y="81740"/>
                  </a:lnTo>
                  <a:lnTo>
                    <a:pt x="904043" y="83235"/>
                  </a:lnTo>
                  <a:lnTo>
                    <a:pt x="909489" y="84624"/>
                  </a:lnTo>
                  <a:lnTo>
                    <a:pt x="914935" y="85910"/>
                  </a:lnTo>
                  <a:lnTo>
                    <a:pt x="920381" y="87097"/>
                  </a:lnTo>
                  <a:lnTo>
                    <a:pt x="925827" y="88189"/>
                  </a:lnTo>
                  <a:lnTo>
                    <a:pt x="931273" y="89188"/>
                  </a:lnTo>
                  <a:lnTo>
                    <a:pt x="936719" y="90087"/>
                  </a:lnTo>
                  <a:lnTo>
                    <a:pt x="942165" y="90899"/>
                  </a:lnTo>
                  <a:lnTo>
                    <a:pt x="947611" y="91632"/>
                  </a:lnTo>
                  <a:lnTo>
                    <a:pt x="953057" y="92291"/>
                  </a:lnTo>
                  <a:lnTo>
                    <a:pt x="958503" y="92879"/>
                  </a:lnTo>
                  <a:lnTo>
                    <a:pt x="963949" y="93401"/>
                  </a:lnTo>
                  <a:lnTo>
                    <a:pt x="969396" y="93862"/>
                  </a:lnTo>
                  <a:lnTo>
                    <a:pt x="974842" y="94265"/>
                  </a:lnTo>
                  <a:lnTo>
                    <a:pt x="980288" y="94608"/>
                  </a:lnTo>
                  <a:lnTo>
                    <a:pt x="985734" y="94906"/>
                  </a:lnTo>
                  <a:lnTo>
                    <a:pt x="991180" y="95161"/>
                  </a:lnTo>
                  <a:lnTo>
                    <a:pt x="996626" y="95379"/>
                  </a:lnTo>
                  <a:lnTo>
                    <a:pt x="1002072" y="95564"/>
                  </a:lnTo>
                  <a:lnTo>
                    <a:pt x="1007518" y="95718"/>
                  </a:lnTo>
                  <a:lnTo>
                    <a:pt x="1012964" y="95846"/>
                  </a:lnTo>
                  <a:lnTo>
                    <a:pt x="1018410" y="95950"/>
                  </a:lnTo>
                  <a:lnTo>
                    <a:pt x="1023856" y="96032"/>
                  </a:lnTo>
                  <a:lnTo>
                    <a:pt x="1029302" y="96098"/>
                  </a:lnTo>
                  <a:lnTo>
                    <a:pt x="1034748" y="96149"/>
                  </a:lnTo>
                  <a:lnTo>
                    <a:pt x="1040194" y="96188"/>
                  </a:lnTo>
                  <a:lnTo>
                    <a:pt x="1045640" y="96216"/>
                  </a:lnTo>
                  <a:lnTo>
                    <a:pt x="1051086" y="96235"/>
                  </a:lnTo>
                  <a:lnTo>
                    <a:pt x="1056532" y="96247"/>
                  </a:lnTo>
                  <a:lnTo>
                    <a:pt x="1061978" y="96250"/>
                  </a:lnTo>
                  <a:lnTo>
                    <a:pt x="1067424" y="96248"/>
                  </a:lnTo>
                  <a:lnTo>
                    <a:pt x="1072870" y="96240"/>
                  </a:lnTo>
                  <a:lnTo>
                    <a:pt x="1078316" y="96228"/>
                  </a:lnTo>
                  <a:lnTo>
                    <a:pt x="1083762" y="96212"/>
                  </a:lnTo>
                  <a:lnTo>
                    <a:pt x="1089209" y="96193"/>
                  </a:lnTo>
                  <a:lnTo>
                    <a:pt x="1094655" y="96170"/>
                  </a:lnTo>
                  <a:lnTo>
                    <a:pt x="1100101" y="96143"/>
                  </a:lnTo>
                  <a:lnTo>
                    <a:pt x="1105547" y="96114"/>
                  </a:lnTo>
                  <a:lnTo>
                    <a:pt x="1110993" y="96083"/>
                  </a:lnTo>
                  <a:lnTo>
                    <a:pt x="1116439" y="96049"/>
                  </a:lnTo>
                  <a:lnTo>
                    <a:pt x="1121885" y="96014"/>
                  </a:lnTo>
                  <a:lnTo>
                    <a:pt x="1127331" y="95977"/>
                  </a:lnTo>
                  <a:lnTo>
                    <a:pt x="1132777" y="95939"/>
                  </a:lnTo>
                  <a:lnTo>
                    <a:pt x="1138223" y="95901"/>
                  </a:lnTo>
                  <a:lnTo>
                    <a:pt x="1143669" y="95862"/>
                  </a:lnTo>
                  <a:lnTo>
                    <a:pt x="1149115" y="95824"/>
                  </a:lnTo>
                  <a:lnTo>
                    <a:pt x="1154561" y="95786"/>
                  </a:lnTo>
                  <a:lnTo>
                    <a:pt x="1160007" y="95750"/>
                  </a:lnTo>
                  <a:lnTo>
                    <a:pt x="1165453" y="95716"/>
                  </a:lnTo>
                  <a:lnTo>
                    <a:pt x="1170899" y="95684"/>
                  </a:lnTo>
                  <a:lnTo>
                    <a:pt x="1176345" y="95655"/>
                  </a:lnTo>
                  <a:lnTo>
                    <a:pt x="1181791" y="95629"/>
                  </a:lnTo>
                  <a:lnTo>
                    <a:pt x="1187237" y="95608"/>
                  </a:lnTo>
                  <a:lnTo>
                    <a:pt x="1192683" y="95592"/>
                  </a:lnTo>
                  <a:lnTo>
                    <a:pt x="1198129" y="95581"/>
                  </a:lnTo>
                  <a:lnTo>
                    <a:pt x="1203575" y="95575"/>
                  </a:lnTo>
                  <a:lnTo>
                    <a:pt x="1209021" y="95575"/>
                  </a:lnTo>
                  <a:lnTo>
                    <a:pt x="1214468" y="95581"/>
                  </a:lnTo>
                  <a:lnTo>
                    <a:pt x="1219914" y="95592"/>
                  </a:lnTo>
                  <a:lnTo>
                    <a:pt x="1225360" y="95610"/>
                  </a:lnTo>
                  <a:lnTo>
                    <a:pt x="1230806" y="95634"/>
                  </a:lnTo>
                  <a:lnTo>
                    <a:pt x="1236252" y="95662"/>
                  </a:lnTo>
                  <a:lnTo>
                    <a:pt x="1241698" y="95696"/>
                  </a:lnTo>
                  <a:lnTo>
                    <a:pt x="1247144" y="95733"/>
                  </a:lnTo>
                  <a:lnTo>
                    <a:pt x="1252590" y="95773"/>
                  </a:lnTo>
                  <a:lnTo>
                    <a:pt x="1258036" y="95816"/>
                  </a:lnTo>
                  <a:lnTo>
                    <a:pt x="1263482" y="95860"/>
                  </a:lnTo>
                  <a:lnTo>
                    <a:pt x="1268928" y="95905"/>
                  </a:lnTo>
                  <a:lnTo>
                    <a:pt x="1274374" y="95950"/>
                  </a:lnTo>
                  <a:lnTo>
                    <a:pt x="1279820" y="95994"/>
                  </a:lnTo>
                  <a:lnTo>
                    <a:pt x="1285266" y="96037"/>
                  </a:lnTo>
                  <a:lnTo>
                    <a:pt x="1290712" y="96077"/>
                  </a:lnTo>
                  <a:lnTo>
                    <a:pt x="1296158" y="96115"/>
                  </a:lnTo>
                  <a:lnTo>
                    <a:pt x="1301604" y="96151"/>
                  </a:lnTo>
                  <a:lnTo>
                    <a:pt x="1307050" y="96183"/>
                  </a:lnTo>
                  <a:lnTo>
                    <a:pt x="1312496" y="96211"/>
                  </a:lnTo>
                  <a:lnTo>
                    <a:pt x="1317942" y="96236"/>
                  </a:lnTo>
                  <a:lnTo>
                    <a:pt x="1323388" y="96257"/>
                  </a:lnTo>
                  <a:lnTo>
                    <a:pt x="1328834" y="96275"/>
                  </a:lnTo>
                  <a:lnTo>
                    <a:pt x="1334281" y="96289"/>
                  </a:lnTo>
                  <a:lnTo>
                    <a:pt x="1339727" y="96300"/>
                  </a:lnTo>
                  <a:lnTo>
                    <a:pt x="1345173" y="96308"/>
                  </a:lnTo>
                  <a:lnTo>
                    <a:pt x="1350619" y="96313"/>
                  </a:lnTo>
                  <a:lnTo>
                    <a:pt x="1356065" y="96315"/>
                  </a:lnTo>
                  <a:lnTo>
                    <a:pt x="1361511" y="96313"/>
                  </a:lnTo>
                  <a:lnTo>
                    <a:pt x="1366957" y="96309"/>
                  </a:lnTo>
                  <a:lnTo>
                    <a:pt x="1372403" y="96302"/>
                  </a:lnTo>
                  <a:lnTo>
                    <a:pt x="1377849" y="96293"/>
                  </a:lnTo>
                  <a:lnTo>
                    <a:pt x="1383295" y="96280"/>
                  </a:lnTo>
                  <a:lnTo>
                    <a:pt x="1388741" y="96265"/>
                  </a:lnTo>
                  <a:lnTo>
                    <a:pt x="1394187" y="96247"/>
                  </a:lnTo>
                  <a:lnTo>
                    <a:pt x="1399633" y="96226"/>
                  </a:lnTo>
                  <a:lnTo>
                    <a:pt x="1405079" y="96202"/>
                  </a:lnTo>
                  <a:lnTo>
                    <a:pt x="1410525" y="96175"/>
                  </a:lnTo>
                  <a:lnTo>
                    <a:pt x="1415971" y="96146"/>
                  </a:lnTo>
                  <a:lnTo>
                    <a:pt x="1421417" y="96114"/>
                  </a:lnTo>
                  <a:lnTo>
                    <a:pt x="1426863" y="96079"/>
                  </a:lnTo>
                  <a:lnTo>
                    <a:pt x="1432309" y="96043"/>
                  </a:lnTo>
                  <a:lnTo>
                    <a:pt x="1437755" y="96004"/>
                  </a:lnTo>
                  <a:lnTo>
                    <a:pt x="1443201" y="95964"/>
                  </a:lnTo>
                  <a:lnTo>
                    <a:pt x="1448647" y="95923"/>
                  </a:lnTo>
                  <a:lnTo>
                    <a:pt x="1454094" y="95881"/>
                  </a:lnTo>
                  <a:lnTo>
                    <a:pt x="1459540" y="95838"/>
                  </a:lnTo>
                  <a:lnTo>
                    <a:pt x="1464986" y="95797"/>
                  </a:lnTo>
                  <a:lnTo>
                    <a:pt x="1470432" y="95756"/>
                  </a:lnTo>
                  <a:lnTo>
                    <a:pt x="1475878" y="95716"/>
                  </a:lnTo>
                  <a:lnTo>
                    <a:pt x="1481324" y="95680"/>
                  </a:lnTo>
                  <a:lnTo>
                    <a:pt x="1486770" y="95647"/>
                  </a:lnTo>
                  <a:lnTo>
                    <a:pt x="1492216" y="95617"/>
                  </a:lnTo>
                  <a:lnTo>
                    <a:pt x="1497662" y="95592"/>
                  </a:lnTo>
                  <a:lnTo>
                    <a:pt x="1503108" y="95572"/>
                  </a:lnTo>
                  <a:lnTo>
                    <a:pt x="1508554" y="95557"/>
                  </a:lnTo>
                  <a:lnTo>
                    <a:pt x="1514000" y="95549"/>
                  </a:lnTo>
                  <a:lnTo>
                    <a:pt x="1519446" y="95547"/>
                  </a:lnTo>
                  <a:lnTo>
                    <a:pt x="1524892" y="95552"/>
                  </a:lnTo>
                  <a:lnTo>
                    <a:pt x="1530338" y="95564"/>
                  </a:lnTo>
                  <a:lnTo>
                    <a:pt x="1535784" y="95582"/>
                  </a:lnTo>
                  <a:lnTo>
                    <a:pt x="1541230" y="95605"/>
                  </a:lnTo>
                  <a:lnTo>
                    <a:pt x="1546676" y="95635"/>
                  </a:lnTo>
                  <a:lnTo>
                    <a:pt x="1552122" y="95669"/>
                  </a:lnTo>
                  <a:lnTo>
                    <a:pt x="1557568" y="95707"/>
                  </a:lnTo>
                  <a:lnTo>
                    <a:pt x="1563014" y="95750"/>
                  </a:lnTo>
                  <a:lnTo>
                    <a:pt x="1568460" y="95794"/>
                  </a:lnTo>
                  <a:lnTo>
                    <a:pt x="1573907" y="95841"/>
                  </a:lnTo>
                  <a:lnTo>
                    <a:pt x="1579353" y="95888"/>
                  </a:lnTo>
                  <a:lnTo>
                    <a:pt x="1584799" y="95934"/>
                  </a:lnTo>
                  <a:lnTo>
                    <a:pt x="1590245" y="95980"/>
                  </a:lnTo>
                  <a:lnTo>
                    <a:pt x="1595691" y="96024"/>
                  </a:lnTo>
                  <a:lnTo>
                    <a:pt x="1601137" y="96065"/>
                  </a:lnTo>
                  <a:lnTo>
                    <a:pt x="1606583" y="96104"/>
                  </a:lnTo>
                  <a:lnTo>
                    <a:pt x="1612029" y="96138"/>
                  </a:lnTo>
                  <a:lnTo>
                    <a:pt x="1617475" y="96170"/>
                  </a:lnTo>
                  <a:lnTo>
                    <a:pt x="1622921" y="96197"/>
                  </a:lnTo>
                  <a:lnTo>
                    <a:pt x="1628367" y="96220"/>
                  </a:lnTo>
                  <a:lnTo>
                    <a:pt x="1633813" y="96240"/>
                  </a:lnTo>
                  <a:lnTo>
                    <a:pt x="1639259" y="96255"/>
                  </a:lnTo>
                  <a:lnTo>
                    <a:pt x="1644705" y="96266"/>
                  </a:lnTo>
                  <a:lnTo>
                    <a:pt x="1650151" y="96273"/>
                  </a:lnTo>
                  <a:lnTo>
                    <a:pt x="1655597" y="96277"/>
                  </a:lnTo>
                  <a:lnTo>
                    <a:pt x="1661043" y="96277"/>
                  </a:lnTo>
                  <a:lnTo>
                    <a:pt x="1666489" y="96274"/>
                  </a:lnTo>
                  <a:lnTo>
                    <a:pt x="1671935" y="96268"/>
                  </a:lnTo>
                  <a:lnTo>
                    <a:pt x="1677381" y="96260"/>
                  </a:lnTo>
                  <a:lnTo>
                    <a:pt x="1682827" y="96250"/>
                  </a:lnTo>
                  <a:lnTo>
                    <a:pt x="1688273" y="96237"/>
                  </a:lnTo>
                  <a:lnTo>
                    <a:pt x="1693720" y="96222"/>
                  </a:lnTo>
                  <a:lnTo>
                    <a:pt x="1699166" y="96207"/>
                  </a:lnTo>
                  <a:lnTo>
                    <a:pt x="1704612" y="96190"/>
                  </a:lnTo>
                  <a:lnTo>
                    <a:pt x="1710058" y="96174"/>
                  </a:lnTo>
                  <a:lnTo>
                    <a:pt x="1715504" y="96156"/>
                  </a:lnTo>
                  <a:lnTo>
                    <a:pt x="1720950" y="96139"/>
                  </a:lnTo>
                  <a:lnTo>
                    <a:pt x="1726396" y="96123"/>
                  </a:lnTo>
                  <a:lnTo>
                    <a:pt x="1731842" y="96107"/>
                  </a:lnTo>
                  <a:lnTo>
                    <a:pt x="1737288" y="96092"/>
                  </a:lnTo>
                  <a:lnTo>
                    <a:pt x="1742734" y="96078"/>
                  </a:lnTo>
                  <a:lnTo>
                    <a:pt x="1748180" y="96066"/>
                  </a:lnTo>
                  <a:lnTo>
                    <a:pt x="1753626" y="96055"/>
                  </a:lnTo>
                  <a:lnTo>
                    <a:pt x="1759072" y="96045"/>
                  </a:lnTo>
                  <a:lnTo>
                    <a:pt x="1764518" y="96037"/>
                  </a:lnTo>
                  <a:lnTo>
                    <a:pt x="1769964" y="96031"/>
                  </a:lnTo>
                  <a:lnTo>
                    <a:pt x="1775410" y="96026"/>
                  </a:lnTo>
                  <a:lnTo>
                    <a:pt x="1780856" y="96023"/>
                  </a:lnTo>
                  <a:lnTo>
                    <a:pt x="1786302" y="96021"/>
                  </a:lnTo>
                  <a:lnTo>
                    <a:pt x="1791748" y="96021"/>
                  </a:lnTo>
                  <a:lnTo>
                    <a:pt x="1797194" y="96022"/>
                  </a:lnTo>
                  <a:lnTo>
                    <a:pt x="1802640" y="96024"/>
                  </a:lnTo>
                  <a:lnTo>
                    <a:pt x="1808086" y="96028"/>
                  </a:lnTo>
                  <a:lnTo>
                    <a:pt x="1813532" y="96034"/>
                  </a:lnTo>
                  <a:lnTo>
                    <a:pt x="1818979" y="96041"/>
                  </a:lnTo>
                  <a:lnTo>
                    <a:pt x="1824425" y="96050"/>
                  </a:lnTo>
                  <a:lnTo>
                    <a:pt x="1829871" y="96060"/>
                  </a:lnTo>
                  <a:lnTo>
                    <a:pt x="1835317" y="96072"/>
                  </a:lnTo>
                  <a:lnTo>
                    <a:pt x="1840763" y="96085"/>
                  </a:lnTo>
                  <a:lnTo>
                    <a:pt x="1846209" y="96100"/>
                  </a:lnTo>
                  <a:lnTo>
                    <a:pt x="1851655" y="96116"/>
                  </a:lnTo>
                  <a:lnTo>
                    <a:pt x="1857101" y="96132"/>
                  </a:lnTo>
                  <a:lnTo>
                    <a:pt x="1862547" y="96150"/>
                  </a:lnTo>
                  <a:lnTo>
                    <a:pt x="1867993" y="96168"/>
                  </a:lnTo>
                  <a:lnTo>
                    <a:pt x="1873439" y="96186"/>
                  </a:lnTo>
                  <a:lnTo>
                    <a:pt x="1878885" y="96204"/>
                  </a:lnTo>
                  <a:lnTo>
                    <a:pt x="1884331" y="96221"/>
                  </a:lnTo>
                  <a:lnTo>
                    <a:pt x="1889777" y="96239"/>
                  </a:lnTo>
                  <a:lnTo>
                    <a:pt x="1895223" y="96255"/>
                  </a:lnTo>
                  <a:lnTo>
                    <a:pt x="1900669" y="96270"/>
                  </a:lnTo>
                  <a:lnTo>
                    <a:pt x="1906115" y="96285"/>
                  </a:lnTo>
                  <a:lnTo>
                    <a:pt x="1911561" y="96298"/>
                  </a:lnTo>
                  <a:lnTo>
                    <a:pt x="1917007" y="96309"/>
                  </a:lnTo>
                  <a:lnTo>
                    <a:pt x="1922453" y="96320"/>
                  </a:lnTo>
                  <a:lnTo>
                    <a:pt x="1927899" y="96329"/>
                  </a:lnTo>
                  <a:lnTo>
                    <a:pt x="1933345" y="96336"/>
                  </a:lnTo>
                  <a:lnTo>
                    <a:pt x="1938792" y="96343"/>
                  </a:lnTo>
                  <a:lnTo>
                    <a:pt x="1944238" y="96348"/>
                  </a:lnTo>
                  <a:lnTo>
                    <a:pt x="1949684" y="96352"/>
                  </a:lnTo>
                  <a:lnTo>
                    <a:pt x="1955130" y="96354"/>
                  </a:lnTo>
                  <a:lnTo>
                    <a:pt x="1960576" y="96356"/>
                  </a:lnTo>
                  <a:lnTo>
                    <a:pt x="1966022" y="96357"/>
                  </a:lnTo>
                  <a:lnTo>
                    <a:pt x="1971468" y="96356"/>
                  </a:lnTo>
                  <a:lnTo>
                    <a:pt x="1976914" y="96355"/>
                  </a:lnTo>
                  <a:lnTo>
                    <a:pt x="1982360" y="96352"/>
                  </a:lnTo>
                  <a:lnTo>
                    <a:pt x="1987806" y="96348"/>
                  </a:lnTo>
                  <a:lnTo>
                    <a:pt x="1993252" y="96343"/>
                  </a:lnTo>
                  <a:lnTo>
                    <a:pt x="1998698" y="96336"/>
                  </a:lnTo>
                  <a:lnTo>
                    <a:pt x="2004144" y="96329"/>
                  </a:lnTo>
                  <a:lnTo>
                    <a:pt x="2009590" y="96320"/>
                  </a:lnTo>
                  <a:lnTo>
                    <a:pt x="2015036" y="96310"/>
                  </a:lnTo>
                  <a:lnTo>
                    <a:pt x="2020482" y="96299"/>
                  </a:lnTo>
                  <a:lnTo>
                    <a:pt x="2025928" y="96286"/>
                  </a:lnTo>
                  <a:lnTo>
                    <a:pt x="2031374" y="96273"/>
                  </a:lnTo>
                  <a:lnTo>
                    <a:pt x="2036820" y="96259"/>
                  </a:lnTo>
                  <a:lnTo>
                    <a:pt x="2042266" y="96244"/>
                  </a:lnTo>
                  <a:lnTo>
                    <a:pt x="2047712" y="96229"/>
                  </a:lnTo>
                  <a:lnTo>
                    <a:pt x="2053158" y="96214"/>
                  </a:lnTo>
                  <a:lnTo>
                    <a:pt x="2058605" y="96199"/>
                  </a:lnTo>
                  <a:lnTo>
                    <a:pt x="2064051" y="96185"/>
                  </a:lnTo>
                  <a:lnTo>
                    <a:pt x="2069497" y="96172"/>
                  </a:lnTo>
                  <a:lnTo>
                    <a:pt x="2074943" y="96161"/>
                  </a:lnTo>
                  <a:lnTo>
                    <a:pt x="2080389" y="96151"/>
                  </a:lnTo>
                  <a:lnTo>
                    <a:pt x="2085835" y="96143"/>
                  </a:lnTo>
                  <a:lnTo>
                    <a:pt x="2091281" y="96137"/>
                  </a:lnTo>
                  <a:lnTo>
                    <a:pt x="2096727" y="96134"/>
                  </a:lnTo>
                  <a:lnTo>
                    <a:pt x="2102173" y="96134"/>
                  </a:lnTo>
                  <a:lnTo>
                    <a:pt x="2107619" y="96136"/>
                  </a:lnTo>
                  <a:lnTo>
                    <a:pt x="2113065" y="96141"/>
                  </a:lnTo>
                  <a:lnTo>
                    <a:pt x="2118511" y="96148"/>
                  </a:lnTo>
                  <a:lnTo>
                    <a:pt x="2123957" y="96157"/>
                  </a:lnTo>
                  <a:lnTo>
                    <a:pt x="2129403" y="96168"/>
                  </a:lnTo>
                  <a:lnTo>
                    <a:pt x="2134849" y="96181"/>
                  </a:lnTo>
                  <a:lnTo>
                    <a:pt x="2140295" y="96195"/>
                  </a:lnTo>
                  <a:lnTo>
                    <a:pt x="2145741" y="96209"/>
                  </a:lnTo>
                  <a:lnTo>
                    <a:pt x="2151187" y="96224"/>
                  </a:lnTo>
                  <a:lnTo>
                    <a:pt x="2156633" y="96240"/>
                  </a:lnTo>
                  <a:lnTo>
                    <a:pt x="2162079" y="96254"/>
                  </a:lnTo>
                  <a:lnTo>
                    <a:pt x="2167525" y="96269"/>
                  </a:lnTo>
                  <a:lnTo>
                    <a:pt x="2172971" y="96283"/>
                  </a:lnTo>
                  <a:lnTo>
                    <a:pt x="2178418" y="96295"/>
                  </a:lnTo>
                  <a:lnTo>
                    <a:pt x="2183864" y="96307"/>
                  </a:lnTo>
                  <a:lnTo>
                    <a:pt x="2189310" y="96318"/>
                  </a:lnTo>
                  <a:lnTo>
                    <a:pt x="2194756" y="96327"/>
                  </a:lnTo>
                  <a:lnTo>
                    <a:pt x="2200202" y="96335"/>
                  </a:lnTo>
                  <a:lnTo>
                    <a:pt x="2205648" y="96343"/>
                  </a:lnTo>
                  <a:lnTo>
                    <a:pt x="2211094" y="96349"/>
                  </a:lnTo>
                  <a:lnTo>
                    <a:pt x="2216540" y="96354"/>
                  </a:lnTo>
                  <a:lnTo>
                    <a:pt x="2221986" y="96358"/>
                  </a:lnTo>
                  <a:lnTo>
                    <a:pt x="2227432" y="96362"/>
                  </a:lnTo>
                  <a:lnTo>
                    <a:pt x="2232878" y="96365"/>
                  </a:lnTo>
                  <a:lnTo>
                    <a:pt x="2238324" y="96367"/>
                  </a:lnTo>
                  <a:lnTo>
                    <a:pt x="2243770" y="96369"/>
                  </a:lnTo>
                  <a:lnTo>
                    <a:pt x="2249216" y="96370"/>
                  </a:lnTo>
                  <a:lnTo>
                    <a:pt x="2254662" y="96371"/>
                  </a:lnTo>
                  <a:lnTo>
                    <a:pt x="2260108" y="96372"/>
                  </a:lnTo>
                  <a:lnTo>
                    <a:pt x="2265554" y="96373"/>
                  </a:lnTo>
                  <a:lnTo>
                    <a:pt x="2271000" y="96373"/>
                  </a:lnTo>
                  <a:lnTo>
                    <a:pt x="2276446" y="96374"/>
                  </a:lnTo>
                  <a:lnTo>
                    <a:pt x="2281892" y="96374"/>
                  </a:lnTo>
                  <a:lnTo>
                    <a:pt x="2287338" y="96374"/>
                  </a:lnTo>
                  <a:lnTo>
                    <a:pt x="2292784" y="96374"/>
                  </a:lnTo>
                  <a:lnTo>
                    <a:pt x="2298231" y="96374"/>
                  </a:lnTo>
                  <a:lnTo>
                    <a:pt x="2303677" y="96374"/>
                  </a:lnTo>
                  <a:lnTo>
                    <a:pt x="2309123" y="96374"/>
                  </a:lnTo>
                  <a:lnTo>
                    <a:pt x="2314569" y="96374"/>
                  </a:lnTo>
                  <a:lnTo>
                    <a:pt x="2320015" y="96374"/>
                  </a:lnTo>
                  <a:lnTo>
                    <a:pt x="2325461" y="96373"/>
                  </a:lnTo>
                  <a:lnTo>
                    <a:pt x="2330907" y="96373"/>
                  </a:lnTo>
                  <a:lnTo>
                    <a:pt x="2336353" y="96372"/>
                  </a:lnTo>
                  <a:lnTo>
                    <a:pt x="2341799" y="96371"/>
                  </a:lnTo>
                  <a:lnTo>
                    <a:pt x="2347245" y="96370"/>
                  </a:lnTo>
                  <a:lnTo>
                    <a:pt x="2352691" y="96368"/>
                  </a:lnTo>
                  <a:lnTo>
                    <a:pt x="2358137" y="96366"/>
                  </a:lnTo>
                  <a:lnTo>
                    <a:pt x="2363583" y="96364"/>
                  </a:lnTo>
                  <a:lnTo>
                    <a:pt x="2369029" y="96361"/>
                  </a:lnTo>
                  <a:lnTo>
                    <a:pt x="2374475" y="96357"/>
                  </a:lnTo>
                  <a:lnTo>
                    <a:pt x="2379921" y="96353"/>
                  </a:lnTo>
                  <a:lnTo>
                    <a:pt x="2385367" y="96347"/>
                  </a:lnTo>
                  <a:lnTo>
                    <a:pt x="2390813" y="96341"/>
                  </a:lnTo>
                  <a:lnTo>
                    <a:pt x="2396259" y="96334"/>
                  </a:lnTo>
                  <a:lnTo>
                    <a:pt x="2401705" y="96325"/>
                  </a:lnTo>
                  <a:lnTo>
                    <a:pt x="2407151" y="96315"/>
                  </a:lnTo>
                  <a:lnTo>
                    <a:pt x="2412597" y="96304"/>
                  </a:lnTo>
                  <a:lnTo>
                    <a:pt x="2418043" y="96292"/>
                  </a:lnTo>
                  <a:lnTo>
                    <a:pt x="2423490" y="96279"/>
                  </a:lnTo>
                  <a:lnTo>
                    <a:pt x="2428936" y="96265"/>
                  </a:lnTo>
                  <a:lnTo>
                    <a:pt x="2434382" y="96251"/>
                  </a:lnTo>
                  <a:lnTo>
                    <a:pt x="2439828" y="96236"/>
                  </a:lnTo>
                  <a:lnTo>
                    <a:pt x="2445274" y="96221"/>
                  </a:lnTo>
                  <a:lnTo>
                    <a:pt x="2450720" y="96206"/>
                  </a:lnTo>
                  <a:lnTo>
                    <a:pt x="2456166" y="96191"/>
                  </a:lnTo>
                  <a:lnTo>
                    <a:pt x="2461612" y="96178"/>
                  </a:lnTo>
                  <a:lnTo>
                    <a:pt x="2467058" y="96165"/>
                  </a:lnTo>
                  <a:lnTo>
                    <a:pt x="2472504" y="96155"/>
                  </a:lnTo>
                  <a:lnTo>
                    <a:pt x="2477950" y="96146"/>
                  </a:lnTo>
                  <a:lnTo>
                    <a:pt x="2483396" y="96139"/>
                  </a:lnTo>
                  <a:lnTo>
                    <a:pt x="2488842" y="96136"/>
                  </a:lnTo>
                  <a:lnTo>
                    <a:pt x="2494288" y="96134"/>
                  </a:lnTo>
                  <a:lnTo>
                    <a:pt x="2499734" y="96135"/>
                  </a:lnTo>
                  <a:lnTo>
                    <a:pt x="2505180" y="96139"/>
                  </a:lnTo>
                  <a:lnTo>
                    <a:pt x="2510626" y="96145"/>
                  </a:lnTo>
                  <a:lnTo>
                    <a:pt x="2516072" y="96153"/>
                  </a:lnTo>
                  <a:lnTo>
                    <a:pt x="2521518" y="96163"/>
                  </a:lnTo>
                  <a:lnTo>
                    <a:pt x="2526964" y="96175"/>
                  </a:lnTo>
                  <a:lnTo>
                    <a:pt x="2532410" y="96189"/>
                  </a:lnTo>
                  <a:lnTo>
                    <a:pt x="2537856" y="96203"/>
                  </a:lnTo>
                  <a:lnTo>
                    <a:pt x="2543303" y="96218"/>
                  </a:lnTo>
                  <a:lnTo>
                    <a:pt x="2548749" y="96233"/>
                  </a:lnTo>
                  <a:lnTo>
                    <a:pt x="2554195" y="96248"/>
                  </a:lnTo>
                  <a:lnTo>
                    <a:pt x="2559641" y="96262"/>
                  </a:lnTo>
                  <a:lnTo>
                    <a:pt x="2565087" y="96276"/>
                  </a:lnTo>
                  <a:lnTo>
                    <a:pt x="2570533" y="96289"/>
                  </a:lnTo>
                  <a:lnTo>
                    <a:pt x="2575979" y="96301"/>
                  </a:lnTo>
                  <a:lnTo>
                    <a:pt x="2581425" y="96311"/>
                  </a:lnTo>
                  <a:lnTo>
                    <a:pt x="2586871" y="96320"/>
                  </a:lnTo>
                  <a:lnTo>
                    <a:pt x="2592317" y="96328"/>
                  </a:lnTo>
                  <a:lnTo>
                    <a:pt x="2597763" y="96334"/>
                  </a:lnTo>
                  <a:lnTo>
                    <a:pt x="2603209" y="96339"/>
                  </a:lnTo>
                  <a:lnTo>
                    <a:pt x="2608655" y="96342"/>
                  </a:lnTo>
                  <a:lnTo>
                    <a:pt x="2614101" y="96344"/>
                  </a:lnTo>
                  <a:lnTo>
                    <a:pt x="2619547" y="96344"/>
                  </a:lnTo>
                  <a:lnTo>
                    <a:pt x="2624993" y="96342"/>
                  </a:lnTo>
                  <a:lnTo>
                    <a:pt x="2630439" y="96339"/>
                  </a:lnTo>
                  <a:lnTo>
                    <a:pt x="2635885" y="96334"/>
                  </a:lnTo>
                  <a:lnTo>
                    <a:pt x="2641331" y="96327"/>
                  </a:lnTo>
                  <a:lnTo>
                    <a:pt x="2646777" y="96318"/>
                  </a:lnTo>
                  <a:lnTo>
                    <a:pt x="2652223" y="96308"/>
                  </a:lnTo>
                  <a:lnTo>
                    <a:pt x="2657669" y="96295"/>
                  </a:lnTo>
                  <a:lnTo>
                    <a:pt x="2663116" y="96280"/>
                  </a:lnTo>
                  <a:lnTo>
                    <a:pt x="2668562" y="96263"/>
                  </a:lnTo>
                  <a:lnTo>
                    <a:pt x="2674008" y="96243"/>
                  </a:lnTo>
                  <a:lnTo>
                    <a:pt x="2679454" y="96222"/>
                  </a:lnTo>
                  <a:lnTo>
                    <a:pt x="2684900" y="96200"/>
                  </a:lnTo>
                  <a:lnTo>
                    <a:pt x="2690346" y="96175"/>
                  </a:lnTo>
                  <a:lnTo>
                    <a:pt x="2695792" y="96149"/>
                  </a:lnTo>
                  <a:lnTo>
                    <a:pt x="2701238" y="96122"/>
                  </a:lnTo>
                  <a:lnTo>
                    <a:pt x="2706684" y="96095"/>
                  </a:lnTo>
                  <a:lnTo>
                    <a:pt x="2712130" y="96068"/>
                  </a:lnTo>
                  <a:lnTo>
                    <a:pt x="2717576" y="96042"/>
                  </a:lnTo>
                  <a:lnTo>
                    <a:pt x="2723022" y="96016"/>
                  </a:lnTo>
                  <a:lnTo>
                    <a:pt x="2728468" y="95993"/>
                  </a:lnTo>
                  <a:lnTo>
                    <a:pt x="2733914" y="95972"/>
                  </a:lnTo>
                  <a:lnTo>
                    <a:pt x="2739360" y="95954"/>
                  </a:lnTo>
                  <a:lnTo>
                    <a:pt x="2744806" y="95939"/>
                  </a:lnTo>
                  <a:lnTo>
                    <a:pt x="2750252" y="95928"/>
                  </a:lnTo>
                  <a:lnTo>
                    <a:pt x="2755698" y="95921"/>
                  </a:lnTo>
                  <a:lnTo>
                    <a:pt x="2761144" y="95918"/>
                  </a:lnTo>
                  <a:lnTo>
                    <a:pt x="2766590" y="95920"/>
                  </a:lnTo>
                  <a:lnTo>
                    <a:pt x="2772036" y="95926"/>
                  </a:lnTo>
                  <a:lnTo>
                    <a:pt x="2777482" y="95937"/>
                  </a:lnTo>
                  <a:lnTo>
                    <a:pt x="2782929" y="95951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957616" y="5734820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6"/>
                  </a:lnTo>
                  <a:lnTo>
                    <a:pt x="196057" y="455696"/>
                  </a:lnTo>
                  <a:lnTo>
                    <a:pt x="201503" y="455696"/>
                  </a:lnTo>
                  <a:lnTo>
                    <a:pt x="206949" y="455696"/>
                  </a:lnTo>
                  <a:lnTo>
                    <a:pt x="212395" y="455696"/>
                  </a:lnTo>
                  <a:lnTo>
                    <a:pt x="217841" y="455696"/>
                  </a:lnTo>
                  <a:lnTo>
                    <a:pt x="223287" y="455696"/>
                  </a:lnTo>
                  <a:lnTo>
                    <a:pt x="228733" y="455696"/>
                  </a:lnTo>
                  <a:lnTo>
                    <a:pt x="234179" y="455696"/>
                  </a:lnTo>
                  <a:lnTo>
                    <a:pt x="239625" y="455696"/>
                  </a:lnTo>
                  <a:lnTo>
                    <a:pt x="245072" y="455696"/>
                  </a:lnTo>
                  <a:lnTo>
                    <a:pt x="250518" y="455696"/>
                  </a:lnTo>
                  <a:lnTo>
                    <a:pt x="255964" y="455696"/>
                  </a:lnTo>
                  <a:lnTo>
                    <a:pt x="261410" y="455696"/>
                  </a:lnTo>
                  <a:lnTo>
                    <a:pt x="266856" y="455696"/>
                  </a:lnTo>
                  <a:lnTo>
                    <a:pt x="272302" y="455696"/>
                  </a:lnTo>
                  <a:lnTo>
                    <a:pt x="277748" y="455696"/>
                  </a:lnTo>
                  <a:lnTo>
                    <a:pt x="283194" y="455696"/>
                  </a:lnTo>
                  <a:lnTo>
                    <a:pt x="288640" y="455696"/>
                  </a:lnTo>
                  <a:lnTo>
                    <a:pt x="294086" y="455696"/>
                  </a:lnTo>
                  <a:lnTo>
                    <a:pt x="299532" y="455696"/>
                  </a:lnTo>
                  <a:lnTo>
                    <a:pt x="304978" y="455696"/>
                  </a:lnTo>
                  <a:lnTo>
                    <a:pt x="310424" y="455695"/>
                  </a:lnTo>
                  <a:lnTo>
                    <a:pt x="315870" y="455694"/>
                  </a:lnTo>
                  <a:lnTo>
                    <a:pt x="321316" y="455690"/>
                  </a:lnTo>
                  <a:lnTo>
                    <a:pt x="326762" y="455679"/>
                  </a:lnTo>
                  <a:lnTo>
                    <a:pt x="332208" y="455653"/>
                  </a:lnTo>
                  <a:lnTo>
                    <a:pt x="337654" y="455600"/>
                  </a:lnTo>
                  <a:lnTo>
                    <a:pt x="343100" y="455501"/>
                  </a:lnTo>
                  <a:lnTo>
                    <a:pt x="348546" y="455339"/>
                  </a:lnTo>
                  <a:lnTo>
                    <a:pt x="353992" y="455103"/>
                  </a:lnTo>
                  <a:lnTo>
                    <a:pt x="359438" y="454798"/>
                  </a:lnTo>
                  <a:lnTo>
                    <a:pt x="364885" y="454445"/>
                  </a:lnTo>
                  <a:lnTo>
                    <a:pt x="370331" y="454074"/>
                  </a:lnTo>
                  <a:lnTo>
                    <a:pt x="375777" y="453708"/>
                  </a:lnTo>
                  <a:lnTo>
                    <a:pt x="381223" y="453346"/>
                  </a:lnTo>
                  <a:lnTo>
                    <a:pt x="386669" y="452962"/>
                  </a:lnTo>
                  <a:lnTo>
                    <a:pt x="392115" y="452519"/>
                  </a:lnTo>
                  <a:lnTo>
                    <a:pt x="397561" y="451994"/>
                  </a:lnTo>
                  <a:lnTo>
                    <a:pt x="403007" y="451406"/>
                  </a:lnTo>
                  <a:lnTo>
                    <a:pt x="408453" y="450829"/>
                  </a:lnTo>
                  <a:lnTo>
                    <a:pt x="413899" y="450377"/>
                  </a:lnTo>
                  <a:lnTo>
                    <a:pt x="419345" y="450166"/>
                  </a:lnTo>
                  <a:lnTo>
                    <a:pt x="424791" y="450266"/>
                  </a:lnTo>
                  <a:lnTo>
                    <a:pt x="430237" y="450670"/>
                  </a:lnTo>
                  <a:lnTo>
                    <a:pt x="435683" y="451293"/>
                  </a:lnTo>
                  <a:lnTo>
                    <a:pt x="441129" y="451982"/>
                  </a:lnTo>
                  <a:lnTo>
                    <a:pt x="446575" y="452608"/>
                  </a:lnTo>
                  <a:lnTo>
                    <a:pt x="452021" y="453079"/>
                  </a:lnTo>
                  <a:lnTo>
                    <a:pt x="457467" y="453352"/>
                  </a:lnTo>
                  <a:lnTo>
                    <a:pt x="462913" y="453425"/>
                  </a:lnTo>
                  <a:lnTo>
                    <a:pt x="468359" y="453319"/>
                  </a:lnTo>
                  <a:lnTo>
                    <a:pt x="473805" y="453073"/>
                  </a:lnTo>
                  <a:lnTo>
                    <a:pt x="479251" y="452740"/>
                  </a:lnTo>
                  <a:lnTo>
                    <a:pt x="484698" y="452390"/>
                  </a:lnTo>
                  <a:lnTo>
                    <a:pt x="490144" y="452105"/>
                  </a:lnTo>
                  <a:lnTo>
                    <a:pt x="495590" y="451970"/>
                  </a:lnTo>
                  <a:lnTo>
                    <a:pt x="501036" y="452050"/>
                  </a:lnTo>
                  <a:lnTo>
                    <a:pt x="506482" y="452363"/>
                  </a:lnTo>
                  <a:lnTo>
                    <a:pt x="511928" y="452861"/>
                  </a:lnTo>
                  <a:lnTo>
                    <a:pt x="517374" y="453440"/>
                  </a:lnTo>
                  <a:lnTo>
                    <a:pt x="522820" y="453963"/>
                  </a:lnTo>
                  <a:lnTo>
                    <a:pt x="528266" y="454300"/>
                  </a:lnTo>
                  <a:lnTo>
                    <a:pt x="533712" y="454360"/>
                  </a:lnTo>
                  <a:lnTo>
                    <a:pt x="539158" y="454107"/>
                  </a:lnTo>
                  <a:lnTo>
                    <a:pt x="544604" y="453571"/>
                  </a:lnTo>
                  <a:lnTo>
                    <a:pt x="550050" y="452848"/>
                  </a:lnTo>
                  <a:lnTo>
                    <a:pt x="555496" y="452089"/>
                  </a:lnTo>
                  <a:lnTo>
                    <a:pt x="560942" y="451463"/>
                  </a:lnTo>
                  <a:lnTo>
                    <a:pt x="566388" y="451086"/>
                  </a:lnTo>
                  <a:lnTo>
                    <a:pt x="571834" y="450998"/>
                  </a:lnTo>
                  <a:lnTo>
                    <a:pt x="577280" y="451156"/>
                  </a:lnTo>
                  <a:lnTo>
                    <a:pt x="582726" y="451461"/>
                  </a:lnTo>
                  <a:lnTo>
                    <a:pt x="588172" y="451803"/>
                  </a:lnTo>
                  <a:lnTo>
                    <a:pt x="593618" y="452091"/>
                  </a:lnTo>
                  <a:lnTo>
                    <a:pt x="599064" y="452268"/>
                  </a:lnTo>
                  <a:lnTo>
                    <a:pt x="604510" y="452321"/>
                  </a:lnTo>
                  <a:lnTo>
                    <a:pt x="609957" y="452278"/>
                  </a:lnTo>
                  <a:lnTo>
                    <a:pt x="615403" y="452200"/>
                  </a:lnTo>
                  <a:lnTo>
                    <a:pt x="620849" y="452151"/>
                  </a:lnTo>
                  <a:lnTo>
                    <a:pt x="626295" y="452164"/>
                  </a:lnTo>
                  <a:lnTo>
                    <a:pt x="631741" y="452212"/>
                  </a:lnTo>
                  <a:lnTo>
                    <a:pt x="637187" y="452215"/>
                  </a:lnTo>
                  <a:lnTo>
                    <a:pt x="642633" y="452079"/>
                  </a:lnTo>
                  <a:lnTo>
                    <a:pt x="648079" y="451760"/>
                  </a:lnTo>
                  <a:lnTo>
                    <a:pt x="653525" y="451306"/>
                  </a:lnTo>
                  <a:lnTo>
                    <a:pt x="658971" y="450850"/>
                  </a:lnTo>
                  <a:lnTo>
                    <a:pt x="664417" y="450549"/>
                  </a:lnTo>
                  <a:lnTo>
                    <a:pt x="669863" y="450505"/>
                  </a:lnTo>
                  <a:lnTo>
                    <a:pt x="675309" y="450718"/>
                  </a:lnTo>
                  <a:lnTo>
                    <a:pt x="680755" y="451053"/>
                  </a:lnTo>
                  <a:lnTo>
                    <a:pt x="686201" y="451339"/>
                  </a:lnTo>
                  <a:lnTo>
                    <a:pt x="691647" y="451439"/>
                  </a:lnTo>
                  <a:lnTo>
                    <a:pt x="697093" y="451290"/>
                  </a:lnTo>
                  <a:lnTo>
                    <a:pt x="702539" y="450911"/>
                  </a:lnTo>
                  <a:lnTo>
                    <a:pt x="707985" y="450372"/>
                  </a:lnTo>
                  <a:lnTo>
                    <a:pt x="713431" y="449751"/>
                  </a:lnTo>
                  <a:lnTo>
                    <a:pt x="718877" y="449099"/>
                  </a:lnTo>
                  <a:lnTo>
                    <a:pt x="724323" y="448424"/>
                  </a:lnTo>
                  <a:lnTo>
                    <a:pt x="729770" y="447701"/>
                  </a:lnTo>
                  <a:lnTo>
                    <a:pt x="735216" y="446895"/>
                  </a:lnTo>
                  <a:lnTo>
                    <a:pt x="740662" y="445976"/>
                  </a:lnTo>
                  <a:lnTo>
                    <a:pt x="746108" y="444941"/>
                  </a:lnTo>
                  <a:lnTo>
                    <a:pt x="751554" y="443811"/>
                  </a:lnTo>
                  <a:lnTo>
                    <a:pt x="757000" y="442631"/>
                  </a:lnTo>
                  <a:lnTo>
                    <a:pt x="762446" y="441460"/>
                  </a:lnTo>
                  <a:lnTo>
                    <a:pt x="767892" y="440371"/>
                  </a:lnTo>
                  <a:lnTo>
                    <a:pt x="773338" y="439448"/>
                  </a:lnTo>
                  <a:lnTo>
                    <a:pt x="778784" y="438773"/>
                  </a:lnTo>
                  <a:lnTo>
                    <a:pt x="784230" y="438411"/>
                  </a:lnTo>
                  <a:lnTo>
                    <a:pt x="789676" y="438391"/>
                  </a:lnTo>
                  <a:lnTo>
                    <a:pt x="795122" y="438710"/>
                  </a:lnTo>
                  <a:lnTo>
                    <a:pt x="800568" y="439296"/>
                  </a:lnTo>
                  <a:lnTo>
                    <a:pt x="806014" y="440054"/>
                  </a:lnTo>
                  <a:lnTo>
                    <a:pt x="811460" y="440881"/>
                  </a:lnTo>
                  <a:lnTo>
                    <a:pt x="816906" y="441676"/>
                  </a:lnTo>
                  <a:lnTo>
                    <a:pt x="822352" y="442354"/>
                  </a:lnTo>
                  <a:lnTo>
                    <a:pt x="827798" y="442850"/>
                  </a:lnTo>
                  <a:lnTo>
                    <a:pt x="833244" y="443112"/>
                  </a:lnTo>
                  <a:lnTo>
                    <a:pt x="838690" y="443081"/>
                  </a:lnTo>
                  <a:lnTo>
                    <a:pt x="844136" y="442692"/>
                  </a:lnTo>
                  <a:lnTo>
                    <a:pt x="849583" y="441878"/>
                  </a:lnTo>
                  <a:lnTo>
                    <a:pt x="855029" y="440608"/>
                  </a:lnTo>
                  <a:lnTo>
                    <a:pt x="860475" y="438921"/>
                  </a:lnTo>
                  <a:lnTo>
                    <a:pt x="865921" y="436936"/>
                  </a:lnTo>
                  <a:lnTo>
                    <a:pt x="871367" y="434824"/>
                  </a:lnTo>
                  <a:lnTo>
                    <a:pt x="876813" y="432761"/>
                  </a:lnTo>
                  <a:lnTo>
                    <a:pt x="882259" y="430875"/>
                  </a:lnTo>
                  <a:lnTo>
                    <a:pt x="887705" y="429231"/>
                  </a:lnTo>
                  <a:lnTo>
                    <a:pt x="893151" y="427852"/>
                  </a:lnTo>
                  <a:lnTo>
                    <a:pt x="898597" y="426751"/>
                  </a:lnTo>
                  <a:lnTo>
                    <a:pt x="904043" y="425949"/>
                  </a:lnTo>
                  <a:lnTo>
                    <a:pt x="909489" y="425461"/>
                  </a:lnTo>
                  <a:lnTo>
                    <a:pt x="914935" y="425276"/>
                  </a:lnTo>
                  <a:lnTo>
                    <a:pt x="920381" y="425318"/>
                  </a:lnTo>
                  <a:lnTo>
                    <a:pt x="925827" y="425480"/>
                  </a:lnTo>
                  <a:lnTo>
                    <a:pt x="931273" y="425638"/>
                  </a:lnTo>
                  <a:lnTo>
                    <a:pt x="936719" y="425651"/>
                  </a:lnTo>
                  <a:lnTo>
                    <a:pt x="942165" y="425371"/>
                  </a:lnTo>
                  <a:lnTo>
                    <a:pt x="947611" y="424676"/>
                  </a:lnTo>
                  <a:lnTo>
                    <a:pt x="953057" y="423508"/>
                  </a:lnTo>
                  <a:lnTo>
                    <a:pt x="958503" y="421877"/>
                  </a:lnTo>
                  <a:lnTo>
                    <a:pt x="963949" y="419774"/>
                  </a:lnTo>
                  <a:lnTo>
                    <a:pt x="969396" y="416975"/>
                  </a:lnTo>
                  <a:lnTo>
                    <a:pt x="974842" y="412759"/>
                  </a:lnTo>
                  <a:lnTo>
                    <a:pt x="980288" y="405576"/>
                  </a:lnTo>
                  <a:lnTo>
                    <a:pt x="985734" y="392808"/>
                  </a:lnTo>
                  <a:lnTo>
                    <a:pt x="991180" y="370856"/>
                  </a:lnTo>
                  <a:lnTo>
                    <a:pt x="996626" y="335821"/>
                  </a:lnTo>
                  <a:lnTo>
                    <a:pt x="1002072" y="285014"/>
                  </a:lnTo>
                  <a:lnTo>
                    <a:pt x="1007518" y="219119"/>
                  </a:lnTo>
                  <a:lnTo>
                    <a:pt x="1012964" y="144231"/>
                  </a:lnTo>
                  <a:lnTo>
                    <a:pt x="1018410" y="72407"/>
                  </a:lnTo>
                  <a:lnTo>
                    <a:pt x="1023856" y="19476"/>
                  </a:lnTo>
                  <a:lnTo>
                    <a:pt x="1029302" y="0"/>
                  </a:lnTo>
                  <a:lnTo>
                    <a:pt x="1034748" y="22463"/>
                  </a:lnTo>
                  <a:lnTo>
                    <a:pt x="1040194" y="81222"/>
                  </a:lnTo>
                  <a:lnTo>
                    <a:pt x="1045640" y="161254"/>
                  </a:lnTo>
                  <a:lnTo>
                    <a:pt x="1051086" y="245212"/>
                  </a:lnTo>
                  <a:lnTo>
                    <a:pt x="1056532" y="318971"/>
                  </a:lnTo>
                  <a:lnTo>
                    <a:pt x="1061978" y="375052"/>
                  </a:lnTo>
                  <a:lnTo>
                    <a:pt x="1067424" y="412553"/>
                  </a:lnTo>
                  <a:lnTo>
                    <a:pt x="1072870" y="434793"/>
                  </a:lnTo>
                  <a:lnTo>
                    <a:pt x="1078316" y="446541"/>
                  </a:lnTo>
                  <a:lnTo>
                    <a:pt x="1083762" y="452079"/>
                  </a:lnTo>
                  <a:lnTo>
                    <a:pt x="1089209" y="454410"/>
                  </a:lnTo>
                  <a:lnTo>
                    <a:pt x="1094655" y="455285"/>
                  </a:lnTo>
                  <a:lnTo>
                    <a:pt x="1100101" y="455578"/>
                  </a:lnTo>
                  <a:lnTo>
                    <a:pt x="1105547" y="455666"/>
                  </a:lnTo>
                  <a:lnTo>
                    <a:pt x="1110993" y="455689"/>
                  </a:lnTo>
                  <a:lnTo>
                    <a:pt x="1116439" y="455695"/>
                  </a:lnTo>
                  <a:lnTo>
                    <a:pt x="1121885" y="455696"/>
                  </a:lnTo>
                  <a:lnTo>
                    <a:pt x="1127331" y="455696"/>
                  </a:lnTo>
                  <a:lnTo>
                    <a:pt x="1132777" y="455696"/>
                  </a:lnTo>
                  <a:lnTo>
                    <a:pt x="1138223" y="455696"/>
                  </a:lnTo>
                  <a:lnTo>
                    <a:pt x="1143669" y="455696"/>
                  </a:lnTo>
                  <a:lnTo>
                    <a:pt x="1149115" y="455696"/>
                  </a:lnTo>
                  <a:lnTo>
                    <a:pt x="1154561" y="455696"/>
                  </a:lnTo>
                  <a:lnTo>
                    <a:pt x="1160007" y="455696"/>
                  </a:lnTo>
                  <a:lnTo>
                    <a:pt x="1165453" y="455696"/>
                  </a:lnTo>
                  <a:lnTo>
                    <a:pt x="1170899" y="455696"/>
                  </a:lnTo>
                  <a:lnTo>
                    <a:pt x="1176345" y="455696"/>
                  </a:lnTo>
                  <a:lnTo>
                    <a:pt x="1181791" y="455696"/>
                  </a:lnTo>
                  <a:lnTo>
                    <a:pt x="1187237" y="455696"/>
                  </a:lnTo>
                  <a:lnTo>
                    <a:pt x="1192683" y="455696"/>
                  </a:lnTo>
                  <a:lnTo>
                    <a:pt x="1198129" y="455696"/>
                  </a:lnTo>
                  <a:lnTo>
                    <a:pt x="1203575" y="455696"/>
                  </a:lnTo>
                  <a:lnTo>
                    <a:pt x="1209021" y="455696"/>
                  </a:lnTo>
                  <a:lnTo>
                    <a:pt x="1214468" y="455696"/>
                  </a:lnTo>
                  <a:lnTo>
                    <a:pt x="1219914" y="455696"/>
                  </a:lnTo>
                  <a:lnTo>
                    <a:pt x="1225360" y="455696"/>
                  </a:lnTo>
                  <a:lnTo>
                    <a:pt x="1230806" y="455696"/>
                  </a:lnTo>
                  <a:lnTo>
                    <a:pt x="1236252" y="455696"/>
                  </a:lnTo>
                  <a:lnTo>
                    <a:pt x="1241698" y="455696"/>
                  </a:lnTo>
                  <a:lnTo>
                    <a:pt x="1247144" y="455696"/>
                  </a:lnTo>
                  <a:lnTo>
                    <a:pt x="1252590" y="455696"/>
                  </a:lnTo>
                  <a:lnTo>
                    <a:pt x="1258036" y="455696"/>
                  </a:lnTo>
                  <a:lnTo>
                    <a:pt x="1263482" y="455696"/>
                  </a:lnTo>
                  <a:lnTo>
                    <a:pt x="1268928" y="455696"/>
                  </a:lnTo>
                  <a:lnTo>
                    <a:pt x="1274374" y="455696"/>
                  </a:lnTo>
                  <a:lnTo>
                    <a:pt x="1279820" y="455696"/>
                  </a:lnTo>
                  <a:lnTo>
                    <a:pt x="1285266" y="455696"/>
                  </a:lnTo>
                  <a:lnTo>
                    <a:pt x="1290712" y="455696"/>
                  </a:lnTo>
                  <a:lnTo>
                    <a:pt x="1296158" y="455696"/>
                  </a:lnTo>
                  <a:lnTo>
                    <a:pt x="1301604" y="455696"/>
                  </a:lnTo>
                  <a:lnTo>
                    <a:pt x="1307050" y="455696"/>
                  </a:lnTo>
                  <a:lnTo>
                    <a:pt x="1312496" y="455696"/>
                  </a:lnTo>
                  <a:lnTo>
                    <a:pt x="1317942" y="455696"/>
                  </a:lnTo>
                  <a:lnTo>
                    <a:pt x="1323388" y="455696"/>
                  </a:lnTo>
                  <a:lnTo>
                    <a:pt x="1328834" y="455696"/>
                  </a:lnTo>
                  <a:lnTo>
                    <a:pt x="1334281" y="455696"/>
                  </a:lnTo>
                  <a:lnTo>
                    <a:pt x="1339727" y="455696"/>
                  </a:lnTo>
                  <a:lnTo>
                    <a:pt x="1345173" y="455696"/>
                  </a:lnTo>
                  <a:lnTo>
                    <a:pt x="1350619" y="455696"/>
                  </a:lnTo>
                  <a:lnTo>
                    <a:pt x="1356065" y="455696"/>
                  </a:lnTo>
                  <a:lnTo>
                    <a:pt x="1361511" y="455696"/>
                  </a:lnTo>
                  <a:lnTo>
                    <a:pt x="1366957" y="455696"/>
                  </a:lnTo>
                  <a:lnTo>
                    <a:pt x="1372403" y="455696"/>
                  </a:lnTo>
                  <a:lnTo>
                    <a:pt x="1377849" y="455696"/>
                  </a:lnTo>
                  <a:lnTo>
                    <a:pt x="1383295" y="455696"/>
                  </a:lnTo>
                  <a:lnTo>
                    <a:pt x="1388741" y="455696"/>
                  </a:lnTo>
                  <a:lnTo>
                    <a:pt x="1394187" y="455696"/>
                  </a:lnTo>
                  <a:lnTo>
                    <a:pt x="1399633" y="455696"/>
                  </a:lnTo>
                  <a:lnTo>
                    <a:pt x="1405079" y="455696"/>
                  </a:lnTo>
                  <a:lnTo>
                    <a:pt x="1410525" y="455696"/>
                  </a:lnTo>
                  <a:lnTo>
                    <a:pt x="1415971" y="455696"/>
                  </a:lnTo>
                  <a:lnTo>
                    <a:pt x="1421417" y="455696"/>
                  </a:lnTo>
                  <a:lnTo>
                    <a:pt x="1426863" y="455696"/>
                  </a:lnTo>
                  <a:lnTo>
                    <a:pt x="1432309" y="455696"/>
                  </a:lnTo>
                  <a:lnTo>
                    <a:pt x="1437755" y="455696"/>
                  </a:lnTo>
                  <a:lnTo>
                    <a:pt x="1443201" y="455696"/>
                  </a:lnTo>
                  <a:lnTo>
                    <a:pt x="1448647" y="455696"/>
                  </a:lnTo>
                  <a:lnTo>
                    <a:pt x="1454094" y="455696"/>
                  </a:lnTo>
                  <a:lnTo>
                    <a:pt x="1459540" y="455696"/>
                  </a:lnTo>
                  <a:lnTo>
                    <a:pt x="1464986" y="455696"/>
                  </a:lnTo>
                  <a:lnTo>
                    <a:pt x="1470432" y="455696"/>
                  </a:lnTo>
                  <a:lnTo>
                    <a:pt x="1475878" y="455696"/>
                  </a:lnTo>
                  <a:lnTo>
                    <a:pt x="1481324" y="455696"/>
                  </a:lnTo>
                  <a:lnTo>
                    <a:pt x="1486770" y="455696"/>
                  </a:lnTo>
                  <a:lnTo>
                    <a:pt x="1492216" y="455696"/>
                  </a:lnTo>
                  <a:lnTo>
                    <a:pt x="1497662" y="455696"/>
                  </a:lnTo>
                  <a:lnTo>
                    <a:pt x="1503108" y="455696"/>
                  </a:lnTo>
                  <a:lnTo>
                    <a:pt x="1508554" y="455696"/>
                  </a:lnTo>
                  <a:lnTo>
                    <a:pt x="1514000" y="455696"/>
                  </a:lnTo>
                  <a:lnTo>
                    <a:pt x="1519446" y="455696"/>
                  </a:lnTo>
                  <a:lnTo>
                    <a:pt x="1524892" y="455696"/>
                  </a:lnTo>
                  <a:lnTo>
                    <a:pt x="1530338" y="455696"/>
                  </a:lnTo>
                  <a:lnTo>
                    <a:pt x="1535784" y="455696"/>
                  </a:lnTo>
                  <a:lnTo>
                    <a:pt x="1541230" y="455696"/>
                  </a:lnTo>
                  <a:lnTo>
                    <a:pt x="1546676" y="455696"/>
                  </a:lnTo>
                  <a:lnTo>
                    <a:pt x="1552122" y="455696"/>
                  </a:lnTo>
                  <a:lnTo>
                    <a:pt x="1557568" y="455696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5"/>
                  </a:lnTo>
                  <a:lnTo>
                    <a:pt x="2113065" y="455693"/>
                  </a:lnTo>
                  <a:lnTo>
                    <a:pt x="2118511" y="455686"/>
                  </a:lnTo>
                  <a:lnTo>
                    <a:pt x="2123957" y="455672"/>
                  </a:lnTo>
                  <a:lnTo>
                    <a:pt x="2129403" y="455643"/>
                  </a:lnTo>
                  <a:lnTo>
                    <a:pt x="2134849" y="455591"/>
                  </a:lnTo>
                  <a:lnTo>
                    <a:pt x="2140295" y="455510"/>
                  </a:lnTo>
                  <a:lnTo>
                    <a:pt x="2145741" y="455398"/>
                  </a:lnTo>
                  <a:lnTo>
                    <a:pt x="2151187" y="455267"/>
                  </a:lnTo>
                  <a:lnTo>
                    <a:pt x="2156633" y="455140"/>
                  </a:lnTo>
                  <a:lnTo>
                    <a:pt x="2162079" y="455046"/>
                  </a:lnTo>
                  <a:lnTo>
                    <a:pt x="2167525" y="455010"/>
                  </a:lnTo>
                  <a:lnTo>
                    <a:pt x="2172971" y="455042"/>
                  </a:lnTo>
                  <a:lnTo>
                    <a:pt x="2178418" y="455134"/>
                  </a:lnTo>
                  <a:lnTo>
                    <a:pt x="2183864" y="455259"/>
                  </a:lnTo>
                  <a:lnTo>
                    <a:pt x="2189310" y="455390"/>
                  </a:lnTo>
                  <a:lnTo>
                    <a:pt x="2194756" y="455503"/>
                  </a:lnTo>
                  <a:lnTo>
                    <a:pt x="2200202" y="455587"/>
                  </a:lnTo>
                  <a:lnTo>
                    <a:pt x="2205648" y="455641"/>
                  </a:lnTo>
                  <a:lnTo>
                    <a:pt x="2211094" y="455671"/>
                  </a:lnTo>
                  <a:lnTo>
                    <a:pt x="2216540" y="455686"/>
                  </a:lnTo>
                  <a:lnTo>
                    <a:pt x="2221986" y="455692"/>
                  </a:lnTo>
                  <a:lnTo>
                    <a:pt x="2227432" y="455695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6"/>
                  </a:lnTo>
                  <a:lnTo>
                    <a:pt x="2494288" y="455696"/>
                  </a:lnTo>
                  <a:lnTo>
                    <a:pt x="2499734" y="455696"/>
                  </a:lnTo>
                  <a:lnTo>
                    <a:pt x="2505180" y="455696"/>
                  </a:lnTo>
                  <a:lnTo>
                    <a:pt x="2510626" y="455696"/>
                  </a:lnTo>
                  <a:lnTo>
                    <a:pt x="2516072" y="455696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  <a:lnTo>
                    <a:pt x="2777482" y="455696"/>
                  </a:lnTo>
                  <a:lnTo>
                    <a:pt x="2772036" y="455696"/>
                  </a:lnTo>
                  <a:lnTo>
                    <a:pt x="2766590" y="455696"/>
                  </a:lnTo>
                  <a:lnTo>
                    <a:pt x="2761144" y="455696"/>
                  </a:lnTo>
                  <a:lnTo>
                    <a:pt x="2755698" y="455696"/>
                  </a:lnTo>
                  <a:lnTo>
                    <a:pt x="2750252" y="455696"/>
                  </a:lnTo>
                  <a:lnTo>
                    <a:pt x="2744806" y="455696"/>
                  </a:lnTo>
                  <a:lnTo>
                    <a:pt x="2739360" y="455696"/>
                  </a:lnTo>
                  <a:lnTo>
                    <a:pt x="2733914" y="455696"/>
                  </a:lnTo>
                  <a:lnTo>
                    <a:pt x="2728468" y="455696"/>
                  </a:lnTo>
                  <a:lnTo>
                    <a:pt x="2723022" y="455696"/>
                  </a:lnTo>
                  <a:lnTo>
                    <a:pt x="2717576" y="455696"/>
                  </a:lnTo>
                  <a:lnTo>
                    <a:pt x="2712130" y="455696"/>
                  </a:lnTo>
                  <a:lnTo>
                    <a:pt x="2706684" y="455696"/>
                  </a:lnTo>
                  <a:lnTo>
                    <a:pt x="2701238" y="455696"/>
                  </a:lnTo>
                  <a:lnTo>
                    <a:pt x="2695792" y="455696"/>
                  </a:lnTo>
                  <a:lnTo>
                    <a:pt x="2690346" y="455696"/>
                  </a:lnTo>
                  <a:lnTo>
                    <a:pt x="2684900" y="455696"/>
                  </a:lnTo>
                  <a:lnTo>
                    <a:pt x="2679454" y="455696"/>
                  </a:lnTo>
                  <a:lnTo>
                    <a:pt x="2674008" y="455696"/>
                  </a:lnTo>
                  <a:lnTo>
                    <a:pt x="2668562" y="455696"/>
                  </a:lnTo>
                  <a:lnTo>
                    <a:pt x="2663116" y="455696"/>
                  </a:lnTo>
                  <a:lnTo>
                    <a:pt x="2657669" y="455696"/>
                  </a:lnTo>
                  <a:lnTo>
                    <a:pt x="2652223" y="455696"/>
                  </a:lnTo>
                  <a:lnTo>
                    <a:pt x="2646777" y="455696"/>
                  </a:lnTo>
                  <a:lnTo>
                    <a:pt x="2641331" y="455696"/>
                  </a:lnTo>
                  <a:lnTo>
                    <a:pt x="2635885" y="455696"/>
                  </a:lnTo>
                  <a:lnTo>
                    <a:pt x="2630439" y="455696"/>
                  </a:lnTo>
                  <a:lnTo>
                    <a:pt x="2624993" y="455696"/>
                  </a:lnTo>
                  <a:lnTo>
                    <a:pt x="2619547" y="455696"/>
                  </a:lnTo>
                  <a:lnTo>
                    <a:pt x="2614101" y="455696"/>
                  </a:lnTo>
                  <a:lnTo>
                    <a:pt x="2608655" y="455696"/>
                  </a:lnTo>
                  <a:lnTo>
                    <a:pt x="2603209" y="455696"/>
                  </a:lnTo>
                  <a:lnTo>
                    <a:pt x="2597763" y="455696"/>
                  </a:lnTo>
                  <a:lnTo>
                    <a:pt x="2592317" y="455696"/>
                  </a:lnTo>
                  <a:lnTo>
                    <a:pt x="2586871" y="455696"/>
                  </a:lnTo>
                  <a:lnTo>
                    <a:pt x="2581425" y="455696"/>
                  </a:lnTo>
                  <a:lnTo>
                    <a:pt x="2575979" y="455696"/>
                  </a:lnTo>
                  <a:lnTo>
                    <a:pt x="2570533" y="455696"/>
                  </a:lnTo>
                  <a:lnTo>
                    <a:pt x="2565087" y="455696"/>
                  </a:lnTo>
                  <a:lnTo>
                    <a:pt x="2559641" y="455696"/>
                  </a:lnTo>
                  <a:lnTo>
                    <a:pt x="2554195" y="455696"/>
                  </a:lnTo>
                  <a:lnTo>
                    <a:pt x="2548749" y="455696"/>
                  </a:lnTo>
                  <a:lnTo>
                    <a:pt x="2543303" y="455696"/>
                  </a:lnTo>
                  <a:lnTo>
                    <a:pt x="2537856" y="455696"/>
                  </a:lnTo>
                  <a:lnTo>
                    <a:pt x="2532410" y="455696"/>
                  </a:lnTo>
                  <a:lnTo>
                    <a:pt x="2526964" y="455696"/>
                  </a:lnTo>
                  <a:lnTo>
                    <a:pt x="2521518" y="455696"/>
                  </a:lnTo>
                  <a:lnTo>
                    <a:pt x="2516072" y="455696"/>
                  </a:lnTo>
                  <a:lnTo>
                    <a:pt x="2510626" y="455696"/>
                  </a:lnTo>
                  <a:lnTo>
                    <a:pt x="2505180" y="455696"/>
                  </a:lnTo>
                  <a:lnTo>
                    <a:pt x="2499734" y="455696"/>
                  </a:lnTo>
                  <a:lnTo>
                    <a:pt x="2494288" y="455696"/>
                  </a:lnTo>
                  <a:lnTo>
                    <a:pt x="2488842" y="455696"/>
                  </a:lnTo>
                  <a:lnTo>
                    <a:pt x="2483396" y="455696"/>
                  </a:lnTo>
                  <a:lnTo>
                    <a:pt x="2477950" y="455696"/>
                  </a:lnTo>
                  <a:lnTo>
                    <a:pt x="2472504" y="455696"/>
                  </a:lnTo>
                  <a:lnTo>
                    <a:pt x="2467058" y="455696"/>
                  </a:lnTo>
                  <a:lnTo>
                    <a:pt x="2461612" y="455696"/>
                  </a:lnTo>
                  <a:lnTo>
                    <a:pt x="2456166" y="455696"/>
                  </a:lnTo>
                  <a:lnTo>
                    <a:pt x="2450720" y="455696"/>
                  </a:lnTo>
                  <a:lnTo>
                    <a:pt x="2445274" y="455696"/>
                  </a:lnTo>
                  <a:lnTo>
                    <a:pt x="2439828" y="455696"/>
                  </a:lnTo>
                  <a:lnTo>
                    <a:pt x="2434382" y="455696"/>
                  </a:lnTo>
                  <a:lnTo>
                    <a:pt x="2428936" y="455696"/>
                  </a:lnTo>
                  <a:lnTo>
                    <a:pt x="2423490" y="455696"/>
                  </a:lnTo>
                  <a:lnTo>
                    <a:pt x="2418043" y="455696"/>
                  </a:lnTo>
                  <a:lnTo>
                    <a:pt x="2412597" y="455696"/>
                  </a:lnTo>
                  <a:lnTo>
                    <a:pt x="2407151" y="455696"/>
                  </a:lnTo>
                  <a:lnTo>
                    <a:pt x="2401705" y="455696"/>
                  </a:lnTo>
                  <a:lnTo>
                    <a:pt x="2396259" y="455696"/>
                  </a:lnTo>
                  <a:lnTo>
                    <a:pt x="2390813" y="455696"/>
                  </a:lnTo>
                  <a:lnTo>
                    <a:pt x="2385367" y="455696"/>
                  </a:lnTo>
                  <a:lnTo>
                    <a:pt x="2379921" y="455696"/>
                  </a:lnTo>
                  <a:lnTo>
                    <a:pt x="2374475" y="455696"/>
                  </a:lnTo>
                  <a:lnTo>
                    <a:pt x="2369029" y="455696"/>
                  </a:lnTo>
                  <a:lnTo>
                    <a:pt x="2363583" y="455696"/>
                  </a:lnTo>
                  <a:lnTo>
                    <a:pt x="2358137" y="455696"/>
                  </a:lnTo>
                  <a:lnTo>
                    <a:pt x="2352691" y="455696"/>
                  </a:lnTo>
                  <a:lnTo>
                    <a:pt x="2347245" y="455696"/>
                  </a:lnTo>
                  <a:lnTo>
                    <a:pt x="2341799" y="455696"/>
                  </a:lnTo>
                  <a:lnTo>
                    <a:pt x="2336353" y="455696"/>
                  </a:lnTo>
                  <a:lnTo>
                    <a:pt x="2330907" y="455696"/>
                  </a:lnTo>
                  <a:lnTo>
                    <a:pt x="2325461" y="455696"/>
                  </a:lnTo>
                  <a:lnTo>
                    <a:pt x="2320015" y="455696"/>
                  </a:lnTo>
                  <a:lnTo>
                    <a:pt x="2314569" y="455696"/>
                  </a:lnTo>
                  <a:lnTo>
                    <a:pt x="2309123" y="455696"/>
                  </a:lnTo>
                  <a:lnTo>
                    <a:pt x="2303677" y="455696"/>
                  </a:lnTo>
                  <a:lnTo>
                    <a:pt x="2298231" y="455696"/>
                  </a:lnTo>
                  <a:lnTo>
                    <a:pt x="2292784" y="455696"/>
                  </a:lnTo>
                  <a:lnTo>
                    <a:pt x="2287338" y="455696"/>
                  </a:lnTo>
                  <a:lnTo>
                    <a:pt x="2281892" y="455696"/>
                  </a:lnTo>
                  <a:lnTo>
                    <a:pt x="2276446" y="455696"/>
                  </a:lnTo>
                  <a:lnTo>
                    <a:pt x="2271000" y="455696"/>
                  </a:lnTo>
                  <a:lnTo>
                    <a:pt x="2265554" y="455696"/>
                  </a:lnTo>
                  <a:lnTo>
                    <a:pt x="2260108" y="455696"/>
                  </a:lnTo>
                  <a:lnTo>
                    <a:pt x="2254662" y="455696"/>
                  </a:lnTo>
                  <a:lnTo>
                    <a:pt x="2249216" y="455696"/>
                  </a:lnTo>
                  <a:lnTo>
                    <a:pt x="2243770" y="455696"/>
                  </a:lnTo>
                  <a:lnTo>
                    <a:pt x="2238324" y="455696"/>
                  </a:lnTo>
                  <a:lnTo>
                    <a:pt x="2232878" y="455696"/>
                  </a:lnTo>
                  <a:lnTo>
                    <a:pt x="2227432" y="455696"/>
                  </a:lnTo>
                  <a:lnTo>
                    <a:pt x="2221986" y="455696"/>
                  </a:lnTo>
                  <a:lnTo>
                    <a:pt x="2216540" y="455696"/>
                  </a:lnTo>
                  <a:lnTo>
                    <a:pt x="2211094" y="455696"/>
                  </a:lnTo>
                  <a:lnTo>
                    <a:pt x="2205648" y="455696"/>
                  </a:lnTo>
                  <a:lnTo>
                    <a:pt x="2200202" y="455696"/>
                  </a:lnTo>
                  <a:lnTo>
                    <a:pt x="2194756" y="455696"/>
                  </a:lnTo>
                  <a:lnTo>
                    <a:pt x="2189310" y="455696"/>
                  </a:lnTo>
                  <a:lnTo>
                    <a:pt x="2183864" y="455696"/>
                  </a:lnTo>
                  <a:lnTo>
                    <a:pt x="2178418" y="455696"/>
                  </a:lnTo>
                  <a:lnTo>
                    <a:pt x="2172971" y="455696"/>
                  </a:lnTo>
                  <a:lnTo>
                    <a:pt x="2167525" y="455696"/>
                  </a:lnTo>
                  <a:lnTo>
                    <a:pt x="2162079" y="455696"/>
                  </a:lnTo>
                  <a:lnTo>
                    <a:pt x="2156633" y="455696"/>
                  </a:lnTo>
                  <a:lnTo>
                    <a:pt x="2151187" y="455696"/>
                  </a:lnTo>
                  <a:lnTo>
                    <a:pt x="2145741" y="455696"/>
                  </a:lnTo>
                  <a:lnTo>
                    <a:pt x="2140295" y="455696"/>
                  </a:lnTo>
                  <a:lnTo>
                    <a:pt x="2134849" y="455696"/>
                  </a:lnTo>
                  <a:lnTo>
                    <a:pt x="2129403" y="455696"/>
                  </a:lnTo>
                  <a:lnTo>
                    <a:pt x="2123957" y="455696"/>
                  </a:lnTo>
                  <a:lnTo>
                    <a:pt x="2118511" y="455696"/>
                  </a:lnTo>
                  <a:lnTo>
                    <a:pt x="2113065" y="455696"/>
                  </a:lnTo>
                  <a:lnTo>
                    <a:pt x="2107619" y="455696"/>
                  </a:lnTo>
                  <a:lnTo>
                    <a:pt x="2102173" y="455696"/>
                  </a:lnTo>
                  <a:lnTo>
                    <a:pt x="2096727" y="455696"/>
                  </a:lnTo>
                  <a:lnTo>
                    <a:pt x="2091281" y="455696"/>
                  </a:lnTo>
                  <a:lnTo>
                    <a:pt x="2085835" y="455696"/>
                  </a:lnTo>
                  <a:lnTo>
                    <a:pt x="2080389" y="455696"/>
                  </a:lnTo>
                  <a:lnTo>
                    <a:pt x="2074943" y="455696"/>
                  </a:lnTo>
                  <a:lnTo>
                    <a:pt x="2069497" y="455696"/>
                  </a:lnTo>
                  <a:lnTo>
                    <a:pt x="2064051" y="455696"/>
                  </a:lnTo>
                  <a:lnTo>
                    <a:pt x="2058605" y="455696"/>
                  </a:lnTo>
                  <a:lnTo>
                    <a:pt x="2053158" y="455696"/>
                  </a:lnTo>
                  <a:lnTo>
                    <a:pt x="2047712" y="455696"/>
                  </a:lnTo>
                  <a:lnTo>
                    <a:pt x="2042266" y="455696"/>
                  </a:lnTo>
                  <a:lnTo>
                    <a:pt x="2036820" y="455696"/>
                  </a:lnTo>
                  <a:lnTo>
                    <a:pt x="2031374" y="455696"/>
                  </a:lnTo>
                  <a:lnTo>
                    <a:pt x="2025928" y="455696"/>
                  </a:lnTo>
                  <a:lnTo>
                    <a:pt x="2020482" y="455696"/>
                  </a:lnTo>
                  <a:lnTo>
                    <a:pt x="2015036" y="455696"/>
                  </a:lnTo>
                  <a:lnTo>
                    <a:pt x="2009590" y="455696"/>
                  </a:lnTo>
                  <a:lnTo>
                    <a:pt x="2004144" y="455696"/>
                  </a:lnTo>
                  <a:lnTo>
                    <a:pt x="1998698" y="455696"/>
                  </a:lnTo>
                  <a:lnTo>
                    <a:pt x="1993252" y="455696"/>
                  </a:lnTo>
                  <a:lnTo>
                    <a:pt x="1987806" y="455696"/>
                  </a:lnTo>
                  <a:lnTo>
                    <a:pt x="1982360" y="455696"/>
                  </a:lnTo>
                  <a:lnTo>
                    <a:pt x="1976914" y="455696"/>
                  </a:lnTo>
                  <a:lnTo>
                    <a:pt x="1971468" y="455696"/>
                  </a:lnTo>
                  <a:lnTo>
                    <a:pt x="1966022" y="455696"/>
                  </a:lnTo>
                  <a:lnTo>
                    <a:pt x="1960576" y="455696"/>
                  </a:lnTo>
                  <a:lnTo>
                    <a:pt x="1955130" y="455696"/>
                  </a:lnTo>
                  <a:lnTo>
                    <a:pt x="1949684" y="455696"/>
                  </a:lnTo>
                  <a:lnTo>
                    <a:pt x="1944238" y="455696"/>
                  </a:lnTo>
                  <a:lnTo>
                    <a:pt x="1938792" y="455696"/>
                  </a:lnTo>
                  <a:lnTo>
                    <a:pt x="1933345" y="455696"/>
                  </a:lnTo>
                  <a:lnTo>
                    <a:pt x="1927899" y="455696"/>
                  </a:lnTo>
                  <a:lnTo>
                    <a:pt x="1922453" y="455696"/>
                  </a:lnTo>
                  <a:lnTo>
                    <a:pt x="1917007" y="455696"/>
                  </a:lnTo>
                  <a:lnTo>
                    <a:pt x="1911561" y="455696"/>
                  </a:lnTo>
                  <a:lnTo>
                    <a:pt x="1906115" y="455696"/>
                  </a:lnTo>
                  <a:lnTo>
                    <a:pt x="1900669" y="455696"/>
                  </a:lnTo>
                  <a:lnTo>
                    <a:pt x="1895223" y="455696"/>
                  </a:lnTo>
                  <a:lnTo>
                    <a:pt x="1889777" y="455696"/>
                  </a:lnTo>
                  <a:lnTo>
                    <a:pt x="1884331" y="455696"/>
                  </a:lnTo>
                  <a:lnTo>
                    <a:pt x="1878885" y="455696"/>
                  </a:lnTo>
                  <a:lnTo>
                    <a:pt x="1873439" y="455696"/>
                  </a:lnTo>
                  <a:lnTo>
                    <a:pt x="1867993" y="455696"/>
                  </a:lnTo>
                  <a:lnTo>
                    <a:pt x="1862547" y="455696"/>
                  </a:lnTo>
                  <a:lnTo>
                    <a:pt x="1857101" y="455696"/>
                  </a:lnTo>
                  <a:lnTo>
                    <a:pt x="1851655" y="455696"/>
                  </a:lnTo>
                  <a:lnTo>
                    <a:pt x="1846209" y="455696"/>
                  </a:lnTo>
                  <a:lnTo>
                    <a:pt x="1840763" y="455696"/>
                  </a:lnTo>
                  <a:lnTo>
                    <a:pt x="1835317" y="455696"/>
                  </a:lnTo>
                  <a:lnTo>
                    <a:pt x="1829871" y="455696"/>
                  </a:lnTo>
                  <a:lnTo>
                    <a:pt x="1824425" y="455696"/>
                  </a:lnTo>
                  <a:lnTo>
                    <a:pt x="1818979" y="455696"/>
                  </a:lnTo>
                  <a:lnTo>
                    <a:pt x="1813532" y="455696"/>
                  </a:lnTo>
                  <a:lnTo>
                    <a:pt x="1808086" y="455696"/>
                  </a:lnTo>
                  <a:lnTo>
                    <a:pt x="1802640" y="455696"/>
                  </a:lnTo>
                  <a:lnTo>
                    <a:pt x="1797194" y="455696"/>
                  </a:lnTo>
                  <a:lnTo>
                    <a:pt x="1791748" y="455696"/>
                  </a:lnTo>
                  <a:lnTo>
                    <a:pt x="1786302" y="455696"/>
                  </a:lnTo>
                  <a:lnTo>
                    <a:pt x="1780856" y="455696"/>
                  </a:lnTo>
                  <a:lnTo>
                    <a:pt x="1775410" y="455696"/>
                  </a:lnTo>
                  <a:lnTo>
                    <a:pt x="1769964" y="455696"/>
                  </a:lnTo>
                  <a:lnTo>
                    <a:pt x="1764518" y="455696"/>
                  </a:lnTo>
                  <a:lnTo>
                    <a:pt x="1759072" y="455696"/>
                  </a:lnTo>
                  <a:lnTo>
                    <a:pt x="1753626" y="455696"/>
                  </a:lnTo>
                  <a:lnTo>
                    <a:pt x="1748180" y="455696"/>
                  </a:lnTo>
                  <a:lnTo>
                    <a:pt x="1742734" y="455696"/>
                  </a:lnTo>
                  <a:lnTo>
                    <a:pt x="1737288" y="455696"/>
                  </a:lnTo>
                  <a:lnTo>
                    <a:pt x="1731842" y="455696"/>
                  </a:lnTo>
                  <a:lnTo>
                    <a:pt x="1726396" y="455696"/>
                  </a:lnTo>
                  <a:lnTo>
                    <a:pt x="1720950" y="455696"/>
                  </a:lnTo>
                  <a:lnTo>
                    <a:pt x="1715504" y="455696"/>
                  </a:lnTo>
                  <a:lnTo>
                    <a:pt x="1710058" y="455696"/>
                  </a:lnTo>
                  <a:lnTo>
                    <a:pt x="1704612" y="455696"/>
                  </a:lnTo>
                  <a:lnTo>
                    <a:pt x="1699166" y="455696"/>
                  </a:lnTo>
                  <a:lnTo>
                    <a:pt x="1693720" y="455696"/>
                  </a:lnTo>
                  <a:lnTo>
                    <a:pt x="1688273" y="455696"/>
                  </a:lnTo>
                  <a:lnTo>
                    <a:pt x="1682827" y="455696"/>
                  </a:lnTo>
                  <a:lnTo>
                    <a:pt x="1677381" y="455696"/>
                  </a:lnTo>
                  <a:lnTo>
                    <a:pt x="1671935" y="455696"/>
                  </a:lnTo>
                  <a:lnTo>
                    <a:pt x="1666489" y="455696"/>
                  </a:lnTo>
                  <a:lnTo>
                    <a:pt x="1661043" y="455696"/>
                  </a:lnTo>
                  <a:lnTo>
                    <a:pt x="1655597" y="455696"/>
                  </a:lnTo>
                  <a:lnTo>
                    <a:pt x="1650151" y="455696"/>
                  </a:lnTo>
                  <a:lnTo>
                    <a:pt x="1644705" y="455696"/>
                  </a:lnTo>
                  <a:lnTo>
                    <a:pt x="1639259" y="455696"/>
                  </a:lnTo>
                  <a:lnTo>
                    <a:pt x="1633813" y="455696"/>
                  </a:lnTo>
                  <a:lnTo>
                    <a:pt x="1628367" y="455696"/>
                  </a:lnTo>
                  <a:lnTo>
                    <a:pt x="1622921" y="455696"/>
                  </a:lnTo>
                  <a:lnTo>
                    <a:pt x="1617475" y="455696"/>
                  </a:lnTo>
                  <a:lnTo>
                    <a:pt x="1612029" y="455696"/>
                  </a:lnTo>
                  <a:lnTo>
                    <a:pt x="1606583" y="455696"/>
                  </a:lnTo>
                  <a:lnTo>
                    <a:pt x="1601137" y="455696"/>
                  </a:lnTo>
                  <a:lnTo>
                    <a:pt x="1595691" y="455696"/>
                  </a:lnTo>
                  <a:lnTo>
                    <a:pt x="1590245" y="455696"/>
                  </a:lnTo>
                  <a:lnTo>
                    <a:pt x="1584799" y="455696"/>
                  </a:lnTo>
                  <a:lnTo>
                    <a:pt x="1579353" y="455696"/>
                  </a:lnTo>
                  <a:lnTo>
                    <a:pt x="1573907" y="455696"/>
                  </a:lnTo>
                  <a:lnTo>
                    <a:pt x="1568460" y="455696"/>
                  </a:lnTo>
                  <a:lnTo>
                    <a:pt x="1563014" y="455696"/>
                  </a:lnTo>
                  <a:lnTo>
                    <a:pt x="1557568" y="455696"/>
                  </a:lnTo>
                  <a:lnTo>
                    <a:pt x="1552122" y="455696"/>
                  </a:lnTo>
                  <a:lnTo>
                    <a:pt x="1546676" y="455696"/>
                  </a:lnTo>
                  <a:lnTo>
                    <a:pt x="1541230" y="455696"/>
                  </a:lnTo>
                  <a:lnTo>
                    <a:pt x="1535784" y="455696"/>
                  </a:lnTo>
                  <a:lnTo>
                    <a:pt x="1530338" y="455696"/>
                  </a:lnTo>
                  <a:lnTo>
                    <a:pt x="1524892" y="455696"/>
                  </a:lnTo>
                  <a:lnTo>
                    <a:pt x="1519446" y="455696"/>
                  </a:lnTo>
                  <a:lnTo>
                    <a:pt x="1514000" y="455696"/>
                  </a:lnTo>
                  <a:lnTo>
                    <a:pt x="1508554" y="455696"/>
                  </a:lnTo>
                  <a:lnTo>
                    <a:pt x="1503108" y="455696"/>
                  </a:lnTo>
                  <a:lnTo>
                    <a:pt x="1497662" y="455696"/>
                  </a:lnTo>
                  <a:lnTo>
                    <a:pt x="1492216" y="455696"/>
                  </a:lnTo>
                  <a:lnTo>
                    <a:pt x="1486770" y="455696"/>
                  </a:lnTo>
                  <a:lnTo>
                    <a:pt x="1481324" y="455696"/>
                  </a:lnTo>
                  <a:lnTo>
                    <a:pt x="1475878" y="455696"/>
                  </a:lnTo>
                  <a:lnTo>
                    <a:pt x="1470432" y="455696"/>
                  </a:lnTo>
                  <a:lnTo>
                    <a:pt x="1464986" y="455696"/>
                  </a:lnTo>
                  <a:lnTo>
                    <a:pt x="1459540" y="455696"/>
                  </a:lnTo>
                  <a:lnTo>
                    <a:pt x="1454094" y="455696"/>
                  </a:lnTo>
                  <a:lnTo>
                    <a:pt x="1448647" y="455696"/>
                  </a:lnTo>
                  <a:lnTo>
                    <a:pt x="1443201" y="455696"/>
                  </a:lnTo>
                  <a:lnTo>
                    <a:pt x="1437755" y="455696"/>
                  </a:lnTo>
                  <a:lnTo>
                    <a:pt x="1432309" y="455696"/>
                  </a:lnTo>
                  <a:lnTo>
                    <a:pt x="1426863" y="455696"/>
                  </a:lnTo>
                  <a:lnTo>
                    <a:pt x="1421417" y="455696"/>
                  </a:lnTo>
                  <a:lnTo>
                    <a:pt x="1415971" y="455696"/>
                  </a:lnTo>
                  <a:lnTo>
                    <a:pt x="1410525" y="455696"/>
                  </a:lnTo>
                  <a:lnTo>
                    <a:pt x="1405079" y="455696"/>
                  </a:lnTo>
                  <a:lnTo>
                    <a:pt x="1399633" y="455696"/>
                  </a:lnTo>
                  <a:lnTo>
                    <a:pt x="1394187" y="455696"/>
                  </a:lnTo>
                  <a:lnTo>
                    <a:pt x="1388741" y="455696"/>
                  </a:lnTo>
                  <a:lnTo>
                    <a:pt x="1383295" y="455696"/>
                  </a:lnTo>
                  <a:lnTo>
                    <a:pt x="1377849" y="455696"/>
                  </a:lnTo>
                  <a:lnTo>
                    <a:pt x="1372403" y="455696"/>
                  </a:lnTo>
                  <a:lnTo>
                    <a:pt x="1366957" y="455696"/>
                  </a:lnTo>
                  <a:lnTo>
                    <a:pt x="1361511" y="455696"/>
                  </a:lnTo>
                  <a:lnTo>
                    <a:pt x="1356065" y="455696"/>
                  </a:lnTo>
                  <a:lnTo>
                    <a:pt x="1350619" y="455696"/>
                  </a:lnTo>
                  <a:lnTo>
                    <a:pt x="1345173" y="455696"/>
                  </a:lnTo>
                  <a:lnTo>
                    <a:pt x="1339727" y="455696"/>
                  </a:lnTo>
                  <a:lnTo>
                    <a:pt x="1334281" y="455696"/>
                  </a:lnTo>
                  <a:lnTo>
                    <a:pt x="1328834" y="455696"/>
                  </a:lnTo>
                  <a:lnTo>
                    <a:pt x="1323388" y="455696"/>
                  </a:lnTo>
                  <a:lnTo>
                    <a:pt x="1317942" y="455696"/>
                  </a:lnTo>
                  <a:lnTo>
                    <a:pt x="1312496" y="455696"/>
                  </a:lnTo>
                  <a:lnTo>
                    <a:pt x="1307050" y="455696"/>
                  </a:lnTo>
                  <a:lnTo>
                    <a:pt x="1301604" y="455696"/>
                  </a:lnTo>
                  <a:lnTo>
                    <a:pt x="1296158" y="455696"/>
                  </a:lnTo>
                  <a:lnTo>
                    <a:pt x="1290712" y="455696"/>
                  </a:lnTo>
                  <a:lnTo>
                    <a:pt x="1285266" y="455696"/>
                  </a:lnTo>
                  <a:lnTo>
                    <a:pt x="1279820" y="455696"/>
                  </a:lnTo>
                  <a:lnTo>
                    <a:pt x="1274374" y="455696"/>
                  </a:lnTo>
                  <a:lnTo>
                    <a:pt x="1268928" y="455696"/>
                  </a:lnTo>
                  <a:lnTo>
                    <a:pt x="1263482" y="455696"/>
                  </a:lnTo>
                  <a:lnTo>
                    <a:pt x="1258036" y="455696"/>
                  </a:lnTo>
                  <a:lnTo>
                    <a:pt x="1252590" y="455696"/>
                  </a:lnTo>
                  <a:lnTo>
                    <a:pt x="1247144" y="455696"/>
                  </a:lnTo>
                  <a:lnTo>
                    <a:pt x="1241698" y="455696"/>
                  </a:lnTo>
                  <a:lnTo>
                    <a:pt x="1236252" y="455696"/>
                  </a:lnTo>
                  <a:lnTo>
                    <a:pt x="1230806" y="455696"/>
                  </a:lnTo>
                  <a:lnTo>
                    <a:pt x="1225360" y="455696"/>
                  </a:lnTo>
                  <a:lnTo>
                    <a:pt x="1219914" y="455696"/>
                  </a:lnTo>
                  <a:lnTo>
                    <a:pt x="1214468" y="455696"/>
                  </a:lnTo>
                  <a:lnTo>
                    <a:pt x="1209021" y="455696"/>
                  </a:lnTo>
                  <a:lnTo>
                    <a:pt x="1203575" y="455696"/>
                  </a:lnTo>
                  <a:lnTo>
                    <a:pt x="1198129" y="455696"/>
                  </a:lnTo>
                  <a:lnTo>
                    <a:pt x="1192683" y="455696"/>
                  </a:lnTo>
                  <a:lnTo>
                    <a:pt x="1187237" y="455696"/>
                  </a:lnTo>
                  <a:lnTo>
                    <a:pt x="1181791" y="455696"/>
                  </a:lnTo>
                  <a:lnTo>
                    <a:pt x="1176345" y="455696"/>
                  </a:lnTo>
                  <a:lnTo>
                    <a:pt x="1170899" y="455696"/>
                  </a:lnTo>
                  <a:lnTo>
                    <a:pt x="1165453" y="455696"/>
                  </a:lnTo>
                  <a:lnTo>
                    <a:pt x="1160007" y="455696"/>
                  </a:lnTo>
                  <a:lnTo>
                    <a:pt x="1154561" y="455696"/>
                  </a:lnTo>
                  <a:lnTo>
                    <a:pt x="1149115" y="455696"/>
                  </a:lnTo>
                  <a:lnTo>
                    <a:pt x="1143669" y="455696"/>
                  </a:lnTo>
                  <a:lnTo>
                    <a:pt x="1138223" y="455696"/>
                  </a:lnTo>
                  <a:lnTo>
                    <a:pt x="1132777" y="455696"/>
                  </a:lnTo>
                  <a:lnTo>
                    <a:pt x="1127331" y="455696"/>
                  </a:lnTo>
                  <a:lnTo>
                    <a:pt x="1121885" y="455696"/>
                  </a:lnTo>
                  <a:lnTo>
                    <a:pt x="1116439" y="455696"/>
                  </a:lnTo>
                  <a:lnTo>
                    <a:pt x="1110993" y="455696"/>
                  </a:lnTo>
                  <a:lnTo>
                    <a:pt x="1105547" y="455696"/>
                  </a:lnTo>
                  <a:lnTo>
                    <a:pt x="1100101" y="455696"/>
                  </a:lnTo>
                  <a:lnTo>
                    <a:pt x="1094655" y="455696"/>
                  </a:lnTo>
                  <a:lnTo>
                    <a:pt x="1089209" y="455696"/>
                  </a:lnTo>
                  <a:lnTo>
                    <a:pt x="1083762" y="455696"/>
                  </a:lnTo>
                  <a:lnTo>
                    <a:pt x="1078316" y="455696"/>
                  </a:lnTo>
                  <a:lnTo>
                    <a:pt x="1072870" y="455696"/>
                  </a:lnTo>
                  <a:lnTo>
                    <a:pt x="1067424" y="455696"/>
                  </a:lnTo>
                  <a:lnTo>
                    <a:pt x="1061978" y="455696"/>
                  </a:lnTo>
                  <a:lnTo>
                    <a:pt x="1056532" y="455696"/>
                  </a:lnTo>
                  <a:lnTo>
                    <a:pt x="1051086" y="455696"/>
                  </a:lnTo>
                  <a:lnTo>
                    <a:pt x="1045640" y="455696"/>
                  </a:lnTo>
                  <a:lnTo>
                    <a:pt x="1040194" y="455696"/>
                  </a:lnTo>
                  <a:lnTo>
                    <a:pt x="1034748" y="455696"/>
                  </a:lnTo>
                  <a:lnTo>
                    <a:pt x="1029302" y="455696"/>
                  </a:lnTo>
                  <a:lnTo>
                    <a:pt x="1023856" y="455696"/>
                  </a:lnTo>
                  <a:lnTo>
                    <a:pt x="1018410" y="455696"/>
                  </a:lnTo>
                  <a:lnTo>
                    <a:pt x="1012964" y="455696"/>
                  </a:lnTo>
                  <a:lnTo>
                    <a:pt x="1007518" y="455696"/>
                  </a:lnTo>
                  <a:lnTo>
                    <a:pt x="1002072" y="455696"/>
                  </a:lnTo>
                  <a:lnTo>
                    <a:pt x="996626" y="455696"/>
                  </a:lnTo>
                  <a:lnTo>
                    <a:pt x="991180" y="455696"/>
                  </a:lnTo>
                  <a:lnTo>
                    <a:pt x="985734" y="455696"/>
                  </a:lnTo>
                  <a:lnTo>
                    <a:pt x="980288" y="455696"/>
                  </a:lnTo>
                  <a:lnTo>
                    <a:pt x="974842" y="455696"/>
                  </a:lnTo>
                  <a:lnTo>
                    <a:pt x="969396" y="455696"/>
                  </a:lnTo>
                  <a:lnTo>
                    <a:pt x="963949" y="455696"/>
                  </a:lnTo>
                  <a:lnTo>
                    <a:pt x="958503" y="455696"/>
                  </a:lnTo>
                  <a:lnTo>
                    <a:pt x="953057" y="455696"/>
                  </a:lnTo>
                  <a:lnTo>
                    <a:pt x="947611" y="455696"/>
                  </a:lnTo>
                  <a:lnTo>
                    <a:pt x="942165" y="455696"/>
                  </a:lnTo>
                  <a:lnTo>
                    <a:pt x="936719" y="455696"/>
                  </a:lnTo>
                  <a:lnTo>
                    <a:pt x="931273" y="455696"/>
                  </a:lnTo>
                  <a:lnTo>
                    <a:pt x="925827" y="455696"/>
                  </a:lnTo>
                  <a:lnTo>
                    <a:pt x="920381" y="455696"/>
                  </a:lnTo>
                  <a:lnTo>
                    <a:pt x="914935" y="455696"/>
                  </a:lnTo>
                  <a:lnTo>
                    <a:pt x="909489" y="455696"/>
                  </a:lnTo>
                  <a:lnTo>
                    <a:pt x="904043" y="455696"/>
                  </a:lnTo>
                  <a:lnTo>
                    <a:pt x="898597" y="455696"/>
                  </a:lnTo>
                  <a:lnTo>
                    <a:pt x="893151" y="455696"/>
                  </a:lnTo>
                  <a:lnTo>
                    <a:pt x="887705" y="455696"/>
                  </a:lnTo>
                  <a:lnTo>
                    <a:pt x="882259" y="455696"/>
                  </a:lnTo>
                  <a:lnTo>
                    <a:pt x="876813" y="455696"/>
                  </a:lnTo>
                  <a:lnTo>
                    <a:pt x="871367" y="455696"/>
                  </a:lnTo>
                  <a:lnTo>
                    <a:pt x="865921" y="455696"/>
                  </a:lnTo>
                  <a:lnTo>
                    <a:pt x="860475" y="455696"/>
                  </a:lnTo>
                  <a:lnTo>
                    <a:pt x="855029" y="455696"/>
                  </a:lnTo>
                  <a:lnTo>
                    <a:pt x="849583" y="455696"/>
                  </a:lnTo>
                  <a:lnTo>
                    <a:pt x="844136" y="455696"/>
                  </a:lnTo>
                  <a:lnTo>
                    <a:pt x="838690" y="455696"/>
                  </a:lnTo>
                  <a:lnTo>
                    <a:pt x="833244" y="455696"/>
                  </a:lnTo>
                  <a:lnTo>
                    <a:pt x="827798" y="455696"/>
                  </a:lnTo>
                  <a:lnTo>
                    <a:pt x="822352" y="455696"/>
                  </a:lnTo>
                  <a:lnTo>
                    <a:pt x="816906" y="455696"/>
                  </a:lnTo>
                  <a:lnTo>
                    <a:pt x="811460" y="455696"/>
                  </a:lnTo>
                  <a:lnTo>
                    <a:pt x="806014" y="455696"/>
                  </a:lnTo>
                  <a:lnTo>
                    <a:pt x="800568" y="455696"/>
                  </a:lnTo>
                  <a:lnTo>
                    <a:pt x="795122" y="455696"/>
                  </a:lnTo>
                  <a:lnTo>
                    <a:pt x="789676" y="455696"/>
                  </a:lnTo>
                  <a:lnTo>
                    <a:pt x="784230" y="455696"/>
                  </a:lnTo>
                  <a:lnTo>
                    <a:pt x="778784" y="455696"/>
                  </a:lnTo>
                  <a:lnTo>
                    <a:pt x="773338" y="455696"/>
                  </a:lnTo>
                  <a:lnTo>
                    <a:pt x="767892" y="455696"/>
                  </a:lnTo>
                  <a:lnTo>
                    <a:pt x="762446" y="455696"/>
                  </a:lnTo>
                  <a:lnTo>
                    <a:pt x="757000" y="455696"/>
                  </a:lnTo>
                  <a:lnTo>
                    <a:pt x="751554" y="455696"/>
                  </a:lnTo>
                  <a:lnTo>
                    <a:pt x="746108" y="455696"/>
                  </a:lnTo>
                  <a:lnTo>
                    <a:pt x="740662" y="455696"/>
                  </a:lnTo>
                  <a:lnTo>
                    <a:pt x="735216" y="455696"/>
                  </a:lnTo>
                  <a:lnTo>
                    <a:pt x="729770" y="455696"/>
                  </a:lnTo>
                  <a:lnTo>
                    <a:pt x="724323" y="455696"/>
                  </a:lnTo>
                  <a:lnTo>
                    <a:pt x="718877" y="455696"/>
                  </a:lnTo>
                  <a:lnTo>
                    <a:pt x="713431" y="455696"/>
                  </a:lnTo>
                  <a:lnTo>
                    <a:pt x="707985" y="455696"/>
                  </a:lnTo>
                  <a:lnTo>
                    <a:pt x="702539" y="455696"/>
                  </a:lnTo>
                  <a:lnTo>
                    <a:pt x="697093" y="455696"/>
                  </a:lnTo>
                  <a:lnTo>
                    <a:pt x="691647" y="455696"/>
                  </a:lnTo>
                  <a:lnTo>
                    <a:pt x="686201" y="455696"/>
                  </a:lnTo>
                  <a:lnTo>
                    <a:pt x="680755" y="455696"/>
                  </a:lnTo>
                  <a:lnTo>
                    <a:pt x="675309" y="455696"/>
                  </a:lnTo>
                  <a:lnTo>
                    <a:pt x="669863" y="455696"/>
                  </a:lnTo>
                  <a:lnTo>
                    <a:pt x="664417" y="455696"/>
                  </a:lnTo>
                  <a:lnTo>
                    <a:pt x="658971" y="455696"/>
                  </a:lnTo>
                  <a:lnTo>
                    <a:pt x="653525" y="455696"/>
                  </a:lnTo>
                  <a:lnTo>
                    <a:pt x="648079" y="455696"/>
                  </a:lnTo>
                  <a:lnTo>
                    <a:pt x="642633" y="455696"/>
                  </a:lnTo>
                  <a:lnTo>
                    <a:pt x="637187" y="455696"/>
                  </a:lnTo>
                  <a:lnTo>
                    <a:pt x="631741" y="455696"/>
                  </a:lnTo>
                  <a:lnTo>
                    <a:pt x="626295" y="455696"/>
                  </a:lnTo>
                  <a:lnTo>
                    <a:pt x="620849" y="455696"/>
                  </a:lnTo>
                  <a:lnTo>
                    <a:pt x="615403" y="455696"/>
                  </a:lnTo>
                  <a:lnTo>
                    <a:pt x="609957" y="455696"/>
                  </a:lnTo>
                  <a:lnTo>
                    <a:pt x="604510" y="455696"/>
                  </a:lnTo>
                  <a:lnTo>
                    <a:pt x="599064" y="455696"/>
                  </a:lnTo>
                  <a:lnTo>
                    <a:pt x="593618" y="455696"/>
                  </a:lnTo>
                  <a:lnTo>
                    <a:pt x="588172" y="455696"/>
                  </a:lnTo>
                  <a:lnTo>
                    <a:pt x="582726" y="455696"/>
                  </a:lnTo>
                  <a:lnTo>
                    <a:pt x="577280" y="455696"/>
                  </a:lnTo>
                  <a:lnTo>
                    <a:pt x="571834" y="455696"/>
                  </a:lnTo>
                  <a:lnTo>
                    <a:pt x="566388" y="455696"/>
                  </a:lnTo>
                  <a:lnTo>
                    <a:pt x="560942" y="455696"/>
                  </a:lnTo>
                  <a:lnTo>
                    <a:pt x="555496" y="455696"/>
                  </a:lnTo>
                  <a:lnTo>
                    <a:pt x="550050" y="455696"/>
                  </a:lnTo>
                  <a:lnTo>
                    <a:pt x="544604" y="455696"/>
                  </a:lnTo>
                  <a:lnTo>
                    <a:pt x="539158" y="455696"/>
                  </a:lnTo>
                  <a:lnTo>
                    <a:pt x="533712" y="455696"/>
                  </a:lnTo>
                  <a:lnTo>
                    <a:pt x="528266" y="455696"/>
                  </a:lnTo>
                  <a:lnTo>
                    <a:pt x="522820" y="455696"/>
                  </a:lnTo>
                  <a:lnTo>
                    <a:pt x="517374" y="455696"/>
                  </a:lnTo>
                  <a:lnTo>
                    <a:pt x="511928" y="455696"/>
                  </a:lnTo>
                  <a:lnTo>
                    <a:pt x="506482" y="455696"/>
                  </a:lnTo>
                  <a:lnTo>
                    <a:pt x="501036" y="455696"/>
                  </a:lnTo>
                  <a:lnTo>
                    <a:pt x="495590" y="455696"/>
                  </a:lnTo>
                  <a:lnTo>
                    <a:pt x="490144" y="455696"/>
                  </a:lnTo>
                  <a:lnTo>
                    <a:pt x="484698" y="455696"/>
                  </a:lnTo>
                  <a:lnTo>
                    <a:pt x="479251" y="455696"/>
                  </a:lnTo>
                  <a:lnTo>
                    <a:pt x="473805" y="455696"/>
                  </a:lnTo>
                  <a:lnTo>
                    <a:pt x="468359" y="455696"/>
                  </a:lnTo>
                  <a:lnTo>
                    <a:pt x="462913" y="455696"/>
                  </a:lnTo>
                  <a:lnTo>
                    <a:pt x="457467" y="455696"/>
                  </a:lnTo>
                  <a:lnTo>
                    <a:pt x="452021" y="455696"/>
                  </a:lnTo>
                  <a:lnTo>
                    <a:pt x="446575" y="455696"/>
                  </a:lnTo>
                  <a:lnTo>
                    <a:pt x="441129" y="455696"/>
                  </a:lnTo>
                  <a:lnTo>
                    <a:pt x="435683" y="455696"/>
                  </a:lnTo>
                  <a:lnTo>
                    <a:pt x="430237" y="455696"/>
                  </a:lnTo>
                  <a:lnTo>
                    <a:pt x="424791" y="455696"/>
                  </a:lnTo>
                  <a:lnTo>
                    <a:pt x="419345" y="455696"/>
                  </a:lnTo>
                  <a:lnTo>
                    <a:pt x="413899" y="455696"/>
                  </a:lnTo>
                  <a:lnTo>
                    <a:pt x="408453" y="455696"/>
                  </a:lnTo>
                  <a:lnTo>
                    <a:pt x="403007" y="455696"/>
                  </a:lnTo>
                  <a:lnTo>
                    <a:pt x="397561" y="455696"/>
                  </a:lnTo>
                  <a:lnTo>
                    <a:pt x="392115" y="455696"/>
                  </a:lnTo>
                  <a:lnTo>
                    <a:pt x="386669" y="455696"/>
                  </a:lnTo>
                  <a:lnTo>
                    <a:pt x="381223" y="455696"/>
                  </a:lnTo>
                  <a:lnTo>
                    <a:pt x="375777" y="455696"/>
                  </a:lnTo>
                  <a:lnTo>
                    <a:pt x="370331" y="455696"/>
                  </a:lnTo>
                  <a:lnTo>
                    <a:pt x="364885" y="455696"/>
                  </a:lnTo>
                  <a:lnTo>
                    <a:pt x="359438" y="455696"/>
                  </a:lnTo>
                  <a:lnTo>
                    <a:pt x="353992" y="455696"/>
                  </a:lnTo>
                  <a:lnTo>
                    <a:pt x="348546" y="455696"/>
                  </a:lnTo>
                  <a:lnTo>
                    <a:pt x="343100" y="455696"/>
                  </a:lnTo>
                  <a:lnTo>
                    <a:pt x="337654" y="455696"/>
                  </a:lnTo>
                  <a:lnTo>
                    <a:pt x="332208" y="455696"/>
                  </a:lnTo>
                  <a:lnTo>
                    <a:pt x="326762" y="455696"/>
                  </a:lnTo>
                  <a:lnTo>
                    <a:pt x="321316" y="455696"/>
                  </a:lnTo>
                  <a:lnTo>
                    <a:pt x="315870" y="455696"/>
                  </a:lnTo>
                  <a:lnTo>
                    <a:pt x="310424" y="455696"/>
                  </a:lnTo>
                  <a:lnTo>
                    <a:pt x="304978" y="455696"/>
                  </a:lnTo>
                  <a:lnTo>
                    <a:pt x="299532" y="455696"/>
                  </a:lnTo>
                  <a:lnTo>
                    <a:pt x="294086" y="455696"/>
                  </a:lnTo>
                  <a:lnTo>
                    <a:pt x="288640" y="455696"/>
                  </a:lnTo>
                  <a:lnTo>
                    <a:pt x="283194" y="455696"/>
                  </a:lnTo>
                  <a:lnTo>
                    <a:pt x="277748" y="455696"/>
                  </a:lnTo>
                  <a:lnTo>
                    <a:pt x="272302" y="455696"/>
                  </a:lnTo>
                  <a:lnTo>
                    <a:pt x="266856" y="455696"/>
                  </a:lnTo>
                  <a:lnTo>
                    <a:pt x="261410" y="455696"/>
                  </a:lnTo>
                  <a:lnTo>
                    <a:pt x="255964" y="455696"/>
                  </a:lnTo>
                  <a:lnTo>
                    <a:pt x="250518" y="455696"/>
                  </a:lnTo>
                  <a:lnTo>
                    <a:pt x="245072" y="455696"/>
                  </a:lnTo>
                  <a:lnTo>
                    <a:pt x="239625" y="455696"/>
                  </a:lnTo>
                  <a:lnTo>
                    <a:pt x="234179" y="455696"/>
                  </a:lnTo>
                  <a:lnTo>
                    <a:pt x="228733" y="455696"/>
                  </a:lnTo>
                  <a:lnTo>
                    <a:pt x="223287" y="455696"/>
                  </a:lnTo>
                  <a:lnTo>
                    <a:pt x="217841" y="455696"/>
                  </a:lnTo>
                  <a:lnTo>
                    <a:pt x="212395" y="455696"/>
                  </a:lnTo>
                  <a:lnTo>
                    <a:pt x="206949" y="455696"/>
                  </a:lnTo>
                  <a:lnTo>
                    <a:pt x="201503" y="455696"/>
                  </a:lnTo>
                  <a:lnTo>
                    <a:pt x="196057" y="455696"/>
                  </a:lnTo>
                  <a:lnTo>
                    <a:pt x="190611" y="455696"/>
                  </a:lnTo>
                  <a:lnTo>
                    <a:pt x="185165" y="455696"/>
                  </a:lnTo>
                  <a:lnTo>
                    <a:pt x="179719" y="455696"/>
                  </a:lnTo>
                  <a:lnTo>
                    <a:pt x="174273" y="455696"/>
                  </a:lnTo>
                  <a:lnTo>
                    <a:pt x="168827" y="455696"/>
                  </a:lnTo>
                  <a:lnTo>
                    <a:pt x="163381" y="455696"/>
                  </a:lnTo>
                  <a:lnTo>
                    <a:pt x="157935" y="455696"/>
                  </a:lnTo>
                  <a:lnTo>
                    <a:pt x="152489" y="455696"/>
                  </a:lnTo>
                  <a:lnTo>
                    <a:pt x="147043" y="455696"/>
                  </a:lnTo>
                  <a:lnTo>
                    <a:pt x="141597" y="455696"/>
                  </a:lnTo>
                  <a:lnTo>
                    <a:pt x="136151" y="455696"/>
                  </a:lnTo>
                  <a:lnTo>
                    <a:pt x="130705" y="455696"/>
                  </a:lnTo>
                  <a:lnTo>
                    <a:pt x="125259" y="455696"/>
                  </a:lnTo>
                  <a:lnTo>
                    <a:pt x="119812" y="455696"/>
                  </a:lnTo>
                  <a:lnTo>
                    <a:pt x="114366" y="455696"/>
                  </a:lnTo>
                  <a:lnTo>
                    <a:pt x="108920" y="455696"/>
                  </a:lnTo>
                  <a:lnTo>
                    <a:pt x="103474" y="455696"/>
                  </a:lnTo>
                  <a:lnTo>
                    <a:pt x="98028" y="455696"/>
                  </a:lnTo>
                  <a:lnTo>
                    <a:pt x="92582" y="455696"/>
                  </a:lnTo>
                  <a:lnTo>
                    <a:pt x="87136" y="455696"/>
                  </a:lnTo>
                  <a:lnTo>
                    <a:pt x="81690" y="455696"/>
                  </a:lnTo>
                  <a:lnTo>
                    <a:pt x="76244" y="455696"/>
                  </a:lnTo>
                  <a:lnTo>
                    <a:pt x="70798" y="455696"/>
                  </a:lnTo>
                  <a:lnTo>
                    <a:pt x="65352" y="455696"/>
                  </a:lnTo>
                  <a:lnTo>
                    <a:pt x="59906" y="455696"/>
                  </a:lnTo>
                  <a:lnTo>
                    <a:pt x="54460" y="455696"/>
                  </a:lnTo>
                  <a:lnTo>
                    <a:pt x="49014" y="455696"/>
                  </a:lnTo>
                  <a:lnTo>
                    <a:pt x="43568" y="455696"/>
                  </a:lnTo>
                  <a:lnTo>
                    <a:pt x="38122" y="455696"/>
                  </a:lnTo>
                  <a:lnTo>
                    <a:pt x="32676" y="455696"/>
                  </a:lnTo>
                  <a:lnTo>
                    <a:pt x="27230" y="455696"/>
                  </a:lnTo>
                  <a:lnTo>
                    <a:pt x="21784" y="455696"/>
                  </a:lnTo>
                  <a:lnTo>
                    <a:pt x="16338" y="455696"/>
                  </a:lnTo>
                  <a:lnTo>
                    <a:pt x="10892" y="455696"/>
                  </a:lnTo>
                  <a:lnTo>
                    <a:pt x="5446" y="45569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957616" y="5734820"/>
              <a:ext cx="2782929" cy="455696"/>
            </a:xfrm>
            <a:custGeom>
              <a:avLst/>
              <a:pathLst>
                <a:path w="2782929" h="455696">
                  <a:moveTo>
                    <a:pt x="0" y="455696"/>
                  </a:moveTo>
                  <a:lnTo>
                    <a:pt x="5446" y="455696"/>
                  </a:lnTo>
                  <a:lnTo>
                    <a:pt x="10892" y="455696"/>
                  </a:lnTo>
                  <a:lnTo>
                    <a:pt x="16338" y="455696"/>
                  </a:lnTo>
                  <a:lnTo>
                    <a:pt x="21784" y="455696"/>
                  </a:lnTo>
                  <a:lnTo>
                    <a:pt x="27230" y="455696"/>
                  </a:lnTo>
                  <a:lnTo>
                    <a:pt x="32676" y="455696"/>
                  </a:lnTo>
                  <a:lnTo>
                    <a:pt x="38122" y="455696"/>
                  </a:lnTo>
                  <a:lnTo>
                    <a:pt x="43568" y="455696"/>
                  </a:lnTo>
                  <a:lnTo>
                    <a:pt x="49014" y="455696"/>
                  </a:lnTo>
                  <a:lnTo>
                    <a:pt x="54460" y="455696"/>
                  </a:lnTo>
                  <a:lnTo>
                    <a:pt x="59906" y="455696"/>
                  </a:lnTo>
                  <a:lnTo>
                    <a:pt x="65352" y="455696"/>
                  </a:lnTo>
                  <a:lnTo>
                    <a:pt x="70798" y="455696"/>
                  </a:lnTo>
                  <a:lnTo>
                    <a:pt x="76244" y="455696"/>
                  </a:lnTo>
                  <a:lnTo>
                    <a:pt x="81690" y="455696"/>
                  </a:lnTo>
                  <a:lnTo>
                    <a:pt x="87136" y="455696"/>
                  </a:lnTo>
                  <a:lnTo>
                    <a:pt x="92582" y="455696"/>
                  </a:lnTo>
                  <a:lnTo>
                    <a:pt x="98028" y="455696"/>
                  </a:lnTo>
                  <a:lnTo>
                    <a:pt x="103474" y="455696"/>
                  </a:lnTo>
                  <a:lnTo>
                    <a:pt x="108920" y="455696"/>
                  </a:lnTo>
                  <a:lnTo>
                    <a:pt x="114366" y="455696"/>
                  </a:lnTo>
                  <a:lnTo>
                    <a:pt x="119812" y="455696"/>
                  </a:lnTo>
                  <a:lnTo>
                    <a:pt x="125259" y="455696"/>
                  </a:lnTo>
                  <a:lnTo>
                    <a:pt x="130705" y="455696"/>
                  </a:lnTo>
                  <a:lnTo>
                    <a:pt x="136151" y="455696"/>
                  </a:lnTo>
                  <a:lnTo>
                    <a:pt x="141597" y="455696"/>
                  </a:lnTo>
                  <a:lnTo>
                    <a:pt x="147043" y="455696"/>
                  </a:lnTo>
                  <a:lnTo>
                    <a:pt x="152489" y="455696"/>
                  </a:lnTo>
                  <a:lnTo>
                    <a:pt x="157935" y="455696"/>
                  </a:lnTo>
                  <a:lnTo>
                    <a:pt x="163381" y="455696"/>
                  </a:lnTo>
                  <a:lnTo>
                    <a:pt x="168827" y="455696"/>
                  </a:lnTo>
                  <a:lnTo>
                    <a:pt x="174273" y="455696"/>
                  </a:lnTo>
                  <a:lnTo>
                    <a:pt x="179719" y="455696"/>
                  </a:lnTo>
                  <a:lnTo>
                    <a:pt x="185165" y="455696"/>
                  </a:lnTo>
                  <a:lnTo>
                    <a:pt x="190611" y="455696"/>
                  </a:lnTo>
                  <a:lnTo>
                    <a:pt x="196057" y="455696"/>
                  </a:lnTo>
                  <a:lnTo>
                    <a:pt x="201503" y="455696"/>
                  </a:lnTo>
                  <a:lnTo>
                    <a:pt x="206949" y="455696"/>
                  </a:lnTo>
                  <a:lnTo>
                    <a:pt x="212395" y="455696"/>
                  </a:lnTo>
                  <a:lnTo>
                    <a:pt x="217841" y="455696"/>
                  </a:lnTo>
                  <a:lnTo>
                    <a:pt x="223287" y="455696"/>
                  </a:lnTo>
                  <a:lnTo>
                    <a:pt x="228733" y="455696"/>
                  </a:lnTo>
                  <a:lnTo>
                    <a:pt x="234179" y="455696"/>
                  </a:lnTo>
                  <a:lnTo>
                    <a:pt x="239625" y="455696"/>
                  </a:lnTo>
                  <a:lnTo>
                    <a:pt x="245072" y="455696"/>
                  </a:lnTo>
                  <a:lnTo>
                    <a:pt x="250518" y="455696"/>
                  </a:lnTo>
                  <a:lnTo>
                    <a:pt x="255964" y="455696"/>
                  </a:lnTo>
                  <a:lnTo>
                    <a:pt x="261410" y="455696"/>
                  </a:lnTo>
                  <a:lnTo>
                    <a:pt x="266856" y="455696"/>
                  </a:lnTo>
                  <a:lnTo>
                    <a:pt x="272302" y="455696"/>
                  </a:lnTo>
                  <a:lnTo>
                    <a:pt x="277748" y="455696"/>
                  </a:lnTo>
                  <a:lnTo>
                    <a:pt x="283194" y="455696"/>
                  </a:lnTo>
                  <a:lnTo>
                    <a:pt x="288640" y="455696"/>
                  </a:lnTo>
                  <a:lnTo>
                    <a:pt x="294086" y="455696"/>
                  </a:lnTo>
                  <a:lnTo>
                    <a:pt x="299532" y="455696"/>
                  </a:lnTo>
                  <a:lnTo>
                    <a:pt x="304978" y="455696"/>
                  </a:lnTo>
                  <a:lnTo>
                    <a:pt x="310424" y="455695"/>
                  </a:lnTo>
                  <a:lnTo>
                    <a:pt x="315870" y="455694"/>
                  </a:lnTo>
                  <a:lnTo>
                    <a:pt x="321316" y="455690"/>
                  </a:lnTo>
                  <a:lnTo>
                    <a:pt x="326762" y="455679"/>
                  </a:lnTo>
                  <a:lnTo>
                    <a:pt x="332208" y="455653"/>
                  </a:lnTo>
                  <a:lnTo>
                    <a:pt x="337654" y="455600"/>
                  </a:lnTo>
                  <a:lnTo>
                    <a:pt x="343100" y="455501"/>
                  </a:lnTo>
                  <a:lnTo>
                    <a:pt x="348546" y="455339"/>
                  </a:lnTo>
                  <a:lnTo>
                    <a:pt x="353992" y="455103"/>
                  </a:lnTo>
                  <a:lnTo>
                    <a:pt x="359438" y="454798"/>
                  </a:lnTo>
                  <a:lnTo>
                    <a:pt x="364885" y="454445"/>
                  </a:lnTo>
                  <a:lnTo>
                    <a:pt x="370331" y="454074"/>
                  </a:lnTo>
                  <a:lnTo>
                    <a:pt x="375777" y="453708"/>
                  </a:lnTo>
                  <a:lnTo>
                    <a:pt x="381223" y="453346"/>
                  </a:lnTo>
                  <a:lnTo>
                    <a:pt x="386669" y="452962"/>
                  </a:lnTo>
                  <a:lnTo>
                    <a:pt x="392115" y="452519"/>
                  </a:lnTo>
                  <a:lnTo>
                    <a:pt x="397561" y="451994"/>
                  </a:lnTo>
                  <a:lnTo>
                    <a:pt x="403007" y="451406"/>
                  </a:lnTo>
                  <a:lnTo>
                    <a:pt x="408453" y="450829"/>
                  </a:lnTo>
                  <a:lnTo>
                    <a:pt x="413899" y="450377"/>
                  </a:lnTo>
                  <a:lnTo>
                    <a:pt x="419345" y="450166"/>
                  </a:lnTo>
                  <a:lnTo>
                    <a:pt x="424791" y="450266"/>
                  </a:lnTo>
                  <a:lnTo>
                    <a:pt x="430237" y="450670"/>
                  </a:lnTo>
                  <a:lnTo>
                    <a:pt x="435683" y="451293"/>
                  </a:lnTo>
                  <a:lnTo>
                    <a:pt x="441129" y="451982"/>
                  </a:lnTo>
                  <a:lnTo>
                    <a:pt x="446575" y="452608"/>
                  </a:lnTo>
                  <a:lnTo>
                    <a:pt x="452021" y="453079"/>
                  </a:lnTo>
                  <a:lnTo>
                    <a:pt x="457467" y="453352"/>
                  </a:lnTo>
                  <a:lnTo>
                    <a:pt x="462913" y="453425"/>
                  </a:lnTo>
                  <a:lnTo>
                    <a:pt x="468359" y="453319"/>
                  </a:lnTo>
                  <a:lnTo>
                    <a:pt x="473805" y="453073"/>
                  </a:lnTo>
                  <a:lnTo>
                    <a:pt x="479251" y="452740"/>
                  </a:lnTo>
                  <a:lnTo>
                    <a:pt x="484698" y="452390"/>
                  </a:lnTo>
                  <a:lnTo>
                    <a:pt x="490144" y="452105"/>
                  </a:lnTo>
                  <a:lnTo>
                    <a:pt x="495590" y="451970"/>
                  </a:lnTo>
                  <a:lnTo>
                    <a:pt x="501036" y="452050"/>
                  </a:lnTo>
                  <a:lnTo>
                    <a:pt x="506482" y="452363"/>
                  </a:lnTo>
                  <a:lnTo>
                    <a:pt x="511928" y="452861"/>
                  </a:lnTo>
                  <a:lnTo>
                    <a:pt x="517374" y="453440"/>
                  </a:lnTo>
                  <a:lnTo>
                    <a:pt x="522820" y="453963"/>
                  </a:lnTo>
                  <a:lnTo>
                    <a:pt x="528266" y="454300"/>
                  </a:lnTo>
                  <a:lnTo>
                    <a:pt x="533712" y="454360"/>
                  </a:lnTo>
                  <a:lnTo>
                    <a:pt x="539158" y="454107"/>
                  </a:lnTo>
                  <a:lnTo>
                    <a:pt x="544604" y="453571"/>
                  </a:lnTo>
                  <a:lnTo>
                    <a:pt x="550050" y="452848"/>
                  </a:lnTo>
                  <a:lnTo>
                    <a:pt x="555496" y="452089"/>
                  </a:lnTo>
                  <a:lnTo>
                    <a:pt x="560942" y="451463"/>
                  </a:lnTo>
                  <a:lnTo>
                    <a:pt x="566388" y="451086"/>
                  </a:lnTo>
                  <a:lnTo>
                    <a:pt x="571834" y="450998"/>
                  </a:lnTo>
                  <a:lnTo>
                    <a:pt x="577280" y="451156"/>
                  </a:lnTo>
                  <a:lnTo>
                    <a:pt x="582726" y="451461"/>
                  </a:lnTo>
                  <a:lnTo>
                    <a:pt x="588172" y="451803"/>
                  </a:lnTo>
                  <a:lnTo>
                    <a:pt x="593618" y="452091"/>
                  </a:lnTo>
                  <a:lnTo>
                    <a:pt x="599064" y="452268"/>
                  </a:lnTo>
                  <a:lnTo>
                    <a:pt x="604510" y="452321"/>
                  </a:lnTo>
                  <a:lnTo>
                    <a:pt x="609957" y="452278"/>
                  </a:lnTo>
                  <a:lnTo>
                    <a:pt x="615403" y="452200"/>
                  </a:lnTo>
                  <a:lnTo>
                    <a:pt x="620849" y="452151"/>
                  </a:lnTo>
                  <a:lnTo>
                    <a:pt x="626295" y="452164"/>
                  </a:lnTo>
                  <a:lnTo>
                    <a:pt x="631741" y="452212"/>
                  </a:lnTo>
                  <a:lnTo>
                    <a:pt x="637187" y="452215"/>
                  </a:lnTo>
                  <a:lnTo>
                    <a:pt x="642633" y="452079"/>
                  </a:lnTo>
                  <a:lnTo>
                    <a:pt x="648079" y="451760"/>
                  </a:lnTo>
                  <a:lnTo>
                    <a:pt x="653525" y="451306"/>
                  </a:lnTo>
                  <a:lnTo>
                    <a:pt x="658971" y="450850"/>
                  </a:lnTo>
                  <a:lnTo>
                    <a:pt x="664417" y="450549"/>
                  </a:lnTo>
                  <a:lnTo>
                    <a:pt x="669863" y="450505"/>
                  </a:lnTo>
                  <a:lnTo>
                    <a:pt x="675309" y="450718"/>
                  </a:lnTo>
                  <a:lnTo>
                    <a:pt x="680755" y="451053"/>
                  </a:lnTo>
                  <a:lnTo>
                    <a:pt x="686201" y="451339"/>
                  </a:lnTo>
                  <a:lnTo>
                    <a:pt x="691647" y="451439"/>
                  </a:lnTo>
                  <a:lnTo>
                    <a:pt x="697093" y="451290"/>
                  </a:lnTo>
                  <a:lnTo>
                    <a:pt x="702539" y="450911"/>
                  </a:lnTo>
                  <a:lnTo>
                    <a:pt x="707985" y="450372"/>
                  </a:lnTo>
                  <a:lnTo>
                    <a:pt x="713431" y="449751"/>
                  </a:lnTo>
                  <a:lnTo>
                    <a:pt x="718877" y="449099"/>
                  </a:lnTo>
                  <a:lnTo>
                    <a:pt x="724323" y="448424"/>
                  </a:lnTo>
                  <a:lnTo>
                    <a:pt x="729770" y="447701"/>
                  </a:lnTo>
                  <a:lnTo>
                    <a:pt x="735216" y="446895"/>
                  </a:lnTo>
                  <a:lnTo>
                    <a:pt x="740662" y="445976"/>
                  </a:lnTo>
                  <a:lnTo>
                    <a:pt x="746108" y="444941"/>
                  </a:lnTo>
                  <a:lnTo>
                    <a:pt x="751554" y="443811"/>
                  </a:lnTo>
                  <a:lnTo>
                    <a:pt x="757000" y="442631"/>
                  </a:lnTo>
                  <a:lnTo>
                    <a:pt x="762446" y="441460"/>
                  </a:lnTo>
                  <a:lnTo>
                    <a:pt x="767892" y="440371"/>
                  </a:lnTo>
                  <a:lnTo>
                    <a:pt x="773338" y="439448"/>
                  </a:lnTo>
                  <a:lnTo>
                    <a:pt x="778784" y="438773"/>
                  </a:lnTo>
                  <a:lnTo>
                    <a:pt x="784230" y="438411"/>
                  </a:lnTo>
                  <a:lnTo>
                    <a:pt x="789676" y="438391"/>
                  </a:lnTo>
                  <a:lnTo>
                    <a:pt x="795122" y="438710"/>
                  </a:lnTo>
                  <a:lnTo>
                    <a:pt x="800568" y="439296"/>
                  </a:lnTo>
                  <a:lnTo>
                    <a:pt x="806014" y="440054"/>
                  </a:lnTo>
                  <a:lnTo>
                    <a:pt x="811460" y="440881"/>
                  </a:lnTo>
                  <a:lnTo>
                    <a:pt x="816906" y="441676"/>
                  </a:lnTo>
                  <a:lnTo>
                    <a:pt x="822352" y="442354"/>
                  </a:lnTo>
                  <a:lnTo>
                    <a:pt x="827798" y="442850"/>
                  </a:lnTo>
                  <a:lnTo>
                    <a:pt x="833244" y="443112"/>
                  </a:lnTo>
                  <a:lnTo>
                    <a:pt x="838690" y="443081"/>
                  </a:lnTo>
                  <a:lnTo>
                    <a:pt x="844136" y="442692"/>
                  </a:lnTo>
                  <a:lnTo>
                    <a:pt x="849583" y="441878"/>
                  </a:lnTo>
                  <a:lnTo>
                    <a:pt x="855029" y="440608"/>
                  </a:lnTo>
                  <a:lnTo>
                    <a:pt x="860475" y="438921"/>
                  </a:lnTo>
                  <a:lnTo>
                    <a:pt x="865921" y="436936"/>
                  </a:lnTo>
                  <a:lnTo>
                    <a:pt x="871367" y="434824"/>
                  </a:lnTo>
                  <a:lnTo>
                    <a:pt x="876813" y="432761"/>
                  </a:lnTo>
                  <a:lnTo>
                    <a:pt x="882259" y="430875"/>
                  </a:lnTo>
                  <a:lnTo>
                    <a:pt x="887705" y="429231"/>
                  </a:lnTo>
                  <a:lnTo>
                    <a:pt x="893151" y="427852"/>
                  </a:lnTo>
                  <a:lnTo>
                    <a:pt x="898597" y="426751"/>
                  </a:lnTo>
                  <a:lnTo>
                    <a:pt x="904043" y="425949"/>
                  </a:lnTo>
                  <a:lnTo>
                    <a:pt x="909489" y="425461"/>
                  </a:lnTo>
                  <a:lnTo>
                    <a:pt x="914935" y="425276"/>
                  </a:lnTo>
                  <a:lnTo>
                    <a:pt x="920381" y="425318"/>
                  </a:lnTo>
                  <a:lnTo>
                    <a:pt x="925827" y="425480"/>
                  </a:lnTo>
                  <a:lnTo>
                    <a:pt x="931273" y="425638"/>
                  </a:lnTo>
                  <a:lnTo>
                    <a:pt x="936719" y="425651"/>
                  </a:lnTo>
                  <a:lnTo>
                    <a:pt x="942165" y="425371"/>
                  </a:lnTo>
                  <a:lnTo>
                    <a:pt x="947611" y="424676"/>
                  </a:lnTo>
                  <a:lnTo>
                    <a:pt x="953057" y="423508"/>
                  </a:lnTo>
                  <a:lnTo>
                    <a:pt x="958503" y="421877"/>
                  </a:lnTo>
                  <a:lnTo>
                    <a:pt x="963949" y="419774"/>
                  </a:lnTo>
                  <a:lnTo>
                    <a:pt x="969396" y="416975"/>
                  </a:lnTo>
                  <a:lnTo>
                    <a:pt x="974842" y="412759"/>
                  </a:lnTo>
                  <a:lnTo>
                    <a:pt x="980288" y="405576"/>
                  </a:lnTo>
                  <a:lnTo>
                    <a:pt x="985734" y="392808"/>
                  </a:lnTo>
                  <a:lnTo>
                    <a:pt x="991180" y="370856"/>
                  </a:lnTo>
                  <a:lnTo>
                    <a:pt x="996626" y="335821"/>
                  </a:lnTo>
                  <a:lnTo>
                    <a:pt x="1002072" y="285014"/>
                  </a:lnTo>
                  <a:lnTo>
                    <a:pt x="1007518" y="219119"/>
                  </a:lnTo>
                  <a:lnTo>
                    <a:pt x="1012964" y="144231"/>
                  </a:lnTo>
                  <a:lnTo>
                    <a:pt x="1018410" y="72407"/>
                  </a:lnTo>
                  <a:lnTo>
                    <a:pt x="1023856" y="19476"/>
                  </a:lnTo>
                  <a:lnTo>
                    <a:pt x="1029302" y="0"/>
                  </a:lnTo>
                  <a:lnTo>
                    <a:pt x="1034748" y="22463"/>
                  </a:lnTo>
                  <a:lnTo>
                    <a:pt x="1040194" y="81222"/>
                  </a:lnTo>
                  <a:lnTo>
                    <a:pt x="1045640" y="161254"/>
                  </a:lnTo>
                  <a:lnTo>
                    <a:pt x="1051086" y="245212"/>
                  </a:lnTo>
                  <a:lnTo>
                    <a:pt x="1056532" y="318971"/>
                  </a:lnTo>
                  <a:lnTo>
                    <a:pt x="1061978" y="375052"/>
                  </a:lnTo>
                  <a:lnTo>
                    <a:pt x="1067424" y="412553"/>
                  </a:lnTo>
                  <a:lnTo>
                    <a:pt x="1072870" y="434793"/>
                  </a:lnTo>
                  <a:lnTo>
                    <a:pt x="1078316" y="446541"/>
                  </a:lnTo>
                  <a:lnTo>
                    <a:pt x="1083762" y="452079"/>
                  </a:lnTo>
                  <a:lnTo>
                    <a:pt x="1089209" y="454410"/>
                  </a:lnTo>
                  <a:lnTo>
                    <a:pt x="1094655" y="455285"/>
                  </a:lnTo>
                  <a:lnTo>
                    <a:pt x="1100101" y="455578"/>
                  </a:lnTo>
                  <a:lnTo>
                    <a:pt x="1105547" y="455666"/>
                  </a:lnTo>
                  <a:lnTo>
                    <a:pt x="1110993" y="455689"/>
                  </a:lnTo>
                  <a:lnTo>
                    <a:pt x="1116439" y="455695"/>
                  </a:lnTo>
                  <a:lnTo>
                    <a:pt x="1121885" y="455696"/>
                  </a:lnTo>
                  <a:lnTo>
                    <a:pt x="1127331" y="455696"/>
                  </a:lnTo>
                  <a:lnTo>
                    <a:pt x="1132777" y="455696"/>
                  </a:lnTo>
                  <a:lnTo>
                    <a:pt x="1138223" y="455696"/>
                  </a:lnTo>
                  <a:lnTo>
                    <a:pt x="1143669" y="455696"/>
                  </a:lnTo>
                  <a:lnTo>
                    <a:pt x="1149115" y="455696"/>
                  </a:lnTo>
                  <a:lnTo>
                    <a:pt x="1154561" y="455696"/>
                  </a:lnTo>
                  <a:lnTo>
                    <a:pt x="1160007" y="455696"/>
                  </a:lnTo>
                  <a:lnTo>
                    <a:pt x="1165453" y="455696"/>
                  </a:lnTo>
                  <a:lnTo>
                    <a:pt x="1170899" y="455696"/>
                  </a:lnTo>
                  <a:lnTo>
                    <a:pt x="1176345" y="455696"/>
                  </a:lnTo>
                  <a:lnTo>
                    <a:pt x="1181791" y="455696"/>
                  </a:lnTo>
                  <a:lnTo>
                    <a:pt x="1187237" y="455696"/>
                  </a:lnTo>
                  <a:lnTo>
                    <a:pt x="1192683" y="455696"/>
                  </a:lnTo>
                  <a:lnTo>
                    <a:pt x="1198129" y="455696"/>
                  </a:lnTo>
                  <a:lnTo>
                    <a:pt x="1203575" y="455696"/>
                  </a:lnTo>
                  <a:lnTo>
                    <a:pt x="1209021" y="455696"/>
                  </a:lnTo>
                  <a:lnTo>
                    <a:pt x="1214468" y="455696"/>
                  </a:lnTo>
                  <a:lnTo>
                    <a:pt x="1219914" y="455696"/>
                  </a:lnTo>
                  <a:lnTo>
                    <a:pt x="1225360" y="455696"/>
                  </a:lnTo>
                  <a:lnTo>
                    <a:pt x="1230806" y="455696"/>
                  </a:lnTo>
                  <a:lnTo>
                    <a:pt x="1236252" y="455696"/>
                  </a:lnTo>
                  <a:lnTo>
                    <a:pt x="1241698" y="455696"/>
                  </a:lnTo>
                  <a:lnTo>
                    <a:pt x="1247144" y="455696"/>
                  </a:lnTo>
                  <a:lnTo>
                    <a:pt x="1252590" y="455696"/>
                  </a:lnTo>
                  <a:lnTo>
                    <a:pt x="1258036" y="455696"/>
                  </a:lnTo>
                  <a:lnTo>
                    <a:pt x="1263482" y="455696"/>
                  </a:lnTo>
                  <a:lnTo>
                    <a:pt x="1268928" y="455696"/>
                  </a:lnTo>
                  <a:lnTo>
                    <a:pt x="1274374" y="455696"/>
                  </a:lnTo>
                  <a:lnTo>
                    <a:pt x="1279820" y="455696"/>
                  </a:lnTo>
                  <a:lnTo>
                    <a:pt x="1285266" y="455696"/>
                  </a:lnTo>
                  <a:lnTo>
                    <a:pt x="1290712" y="455696"/>
                  </a:lnTo>
                  <a:lnTo>
                    <a:pt x="1296158" y="455696"/>
                  </a:lnTo>
                  <a:lnTo>
                    <a:pt x="1301604" y="455696"/>
                  </a:lnTo>
                  <a:lnTo>
                    <a:pt x="1307050" y="455696"/>
                  </a:lnTo>
                  <a:lnTo>
                    <a:pt x="1312496" y="455696"/>
                  </a:lnTo>
                  <a:lnTo>
                    <a:pt x="1317942" y="455696"/>
                  </a:lnTo>
                  <a:lnTo>
                    <a:pt x="1323388" y="455696"/>
                  </a:lnTo>
                  <a:lnTo>
                    <a:pt x="1328834" y="455696"/>
                  </a:lnTo>
                  <a:lnTo>
                    <a:pt x="1334281" y="455696"/>
                  </a:lnTo>
                  <a:lnTo>
                    <a:pt x="1339727" y="455696"/>
                  </a:lnTo>
                  <a:lnTo>
                    <a:pt x="1345173" y="455696"/>
                  </a:lnTo>
                  <a:lnTo>
                    <a:pt x="1350619" y="455696"/>
                  </a:lnTo>
                  <a:lnTo>
                    <a:pt x="1356065" y="455696"/>
                  </a:lnTo>
                  <a:lnTo>
                    <a:pt x="1361511" y="455696"/>
                  </a:lnTo>
                  <a:lnTo>
                    <a:pt x="1366957" y="455696"/>
                  </a:lnTo>
                  <a:lnTo>
                    <a:pt x="1372403" y="455696"/>
                  </a:lnTo>
                  <a:lnTo>
                    <a:pt x="1377849" y="455696"/>
                  </a:lnTo>
                  <a:lnTo>
                    <a:pt x="1383295" y="455696"/>
                  </a:lnTo>
                  <a:lnTo>
                    <a:pt x="1388741" y="455696"/>
                  </a:lnTo>
                  <a:lnTo>
                    <a:pt x="1394187" y="455696"/>
                  </a:lnTo>
                  <a:lnTo>
                    <a:pt x="1399633" y="455696"/>
                  </a:lnTo>
                  <a:lnTo>
                    <a:pt x="1405079" y="455696"/>
                  </a:lnTo>
                  <a:lnTo>
                    <a:pt x="1410525" y="455696"/>
                  </a:lnTo>
                  <a:lnTo>
                    <a:pt x="1415971" y="455696"/>
                  </a:lnTo>
                  <a:lnTo>
                    <a:pt x="1421417" y="455696"/>
                  </a:lnTo>
                  <a:lnTo>
                    <a:pt x="1426863" y="455696"/>
                  </a:lnTo>
                  <a:lnTo>
                    <a:pt x="1432309" y="455696"/>
                  </a:lnTo>
                  <a:lnTo>
                    <a:pt x="1437755" y="455696"/>
                  </a:lnTo>
                  <a:lnTo>
                    <a:pt x="1443201" y="455696"/>
                  </a:lnTo>
                  <a:lnTo>
                    <a:pt x="1448647" y="455696"/>
                  </a:lnTo>
                  <a:lnTo>
                    <a:pt x="1454094" y="455696"/>
                  </a:lnTo>
                  <a:lnTo>
                    <a:pt x="1459540" y="455696"/>
                  </a:lnTo>
                  <a:lnTo>
                    <a:pt x="1464986" y="455696"/>
                  </a:lnTo>
                  <a:lnTo>
                    <a:pt x="1470432" y="455696"/>
                  </a:lnTo>
                  <a:lnTo>
                    <a:pt x="1475878" y="455696"/>
                  </a:lnTo>
                  <a:lnTo>
                    <a:pt x="1481324" y="455696"/>
                  </a:lnTo>
                  <a:lnTo>
                    <a:pt x="1486770" y="455696"/>
                  </a:lnTo>
                  <a:lnTo>
                    <a:pt x="1492216" y="455696"/>
                  </a:lnTo>
                  <a:lnTo>
                    <a:pt x="1497662" y="455696"/>
                  </a:lnTo>
                  <a:lnTo>
                    <a:pt x="1503108" y="455696"/>
                  </a:lnTo>
                  <a:lnTo>
                    <a:pt x="1508554" y="455696"/>
                  </a:lnTo>
                  <a:lnTo>
                    <a:pt x="1514000" y="455696"/>
                  </a:lnTo>
                  <a:lnTo>
                    <a:pt x="1519446" y="455696"/>
                  </a:lnTo>
                  <a:lnTo>
                    <a:pt x="1524892" y="455696"/>
                  </a:lnTo>
                  <a:lnTo>
                    <a:pt x="1530338" y="455696"/>
                  </a:lnTo>
                  <a:lnTo>
                    <a:pt x="1535784" y="455696"/>
                  </a:lnTo>
                  <a:lnTo>
                    <a:pt x="1541230" y="455696"/>
                  </a:lnTo>
                  <a:lnTo>
                    <a:pt x="1546676" y="455696"/>
                  </a:lnTo>
                  <a:lnTo>
                    <a:pt x="1552122" y="455696"/>
                  </a:lnTo>
                  <a:lnTo>
                    <a:pt x="1557568" y="455696"/>
                  </a:lnTo>
                  <a:lnTo>
                    <a:pt x="1563014" y="455696"/>
                  </a:lnTo>
                  <a:lnTo>
                    <a:pt x="1568460" y="455696"/>
                  </a:lnTo>
                  <a:lnTo>
                    <a:pt x="1573907" y="455696"/>
                  </a:lnTo>
                  <a:lnTo>
                    <a:pt x="1579353" y="455696"/>
                  </a:lnTo>
                  <a:lnTo>
                    <a:pt x="1584799" y="455696"/>
                  </a:lnTo>
                  <a:lnTo>
                    <a:pt x="1590245" y="455696"/>
                  </a:lnTo>
                  <a:lnTo>
                    <a:pt x="1595691" y="455696"/>
                  </a:lnTo>
                  <a:lnTo>
                    <a:pt x="1601137" y="455696"/>
                  </a:lnTo>
                  <a:lnTo>
                    <a:pt x="1606583" y="455696"/>
                  </a:lnTo>
                  <a:lnTo>
                    <a:pt x="1612029" y="455696"/>
                  </a:lnTo>
                  <a:lnTo>
                    <a:pt x="1617475" y="455696"/>
                  </a:lnTo>
                  <a:lnTo>
                    <a:pt x="1622921" y="455696"/>
                  </a:lnTo>
                  <a:lnTo>
                    <a:pt x="1628367" y="455696"/>
                  </a:lnTo>
                  <a:lnTo>
                    <a:pt x="1633813" y="455696"/>
                  </a:lnTo>
                  <a:lnTo>
                    <a:pt x="1639259" y="455696"/>
                  </a:lnTo>
                  <a:lnTo>
                    <a:pt x="1644705" y="455696"/>
                  </a:lnTo>
                  <a:lnTo>
                    <a:pt x="1650151" y="455696"/>
                  </a:lnTo>
                  <a:lnTo>
                    <a:pt x="1655597" y="455696"/>
                  </a:lnTo>
                  <a:lnTo>
                    <a:pt x="1661043" y="455696"/>
                  </a:lnTo>
                  <a:lnTo>
                    <a:pt x="1666489" y="455696"/>
                  </a:lnTo>
                  <a:lnTo>
                    <a:pt x="1671935" y="455696"/>
                  </a:lnTo>
                  <a:lnTo>
                    <a:pt x="1677381" y="455696"/>
                  </a:lnTo>
                  <a:lnTo>
                    <a:pt x="1682827" y="455696"/>
                  </a:lnTo>
                  <a:lnTo>
                    <a:pt x="1688273" y="455696"/>
                  </a:lnTo>
                  <a:lnTo>
                    <a:pt x="1693720" y="455696"/>
                  </a:lnTo>
                  <a:lnTo>
                    <a:pt x="1699166" y="455696"/>
                  </a:lnTo>
                  <a:lnTo>
                    <a:pt x="1704612" y="455696"/>
                  </a:lnTo>
                  <a:lnTo>
                    <a:pt x="1710058" y="455696"/>
                  </a:lnTo>
                  <a:lnTo>
                    <a:pt x="1715504" y="455696"/>
                  </a:lnTo>
                  <a:lnTo>
                    <a:pt x="1720950" y="455696"/>
                  </a:lnTo>
                  <a:lnTo>
                    <a:pt x="1726396" y="455696"/>
                  </a:lnTo>
                  <a:lnTo>
                    <a:pt x="1731842" y="455696"/>
                  </a:lnTo>
                  <a:lnTo>
                    <a:pt x="1737288" y="455696"/>
                  </a:lnTo>
                  <a:lnTo>
                    <a:pt x="1742734" y="455696"/>
                  </a:lnTo>
                  <a:lnTo>
                    <a:pt x="1748180" y="455696"/>
                  </a:lnTo>
                  <a:lnTo>
                    <a:pt x="1753626" y="455696"/>
                  </a:lnTo>
                  <a:lnTo>
                    <a:pt x="1759072" y="455696"/>
                  </a:lnTo>
                  <a:lnTo>
                    <a:pt x="1764518" y="455696"/>
                  </a:lnTo>
                  <a:lnTo>
                    <a:pt x="1769964" y="455696"/>
                  </a:lnTo>
                  <a:lnTo>
                    <a:pt x="1775410" y="455696"/>
                  </a:lnTo>
                  <a:lnTo>
                    <a:pt x="1780856" y="455696"/>
                  </a:lnTo>
                  <a:lnTo>
                    <a:pt x="1786302" y="455696"/>
                  </a:lnTo>
                  <a:lnTo>
                    <a:pt x="1791748" y="455696"/>
                  </a:lnTo>
                  <a:lnTo>
                    <a:pt x="1797194" y="455696"/>
                  </a:lnTo>
                  <a:lnTo>
                    <a:pt x="1802640" y="455696"/>
                  </a:lnTo>
                  <a:lnTo>
                    <a:pt x="1808086" y="455696"/>
                  </a:lnTo>
                  <a:lnTo>
                    <a:pt x="1813532" y="455696"/>
                  </a:lnTo>
                  <a:lnTo>
                    <a:pt x="1818979" y="455696"/>
                  </a:lnTo>
                  <a:lnTo>
                    <a:pt x="1824425" y="455696"/>
                  </a:lnTo>
                  <a:lnTo>
                    <a:pt x="1829871" y="455696"/>
                  </a:lnTo>
                  <a:lnTo>
                    <a:pt x="1835317" y="455696"/>
                  </a:lnTo>
                  <a:lnTo>
                    <a:pt x="1840763" y="455696"/>
                  </a:lnTo>
                  <a:lnTo>
                    <a:pt x="1846209" y="455696"/>
                  </a:lnTo>
                  <a:lnTo>
                    <a:pt x="1851655" y="455696"/>
                  </a:lnTo>
                  <a:lnTo>
                    <a:pt x="1857101" y="455696"/>
                  </a:lnTo>
                  <a:lnTo>
                    <a:pt x="1862547" y="455696"/>
                  </a:lnTo>
                  <a:lnTo>
                    <a:pt x="1867993" y="455696"/>
                  </a:lnTo>
                  <a:lnTo>
                    <a:pt x="1873439" y="455696"/>
                  </a:lnTo>
                  <a:lnTo>
                    <a:pt x="1878885" y="455696"/>
                  </a:lnTo>
                  <a:lnTo>
                    <a:pt x="1884331" y="455696"/>
                  </a:lnTo>
                  <a:lnTo>
                    <a:pt x="1889777" y="455696"/>
                  </a:lnTo>
                  <a:lnTo>
                    <a:pt x="1895223" y="455696"/>
                  </a:lnTo>
                  <a:lnTo>
                    <a:pt x="1900669" y="455696"/>
                  </a:lnTo>
                  <a:lnTo>
                    <a:pt x="1906115" y="455696"/>
                  </a:lnTo>
                  <a:lnTo>
                    <a:pt x="1911561" y="455696"/>
                  </a:lnTo>
                  <a:lnTo>
                    <a:pt x="1917007" y="455696"/>
                  </a:lnTo>
                  <a:lnTo>
                    <a:pt x="1922453" y="455696"/>
                  </a:lnTo>
                  <a:lnTo>
                    <a:pt x="1927899" y="455696"/>
                  </a:lnTo>
                  <a:lnTo>
                    <a:pt x="1933345" y="455696"/>
                  </a:lnTo>
                  <a:lnTo>
                    <a:pt x="1938792" y="455696"/>
                  </a:lnTo>
                  <a:lnTo>
                    <a:pt x="1944238" y="455696"/>
                  </a:lnTo>
                  <a:lnTo>
                    <a:pt x="1949684" y="455696"/>
                  </a:lnTo>
                  <a:lnTo>
                    <a:pt x="1955130" y="455696"/>
                  </a:lnTo>
                  <a:lnTo>
                    <a:pt x="1960576" y="455696"/>
                  </a:lnTo>
                  <a:lnTo>
                    <a:pt x="1966022" y="455696"/>
                  </a:lnTo>
                  <a:lnTo>
                    <a:pt x="1971468" y="455696"/>
                  </a:lnTo>
                  <a:lnTo>
                    <a:pt x="1976914" y="455696"/>
                  </a:lnTo>
                  <a:lnTo>
                    <a:pt x="1982360" y="455696"/>
                  </a:lnTo>
                  <a:lnTo>
                    <a:pt x="1987806" y="455696"/>
                  </a:lnTo>
                  <a:lnTo>
                    <a:pt x="1993252" y="455696"/>
                  </a:lnTo>
                  <a:lnTo>
                    <a:pt x="1998698" y="455696"/>
                  </a:lnTo>
                  <a:lnTo>
                    <a:pt x="2004144" y="455696"/>
                  </a:lnTo>
                  <a:lnTo>
                    <a:pt x="2009590" y="455696"/>
                  </a:lnTo>
                  <a:lnTo>
                    <a:pt x="2015036" y="455696"/>
                  </a:lnTo>
                  <a:lnTo>
                    <a:pt x="2020482" y="455696"/>
                  </a:lnTo>
                  <a:lnTo>
                    <a:pt x="2025928" y="455696"/>
                  </a:lnTo>
                  <a:lnTo>
                    <a:pt x="2031374" y="455696"/>
                  </a:lnTo>
                  <a:lnTo>
                    <a:pt x="2036820" y="455696"/>
                  </a:lnTo>
                  <a:lnTo>
                    <a:pt x="2042266" y="455696"/>
                  </a:lnTo>
                  <a:lnTo>
                    <a:pt x="2047712" y="455696"/>
                  </a:lnTo>
                  <a:lnTo>
                    <a:pt x="2053158" y="455696"/>
                  </a:lnTo>
                  <a:lnTo>
                    <a:pt x="2058605" y="455696"/>
                  </a:lnTo>
                  <a:lnTo>
                    <a:pt x="2064051" y="455696"/>
                  </a:lnTo>
                  <a:lnTo>
                    <a:pt x="2069497" y="455696"/>
                  </a:lnTo>
                  <a:lnTo>
                    <a:pt x="2074943" y="455696"/>
                  </a:lnTo>
                  <a:lnTo>
                    <a:pt x="2080389" y="455696"/>
                  </a:lnTo>
                  <a:lnTo>
                    <a:pt x="2085835" y="455696"/>
                  </a:lnTo>
                  <a:lnTo>
                    <a:pt x="2091281" y="455696"/>
                  </a:lnTo>
                  <a:lnTo>
                    <a:pt x="2096727" y="455696"/>
                  </a:lnTo>
                  <a:lnTo>
                    <a:pt x="2102173" y="455696"/>
                  </a:lnTo>
                  <a:lnTo>
                    <a:pt x="2107619" y="455695"/>
                  </a:lnTo>
                  <a:lnTo>
                    <a:pt x="2113065" y="455693"/>
                  </a:lnTo>
                  <a:lnTo>
                    <a:pt x="2118511" y="455686"/>
                  </a:lnTo>
                  <a:lnTo>
                    <a:pt x="2123957" y="455672"/>
                  </a:lnTo>
                  <a:lnTo>
                    <a:pt x="2129403" y="455643"/>
                  </a:lnTo>
                  <a:lnTo>
                    <a:pt x="2134849" y="455591"/>
                  </a:lnTo>
                  <a:lnTo>
                    <a:pt x="2140295" y="455510"/>
                  </a:lnTo>
                  <a:lnTo>
                    <a:pt x="2145741" y="455398"/>
                  </a:lnTo>
                  <a:lnTo>
                    <a:pt x="2151187" y="455267"/>
                  </a:lnTo>
                  <a:lnTo>
                    <a:pt x="2156633" y="455140"/>
                  </a:lnTo>
                  <a:lnTo>
                    <a:pt x="2162079" y="455046"/>
                  </a:lnTo>
                  <a:lnTo>
                    <a:pt x="2167525" y="455010"/>
                  </a:lnTo>
                  <a:lnTo>
                    <a:pt x="2172971" y="455042"/>
                  </a:lnTo>
                  <a:lnTo>
                    <a:pt x="2178418" y="455134"/>
                  </a:lnTo>
                  <a:lnTo>
                    <a:pt x="2183864" y="455259"/>
                  </a:lnTo>
                  <a:lnTo>
                    <a:pt x="2189310" y="455390"/>
                  </a:lnTo>
                  <a:lnTo>
                    <a:pt x="2194756" y="455503"/>
                  </a:lnTo>
                  <a:lnTo>
                    <a:pt x="2200202" y="455587"/>
                  </a:lnTo>
                  <a:lnTo>
                    <a:pt x="2205648" y="455641"/>
                  </a:lnTo>
                  <a:lnTo>
                    <a:pt x="2211094" y="455671"/>
                  </a:lnTo>
                  <a:lnTo>
                    <a:pt x="2216540" y="455686"/>
                  </a:lnTo>
                  <a:lnTo>
                    <a:pt x="2221986" y="455692"/>
                  </a:lnTo>
                  <a:lnTo>
                    <a:pt x="2227432" y="455695"/>
                  </a:lnTo>
                  <a:lnTo>
                    <a:pt x="2232878" y="455696"/>
                  </a:lnTo>
                  <a:lnTo>
                    <a:pt x="2238324" y="455696"/>
                  </a:lnTo>
                  <a:lnTo>
                    <a:pt x="2243770" y="455696"/>
                  </a:lnTo>
                  <a:lnTo>
                    <a:pt x="2249216" y="455696"/>
                  </a:lnTo>
                  <a:lnTo>
                    <a:pt x="2254662" y="455696"/>
                  </a:lnTo>
                  <a:lnTo>
                    <a:pt x="2260108" y="455696"/>
                  </a:lnTo>
                  <a:lnTo>
                    <a:pt x="2265554" y="455696"/>
                  </a:lnTo>
                  <a:lnTo>
                    <a:pt x="2271000" y="455696"/>
                  </a:lnTo>
                  <a:lnTo>
                    <a:pt x="2276446" y="455696"/>
                  </a:lnTo>
                  <a:lnTo>
                    <a:pt x="2281892" y="455696"/>
                  </a:lnTo>
                  <a:lnTo>
                    <a:pt x="2287338" y="455696"/>
                  </a:lnTo>
                  <a:lnTo>
                    <a:pt x="2292784" y="455696"/>
                  </a:lnTo>
                  <a:lnTo>
                    <a:pt x="2298231" y="455696"/>
                  </a:lnTo>
                  <a:lnTo>
                    <a:pt x="2303677" y="455696"/>
                  </a:lnTo>
                  <a:lnTo>
                    <a:pt x="2309123" y="455696"/>
                  </a:lnTo>
                  <a:lnTo>
                    <a:pt x="2314569" y="455696"/>
                  </a:lnTo>
                  <a:lnTo>
                    <a:pt x="2320015" y="455696"/>
                  </a:lnTo>
                  <a:lnTo>
                    <a:pt x="2325461" y="455696"/>
                  </a:lnTo>
                  <a:lnTo>
                    <a:pt x="2330907" y="455696"/>
                  </a:lnTo>
                  <a:lnTo>
                    <a:pt x="2336353" y="455696"/>
                  </a:lnTo>
                  <a:lnTo>
                    <a:pt x="2341799" y="455696"/>
                  </a:lnTo>
                  <a:lnTo>
                    <a:pt x="2347245" y="455696"/>
                  </a:lnTo>
                  <a:lnTo>
                    <a:pt x="2352691" y="455696"/>
                  </a:lnTo>
                  <a:lnTo>
                    <a:pt x="2358137" y="455696"/>
                  </a:lnTo>
                  <a:lnTo>
                    <a:pt x="2363583" y="455696"/>
                  </a:lnTo>
                  <a:lnTo>
                    <a:pt x="2369029" y="455696"/>
                  </a:lnTo>
                  <a:lnTo>
                    <a:pt x="2374475" y="455696"/>
                  </a:lnTo>
                  <a:lnTo>
                    <a:pt x="2379921" y="455696"/>
                  </a:lnTo>
                  <a:lnTo>
                    <a:pt x="2385367" y="455696"/>
                  </a:lnTo>
                  <a:lnTo>
                    <a:pt x="2390813" y="455696"/>
                  </a:lnTo>
                  <a:lnTo>
                    <a:pt x="2396259" y="455696"/>
                  </a:lnTo>
                  <a:lnTo>
                    <a:pt x="2401705" y="455696"/>
                  </a:lnTo>
                  <a:lnTo>
                    <a:pt x="2407151" y="455696"/>
                  </a:lnTo>
                  <a:lnTo>
                    <a:pt x="2412597" y="455696"/>
                  </a:lnTo>
                  <a:lnTo>
                    <a:pt x="2418043" y="455696"/>
                  </a:lnTo>
                  <a:lnTo>
                    <a:pt x="2423490" y="455696"/>
                  </a:lnTo>
                  <a:lnTo>
                    <a:pt x="2428936" y="455696"/>
                  </a:lnTo>
                  <a:lnTo>
                    <a:pt x="2434382" y="455696"/>
                  </a:lnTo>
                  <a:lnTo>
                    <a:pt x="2439828" y="455696"/>
                  </a:lnTo>
                  <a:lnTo>
                    <a:pt x="2445274" y="455696"/>
                  </a:lnTo>
                  <a:lnTo>
                    <a:pt x="2450720" y="455696"/>
                  </a:lnTo>
                  <a:lnTo>
                    <a:pt x="2456166" y="455696"/>
                  </a:lnTo>
                  <a:lnTo>
                    <a:pt x="2461612" y="455696"/>
                  </a:lnTo>
                  <a:lnTo>
                    <a:pt x="2467058" y="455696"/>
                  </a:lnTo>
                  <a:lnTo>
                    <a:pt x="2472504" y="455696"/>
                  </a:lnTo>
                  <a:lnTo>
                    <a:pt x="2477950" y="455696"/>
                  </a:lnTo>
                  <a:lnTo>
                    <a:pt x="2483396" y="455696"/>
                  </a:lnTo>
                  <a:lnTo>
                    <a:pt x="2488842" y="455696"/>
                  </a:lnTo>
                  <a:lnTo>
                    <a:pt x="2494288" y="455696"/>
                  </a:lnTo>
                  <a:lnTo>
                    <a:pt x="2499734" y="455696"/>
                  </a:lnTo>
                  <a:lnTo>
                    <a:pt x="2505180" y="455696"/>
                  </a:lnTo>
                  <a:lnTo>
                    <a:pt x="2510626" y="455696"/>
                  </a:lnTo>
                  <a:lnTo>
                    <a:pt x="2516072" y="455696"/>
                  </a:lnTo>
                  <a:lnTo>
                    <a:pt x="2521518" y="455696"/>
                  </a:lnTo>
                  <a:lnTo>
                    <a:pt x="2526964" y="455696"/>
                  </a:lnTo>
                  <a:lnTo>
                    <a:pt x="2532410" y="455696"/>
                  </a:lnTo>
                  <a:lnTo>
                    <a:pt x="2537856" y="455696"/>
                  </a:lnTo>
                  <a:lnTo>
                    <a:pt x="2543303" y="455696"/>
                  </a:lnTo>
                  <a:lnTo>
                    <a:pt x="2548749" y="455696"/>
                  </a:lnTo>
                  <a:lnTo>
                    <a:pt x="2554195" y="455696"/>
                  </a:lnTo>
                  <a:lnTo>
                    <a:pt x="2559641" y="455696"/>
                  </a:lnTo>
                  <a:lnTo>
                    <a:pt x="2565087" y="455696"/>
                  </a:lnTo>
                  <a:lnTo>
                    <a:pt x="2570533" y="455696"/>
                  </a:lnTo>
                  <a:lnTo>
                    <a:pt x="2575979" y="455696"/>
                  </a:lnTo>
                  <a:lnTo>
                    <a:pt x="2581425" y="455696"/>
                  </a:lnTo>
                  <a:lnTo>
                    <a:pt x="2586871" y="455696"/>
                  </a:lnTo>
                  <a:lnTo>
                    <a:pt x="2592317" y="455696"/>
                  </a:lnTo>
                  <a:lnTo>
                    <a:pt x="2597763" y="455696"/>
                  </a:lnTo>
                  <a:lnTo>
                    <a:pt x="2603209" y="455696"/>
                  </a:lnTo>
                  <a:lnTo>
                    <a:pt x="2608655" y="455696"/>
                  </a:lnTo>
                  <a:lnTo>
                    <a:pt x="2614101" y="455696"/>
                  </a:lnTo>
                  <a:lnTo>
                    <a:pt x="2619547" y="455696"/>
                  </a:lnTo>
                  <a:lnTo>
                    <a:pt x="2624993" y="455696"/>
                  </a:lnTo>
                  <a:lnTo>
                    <a:pt x="2630439" y="455696"/>
                  </a:lnTo>
                  <a:lnTo>
                    <a:pt x="2635885" y="455696"/>
                  </a:lnTo>
                  <a:lnTo>
                    <a:pt x="2641331" y="455696"/>
                  </a:lnTo>
                  <a:lnTo>
                    <a:pt x="2646777" y="455696"/>
                  </a:lnTo>
                  <a:lnTo>
                    <a:pt x="2652223" y="455696"/>
                  </a:lnTo>
                  <a:lnTo>
                    <a:pt x="2657669" y="455696"/>
                  </a:lnTo>
                  <a:lnTo>
                    <a:pt x="2663116" y="455696"/>
                  </a:lnTo>
                  <a:lnTo>
                    <a:pt x="2668562" y="455696"/>
                  </a:lnTo>
                  <a:lnTo>
                    <a:pt x="2674008" y="455696"/>
                  </a:lnTo>
                  <a:lnTo>
                    <a:pt x="2679454" y="455696"/>
                  </a:lnTo>
                  <a:lnTo>
                    <a:pt x="2684900" y="455696"/>
                  </a:lnTo>
                  <a:lnTo>
                    <a:pt x="2690346" y="455696"/>
                  </a:lnTo>
                  <a:lnTo>
                    <a:pt x="2695792" y="455696"/>
                  </a:lnTo>
                  <a:lnTo>
                    <a:pt x="2701238" y="455696"/>
                  </a:lnTo>
                  <a:lnTo>
                    <a:pt x="2706684" y="455696"/>
                  </a:lnTo>
                  <a:lnTo>
                    <a:pt x="2712130" y="455696"/>
                  </a:lnTo>
                  <a:lnTo>
                    <a:pt x="2717576" y="455696"/>
                  </a:lnTo>
                  <a:lnTo>
                    <a:pt x="2723022" y="455696"/>
                  </a:lnTo>
                  <a:lnTo>
                    <a:pt x="2728468" y="455696"/>
                  </a:lnTo>
                  <a:lnTo>
                    <a:pt x="2733914" y="455696"/>
                  </a:lnTo>
                  <a:lnTo>
                    <a:pt x="2739360" y="455696"/>
                  </a:lnTo>
                  <a:lnTo>
                    <a:pt x="2744806" y="455696"/>
                  </a:lnTo>
                  <a:lnTo>
                    <a:pt x="2750252" y="455696"/>
                  </a:lnTo>
                  <a:lnTo>
                    <a:pt x="2755698" y="455696"/>
                  </a:lnTo>
                  <a:lnTo>
                    <a:pt x="2761144" y="455696"/>
                  </a:lnTo>
                  <a:lnTo>
                    <a:pt x="2766590" y="455696"/>
                  </a:lnTo>
                  <a:lnTo>
                    <a:pt x="2772036" y="455696"/>
                  </a:lnTo>
                  <a:lnTo>
                    <a:pt x="2777482" y="455696"/>
                  </a:lnTo>
                  <a:lnTo>
                    <a:pt x="2782929" y="455696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3957616" y="6077913"/>
              <a:ext cx="2782929" cy="112603"/>
            </a:xfrm>
            <a:custGeom>
              <a:avLst/>
              <a:pathLst>
                <a:path w="2782929" h="112603">
                  <a:moveTo>
                    <a:pt x="0" y="112603"/>
                  </a:moveTo>
                  <a:lnTo>
                    <a:pt x="5446" y="112603"/>
                  </a:lnTo>
                  <a:lnTo>
                    <a:pt x="10892" y="112603"/>
                  </a:lnTo>
                  <a:lnTo>
                    <a:pt x="16338" y="112603"/>
                  </a:lnTo>
                  <a:lnTo>
                    <a:pt x="21784" y="112603"/>
                  </a:lnTo>
                  <a:lnTo>
                    <a:pt x="27230" y="112603"/>
                  </a:lnTo>
                  <a:lnTo>
                    <a:pt x="32676" y="112603"/>
                  </a:lnTo>
                  <a:lnTo>
                    <a:pt x="38122" y="112603"/>
                  </a:lnTo>
                  <a:lnTo>
                    <a:pt x="43568" y="112603"/>
                  </a:lnTo>
                  <a:lnTo>
                    <a:pt x="49014" y="112603"/>
                  </a:lnTo>
                  <a:lnTo>
                    <a:pt x="54460" y="112603"/>
                  </a:lnTo>
                  <a:lnTo>
                    <a:pt x="59906" y="112603"/>
                  </a:lnTo>
                  <a:lnTo>
                    <a:pt x="65352" y="112603"/>
                  </a:lnTo>
                  <a:lnTo>
                    <a:pt x="70798" y="112603"/>
                  </a:lnTo>
                  <a:lnTo>
                    <a:pt x="76244" y="112603"/>
                  </a:lnTo>
                  <a:lnTo>
                    <a:pt x="81690" y="112603"/>
                  </a:lnTo>
                  <a:lnTo>
                    <a:pt x="87136" y="112603"/>
                  </a:lnTo>
                  <a:lnTo>
                    <a:pt x="92582" y="112603"/>
                  </a:lnTo>
                  <a:lnTo>
                    <a:pt x="98028" y="112603"/>
                  </a:lnTo>
                  <a:lnTo>
                    <a:pt x="103474" y="112603"/>
                  </a:lnTo>
                  <a:lnTo>
                    <a:pt x="108920" y="112603"/>
                  </a:lnTo>
                  <a:lnTo>
                    <a:pt x="114366" y="112603"/>
                  </a:lnTo>
                  <a:lnTo>
                    <a:pt x="119812" y="112603"/>
                  </a:lnTo>
                  <a:lnTo>
                    <a:pt x="125259" y="112603"/>
                  </a:lnTo>
                  <a:lnTo>
                    <a:pt x="130705" y="112603"/>
                  </a:lnTo>
                  <a:lnTo>
                    <a:pt x="136151" y="112603"/>
                  </a:lnTo>
                  <a:lnTo>
                    <a:pt x="141597" y="112603"/>
                  </a:lnTo>
                  <a:lnTo>
                    <a:pt x="147043" y="112603"/>
                  </a:lnTo>
                  <a:lnTo>
                    <a:pt x="152489" y="112603"/>
                  </a:lnTo>
                  <a:lnTo>
                    <a:pt x="157935" y="112603"/>
                  </a:lnTo>
                  <a:lnTo>
                    <a:pt x="163381" y="112603"/>
                  </a:lnTo>
                  <a:lnTo>
                    <a:pt x="168827" y="112603"/>
                  </a:lnTo>
                  <a:lnTo>
                    <a:pt x="174273" y="112603"/>
                  </a:lnTo>
                  <a:lnTo>
                    <a:pt x="179719" y="112603"/>
                  </a:lnTo>
                  <a:lnTo>
                    <a:pt x="185165" y="112603"/>
                  </a:lnTo>
                  <a:lnTo>
                    <a:pt x="190611" y="112603"/>
                  </a:lnTo>
                  <a:lnTo>
                    <a:pt x="196057" y="112603"/>
                  </a:lnTo>
                  <a:lnTo>
                    <a:pt x="201503" y="112603"/>
                  </a:lnTo>
                  <a:lnTo>
                    <a:pt x="206949" y="112603"/>
                  </a:lnTo>
                  <a:lnTo>
                    <a:pt x="212395" y="112603"/>
                  </a:lnTo>
                  <a:lnTo>
                    <a:pt x="217841" y="112602"/>
                  </a:lnTo>
                  <a:lnTo>
                    <a:pt x="223287" y="112601"/>
                  </a:lnTo>
                  <a:lnTo>
                    <a:pt x="228733" y="112600"/>
                  </a:lnTo>
                  <a:lnTo>
                    <a:pt x="234179" y="112599"/>
                  </a:lnTo>
                  <a:lnTo>
                    <a:pt x="239625" y="112597"/>
                  </a:lnTo>
                  <a:lnTo>
                    <a:pt x="245072" y="112594"/>
                  </a:lnTo>
                  <a:lnTo>
                    <a:pt x="250518" y="112589"/>
                  </a:lnTo>
                  <a:lnTo>
                    <a:pt x="255964" y="112583"/>
                  </a:lnTo>
                  <a:lnTo>
                    <a:pt x="261410" y="112575"/>
                  </a:lnTo>
                  <a:lnTo>
                    <a:pt x="266856" y="112564"/>
                  </a:lnTo>
                  <a:lnTo>
                    <a:pt x="272302" y="112549"/>
                  </a:lnTo>
                  <a:lnTo>
                    <a:pt x="277748" y="112530"/>
                  </a:lnTo>
                  <a:lnTo>
                    <a:pt x="283194" y="112506"/>
                  </a:lnTo>
                  <a:lnTo>
                    <a:pt x="288640" y="112475"/>
                  </a:lnTo>
                  <a:lnTo>
                    <a:pt x="294086" y="112436"/>
                  </a:lnTo>
                  <a:lnTo>
                    <a:pt x="299532" y="112388"/>
                  </a:lnTo>
                  <a:lnTo>
                    <a:pt x="304978" y="112329"/>
                  </a:lnTo>
                  <a:lnTo>
                    <a:pt x="310424" y="112258"/>
                  </a:lnTo>
                  <a:lnTo>
                    <a:pt x="315870" y="112176"/>
                  </a:lnTo>
                  <a:lnTo>
                    <a:pt x="321316" y="112080"/>
                  </a:lnTo>
                  <a:lnTo>
                    <a:pt x="326762" y="111971"/>
                  </a:lnTo>
                  <a:lnTo>
                    <a:pt x="332208" y="111848"/>
                  </a:lnTo>
                  <a:lnTo>
                    <a:pt x="337654" y="111711"/>
                  </a:lnTo>
                  <a:lnTo>
                    <a:pt x="343100" y="111561"/>
                  </a:lnTo>
                  <a:lnTo>
                    <a:pt x="348546" y="111399"/>
                  </a:lnTo>
                  <a:lnTo>
                    <a:pt x="353992" y="111229"/>
                  </a:lnTo>
                  <a:lnTo>
                    <a:pt x="359438" y="111052"/>
                  </a:lnTo>
                  <a:lnTo>
                    <a:pt x="364885" y="110873"/>
                  </a:lnTo>
                  <a:lnTo>
                    <a:pt x="370331" y="110696"/>
                  </a:lnTo>
                  <a:lnTo>
                    <a:pt x="375777" y="110523"/>
                  </a:lnTo>
                  <a:lnTo>
                    <a:pt x="381223" y="110359"/>
                  </a:lnTo>
                  <a:lnTo>
                    <a:pt x="386669" y="110209"/>
                  </a:lnTo>
                  <a:lnTo>
                    <a:pt x="392115" y="110080"/>
                  </a:lnTo>
                  <a:lnTo>
                    <a:pt x="397561" y="109975"/>
                  </a:lnTo>
                  <a:lnTo>
                    <a:pt x="403007" y="109896"/>
                  </a:lnTo>
                  <a:lnTo>
                    <a:pt x="408453" y="109845"/>
                  </a:lnTo>
                  <a:lnTo>
                    <a:pt x="413899" y="109825"/>
                  </a:lnTo>
                  <a:lnTo>
                    <a:pt x="419345" y="109835"/>
                  </a:lnTo>
                  <a:lnTo>
                    <a:pt x="424791" y="109877"/>
                  </a:lnTo>
                  <a:lnTo>
                    <a:pt x="430237" y="109947"/>
                  </a:lnTo>
                  <a:lnTo>
                    <a:pt x="435683" y="110045"/>
                  </a:lnTo>
                  <a:lnTo>
                    <a:pt x="441129" y="110169"/>
                  </a:lnTo>
                  <a:lnTo>
                    <a:pt x="446575" y="110312"/>
                  </a:lnTo>
                  <a:lnTo>
                    <a:pt x="452021" y="110468"/>
                  </a:lnTo>
                  <a:lnTo>
                    <a:pt x="457467" y="110632"/>
                  </a:lnTo>
                  <a:lnTo>
                    <a:pt x="462913" y="110801"/>
                  </a:lnTo>
                  <a:lnTo>
                    <a:pt x="468359" y="110968"/>
                  </a:lnTo>
                  <a:lnTo>
                    <a:pt x="473805" y="111131"/>
                  </a:lnTo>
                  <a:lnTo>
                    <a:pt x="479251" y="111284"/>
                  </a:lnTo>
                  <a:lnTo>
                    <a:pt x="484698" y="111424"/>
                  </a:lnTo>
                  <a:lnTo>
                    <a:pt x="490144" y="111547"/>
                  </a:lnTo>
                  <a:lnTo>
                    <a:pt x="495590" y="111654"/>
                  </a:lnTo>
                  <a:lnTo>
                    <a:pt x="501036" y="111743"/>
                  </a:lnTo>
                  <a:lnTo>
                    <a:pt x="506482" y="111816"/>
                  </a:lnTo>
                  <a:lnTo>
                    <a:pt x="511928" y="111872"/>
                  </a:lnTo>
                  <a:lnTo>
                    <a:pt x="517374" y="111912"/>
                  </a:lnTo>
                  <a:lnTo>
                    <a:pt x="522820" y="111939"/>
                  </a:lnTo>
                  <a:lnTo>
                    <a:pt x="528266" y="111953"/>
                  </a:lnTo>
                  <a:lnTo>
                    <a:pt x="533712" y="111955"/>
                  </a:lnTo>
                  <a:lnTo>
                    <a:pt x="539158" y="111948"/>
                  </a:lnTo>
                  <a:lnTo>
                    <a:pt x="544604" y="111933"/>
                  </a:lnTo>
                  <a:lnTo>
                    <a:pt x="550050" y="111913"/>
                  </a:lnTo>
                  <a:lnTo>
                    <a:pt x="555496" y="111887"/>
                  </a:lnTo>
                  <a:lnTo>
                    <a:pt x="560942" y="111856"/>
                  </a:lnTo>
                  <a:lnTo>
                    <a:pt x="566388" y="111822"/>
                  </a:lnTo>
                  <a:lnTo>
                    <a:pt x="571834" y="111784"/>
                  </a:lnTo>
                  <a:lnTo>
                    <a:pt x="577280" y="111743"/>
                  </a:lnTo>
                  <a:lnTo>
                    <a:pt x="582726" y="111699"/>
                  </a:lnTo>
                  <a:lnTo>
                    <a:pt x="588172" y="111653"/>
                  </a:lnTo>
                  <a:lnTo>
                    <a:pt x="593618" y="111604"/>
                  </a:lnTo>
                  <a:lnTo>
                    <a:pt x="599064" y="111552"/>
                  </a:lnTo>
                  <a:lnTo>
                    <a:pt x="604510" y="111499"/>
                  </a:lnTo>
                  <a:lnTo>
                    <a:pt x="609957" y="111444"/>
                  </a:lnTo>
                  <a:lnTo>
                    <a:pt x="615403" y="111387"/>
                  </a:lnTo>
                  <a:lnTo>
                    <a:pt x="620849" y="111329"/>
                  </a:lnTo>
                  <a:lnTo>
                    <a:pt x="626295" y="111269"/>
                  </a:lnTo>
                  <a:lnTo>
                    <a:pt x="631741" y="111208"/>
                  </a:lnTo>
                  <a:lnTo>
                    <a:pt x="637187" y="111146"/>
                  </a:lnTo>
                  <a:lnTo>
                    <a:pt x="642633" y="111081"/>
                  </a:lnTo>
                  <a:lnTo>
                    <a:pt x="648079" y="111013"/>
                  </a:lnTo>
                  <a:lnTo>
                    <a:pt x="653525" y="110942"/>
                  </a:lnTo>
                  <a:lnTo>
                    <a:pt x="658971" y="110868"/>
                  </a:lnTo>
                  <a:lnTo>
                    <a:pt x="664417" y="110788"/>
                  </a:lnTo>
                  <a:lnTo>
                    <a:pt x="669863" y="110703"/>
                  </a:lnTo>
                  <a:lnTo>
                    <a:pt x="675309" y="110612"/>
                  </a:lnTo>
                  <a:lnTo>
                    <a:pt x="680755" y="110514"/>
                  </a:lnTo>
                  <a:lnTo>
                    <a:pt x="686201" y="110410"/>
                  </a:lnTo>
                  <a:lnTo>
                    <a:pt x="691647" y="110300"/>
                  </a:lnTo>
                  <a:lnTo>
                    <a:pt x="697093" y="110186"/>
                  </a:lnTo>
                  <a:lnTo>
                    <a:pt x="702539" y="110069"/>
                  </a:lnTo>
                  <a:lnTo>
                    <a:pt x="707985" y="109951"/>
                  </a:lnTo>
                  <a:lnTo>
                    <a:pt x="713431" y="109834"/>
                  </a:lnTo>
                  <a:lnTo>
                    <a:pt x="718877" y="109721"/>
                  </a:lnTo>
                  <a:lnTo>
                    <a:pt x="724323" y="109616"/>
                  </a:lnTo>
                  <a:lnTo>
                    <a:pt x="729770" y="109522"/>
                  </a:lnTo>
                  <a:lnTo>
                    <a:pt x="735216" y="109441"/>
                  </a:lnTo>
                  <a:lnTo>
                    <a:pt x="740662" y="109376"/>
                  </a:lnTo>
                  <a:lnTo>
                    <a:pt x="746108" y="109329"/>
                  </a:lnTo>
                  <a:lnTo>
                    <a:pt x="751554" y="109301"/>
                  </a:lnTo>
                  <a:lnTo>
                    <a:pt x="757000" y="109293"/>
                  </a:lnTo>
                  <a:lnTo>
                    <a:pt x="762446" y="109304"/>
                  </a:lnTo>
                  <a:lnTo>
                    <a:pt x="767892" y="109334"/>
                  </a:lnTo>
                  <a:lnTo>
                    <a:pt x="773338" y="109383"/>
                  </a:lnTo>
                  <a:lnTo>
                    <a:pt x="778784" y="109448"/>
                  </a:lnTo>
                  <a:lnTo>
                    <a:pt x="784230" y="109525"/>
                  </a:lnTo>
                  <a:lnTo>
                    <a:pt x="789676" y="109609"/>
                  </a:lnTo>
                  <a:lnTo>
                    <a:pt x="795122" y="109699"/>
                  </a:lnTo>
                  <a:lnTo>
                    <a:pt x="800568" y="109790"/>
                  </a:lnTo>
                  <a:lnTo>
                    <a:pt x="806014" y="109879"/>
                  </a:lnTo>
                  <a:lnTo>
                    <a:pt x="811460" y="109962"/>
                  </a:lnTo>
                  <a:lnTo>
                    <a:pt x="816906" y="110036"/>
                  </a:lnTo>
                  <a:lnTo>
                    <a:pt x="822352" y="110095"/>
                  </a:lnTo>
                  <a:lnTo>
                    <a:pt x="827798" y="110139"/>
                  </a:lnTo>
                  <a:lnTo>
                    <a:pt x="833244" y="110165"/>
                  </a:lnTo>
                  <a:lnTo>
                    <a:pt x="838690" y="110171"/>
                  </a:lnTo>
                  <a:lnTo>
                    <a:pt x="844136" y="110158"/>
                  </a:lnTo>
                  <a:lnTo>
                    <a:pt x="849583" y="110124"/>
                  </a:lnTo>
                  <a:lnTo>
                    <a:pt x="855029" y="110070"/>
                  </a:lnTo>
                  <a:lnTo>
                    <a:pt x="860475" y="109996"/>
                  </a:lnTo>
                  <a:lnTo>
                    <a:pt x="865921" y="109903"/>
                  </a:lnTo>
                  <a:lnTo>
                    <a:pt x="871367" y="109792"/>
                  </a:lnTo>
                  <a:lnTo>
                    <a:pt x="876813" y="109667"/>
                  </a:lnTo>
                  <a:lnTo>
                    <a:pt x="882259" y="109532"/>
                  </a:lnTo>
                  <a:lnTo>
                    <a:pt x="887705" y="109389"/>
                  </a:lnTo>
                  <a:lnTo>
                    <a:pt x="893151" y="109241"/>
                  </a:lnTo>
                  <a:lnTo>
                    <a:pt x="898597" y="109092"/>
                  </a:lnTo>
                  <a:lnTo>
                    <a:pt x="904043" y="108944"/>
                  </a:lnTo>
                  <a:lnTo>
                    <a:pt x="909489" y="108800"/>
                  </a:lnTo>
                  <a:lnTo>
                    <a:pt x="914935" y="108663"/>
                  </a:lnTo>
                  <a:lnTo>
                    <a:pt x="920381" y="108535"/>
                  </a:lnTo>
                  <a:lnTo>
                    <a:pt x="925827" y="108417"/>
                  </a:lnTo>
                  <a:lnTo>
                    <a:pt x="931273" y="108308"/>
                  </a:lnTo>
                  <a:lnTo>
                    <a:pt x="936719" y="108208"/>
                  </a:lnTo>
                  <a:lnTo>
                    <a:pt x="942165" y="108116"/>
                  </a:lnTo>
                  <a:lnTo>
                    <a:pt x="947611" y="108030"/>
                  </a:lnTo>
                  <a:lnTo>
                    <a:pt x="953057" y="107949"/>
                  </a:lnTo>
                  <a:lnTo>
                    <a:pt x="958503" y="107869"/>
                  </a:lnTo>
                  <a:lnTo>
                    <a:pt x="963949" y="107789"/>
                  </a:lnTo>
                  <a:lnTo>
                    <a:pt x="969396" y="107704"/>
                  </a:lnTo>
                  <a:lnTo>
                    <a:pt x="974842" y="107613"/>
                  </a:lnTo>
                  <a:lnTo>
                    <a:pt x="980288" y="107514"/>
                  </a:lnTo>
                  <a:lnTo>
                    <a:pt x="985734" y="107404"/>
                  </a:lnTo>
                  <a:lnTo>
                    <a:pt x="991180" y="107283"/>
                  </a:lnTo>
                  <a:lnTo>
                    <a:pt x="996626" y="107148"/>
                  </a:lnTo>
                  <a:lnTo>
                    <a:pt x="1002072" y="107001"/>
                  </a:lnTo>
                  <a:lnTo>
                    <a:pt x="1007518" y="106840"/>
                  </a:lnTo>
                  <a:lnTo>
                    <a:pt x="1012964" y="106663"/>
                  </a:lnTo>
                  <a:lnTo>
                    <a:pt x="1018410" y="106473"/>
                  </a:lnTo>
                  <a:lnTo>
                    <a:pt x="1023856" y="106268"/>
                  </a:lnTo>
                  <a:lnTo>
                    <a:pt x="1029302" y="106050"/>
                  </a:lnTo>
                  <a:lnTo>
                    <a:pt x="1034748" y="105819"/>
                  </a:lnTo>
                  <a:lnTo>
                    <a:pt x="1040194" y="105573"/>
                  </a:lnTo>
                  <a:lnTo>
                    <a:pt x="1045640" y="105312"/>
                  </a:lnTo>
                  <a:lnTo>
                    <a:pt x="1051086" y="105036"/>
                  </a:lnTo>
                  <a:lnTo>
                    <a:pt x="1056532" y="104744"/>
                  </a:lnTo>
                  <a:lnTo>
                    <a:pt x="1061978" y="104433"/>
                  </a:lnTo>
                  <a:lnTo>
                    <a:pt x="1067424" y="104105"/>
                  </a:lnTo>
                  <a:lnTo>
                    <a:pt x="1072870" y="103760"/>
                  </a:lnTo>
                  <a:lnTo>
                    <a:pt x="1078316" y="103399"/>
                  </a:lnTo>
                  <a:lnTo>
                    <a:pt x="1083762" y="103024"/>
                  </a:lnTo>
                  <a:lnTo>
                    <a:pt x="1089209" y="102637"/>
                  </a:lnTo>
                  <a:lnTo>
                    <a:pt x="1094655" y="102241"/>
                  </a:lnTo>
                  <a:lnTo>
                    <a:pt x="1100101" y="101842"/>
                  </a:lnTo>
                  <a:lnTo>
                    <a:pt x="1105547" y="101442"/>
                  </a:lnTo>
                  <a:lnTo>
                    <a:pt x="1110993" y="101048"/>
                  </a:lnTo>
                  <a:lnTo>
                    <a:pt x="1116439" y="100664"/>
                  </a:lnTo>
                  <a:lnTo>
                    <a:pt x="1121885" y="100293"/>
                  </a:lnTo>
                  <a:lnTo>
                    <a:pt x="1127331" y="99938"/>
                  </a:lnTo>
                  <a:lnTo>
                    <a:pt x="1132777" y="99599"/>
                  </a:lnTo>
                  <a:lnTo>
                    <a:pt x="1138223" y="99275"/>
                  </a:lnTo>
                  <a:lnTo>
                    <a:pt x="1143669" y="98962"/>
                  </a:lnTo>
                  <a:lnTo>
                    <a:pt x="1149115" y="98653"/>
                  </a:lnTo>
                  <a:lnTo>
                    <a:pt x="1154561" y="98341"/>
                  </a:lnTo>
                  <a:lnTo>
                    <a:pt x="1160007" y="98009"/>
                  </a:lnTo>
                  <a:lnTo>
                    <a:pt x="1165453" y="97646"/>
                  </a:lnTo>
                  <a:lnTo>
                    <a:pt x="1170899" y="97236"/>
                  </a:lnTo>
                  <a:lnTo>
                    <a:pt x="1176345" y="96762"/>
                  </a:lnTo>
                  <a:lnTo>
                    <a:pt x="1181791" y="96207"/>
                  </a:lnTo>
                  <a:lnTo>
                    <a:pt x="1187237" y="95553"/>
                  </a:lnTo>
                  <a:lnTo>
                    <a:pt x="1192683" y="94784"/>
                  </a:lnTo>
                  <a:lnTo>
                    <a:pt x="1198129" y="93882"/>
                  </a:lnTo>
                  <a:lnTo>
                    <a:pt x="1203575" y="92816"/>
                  </a:lnTo>
                  <a:lnTo>
                    <a:pt x="1209021" y="91571"/>
                  </a:lnTo>
                  <a:lnTo>
                    <a:pt x="1214468" y="90141"/>
                  </a:lnTo>
                  <a:lnTo>
                    <a:pt x="1219914" y="88515"/>
                  </a:lnTo>
                  <a:lnTo>
                    <a:pt x="1225360" y="86679"/>
                  </a:lnTo>
                  <a:lnTo>
                    <a:pt x="1230806" y="84624"/>
                  </a:lnTo>
                  <a:lnTo>
                    <a:pt x="1236252" y="82339"/>
                  </a:lnTo>
                  <a:lnTo>
                    <a:pt x="1241698" y="79818"/>
                  </a:lnTo>
                  <a:lnTo>
                    <a:pt x="1247144" y="77054"/>
                  </a:lnTo>
                  <a:lnTo>
                    <a:pt x="1252590" y="74014"/>
                  </a:lnTo>
                  <a:lnTo>
                    <a:pt x="1258036" y="70723"/>
                  </a:lnTo>
                  <a:lnTo>
                    <a:pt x="1263482" y="67193"/>
                  </a:lnTo>
                  <a:lnTo>
                    <a:pt x="1268928" y="63434"/>
                  </a:lnTo>
                  <a:lnTo>
                    <a:pt x="1274374" y="59461"/>
                  </a:lnTo>
                  <a:lnTo>
                    <a:pt x="1279820" y="55295"/>
                  </a:lnTo>
                  <a:lnTo>
                    <a:pt x="1285266" y="50961"/>
                  </a:lnTo>
                  <a:lnTo>
                    <a:pt x="1290712" y="46493"/>
                  </a:lnTo>
                  <a:lnTo>
                    <a:pt x="1296158" y="41929"/>
                  </a:lnTo>
                  <a:lnTo>
                    <a:pt x="1301604" y="37317"/>
                  </a:lnTo>
                  <a:lnTo>
                    <a:pt x="1307050" y="32723"/>
                  </a:lnTo>
                  <a:lnTo>
                    <a:pt x="1312496" y="28205"/>
                  </a:lnTo>
                  <a:lnTo>
                    <a:pt x="1317942" y="23821"/>
                  </a:lnTo>
                  <a:lnTo>
                    <a:pt x="1323388" y="19635"/>
                  </a:lnTo>
                  <a:lnTo>
                    <a:pt x="1328834" y="15706"/>
                  </a:lnTo>
                  <a:lnTo>
                    <a:pt x="1334281" y="12095"/>
                  </a:lnTo>
                  <a:lnTo>
                    <a:pt x="1339727" y="8858"/>
                  </a:lnTo>
                  <a:lnTo>
                    <a:pt x="1345173" y="6066"/>
                  </a:lnTo>
                  <a:lnTo>
                    <a:pt x="1350619" y="3802"/>
                  </a:lnTo>
                  <a:lnTo>
                    <a:pt x="1356065" y="2050"/>
                  </a:lnTo>
                  <a:lnTo>
                    <a:pt x="1361511" y="829"/>
                  </a:lnTo>
                  <a:lnTo>
                    <a:pt x="1366957" y="146"/>
                  </a:lnTo>
                  <a:lnTo>
                    <a:pt x="1372403" y="0"/>
                  </a:lnTo>
                  <a:lnTo>
                    <a:pt x="1377849" y="374"/>
                  </a:lnTo>
                  <a:lnTo>
                    <a:pt x="1383295" y="1246"/>
                  </a:lnTo>
                  <a:lnTo>
                    <a:pt x="1388741" y="2583"/>
                  </a:lnTo>
                  <a:lnTo>
                    <a:pt x="1394187" y="4371"/>
                  </a:lnTo>
                  <a:lnTo>
                    <a:pt x="1399633" y="6552"/>
                  </a:lnTo>
                  <a:lnTo>
                    <a:pt x="1405079" y="9047"/>
                  </a:lnTo>
                  <a:lnTo>
                    <a:pt x="1410525" y="11807"/>
                  </a:lnTo>
                  <a:lnTo>
                    <a:pt x="1415971" y="14787"/>
                  </a:lnTo>
                  <a:lnTo>
                    <a:pt x="1421417" y="17942"/>
                  </a:lnTo>
                  <a:lnTo>
                    <a:pt x="1426863" y="21236"/>
                  </a:lnTo>
                  <a:lnTo>
                    <a:pt x="1432309" y="24633"/>
                  </a:lnTo>
                  <a:lnTo>
                    <a:pt x="1437755" y="28106"/>
                  </a:lnTo>
                  <a:lnTo>
                    <a:pt x="1443201" y="31635"/>
                  </a:lnTo>
                  <a:lnTo>
                    <a:pt x="1448647" y="35194"/>
                  </a:lnTo>
                  <a:lnTo>
                    <a:pt x="1454094" y="38767"/>
                  </a:lnTo>
                  <a:lnTo>
                    <a:pt x="1459540" y="42345"/>
                  </a:lnTo>
                  <a:lnTo>
                    <a:pt x="1464986" y="45916"/>
                  </a:lnTo>
                  <a:lnTo>
                    <a:pt x="1470432" y="49472"/>
                  </a:lnTo>
                  <a:lnTo>
                    <a:pt x="1475878" y="53005"/>
                  </a:lnTo>
                  <a:lnTo>
                    <a:pt x="1481324" y="56508"/>
                  </a:lnTo>
                  <a:lnTo>
                    <a:pt x="1486770" y="59972"/>
                  </a:lnTo>
                  <a:lnTo>
                    <a:pt x="1492216" y="63380"/>
                  </a:lnTo>
                  <a:lnTo>
                    <a:pt x="1497662" y="66728"/>
                  </a:lnTo>
                  <a:lnTo>
                    <a:pt x="1503108" y="70009"/>
                  </a:lnTo>
                  <a:lnTo>
                    <a:pt x="1508554" y="73212"/>
                  </a:lnTo>
                  <a:lnTo>
                    <a:pt x="1514000" y="76328"/>
                  </a:lnTo>
                  <a:lnTo>
                    <a:pt x="1519446" y="79347"/>
                  </a:lnTo>
                  <a:lnTo>
                    <a:pt x="1524892" y="82262"/>
                  </a:lnTo>
                  <a:lnTo>
                    <a:pt x="1530338" y="85061"/>
                  </a:lnTo>
                  <a:lnTo>
                    <a:pt x="1535784" y="87734"/>
                  </a:lnTo>
                  <a:lnTo>
                    <a:pt x="1541230" y="90258"/>
                  </a:lnTo>
                  <a:lnTo>
                    <a:pt x="1546676" y="92640"/>
                  </a:lnTo>
                  <a:lnTo>
                    <a:pt x="1552122" y="94875"/>
                  </a:lnTo>
                  <a:lnTo>
                    <a:pt x="1557568" y="96958"/>
                  </a:lnTo>
                  <a:lnTo>
                    <a:pt x="1563014" y="98885"/>
                  </a:lnTo>
                  <a:lnTo>
                    <a:pt x="1568460" y="100655"/>
                  </a:lnTo>
                  <a:lnTo>
                    <a:pt x="1573907" y="102268"/>
                  </a:lnTo>
                  <a:lnTo>
                    <a:pt x="1579353" y="103726"/>
                  </a:lnTo>
                  <a:lnTo>
                    <a:pt x="1584799" y="105024"/>
                  </a:lnTo>
                  <a:lnTo>
                    <a:pt x="1590245" y="106165"/>
                  </a:lnTo>
                  <a:lnTo>
                    <a:pt x="1595691" y="107170"/>
                  </a:lnTo>
                  <a:lnTo>
                    <a:pt x="1601137" y="108049"/>
                  </a:lnTo>
                  <a:lnTo>
                    <a:pt x="1606583" y="108810"/>
                  </a:lnTo>
                  <a:lnTo>
                    <a:pt x="1612029" y="109465"/>
                  </a:lnTo>
                  <a:lnTo>
                    <a:pt x="1617475" y="110023"/>
                  </a:lnTo>
                  <a:lnTo>
                    <a:pt x="1622921" y="110495"/>
                  </a:lnTo>
                  <a:lnTo>
                    <a:pt x="1628367" y="110892"/>
                  </a:lnTo>
                  <a:lnTo>
                    <a:pt x="1633813" y="111217"/>
                  </a:lnTo>
                  <a:lnTo>
                    <a:pt x="1639259" y="111485"/>
                  </a:lnTo>
                  <a:lnTo>
                    <a:pt x="1644705" y="111706"/>
                  </a:lnTo>
                  <a:lnTo>
                    <a:pt x="1650151" y="111888"/>
                  </a:lnTo>
                  <a:lnTo>
                    <a:pt x="1655597" y="112036"/>
                  </a:lnTo>
                  <a:lnTo>
                    <a:pt x="1661043" y="112157"/>
                  </a:lnTo>
                  <a:lnTo>
                    <a:pt x="1666489" y="112254"/>
                  </a:lnTo>
                  <a:lnTo>
                    <a:pt x="1671935" y="112332"/>
                  </a:lnTo>
                  <a:lnTo>
                    <a:pt x="1677381" y="112395"/>
                  </a:lnTo>
                  <a:lnTo>
                    <a:pt x="1682827" y="112443"/>
                  </a:lnTo>
                  <a:lnTo>
                    <a:pt x="1688273" y="112481"/>
                  </a:lnTo>
                  <a:lnTo>
                    <a:pt x="1693720" y="112511"/>
                  </a:lnTo>
                  <a:lnTo>
                    <a:pt x="1699166" y="112534"/>
                  </a:lnTo>
                  <a:lnTo>
                    <a:pt x="1704612" y="112552"/>
                  </a:lnTo>
                  <a:lnTo>
                    <a:pt x="1710058" y="112566"/>
                  </a:lnTo>
                  <a:lnTo>
                    <a:pt x="1715504" y="112576"/>
                  </a:lnTo>
                  <a:lnTo>
                    <a:pt x="1720950" y="112584"/>
                  </a:lnTo>
                  <a:lnTo>
                    <a:pt x="1726396" y="112590"/>
                  </a:lnTo>
                  <a:lnTo>
                    <a:pt x="1731842" y="112594"/>
                  </a:lnTo>
                  <a:lnTo>
                    <a:pt x="1737288" y="112597"/>
                  </a:lnTo>
                  <a:lnTo>
                    <a:pt x="1742734" y="112599"/>
                  </a:lnTo>
                  <a:lnTo>
                    <a:pt x="1748180" y="112600"/>
                  </a:lnTo>
                  <a:lnTo>
                    <a:pt x="1753626" y="112601"/>
                  </a:lnTo>
                  <a:lnTo>
                    <a:pt x="1759072" y="112602"/>
                  </a:lnTo>
                  <a:lnTo>
                    <a:pt x="1764518" y="112603"/>
                  </a:lnTo>
                  <a:lnTo>
                    <a:pt x="1769964" y="112603"/>
                  </a:lnTo>
                  <a:lnTo>
                    <a:pt x="1775410" y="112603"/>
                  </a:lnTo>
                  <a:lnTo>
                    <a:pt x="1780856" y="112603"/>
                  </a:lnTo>
                  <a:lnTo>
                    <a:pt x="1786302" y="112603"/>
                  </a:lnTo>
                  <a:lnTo>
                    <a:pt x="1791748" y="112603"/>
                  </a:lnTo>
                  <a:lnTo>
                    <a:pt x="1797194" y="112603"/>
                  </a:lnTo>
                  <a:lnTo>
                    <a:pt x="1802640" y="112603"/>
                  </a:lnTo>
                  <a:lnTo>
                    <a:pt x="1808086" y="112603"/>
                  </a:lnTo>
                  <a:lnTo>
                    <a:pt x="1813532" y="112603"/>
                  </a:lnTo>
                  <a:lnTo>
                    <a:pt x="1818979" y="112603"/>
                  </a:lnTo>
                  <a:lnTo>
                    <a:pt x="1824425" y="112603"/>
                  </a:lnTo>
                  <a:lnTo>
                    <a:pt x="1829871" y="112603"/>
                  </a:lnTo>
                  <a:lnTo>
                    <a:pt x="1835317" y="112603"/>
                  </a:lnTo>
                  <a:lnTo>
                    <a:pt x="1840763" y="112603"/>
                  </a:lnTo>
                  <a:lnTo>
                    <a:pt x="1846209" y="112603"/>
                  </a:lnTo>
                  <a:lnTo>
                    <a:pt x="1851655" y="112603"/>
                  </a:lnTo>
                  <a:lnTo>
                    <a:pt x="1857101" y="112603"/>
                  </a:lnTo>
                  <a:lnTo>
                    <a:pt x="1862547" y="112603"/>
                  </a:lnTo>
                  <a:lnTo>
                    <a:pt x="1867993" y="112603"/>
                  </a:lnTo>
                  <a:lnTo>
                    <a:pt x="1873439" y="112603"/>
                  </a:lnTo>
                  <a:lnTo>
                    <a:pt x="1878885" y="112603"/>
                  </a:lnTo>
                  <a:lnTo>
                    <a:pt x="1884331" y="112603"/>
                  </a:lnTo>
                  <a:lnTo>
                    <a:pt x="1889777" y="112603"/>
                  </a:lnTo>
                  <a:lnTo>
                    <a:pt x="1895223" y="112603"/>
                  </a:lnTo>
                  <a:lnTo>
                    <a:pt x="1900669" y="112603"/>
                  </a:lnTo>
                  <a:lnTo>
                    <a:pt x="1906115" y="112603"/>
                  </a:lnTo>
                  <a:lnTo>
                    <a:pt x="1911561" y="112603"/>
                  </a:lnTo>
                  <a:lnTo>
                    <a:pt x="1917007" y="112603"/>
                  </a:lnTo>
                  <a:lnTo>
                    <a:pt x="1922453" y="112603"/>
                  </a:lnTo>
                  <a:lnTo>
                    <a:pt x="1927899" y="112603"/>
                  </a:lnTo>
                  <a:lnTo>
                    <a:pt x="1933345" y="112603"/>
                  </a:lnTo>
                  <a:lnTo>
                    <a:pt x="1938792" y="112603"/>
                  </a:lnTo>
                  <a:lnTo>
                    <a:pt x="1944238" y="112603"/>
                  </a:lnTo>
                  <a:lnTo>
                    <a:pt x="1949684" y="112603"/>
                  </a:lnTo>
                  <a:lnTo>
                    <a:pt x="1955130" y="112603"/>
                  </a:lnTo>
                  <a:lnTo>
                    <a:pt x="1960576" y="112603"/>
                  </a:lnTo>
                  <a:lnTo>
                    <a:pt x="1966022" y="112603"/>
                  </a:lnTo>
                  <a:lnTo>
                    <a:pt x="1971468" y="112603"/>
                  </a:lnTo>
                  <a:lnTo>
                    <a:pt x="1976914" y="112603"/>
                  </a:lnTo>
                  <a:lnTo>
                    <a:pt x="1982360" y="112603"/>
                  </a:lnTo>
                  <a:lnTo>
                    <a:pt x="1987806" y="112603"/>
                  </a:lnTo>
                  <a:lnTo>
                    <a:pt x="1993252" y="112603"/>
                  </a:lnTo>
                  <a:lnTo>
                    <a:pt x="1998698" y="112603"/>
                  </a:lnTo>
                  <a:lnTo>
                    <a:pt x="2004144" y="112603"/>
                  </a:lnTo>
                  <a:lnTo>
                    <a:pt x="2009590" y="112603"/>
                  </a:lnTo>
                  <a:lnTo>
                    <a:pt x="2015036" y="112603"/>
                  </a:lnTo>
                  <a:lnTo>
                    <a:pt x="2020482" y="112603"/>
                  </a:lnTo>
                  <a:lnTo>
                    <a:pt x="2025928" y="112603"/>
                  </a:lnTo>
                  <a:lnTo>
                    <a:pt x="2031374" y="112603"/>
                  </a:lnTo>
                  <a:lnTo>
                    <a:pt x="2036820" y="112603"/>
                  </a:lnTo>
                  <a:lnTo>
                    <a:pt x="2042266" y="112603"/>
                  </a:lnTo>
                  <a:lnTo>
                    <a:pt x="2047712" y="112603"/>
                  </a:lnTo>
                  <a:lnTo>
                    <a:pt x="2053158" y="112603"/>
                  </a:lnTo>
                  <a:lnTo>
                    <a:pt x="2058605" y="112603"/>
                  </a:lnTo>
                  <a:lnTo>
                    <a:pt x="2064051" y="112603"/>
                  </a:lnTo>
                  <a:lnTo>
                    <a:pt x="2069497" y="112603"/>
                  </a:lnTo>
                  <a:lnTo>
                    <a:pt x="2074943" y="112603"/>
                  </a:lnTo>
                  <a:lnTo>
                    <a:pt x="2080389" y="112603"/>
                  </a:lnTo>
                  <a:lnTo>
                    <a:pt x="2085835" y="112603"/>
                  </a:lnTo>
                  <a:lnTo>
                    <a:pt x="2091281" y="112603"/>
                  </a:lnTo>
                  <a:lnTo>
                    <a:pt x="2096727" y="112603"/>
                  </a:lnTo>
                  <a:lnTo>
                    <a:pt x="2102173" y="112603"/>
                  </a:lnTo>
                  <a:lnTo>
                    <a:pt x="2107619" y="112603"/>
                  </a:lnTo>
                  <a:lnTo>
                    <a:pt x="2113065" y="112603"/>
                  </a:lnTo>
                  <a:lnTo>
                    <a:pt x="2118511" y="112603"/>
                  </a:lnTo>
                  <a:lnTo>
                    <a:pt x="2123957" y="112603"/>
                  </a:lnTo>
                  <a:lnTo>
                    <a:pt x="2129403" y="112603"/>
                  </a:lnTo>
                  <a:lnTo>
                    <a:pt x="2134849" y="112603"/>
                  </a:lnTo>
                  <a:lnTo>
                    <a:pt x="2140295" y="112603"/>
                  </a:lnTo>
                  <a:lnTo>
                    <a:pt x="2145741" y="112603"/>
                  </a:lnTo>
                  <a:lnTo>
                    <a:pt x="2151187" y="112603"/>
                  </a:lnTo>
                  <a:lnTo>
                    <a:pt x="2156633" y="112603"/>
                  </a:lnTo>
                  <a:lnTo>
                    <a:pt x="2162079" y="112603"/>
                  </a:lnTo>
                  <a:lnTo>
                    <a:pt x="2167525" y="112603"/>
                  </a:lnTo>
                  <a:lnTo>
                    <a:pt x="2172971" y="112603"/>
                  </a:lnTo>
                  <a:lnTo>
                    <a:pt x="2178418" y="112603"/>
                  </a:lnTo>
                  <a:lnTo>
                    <a:pt x="2183864" y="112603"/>
                  </a:lnTo>
                  <a:lnTo>
                    <a:pt x="2189310" y="112603"/>
                  </a:lnTo>
                  <a:lnTo>
                    <a:pt x="2194756" y="112603"/>
                  </a:lnTo>
                  <a:lnTo>
                    <a:pt x="2200202" y="112603"/>
                  </a:lnTo>
                  <a:lnTo>
                    <a:pt x="2205648" y="112603"/>
                  </a:lnTo>
                  <a:lnTo>
                    <a:pt x="2211094" y="112603"/>
                  </a:lnTo>
                  <a:lnTo>
                    <a:pt x="2216540" y="112603"/>
                  </a:lnTo>
                  <a:lnTo>
                    <a:pt x="2221986" y="112603"/>
                  </a:lnTo>
                  <a:lnTo>
                    <a:pt x="2227432" y="112603"/>
                  </a:lnTo>
                  <a:lnTo>
                    <a:pt x="2232878" y="112603"/>
                  </a:lnTo>
                  <a:lnTo>
                    <a:pt x="2238324" y="112603"/>
                  </a:lnTo>
                  <a:lnTo>
                    <a:pt x="2243770" y="112603"/>
                  </a:lnTo>
                  <a:lnTo>
                    <a:pt x="2249216" y="112603"/>
                  </a:lnTo>
                  <a:lnTo>
                    <a:pt x="2254662" y="112603"/>
                  </a:lnTo>
                  <a:lnTo>
                    <a:pt x="2260108" y="112603"/>
                  </a:lnTo>
                  <a:lnTo>
                    <a:pt x="2265554" y="112603"/>
                  </a:lnTo>
                  <a:lnTo>
                    <a:pt x="2271000" y="112603"/>
                  </a:lnTo>
                  <a:lnTo>
                    <a:pt x="2276446" y="112603"/>
                  </a:lnTo>
                  <a:lnTo>
                    <a:pt x="2281892" y="112603"/>
                  </a:lnTo>
                  <a:lnTo>
                    <a:pt x="2287338" y="112603"/>
                  </a:lnTo>
                  <a:lnTo>
                    <a:pt x="2292784" y="112603"/>
                  </a:lnTo>
                  <a:lnTo>
                    <a:pt x="2298231" y="112603"/>
                  </a:lnTo>
                  <a:lnTo>
                    <a:pt x="2303677" y="112603"/>
                  </a:lnTo>
                  <a:lnTo>
                    <a:pt x="2309123" y="112603"/>
                  </a:lnTo>
                  <a:lnTo>
                    <a:pt x="2314569" y="112603"/>
                  </a:lnTo>
                  <a:lnTo>
                    <a:pt x="2320015" y="112603"/>
                  </a:lnTo>
                  <a:lnTo>
                    <a:pt x="2325461" y="112603"/>
                  </a:lnTo>
                  <a:lnTo>
                    <a:pt x="2330907" y="112603"/>
                  </a:lnTo>
                  <a:lnTo>
                    <a:pt x="2336353" y="112603"/>
                  </a:lnTo>
                  <a:lnTo>
                    <a:pt x="2341799" y="112603"/>
                  </a:lnTo>
                  <a:lnTo>
                    <a:pt x="2347245" y="112603"/>
                  </a:lnTo>
                  <a:lnTo>
                    <a:pt x="2352691" y="112603"/>
                  </a:lnTo>
                  <a:lnTo>
                    <a:pt x="2358137" y="112603"/>
                  </a:lnTo>
                  <a:lnTo>
                    <a:pt x="2363583" y="112603"/>
                  </a:lnTo>
                  <a:lnTo>
                    <a:pt x="2369029" y="112603"/>
                  </a:lnTo>
                  <a:lnTo>
                    <a:pt x="2374475" y="112603"/>
                  </a:lnTo>
                  <a:lnTo>
                    <a:pt x="2379921" y="112602"/>
                  </a:lnTo>
                  <a:lnTo>
                    <a:pt x="2385367" y="112601"/>
                  </a:lnTo>
                  <a:lnTo>
                    <a:pt x="2390813" y="112601"/>
                  </a:lnTo>
                  <a:lnTo>
                    <a:pt x="2396259" y="112599"/>
                  </a:lnTo>
                  <a:lnTo>
                    <a:pt x="2401705" y="112598"/>
                  </a:lnTo>
                  <a:lnTo>
                    <a:pt x="2407151" y="112595"/>
                  </a:lnTo>
                  <a:lnTo>
                    <a:pt x="2412597" y="112592"/>
                  </a:lnTo>
                  <a:lnTo>
                    <a:pt x="2418043" y="112588"/>
                  </a:lnTo>
                  <a:lnTo>
                    <a:pt x="2423490" y="112583"/>
                  </a:lnTo>
                  <a:lnTo>
                    <a:pt x="2428936" y="112576"/>
                  </a:lnTo>
                  <a:lnTo>
                    <a:pt x="2434382" y="112567"/>
                  </a:lnTo>
                  <a:lnTo>
                    <a:pt x="2439828" y="112557"/>
                  </a:lnTo>
                  <a:lnTo>
                    <a:pt x="2445274" y="112545"/>
                  </a:lnTo>
                  <a:lnTo>
                    <a:pt x="2450720" y="112531"/>
                  </a:lnTo>
                  <a:lnTo>
                    <a:pt x="2456166" y="112514"/>
                  </a:lnTo>
                  <a:lnTo>
                    <a:pt x="2461612" y="112495"/>
                  </a:lnTo>
                  <a:lnTo>
                    <a:pt x="2467058" y="112474"/>
                  </a:lnTo>
                  <a:lnTo>
                    <a:pt x="2472504" y="112451"/>
                  </a:lnTo>
                  <a:lnTo>
                    <a:pt x="2477950" y="112427"/>
                  </a:lnTo>
                  <a:lnTo>
                    <a:pt x="2483396" y="112401"/>
                  </a:lnTo>
                  <a:lnTo>
                    <a:pt x="2488842" y="112376"/>
                  </a:lnTo>
                  <a:lnTo>
                    <a:pt x="2494288" y="112351"/>
                  </a:lnTo>
                  <a:lnTo>
                    <a:pt x="2499734" y="112328"/>
                  </a:lnTo>
                  <a:lnTo>
                    <a:pt x="2505180" y="112307"/>
                  </a:lnTo>
                  <a:lnTo>
                    <a:pt x="2510626" y="112289"/>
                  </a:lnTo>
                  <a:lnTo>
                    <a:pt x="2516072" y="112275"/>
                  </a:lnTo>
                  <a:lnTo>
                    <a:pt x="2521518" y="112264"/>
                  </a:lnTo>
                  <a:lnTo>
                    <a:pt x="2526964" y="112259"/>
                  </a:lnTo>
                  <a:lnTo>
                    <a:pt x="2532410" y="112259"/>
                  </a:lnTo>
                  <a:lnTo>
                    <a:pt x="2537856" y="112263"/>
                  </a:lnTo>
                  <a:lnTo>
                    <a:pt x="2543303" y="112273"/>
                  </a:lnTo>
                  <a:lnTo>
                    <a:pt x="2548749" y="112288"/>
                  </a:lnTo>
                  <a:lnTo>
                    <a:pt x="2554195" y="112306"/>
                  </a:lnTo>
                  <a:lnTo>
                    <a:pt x="2559641" y="112327"/>
                  </a:lnTo>
                  <a:lnTo>
                    <a:pt x="2565087" y="112350"/>
                  </a:lnTo>
                  <a:lnTo>
                    <a:pt x="2570533" y="112375"/>
                  </a:lnTo>
                  <a:lnTo>
                    <a:pt x="2575979" y="112400"/>
                  </a:lnTo>
                  <a:lnTo>
                    <a:pt x="2581425" y="112425"/>
                  </a:lnTo>
                  <a:lnTo>
                    <a:pt x="2586871" y="112449"/>
                  </a:lnTo>
                  <a:lnTo>
                    <a:pt x="2592317" y="112472"/>
                  </a:lnTo>
                  <a:lnTo>
                    <a:pt x="2597763" y="112492"/>
                  </a:lnTo>
                  <a:lnTo>
                    <a:pt x="2603209" y="112511"/>
                  </a:lnTo>
                  <a:lnTo>
                    <a:pt x="2608655" y="112527"/>
                  </a:lnTo>
                  <a:lnTo>
                    <a:pt x="2614101" y="112540"/>
                  </a:lnTo>
                  <a:lnTo>
                    <a:pt x="2619547" y="112550"/>
                  </a:lnTo>
                  <a:lnTo>
                    <a:pt x="2624993" y="112558"/>
                  </a:lnTo>
                  <a:lnTo>
                    <a:pt x="2630439" y="112563"/>
                  </a:lnTo>
                  <a:lnTo>
                    <a:pt x="2635885" y="112564"/>
                  </a:lnTo>
                  <a:lnTo>
                    <a:pt x="2641331" y="112563"/>
                  </a:lnTo>
                  <a:lnTo>
                    <a:pt x="2646777" y="112558"/>
                  </a:lnTo>
                  <a:lnTo>
                    <a:pt x="2652223" y="112549"/>
                  </a:lnTo>
                  <a:lnTo>
                    <a:pt x="2657669" y="112537"/>
                  </a:lnTo>
                  <a:lnTo>
                    <a:pt x="2663116" y="112521"/>
                  </a:lnTo>
                  <a:lnTo>
                    <a:pt x="2668562" y="112501"/>
                  </a:lnTo>
                  <a:lnTo>
                    <a:pt x="2674008" y="112476"/>
                  </a:lnTo>
                  <a:lnTo>
                    <a:pt x="2679454" y="112447"/>
                  </a:lnTo>
                  <a:lnTo>
                    <a:pt x="2684900" y="112412"/>
                  </a:lnTo>
                  <a:lnTo>
                    <a:pt x="2690346" y="112373"/>
                  </a:lnTo>
                  <a:lnTo>
                    <a:pt x="2695792" y="112330"/>
                  </a:lnTo>
                  <a:lnTo>
                    <a:pt x="2701238" y="112283"/>
                  </a:lnTo>
                  <a:lnTo>
                    <a:pt x="2706684" y="112234"/>
                  </a:lnTo>
                  <a:lnTo>
                    <a:pt x="2712130" y="112184"/>
                  </a:lnTo>
                  <a:lnTo>
                    <a:pt x="2717576" y="112133"/>
                  </a:lnTo>
                  <a:lnTo>
                    <a:pt x="2723022" y="112084"/>
                  </a:lnTo>
                  <a:lnTo>
                    <a:pt x="2728468" y="112038"/>
                  </a:lnTo>
                  <a:lnTo>
                    <a:pt x="2733914" y="111998"/>
                  </a:lnTo>
                  <a:lnTo>
                    <a:pt x="2739360" y="111964"/>
                  </a:lnTo>
                  <a:lnTo>
                    <a:pt x="2744806" y="111938"/>
                  </a:lnTo>
                  <a:lnTo>
                    <a:pt x="2750252" y="111922"/>
                  </a:lnTo>
                  <a:lnTo>
                    <a:pt x="2755698" y="111914"/>
                  </a:lnTo>
                  <a:lnTo>
                    <a:pt x="2761144" y="111917"/>
                  </a:lnTo>
                  <a:lnTo>
                    <a:pt x="2766590" y="111930"/>
                  </a:lnTo>
                  <a:lnTo>
                    <a:pt x="2772036" y="111951"/>
                  </a:lnTo>
                  <a:lnTo>
                    <a:pt x="2777482" y="111982"/>
                  </a:lnTo>
                  <a:lnTo>
                    <a:pt x="2782929" y="112020"/>
                  </a:lnTo>
                  <a:lnTo>
                    <a:pt x="2782929" y="112603"/>
                  </a:lnTo>
                  <a:lnTo>
                    <a:pt x="2777482" y="112603"/>
                  </a:lnTo>
                  <a:lnTo>
                    <a:pt x="2772036" y="112603"/>
                  </a:lnTo>
                  <a:lnTo>
                    <a:pt x="2766590" y="112603"/>
                  </a:lnTo>
                  <a:lnTo>
                    <a:pt x="2761144" y="112603"/>
                  </a:lnTo>
                  <a:lnTo>
                    <a:pt x="2755698" y="112603"/>
                  </a:lnTo>
                  <a:lnTo>
                    <a:pt x="2750252" y="112603"/>
                  </a:lnTo>
                  <a:lnTo>
                    <a:pt x="2744806" y="112603"/>
                  </a:lnTo>
                  <a:lnTo>
                    <a:pt x="2739360" y="112603"/>
                  </a:lnTo>
                  <a:lnTo>
                    <a:pt x="2733914" y="112603"/>
                  </a:lnTo>
                  <a:lnTo>
                    <a:pt x="2728468" y="112603"/>
                  </a:lnTo>
                  <a:lnTo>
                    <a:pt x="2723022" y="112603"/>
                  </a:lnTo>
                  <a:lnTo>
                    <a:pt x="2717576" y="112603"/>
                  </a:lnTo>
                  <a:lnTo>
                    <a:pt x="2712130" y="112603"/>
                  </a:lnTo>
                  <a:lnTo>
                    <a:pt x="2706684" y="112603"/>
                  </a:lnTo>
                  <a:lnTo>
                    <a:pt x="2701238" y="112603"/>
                  </a:lnTo>
                  <a:lnTo>
                    <a:pt x="2695792" y="112603"/>
                  </a:lnTo>
                  <a:lnTo>
                    <a:pt x="2690346" y="112603"/>
                  </a:lnTo>
                  <a:lnTo>
                    <a:pt x="2684900" y="112603"/>
                  </a:lnTo>
                  <a:lnTo>
                    <a:pt x="2679454" y="112603"/>
                  </a:lnTo>
                  <a:lnTo>
                    <a:pt x="2674008" y="112603"/>
                  </a:lnTo>
                  <a:lnTo>
                    <a:pt x="2668562" y="112603"/>
                  </a:lnTo>
                  <a:lnTo>
                    <a:pt x="2663116" y="112603"/>
                  </a:lnTo>
                  <a:lnTo>
                    <a:pt x="2657669" y="112603"/>
                  </a:lnTo>
                  <a:lnTo>
                    <a:pt x="2652223" y="112603"/>
                  </a:lnTo>
                  <a:lnTo>
                    <a:pt x="2646777" y="112603"/>
                  </a:lnTo>
                  <a:lnTo>
                    <a:pt x="2641331" y="112603"/>
                  </a:lnTo>
                  <a:lnTo>
                    <a:pt x="2635885" y="112603"/>
                  </a:lnTo>
                  <a:lnTo>
                    <a:pt x="2630439" y="112603"/>
                  </a:lnTo>
                  <a:lnTo>
                    <a:pt x="2624993" y="112603"/>
                  </a:lnTo>
                  <a:lnTo>
                    <a:pt x="2619547" y="112603"/>
                  </a:lnTo>
                  <a:lnTo>
                    <a:pt x="2614101" y="112603"/>
                  </a:lnTo>
                  <a:lnTo>
                    <a:pt x="2608655" y="112603"/>
                  </a:lnTo>
                  <a:lnTo>
                    <a:pt x="2603209" y="112603"/>
                  </a:lnTo>
                  <a:lnTo>
                    <a:pt x="2597763" y="112603"/>
                  </a:lnTo>
                  <a:lnTo>
                    <a:pt x="2592317" y="112603"/>
                  </a:lnTo>
                  <a:lnTo>
                    <a:pt x="2586871" y="112603"/>
                  </a:lnTo>
                  <a:lnTo>
                    <a:pt x="2581425" y="112603"/>
                  </a:lnTo>
                  <a:lnTo>
                    <a:pt x="2575979" y="112603"/>
                  </a:lnTo>
                  <a:lnTo>
                    <a:pt x="2570533" y="112603"/>
                  </a:lnTo>
                  <a:lnTo>
                    <a:pt x="2565087" y="112603"/>
                  </a:lnTo>
                  <a:lnTo>
                    <a:pt x="2559641" y="112603"/>
                  </a:lnTo>
                  <a:lnTo>
                    <a:pt x="2554195" y="112603"/>
                  </a:lnTo>
                  <a:lnTo>
                    <a:pt x="2548749" y="112603"/>
                  </a:lnTo>
                  <a:lnTo>
                    <a:pt x="2543303" y="112603"/>
                  </a:lnTo>
                  <a:lnTo>
                    <a:pt x="2537856" y="112603"/>
                  </a:lnTo>
                  <a:lnTo>
                    <a:pt x="2532410" y="112603"/>
                  </a:lnTo>
                  <a:lnTo>
                    <a:pt x="2526964" y="112603"/>
                  </a:lnTo>
                  <a:lnTo>
                    <a:pt x="2521518" y="112603"/>
                  </a:lnTo>
                  <a:lnTo>
                    <a:pt x="2516072" y="112603"/>
                  </a:lnTo>
                  <a:lnTo>
                    <a:pt x="2510626" y="112603"/>
                  </a:lnTo>
                  <a:lnTo>
                    <a:pt x="2505180" y="112603"/>
                  </a:lnTo>
                  <a:lnTo>
                    <a:pt x="2499734" y="112603"/>
                  </a:lnTo>
                  <a:lnTo>
                    <a:pt x="2494288" y="112603"/>
                  </a:lnTo>
                  <a:lnTo>
                    <a:pt x="2488842" y="112603"/>
                  </a:lnTo>
                  <a:lnTo>
                    <a:pt x="2483396" y="112603"/>
                  </a:lnTo>
                  <a:lnTo>
                    <a:pt x="2477950" y="112603"/>
                  </a:lnTo>
                  <a:lnTo>
                    <a:pt x="2472504" y="112603"/>
                  </a:lnTo>
                  <a:lnTo>
                    <a:pt x="2467058" y="112603"/>
                  </a:lnTo>
                  <a:lnTo>
                    <a:pt x="2461612" y="112603"/>
                  </a:lnTo>
                  <a:lnTo>
                    <a:pt x="2456166" y="112603"/>
                  </a:lnTo>
                  <a:lnTo>
                    <a:pt x="2450720" y="112603"/>
                  </a:lnTo>
                  <a:lnTo>
                    <a:pt x="2445274" y="112603"/>
                  </a:lnTo>
                  <a:lnTo>
                    <a:pt x="2439828" y="112603"/>
                  </a:lnTo>
                  <a:lnTo>
                    <a:pt x="2434382" y="112603"/>
                  </a:lnTo>
                  <a:lnTo>
                    <a:pt x="2428936" y="112603"/>
                  </a:lnTo>
                  <a:lnTo>
                    <a:pt x="2423490" y="112603"/>
                  </a:lnTo>
                  <a:lnTo>
                    <a:pt x="2418043" y="112603"/>
                  </a:lnTo>
                  <a:lnTo>
                    <a:pt x="2412597" y="112603"/>
                  </a:lnTo>
                  <a:lnTo>
                    <a:pt x="2407151" y="112603"/>
                  </a:lnTo>
                  <a:lnTo>
                    <a:pt x="2401705" y="112603"/>
                  </a:lnTo>
                  <a:lnTo>
                    <a:pt x="2396259" y="112603"/>
                  </a:lnTo>
                  <a:lnTo>
                    <a:pt x="2390813" y="112603"/>
                  </a:lnTo>
                  <a:lnTo>
                    <a:pt x="2385367" y="112603"/>
                  </a:lnTo>
                  <a:lnTo>
                    <a:pt x="2379921" y="112603"/>
                  </a:lnTo>
                  <a:lnTo>
                    <a:pt x="2374475" y="112603"/>
                  </a:lnTo>
                  <a:lnTo>
                    <a:pt x="2369029" y="112603"/>
                  </a:lnTo>
                  <a:lnTo>
                    <a:pt x="2363583" y="112603"/>
                  </a:lnTo>
                  <a:lnTo>
                    <a:pt x="2358137" y="112603"/>
                  </a:lnTo>
                  <a:lnTo>
                    <a:pt x="2352691" y="112603"/>
                  </a:lnTo>
                  <a:lnTo>
                    <a:pt x="2347245" y="112603"/>
                  </a:lnTo>
                  <a:lnTo>
                    <a:pt x="2341799" y="112603"/>
                  </a:lnTo>
                  <a:lnTo>
                    <a:pt x="2336353" y="112603"/>
                  </a:lnTo>
                  <a:lnTo>
                    <a:pt x="2330907" y="112603"/>
                  </a:lnTo>
                  <a:lnTo>
                    <a:pt x="2325461" y="112603"/>
                  </a:lnTo>
                  <a:lnTo>
                    <a:pt x="2320015" y="112603"/>
                  </a:lnTo>
                  <a:lnTo>
                    <a:pt x="2314569" y="112603"/>
                  </a:lnTo>
                  <a:lnTo>
                    <a:pt x="2309123" y="112603"/>
                  </a:lnTo>
                  <a:lnTo>
                    <a:pt x="2303677" y="112603"/>
                  </a:lnTo>
                  <a:lnTo>
                    <a:pt x="2298231" y="112603"/>
                  </a:lnTo>
                  <a:lnTo>
                    <a:pt x="2292784" y="112603"/>
                  </a:lnTo>
                  <a:lnTo>
                    <a:pt x="2287338" y="112603"/>
                  </a:lnTo>
                  <a:lnTo>
                    <a:pt x="2281892" y="112603"/>
                  </a:lnTo>
                  <a:lnTo>
                    <a:pt x="2276446" y="112603"/>
                  </a:lnTo>
                  <a:lnTo>
                    <a:pt x="2271000" y="112603"/>
                  </a:lnTo>
                  <a:lnTo>
                    <a:pt x="2265554" y="112603"/>
                  </a:lnTo>
                  <a:lnTo>
                    <a:pt x="2260108" y="112603"/>
                  </a:lnTo>
                  <a:lnTo>
                    <a:pt x="2254662" y="112603"/>
                  </a:lnTo>
                  <a:lnTo>
                    <a:pt x="2249216" y="112603"/>
                  </a:lnTo>
                  <a:lnTo>
                    <a:pt x="2243770" y="112603"/>
                  </a:lnTo>
                  <a:lnTo>
                    <a:pt x="2238324" y="112603"/>
                  </a:lnTo>
                  <a:lnTo>
                    <a:pt x="2232878" y="112603"/>
                  </a:lnTo>
                  <a:lnTo>
                    <a:pt x="2227432" y="112603"/>
                  </a:lnTo>
                  <a:lnTo>
                    <a:pt x="2221986" y="112603"/>
                  </a:lnTo>
                  <a:lnTo>
                    <a:pt x="2216540" y="112603"/>
                  </a:lnTo>
                  <a:lnTo>
                    <a:pt x="2211094" y="112603"/>
                  </a:lnTo>
                  <a:lnTo>
                    <a:pt x="2205648" y="112603"/>
                  </a:lnTo>
                  <a:lnTo>
                    <a:pt x="2200202" y="112603"/>
                  </a:lnTo>
                  <a:lnTo>
                    <a:pt x="2194756" y="112603"/>
                  </a:lnTo>
                  <a:lnTo>
                    <a:pt x="2189310" y="112603"/>
                  </a:lnTo>
                  <a:lnTo>
                    <a:pt x="2183864" y="112603"/>
                  </a:lnTo>
                  <a:lnTo>
                    <a:pt x="2178418" y="112603"/>
                  </a:lnTo>
                  <a:lnTo>
                    <a:pt x="2172971" y="112603"/>
                  </a:lnTo>
                  <a:lnTo>
                    <a:pt x="2167525" y="112603"/>
                  </a:lnTo>
                  <a:lnTo>
                    <a:pt x="2162079" y="112603"/>
                  </a:lnTo>
                  <a:lnTo>
                    <a:pt x="2156633" y="112603"/>
                  </a:lnTo>
                  <a:lnTo>
                    <a:pt x="2151187" y="112603"/>
                  </a:lnTo>
                  <a:lnTo>
                    <a:pt x="2145741" y="112603"/>
                  </a:lnTo>
                  <a:lnTo>
                    <a:pt x="2140295" y="112603"/>
                  </a:lnTo>
                  <a:lnTo>
                    <a:pt x="2134849" y="112603"/>
                  </a:lnTo>
                  <a:lnTo>
                    <a:pt x="2129403" y="112603"/>
                  </a:lnTo>
                  <a:lnTo>
                    <a:pt x="2123957" y="112603"/>
                  </a:lnTo>
                  <a:lnTo>
                    <a:pt x="2118511" y="112603"/>
                  </a:lnTo>
                  <a:lnTo>
                    <a:pt x="2113065" y="112603"/>
                  </a:lnTo>
                  <a:lnTo>
                    <a:pt x="2107619" y="112603"/>
                  </a:lnTo>
                  <a:lnTo>
                    <a:pt x="2102173" y="112603"/>
                  </a:lnTo>
                  <a:lnTo>
                    <a:pt x="2096727" y="112603"/>
                  </a:lnTo>
                  <a:lnTo>
                    <a:pt x="2091281" y="112603"/>
                  </a:lnTo>
                  <a:lnTo>
                    <a:pt x="2085835" y="112603"/>
                  </a:lnTo>
                  <a:lnTo>
                    <a:pt x="2080389" y="112603"/>
                  </a:lnTo>
                  <a:lnTo>
                    <a:pt x="2074943" y="112603"/>
                  </a:lnTo>
                  <a:lnTo>
                    <a:pt x="2069497" y="112603"/>
                  </a:lnTo>
                  <a:lnTo>
                    <a:pt x="2064051" y="112603"/>
                  </a:lnTo>
                  <a:lnTo>
                    <a:pt x="2058605" y="112603"/>
                  </a:lnTo>
                  <a:lnTo>
                    <a:pt x="2053158" y="112603"/>
                  </a:lnTo>
                  <a:lnTo>
                    <a:pt x="2047712" y="112603"/>
                  </a:lnTo>
                  <a:lnTo>
                    <a:pt x="2042266" y="112603"/>
                  </a:lnTo>
                  <a:lnTo>
                    <a:pt x="2036820" y="112603"/>
                  </a:lnTo>
                  <a:lnTo>
                    <a:pt x="2031374" y="112603"/>
                  </a:lnTo>
                  <a:lnTo>
                    <a:pt x="2025928" y="112603"/>
                  </a:lnTo>
                  <a:lnTo>
                    <a:pt x="2020482" y="112603"/>
                  </a:lnTo>
                  <a:lnTo>
                    <a:pt x="2015036" y="112603"/>
                  </a:lnTo>
                  <a:lnTo>
                    <a:pt x="2009590" y="112603"/>
                  </a:lnTo>
                  <a:lnTo>
                    <a:pt x="2004144" y="112603"/>
                  </a:lnTo>
                  <a:lnTo>
                    <a:pt x="1998698" y="112603"/>
                  </a:lnTo>
                  <a:lnTo>
                    <a:pt x="1993252" y="112603"/>
                  </a:lnTo>
                  <a:lnTo>
                    <a:pt x="1987806" y="112603"/>
                  </a:lnTo>
                  <a:lnTo>
                    <a:pt x="1982360" y="112603"/>
                  </a:lnTo>
                  <a:lnTo>
                    <a:pt x="1976914" y="112603"/>
                  </a:lnTo>
                  <a:lnTo>
                    <a:pt x="1971468" y="112603"/>
                  </a:lnTo>
                  <a:lnTo>
                    <a:pt x="1966022" y="112603"/>
                  </a:lnTo>
                  <a:lnTo>
                    <a:pt x="1960576" y="112603"/>
                  </a:lnTo>
                  <a:lnTo>
                    <a:pt x="1955130" y="112603"/>
                  </a:lnTo>
                  <a:lnTo>
                    <a:pt x="1949684" y="112603"/>
                  </a:lnTo>
                  <a:lnTo>
                    <a:pt x="1944238" y="112603"/>
                  </a:lnTo>
                  <a:lnTo>
                    <a:pt x="1938792" y="112603"/>
                  </a:lnTo>
                  <a:lnTo>
                    <a:pt x="1933345" y="112603"/>
                  </a:lnTo>
                  <a:lnTo>
                    <a:pt x="1927899" y="112603"/>
                  </a:lnTo>
                  <a:lnTo>
                    <a:pt x="1922453" y="112603"/>
                  </a:lnTo>
                  <a:lnTo>
                    <a:pt x="1917007" y="112603"/>
                  </a:lnTo>
                  <a:lnTo>
                    <a:pt x="1911561" y="112603"/>
                  </a:lnTo>
                  <a:lnTo>
                    <a:pt x="1906115" y="112603"/>
                  </a:lnTo>
                  <a:lnTo>
                    <a:pt x="1900669" y="112603"/>
                  </a:lnTo>
                  <a:lnTo>
                    <a:pt x="1895223" y="112603"/>
                  </a:lnTo>
                  <a:lnTo>
                    <a:pt x="1889777" y="112603"/>
                  </a:lnTo>
                  <a:lnTo>
                    <a:pt x="1884331" y="112603"/>
                  </a:lnTo>
                  <a:lnTo>
                    <a:pt x="1878885" y="112603"/>
                  </a:lnTo>
                  <a:lnTo>
                    <a:pt x="1873439" y="112603"/>
                  </a:lnTo>
                  <a:lnTo>
                    <a:pt x="1867993" y="112603"/>
                  </a:lnTo>
                  <a:lnTo>
                    <a:pt x="1862547" y="112603"/>
                  </a:lnTo>
                  <a:lnTo>
                    <a:pt x="1857101" y="112603"/>
                  </a:lnTo>
                  <a:lnTo>
                    <a:pt x="1851655" y="112603"/>
                  </a:lnTo>
                  <a:lnTo>
                    <a:pt x="1846209" y="112603"/>
                  </a:lnTo>
                  <a:lnTo>
                    <a:pt x="1840763" y="112603"/>
                  </a:lnTo>
                  <a:lnTo>
                    <a:pt x="1835317" y="112603"/>
                  </a:lnTo>
                  <a:lnTo>
                    <a:pt x="1829871" y="112603"/>
                  </a:lnTo>
                  <a:lnTo>
                    <a:pt x="1824425" y="112603"/>
                  </a:lnTo>
                  <a:lnTo>
                    <a:pt x="1818979" y="112603"/>
                  </a:lnTo>
                  <a:lnTo>
                    <a:pt x="1813532" y="112603"/>
                  </a:lnTo>
                  <a:lnTo>
                    <a:pt x="1808086" y="112603"/>
                  </a:lnTo>
                  <a:lnTo>
                    <a:pt x="1802640" y="112603"/>
                  </a:lnTo>
                  <a:lnTo>
                    <a:pt x="1797194" y="112603"/>
                  </a:lnTo>
                  <a:lnTo>
                    <a:pt x="1791748" y="112603"/>
                  </a:lnTo>
                  <a:lnTo>
                    <a:pt x="1786302" y="112603"/>
                  </a:lnTo>
                  <a:lnTo>
                    <a:pt x="1780856" y="112603"/>
                  </a:lnTo>
                  <a:lnTo>
                    <a:pt x="1775410" y="112603"/>
                  </a:lnTo>
                  <a:lnTo>
                    <a:pt x="1769964" y="112603"/>
                  </a:lnTo>
                  <a:lnTo>
                    <a:pt x="1764518" y="112603"/>
                  </a:lnTo>
                  <a:lnTo>
                    <a:pt x="1759072" y="112603"/>
                  </a:lnTo>
                  <a:lnTo>
                    <a:pt x="1753626" y="112603"/>
                  </a:lnTo>
                  <a:lnTo>
                    <a:pt x="1748180" y="112603"/>
                  </a:lnTo>
                  <a:lnTo>
                    <a:pt x="1742734" y="112603"/>
                  </a:lnTo>
                  <a:lnTo>
                    <a:pt x="1737288" y="112603"/>
                  </a:lnTo>
                  <a:lnTo>
                    <a:pt x="1731842" y="112603"/>
                  </a:lnTo>
                  <a:lnTo>
                    <a:pt x="1726396" y="112603"/>
                  </a:lnTo>
                  <a:lnTo>
                    <a:pt x="1720950" y="112603"/>
                  </a:lnTo>
                  <a:lnTo>
                    <a:pt x="1715504" y="112603"/>
                  </a:lnTo>
                  <a:lnTo>
                    <a:pt x="1710058" y="112603"/>
                  </a:lnTo>
                  <a:lnTo>
                    <a:pt x="1704612" y="112603"/>
                  </a:lnTo>
                  <a:lnTo>
                    <a:pt x="1699166" y="112603"/>
                  </a:lnTo>
                  <a:lnTo>
                    <a:pt x="1693720" y="112603"/>
                  </a:lnTo>
                  <a:lnTo>
                    <a:pt x="1688273" y="112603"/>
                  </a:lnTo>
                  <a:lnTo>
                    <a:pt x="1682827" y="112603"/>
                  </a:lnTo>
                  <a:lnTo>
                    <a:pt x="1677381" y="112603"/>
                  </a:lnTo>
                  <a:lnTo>
                    <a:pt x="1671935" y="112603"/>
                  </a:lnTo>
                  <a:lnTo>
                    <a:pt x="1666489" y="112603"/>
                  </a:lnTo>
                  <a:lnTo>
                    <a:pt x="1661043" y="112603"/>
                  </a:lnTo>
                  <a:lnTo>
                    <a:pt x="1655597" y="112603"/>
                  </a:lnTo>
                  <a:lnTo>
                    <a:pt x="1650151" y="112603"/>
                  </a:lnTo>
                  <a:lnTo>
                    <a:pt x="1644705" y="112603"/>
                  </a:lnTo>
                  <a:lnTo>
                    <a:pt x="1639259" y="112603"/>
                  </a:lnTo>
                  <a:lnTo>
                    <a:pt x="1633813" y="112603"/>
                  </a:lnTo>
                  <a:lnTo>
                    <a:pt x="1628367" y="112603"/>
                  </a:lnTo>
                  <a:lnTo>
                    <a:pt x="1622921" y="112603"/>
                  </a:lnTo>
                  <a:lnTo>
                    <a:pt x="1617475" y="112603"/>
                  </a:lnTo>
                  <a:lnTo>
                    <a:pt x="1612029" y="112603"/>
                  </a:lnTo>
                  <a:lnTo>
                    <a:pt x="1606583" y="112603"/>
                  </a:lnTo>
                  <a:lnTo>
                    <a:pt x="1601137" y="112603"/>
                  </a:lnTo>
                  <a:lnTo>
                    <a:pt x="1595691" y="112603"/>
                  </a:lnTo>
                  <a:lnTo>
                    <a:pt x="1590245" y="112603"/>
                  </a:lnTo>
                  <a:lnTo>
                    <a:pt x="1584799" y="112603"/>
                  </a:lnTo>
                  <a:lnTo>
                    <a:pt x="1579353" y="112603"/>
                  </a:lnTo>
                  <a:lnTo>
                    <a:pt x="1573907" y="112603"/>
                  </a:lnTo>
                  <a:lnTo>
                    <a:pt x="1568460" y="112603"/>
                  </a:lnTo>
                  <a:lnTo>
                    <a:pt x="1563014" y="112603"/>
                  </a:lnTo>
                  <a:lnTo>
                    <a:pt x="1557568" y="112603"/>
                  </a:lnTo>
                  <a:lnTo>
                    <a:pt x="1552122" y="112603"/>
                  </a:lnTo>
                  <a:lnTo>
                    <a:pt x="1546676" y="112603"/>
                  </a:lnTo>
                  <a:lnTo>
                    <a:pt x="1541230" y="112603"/>
                  </a:lnTo>
                  <a:lnTo>
                    <a:pt x="1535784" y="112603"/>
                  </a:lnTo>
                  <a:lnTo>
                    <a:pt x="1530338" y="112603"/>
                  </a:lnTo>
                  <a:lnTo>
                    <a:pt x="1524892" y="112603"/>
                  </a:lnTo>
                  <a:lnTo>
                    <a:pt x="1519446" y="112603"/>
                  </a:lnTo>
                  <a:lnTo>
                    <a:pt x="1514000" y="112603"/>
                  </a:lnTo>
                  <a:lnTo>
                    <a:pt x="1508554" y="112603"/>
                  </a:lnTo>
                  <a:lnTo>
                    <a:pt x="1503108" y="112603"/>
                  </a:lnTo>
                  <a:lnTo>
                    <a:pt x="1497662" y="112603"/>
                  </a:lnTo>
                  <a:lnTo>
                    <a:pt x="1492216" y="112603"/>
                  </a:lnTo>
                  <a:lnTo>
                    <a:pt x="1486770" y="112603"/>
                  </a:lnTo>
                  <a:lnTo>
                    <a:pt x="1481324" y="112603"/>
                  </a:lnTo>
                  <a:lnTo>
                    <a:pt x="1475878" y="112603"/>
                  </a:lnTo>
                  <a:lnTo>
                    <a:pt x="1470432" y="112603"/>
                  </a:lnTo>
                  <a:lnTo>
                    <a:pt x="1464986" y="112603"/>
                  </a:lnTo>
                  <a:lnTo>
                    <a:pt x="1459540" y="112603"/>
                  </a:lnTo>
                  <a:lnTo>
                    <a:pt x="1454094" y="112603"/>
                  </a:lnTo>
                  <a:lnTo>
                    <a:pt x="1448647" y="112603"/>
                  </a:lnTo>
                  <a:lnTo>
                    <a:pt x="1443201" y="112603"/>
                  </a:lnTo>
                  <a:lnTo>
                    <a:pt x="1437755" y="112603"/>
                  </a:lnTo>
                  <a:lnTo>
                    <a:pt x="1432309" y="112603"/>
                  </a:lnTo>
                  <a:lnTo>
                    <a:pt x="1426863" y="112603"/>
                  </a:lnTo>
                  <a:lnTo>
                    <a:pt x="1421417" y="112603"/>
                  </a:lnTo>
                  <a:lnTo>
                    <a:pt x="1415971" y="112603"/>
                  </a:lnTo>
                  <a:lnTo>
                    <a:pt x="1410525" y="112603"/>
                  </a:lnTo>
                  <a:lnTo>
                    <a:pt x="1405079" y="112603"/>
                  </a:lnTo>
                  <a:lnTo>
                    <a:pt x="1399633" y="112603"/>
                  </a:lnTo>
                  <a:lnTo>
                    <a:pt x="1394187" y="112603"/>
                  </a:lnTo>
                  <a:lnTo>
                    <a:pt x="1388741" y="112603"/>
                  </a:lnTo>
                  <a:lnTo>
                    <a:pt x="1383295" y="112603"/>
                  </a:lnTo>
                  <a:lnTo>
                    <a:pt x="1377849" y="112603"/>
                  </a:lnTo>
                  <a:lnTo>
                    <a:pt x="1372403" y="112603"/>
                  </a:lnTo>
                  <a:lnTo>
                    <a:pt x="1366957" y="112603"/>
                  </a:lnTo>
                  <a:lnTo>
                    <a:pt x="1361511" y="112603"/>
                  </a:lnTo>
                  <a:lnTo>
                    <a:pt x="1356065" y="112603"/>
                  </a:lnTo>
                  <a:lnTo>
                    <a:pt x="1350619" y="112603"/>
                  </a:lnTo>
                  <a:lnTo>
                    <a:pt x="1345173" y="112603"/>
                  </a:lnTo>
                  <a:lnTo>
                    <a:pt x="1339727" y="112603"/>
                  </a:lnTo>
                  <a:lnTo>
                    <a:pt x="1334281" y="112603"/>
                  </a:lnTo>
                  <a:lnTo>
                    <a:pt x="1328834" y="112603"/>
                  </a:lnTo>
                  <a:lnTo>
                    <a:pt x="1323388" y="112603"/>
                  </a:lnTo>
                  <a:lnTo>
                    <a:pt x="1317942" y="112603"/>
                  </a:lnTo>
                  <a:lnTo>
                    <a:pt x="1312496" y="112603"/>
                  </a:lnTo>
                  <a:lnTo>
                    <a:pt x="1307050" y="112603"/>
                  </a:lnTo>
                  <a:lnTo>
                    <a:pt x="1301604" y="112603"/>
                  </a:lnTo>
                  <a:lnTo>
                    <a:pt x="1296158" y="112603"/>
                  </a:lnTo>
                  <a:lnTo>
                    <a:pt x="1290712" y="112603"/>
                  </a:lnTo>
                  <a:lnTo>
                    <a:pt x="1285266" y="112603"/>
                  </a:lnTo>
                  <a:lnTo>
                    <a:pt x="1279820" y="112603"/>
                  </a:lnTo>
                  <a:lnTo>
                    <a:pt x="1274374" y="112603"/>
                  </a:lnTo>
                  <a:lnTo>
                    <a:pt x="1268928" y="112603"/>
                  </a:lnTo>
                  <a:lnTo>
                    <a:pt x="1263482" y="112603"/>
                  </a:lnTo>
                  <a:lnTo>
                    <a:pt x="1258036" y="112603"/>
                  </a:lnTo>
                  <a:lnTo>
                    <a:pt x="1252590" y="112603"/>
                  </a:lnTo>
                  <a:lnTo>
                    <a:pt x="1247144" y="112603"/>
                  </a:lnTo>
                  <a:lnTo>
                    <a:pt x="1241698" y="112603"/>
                  </a:lnTo>
                  <a:lnTo>
                    <a:pt x="1236252" y="112603"/>
                  </a:lnTo>
                  <a:lnTo>
                    <a:pt x="1230806" y="112603"/>
                  </a:lnTo>
                  <a:lnTo>
                    <a:pt x="1225360" y="112603"/>
                  </a:lnTo>
                  <a:lnTo>
                    <a:pt x="1219914" y="112603"/>
                  </a:lnTo>
                  <a:lnTo>
                    <a:pt x="1214468" y="112603"/>
                  </a:lnTo>
                  <a:lnTo>
                    <a:pt x="1209021" y="112603"/>
                  </a:lnTo>
                  <a:lnTo>
                    <a:pt x="1203575" y="112603"/>
                  </a:lnTo>
                  <a:lnTo>
                    <a:pt x="1198129" y="112603"/>
                  </a:lnTo>
                  <a:lnTo>
                    <a:pt x="1192683" y="112603"/>
                  </a:lnTo>
                  <a:lnTo>
                    <a:pt x="1187237" y="112603"/>
                  </a:lnTo>
                  <a:lnTo>
                    <a:pt x="1181791" y="112603"/>
                  </a:lnTo>
                  <a:lnTo>
                    <a:pt x="1176345" y="112603"/>
                  </a:lnTo>
                  <a:lnTo>
                    <a:pt x="1170899" y="112603"/>
                  </a:lnTo>
                  <a:lnTo>
                    <a:pt x="1165453" y="112603"/>
                  </a:lnTo>
                  <a:lnTo>
                    <a:pt x="1160007" y="112603"/>
                  </a:lnTo>
                  <a:lnTo>
                    <a:pt x="1154561" y="112603"/>
                  </a:lnTo>
                  <a:lnTo>
                    <a:pt x="1149115" y="112603"/>
                  </a:lnTo>
                  <a:lnTo>
                    <a:pt x="1143669" y="112603"/>
                  </a:lnTo>
                  <a:lnTo>
                    <a:pt x="1138223" y="112603"/>
                  </a:lnTo>
                  <a:lnTo>
                    <a:pt x="1132777" y="112603"/>
                  </a:lnTo>
                  <a:lnTo>
                    <a:pt x="1127331" y="112603"/>
                  </a:lnTo>
                  <a:lnTo>
                    <a:pt x="1121885" y="112603"/>
                  </a:lnTo>
                  <a:lnTo>
                    <a:pt x="1116439" y="112603"/>
                  </a:lnTo>
                  <a:lnTo>
                    <a:pt x="1110993" y="112603"/>
                  </a:lnTo>
                  <a:lnTo>
                    <a:pt x="1105547" y="112603"/>
                  </a:lnTo>
                  <a:lnTo>
                    <a:pt x="1100101" y="112603"/>
                  </a:lnTo>
                  <a:lnTo>
                    <a:pt x="1094655" y="112603"/>
                  </a:lnTo>
                  <a:lnTo>
                    <a:pt x="1089209" y="112603"/>
                  </a:lnTo>
                  <a:lnTo>
                    <a:pt x="1083762" y="112603"/>
                  </a:lnTo>
                  <a:lnTo>
                    <a:pt x="1078316" y="112603"/>
                  </a:lnTo>
                  <a:lnTo>
                    <a:pt x="1072870" y="112603"/>
                  </a:lnTo>
                  <a:lnTo>
                    <a:pt x="1067424" y="112603"/>
                  </a:lnTo>
                  <a:lnTo>
                    <a:pt x="1061978" y="112603"/>
                  </a:lnTo>
                  <a:lnTo>
                    <a:pt x="1056532" y="112603"/>
                  </a:lnTo>
                  <a:lnTo>
                    <a:pt x="1051086" y="112603"/>
                  </a:lnTo>
                  <a:lnTo>
                    <a:pt x="1045640" y="112603"/>
                  </a:lnTo>
                  <a:lnTo>
                    <a:pt x="1040194" y="112603"/>
                  </a:lnTo>
                  <a:lnTo>
                    <a:pt x="1034748" y="112603"/>
                  </a:lnTo>
                  <a:lnTo>
                    <a:pt x="1029302" y="112603"/>
                  </a:lnTo>
                  <a:lnTo>
                    <a:pt x="1023856" y="112603"/>
                  </a:lnTo>
                  <a:lnTo>
                    <a:pt x="1018410" y="112603"/>
                  </a:lnTo>
                  <a:lnTo>
                    <a:pt x="1012964" y="112603"/>
                  </a:lnTo>
                  <a:lnTo>
                    <a:pt x="1007518" y="112603"/>
                  </a:lnTo>
                  <a:lnTo>
                    <a:pt x="1002072" y="112603"/>
                  </a:lnTo>
                  <a:lnTo>
                    <a:pt x="996626" y="112603"/>
                  </a:lnTo>
                  <a:lnTo>
                    <a:pt x="991180" y="112603"/>
                  </a:lnTo>
                  <a:lnTo>
                    <a:pt x="985734" y="112603"/>
                  </a:lnTo>
                  <a:lnTo>
                    <a:pt x="980288" y="112603"/>
                  </a:lnTo>
                  <a:lnTo>
                    <a:pt x="974842" y="112603"/>
                  </a:lnTo>
                  <a:lnTo>
                    <a:pt x="969396" y="112603"/>
                  </a:lnTo>
                  <a:lnTo>
                    <a:pt x="963949" y="112603"/>
                  </a:lnTo>
                  <a:lnTo>
                    <a:pt x="958503" y="112603"/>
                  </a:lnTo>
                  <a:lnTo>
                    <a:pt x="953057" y="112603"/>
                  </a:lnTo>
                  <a:lnTo>
                    <a:pt x="947611" y="112603"/>
                  </a:lnTo>
                  <a:lnTo>
                    <a:pt x="942165" y="112603"/>
                  </a:lnTo>
                  <a:lnTo>
                    <a:pt x="936719" y="112603"/>
                  </a:lnTo>
                  <a:lnTo>
                    <a:pt x="931273" y="112603"/>
                  </a:lnTo>
                  <a:lnTo>
                    <a:pt x="925827" y="112603"/>
                  </a:lnTo>
                  <a:lnTo>
                    <a:pt x="920381" y="112603"/>
                  </a:lnTo>
                  <a:lnTo>
                    <a:pt x="914935" y="112603"/>
                  </a:lnTo>
                  <a:lnTo>
                    <a:pt x="909489" y="112603"/>
                  </a:lnTo>
                  <a:lnTo>
                    <a:pt x="904043" y="112603"/>
                  </a:lnTo>
                  <a:lnTo>
                    <a:pt x="898597" y="112603"/>
                  </a:lnTo>
                  <a:lnTo>
                    <a:pt x="893151" y="112603"/>
                  </a:lnTo>
                  <a:lnTo>
                    <a:pt x="887705" y="112603"/>
                  </a:lnTo>
                  <a:lnTo>
                    <a:pt x="882259" y="112603"/>
                  </a:lnTo>
                  <a:lnTo>
                    <a:pt x="876813" y="112603"/>
                  </a:lnTo>
                  <a:lnTo>
                    <a:pt x="871367" y="112603"/>
                  </a:lnTo>
                  <a:lnTo>
                    <a:pt x="865921" y="112603"/>
                  </a:lnTo>
                  <a:lnTo>
                    <a:pt x="860475" y="112603"/>
                  </a:lnTo>
                  <a:lnTo>
                    <a:pt x="855029" y="112603"/>
                  </a:lnTo>
                  <a:lnTo>
                    <a:pt x="849583" y="112603"/>
                  </a:lnTo>
                  <a:lnTo>
                    <a:pt x="844136" y="112603"/>
                  </a:lnTo>
                  <a:lnTo>
                    <a:pt x="838690" y="112603"/>
                  </a:lnTo>
                  <a:lnTo>
                    <a:pt x="833244" y="112603"/>
                  </a:lnTo>
                  <a:lnTo>
                    <a:pt x="827798" y="112603"/>
                  </a:lnTo>
                  <a:lnTo>
                    <a:pt x="822352" y="112603"/>
                  </a:lnTo>
                  <a:lnTo>
                    <a:pt x="816906" y="112603"/>
                  </a:lnTo>
                  <a:lnTo>
                    <a:pt x="811460" y="112603"/>
                  </a:lnTo>
                  <a:lnTo>
                    <a:pt x="806014" y="112603"/>
                  </a:lnTo>
                  <a:lnTo>
                    <a:pt x="800568" y="112603"/>
                  </a:lnTo>
                  <a:lnTo>
                    <a:pt x="795122" y="112603"/>
                  </a:lnTo>
                  <a:lnTo>
                    <a:pt x="789676" y="112603"/>
                  </a:lnTo>
                  <a:lnTo>
                    <a:pt x="784230" y="112603"/>
                  </a:lnTo>
                  <a:lnTo>
                    <a:pt x="778784" y="112603"/>
                  </a:lnTo>
                  <a:lnTo>
                    <a:pt x="773338" y="112603"/>
                  </a:lnTo>
                  <a:lnTo>
                    <a:pt x="767892" y="112603"/>
                  </a:lnTo>
                  <a:lnTo>
                    <a:pt x="762446" y="112603"/>
                  </a:lnTo>
                  <a:lnTo>
                    <a:pt x="757000" y="112603"/>
                  </a:lnTo>
                  <a:lnTo>
                    <a:pt x="751554" y="112603"/>
                  </a:lnTo>
                  <a:lnTo>
                    <a:pt x="746108" y="112603"/>
                  </a:lnTo>
                  <a:lnTo>
                    <a:pt x="740662" y="112603"/>
                  </a:lnTo>
                  <a:lnTo>
                    <a:pt x="735216" y="112603"/>
                  </a:lnTo>
                  <a:lnTo>
                    <a:pt x="729770" y="112603"/>
                  </a:lnTo>
                  <a:lnTo>
                    <a:pt x="724323" y="112603"/>
                  </a:lnTo>
                  <a:lnTo>
                    <a:pt x="718877" y="112603"/>
                  </a:lnTo>
                  <a:lnTo>
                    <a:pt x="713431" y="112603"/>
                  </a:lnTo>
                  <a:lnTo>
                    <a:pt x="707985" y="112603"/>
                  </a:lnTo>
                  <a:lnTo>
                    <a:pt x="702539" y="112603"/>
                  </a:lnTo>
                  <a:lnTo>
                    <a:pt x="697093" y="112603"/>
                  </a:lnTo>
                  <a:lnTo>
                    <a:pt x="691647" y="112603"/>
                  </a:lnTo>
                  <a:lnTo>
                    <a:pt x="686201" y="112603"/>
                  </a:lnTo>
                  <a:lnTo>
                    <a:pt x="680755" y="112603"/>
                  </a:lnTo>
                  <a:lnTo>
                    <a:pt x="675309" y="112603"/>
                  </a:lnTo>
                  <a:lnTo>
                    <a:pt x="669863" y="112603"/>
                  </a:lnTo>
                  <a:lnTo>
                    <a:pt x="664417" y="112603"/>
                  </a:lnTo>
                  <a:lnTo>
                    <a:pt x="658971" y="112603"/>
                  </a:lnTo>
                  <a:lnTo>
                    <a:pt x="653525" y="112603"/>
                  </a:lnTo>
                  <a:lnTo>
                    <a:pt x="648079" y="112603"/>
                  </a:lnTo>
                  <a:lnTo>
                    <a:pt x="642633" y="112603"/>
                  </a:lnTo>
                  <a:lnTo>
                    <a:pt x="637187" y="112603"/>
                  </a:lnTo>
                  <a:lnTo>
                    <a:pt x="631741" y="112603"/>
                  </a:lnTo>
                  <a:lnTo>
                    <a:pt x="626295" y="112603"/>
                  </a:lnTo>
                  <a:lnTo>
                    <a:pt x="620849" y="112603"/>
                  </a:lnTo>
                  <a:lnTo>
                    <a:pt x="615403" y="112603"/>
                  </a:lnTo>
                  <a:lnTo>
                    <a:pt x="609957" y="112603"/>
                  </a:lnTo>
                  <a:lnTo>
                    <a:pt x="604510" y="112603"/>
                  </a:lnTo>
                  <a:lnTo>
                    <a:pt x="599064" y="112603"/>
                  </a:lnTo>
                  <a:lnTo>
                    <a:pt x="593618" y="112603"/>
                  </a:lnTo>
                  <a:lnTo>
                    <a:pt x="588172" y="112603"/>
                  </a:lnTo>
                  <a:lnTo>
                    <a:pt x="582726" y="112603"/>
                  </a:lnTo>
                  <a:lnTo>
                    <a:pt x="577280" y="112603"/>
                  </a:lnTo>
                  <a:lnTo>
                    <a:pt x="571834" y="112603"/>
                  </a:lnTo>
                  <a:lnTo>
                    <a:pt x="566388" y="112603"/>
                  </a:lnTo>
                  <a:lnTo>
                    <a:pt x="560942" y="112603"/>
                  </a:lnTo>
                  <a:lnTo>
                    <a:pt x="555496" y="112603"/>
                  </a:lnTo>
                  <a:lnTo>
                    <a:pt x="550050" y="112603"/>
                  </a:lnTo>
                  <a:lnTo>
                    <a:pt x="544604" y="112603"/>
                  </a:lnTo>
                  <a:lnTo>
                    <a:pt x="539158" y="112603"/>
                  </a:lnTo>
                  <a:lnTo>
                    <a:pt x="533712" y="112603"/>
                  </a:lnTo>
                  <a:lnTo>
                    <a:pt x="528266" y="112603"/>
                  </a:lnTo>
                  <a:lnTo>
                    <a:pt x="522820" y="112603"/>
                  </a:lnTo>
                  <a:lnTo>
                    <a:pt x="517374" y="112603"/>
                  </a:lnTo>
                  <a:lnTo>
                    <a:pt x="511928" y="112603"/>
                  </a:lnTo>
                  <a:lnTo>
                    <a:pt x="506482" y="112603"/>
                  </a:lnTo>
                  <a:lnTo>
                    <a:pt x="501036" y="112603"/>
                  </a:lnTo>
                  <a:lnTo>
                    <a:pt x="495590" y="112603"/>
                  </a:lnTo>
                  <a:lnTo>
                    <a:pt x="490144" y="112603"/>
                  </a:lnTo>
                  <a:lnTo>
                    <a:pt x="484698" y="112603"/>
                  </a:lnTo>
                  <a:lnTo>
                    <a:pt x="479251" y="112603"/>
                  </a:lnTo>
                  <a:lnTo>
                    <a:pt x="473805" y="112603"/>
                  </a:lnTo>
                  <a:lnTo>
                    <a:pt x="468359" y="112603"/>
                  </a:lnTo>
                  <a:lnTo>
                    <a:pt x="462913" y="112603"/>
                  </a:lnTo>
                  <a:lnTo>
                    <a:pt x="457467" y="112603"/>
                  </a:lnTo>
                  <a:lnTo>
                    <a:pt x="452021" y="112603"/>
                  </a:lnTo>
                  <a:lnTo>
                    <a:pt x="446575" y="112603"/>
                  </a:lnTo>
                  <a:lnTo>
                    <a:pt x="441129" y="112603"/>
                  </a:lnTo>
                  <a:lnTo>
                    <a:pt x="435683" y="112603"/>
                  </a:lnTo>
                  <a:lnTo>
                    <a:pt x="430237" y="112603"/>
                  </a:lnTo>
                  <a:lnTo>
                    <a:pt x="424791" y="112603"/>
                  </a:lnTo>
                  <a:lnTo>
                    <a:pt x="419345" y="112603"/>
                  </a:lnTo>
                  <a:lnTo>
                    <a:pt x="413899" y="112603"/>
                  </a:lnTo>
                  <a:lnTo>
                    <a:pt x="408453" y="112603"/>
                  </a:lnTo>
                  <a:lnTo>
                    <a:pt x="403007" y="112603"/>
                  </a:lnTo>
                  <a:lnTo>
                    <a:pt x="397561" y="112603"/>
                  </a:lnTo>
                  <a:lnTo>
                    <a:pt x="392115" y="112603"/>
                  </a:lnTo>
                  <a:lnTo>
                    <a:pt x="386669" y="112603"/>
                  </a:lnTo>
                  <a:lnTo>
                    <a:pt x="381223" y="112603"/>
                  </a:lnTo>
                  <a:lnTo>
                    <a:pt x="375777" y="112603"/>
                  </a:lnTo>
                  <a:lnTo>
                    <a:pt x="370331" y="112603"/>
                  </a:lnTo>
                  <a:lnTo>
                    <a:pt x="364885" y="112603"/>
                  </a:lnTo>
                  <a:lnTo>
                    <a:pt x="359438" y="112603"/>
                  </a:lnTo>
                  <a:lnTo>
                    <a:pt x="353992" y="112603"/>
                  </a:lnTo>
                  <a:lnTo>
                    <a:pt x="348546" y="112603"/>
                  </a:lnTo>
                  <a:lnTo>
                    <a:pt x="343100" y="112603"/>
                  </a:lnTo>
                  <a:lnTo>
                    <a:pt x="337654" y="112603"/>
                  </a:lnTo>
                  <a:lnTo>
                    <a:pt x="332208" y="112603"/>
                  </a:lnTo>
                  <a:lnTo>
                    <a:pt x="326762" y="112603"/>
                  </a:lnTo>
                  <a:lnTo>
                    <a:pt x="321316" y="112603"/>
                  </a:lnTo>
                  <a:lnTo>
                    <a:pt x="315870" y="112603"/>
                  </a:lnTo>
                  <a:lnTo>
                    <a:pt x="310424" y="112603"/>
                  </a:lnTo>
                  <a:lnTo>
                    <a:pt x="304978" y="112603"/>
                  </a:lnTo>
                  <a:lnTo>
                    <a:pt x="299532" y="112603"/>
                  </a:lnTo>
                  <a:lnTo>
                    <a:pt x="294086" y="112603"/>
                  </a:lnTo>
                  <a:lnTo>
                    <a:pt x="288640" y="112603"/>
                  </a:lnTo>
                  <a:lnTo>
                    <a:pt x="283194" y="112603"/>
                  </a:lnTo>
                  <a:lnTo>
                    <a:pt x="277748" y="112603"/>
                  </a:lnTo>
                  <a:lnTo>
                    <a:pt x="272302" y="112603"/>
                  </a:lnTo>
                  <a:lnTo>
                    <a:pt x="266856" y="112603"/>
                  </a:lnTo>
                  <a:lnTo>
                    <a:pt x="261410" y="112603"/>
                  </a:lnTo>
                  <a:lnTo>
                    <a:pt x="255964" y="112603"/>
                  </a:lnTo>
                  <a:lnTo>
                    <a:pt x="250518" y="112603"/>
                  </a:lnTo>
                  <a:lnTo>
                    <a:pt x="245072" y="112603"/>
                  </a:lnTo>
                  <a:lnTo>
                    <a:pt x="239625" y="112603"/>
                  </a:lnTo>
                  <a:lnTo>
                    <a:pt x="234179" y="112603"/>
                  </a:lnTo>
                  <a:lnTo>
                    <a:pt x="228733" y="112603"/>
                  </a:lnTo>
                  <a:lnTo>
                    <a:pt x="223287" y="112603"/>
                  </a:lnTo>
                  <a:lnTo>
                    <a:pt x="217841" y="112603"/>
                  </a:lnTo>
                  <a:lnTo>
                    <a:pt x="212395" y="112603"/>
                  </a:lnTo>
                  <a:lnTo>
                    <a:pt x="206949" y="112603"/>
                  </a:lnTo>
                  <a:lnTo>
                    <a:pt x="201503" y="112603"/>
                  </a:lnTo>
                  <a:lnTo>
                    <a:pt x="196057" y="112603"/>
                  </a:lnTo>
                  <a:lnTo>
                    <a:pt x="190611" y="112603"/>
                  </a:lnTo>
                  <a:lnTo>
                    <a:pt x="185165" y="112603"/>
                  </a:lnTo>
                  <a:lnTo>
                    <a:pt x="179719" y="112603"/>
                  </a:lnTo>
                  <a:lnTo>
                    <a:pt x="174273" y="112603"/>
                  </a:lnTo>
                  <a:lnTo>
                    <a:pt x="168827" y="112603"/>
                  </a:lnTo>
                  <a:lnTo>
                    <a:pt x="163381" y="112603"/>
                  </a:lnTo>
                  <a:lnTo>
                    <a:pt x="157935" y="112603"/>
                  </a:lnTo>
                  <a:lnTo>
                    <a:pt x="152489" y="112603"/>
                  </a:lnTo>
                  <a:lnTo>
                    <a:pt x="147043" y="112603"/>
                  </a:lnTo>
                  <a:lnTo>
                    <a:pt x="141597" y="112603"/>
                  </a:lnTo>
                  <a:lnTo>
                    <a:pt x="136151" y="112603"/>
                  </a:lnTo>
                  <a:lnTo>
                    <a:pt x="130705" y="112603"/>
                  </a:lnTo>
                  <a:lnTo>
                    <a:pt x="125259" y="112603"/>
                  </a:lnTo>
                  <a:lnTo>
                    <a:pt x="119812" y="112603"/>
                  </a:lnTo>
                  <a:lnTo>
                    <a:pt x="114366" y="112603"/>
                  </a:lnTo>
                  <a:lnTo>
                    <a:pt x="108920" y="112603"/>
                  </a:lnTo>
                  <a:lnTo>
                    <a:pt x="103474" y="112603"/>
                  </a:lnTo>
                  <a:lnTo>
                    <a:pt x="98028" y="112603"/>
                  </a:lnTo>
                  <a:lnTo>
                    <a:pt x="92582" y="112603"/>
                  </a:lnTo>
                  <a:lnTo>
                    <a:pt x="87136" y="112603"/>
                  </a:lnTo>
                  <a:lnTo>
                    <a:pt x="81690" y="112603"/>
                  </a:lnTo>
                  <a:lnTo>
                    <a:pt x="76244" y="112603"/>
                  </a:lnTo>
                  <a:lnTo>
                    <a:pt x="70798" y="112603"/>
                  </a:lnTo>
                  <a:lnTo>
                    <a:pt x="65352" y="112603"/>
                  </a:lnTo>
                  <a:lnTo>
                    <a:pt x="59906" y="112603"/>
                  </a:lnTo>
                  <a:lnTo>
                    <a:pt x="54460" y="112603"/>
                  </a:lnTo>
                  <a:lnTo>
                    <a:pt x="49014" y="112603"/>
                  </a:lnTo>
                  <a:lnTo>
                    <a:pt x="43568" y="112603"/>
                  </a:lnTo>
                  <a:lnTo>
                    <a:pt x="38122" y="112603"/>
                  </a:lnTo>
                  <a:lnTo>
                    <a:pt x="32676" y="112603"/>
                  </a:lnTo>
                  <a:lnTo>
                    <a:pt x="27230" y="112603"/>
                  </a:lnTo>
                  <a:lnTo>
                    <a:pt x="21784" y="112603"/>
                  </a:lnTo>
                  <a:lnTo>
                    <a:pt x="16338" y="112603"/>
                  </a:lnTo>
                  <a:lnTo>
                    <a:pt x="10892" y="112603"/>
                  </a:lnTo>
                  <a:lnTo>
                    <a:pt x="5446" y="11260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957616" y="6077913"/>
              <a:ext cx="2782929" cy="112603"/>
            </a:xfrm>
            <a:custGeom>
              <a:avLst/>
              <a:pathLst>
                <a:path w="2782929" h="112603">
                  <a:moveTo>
                    <a:pt x="0" y="112603"/>
                  </a:moveTo>
                  <a:lnTo>
                    <a:pt x="5446" y="112603"/>
                  </a:lnTo>
                  <a:lnTo>
                    <a:pt x="10892" y="112603"/>
                  </a:lnTo>
                  <a:lnTo>
                    <a:pt x="16338" y="112603"/>
                  </a:lnTo>
                  <a:lnTo>
                    <a:pt x="21784" y="112603"/>
                  </a:lnTo>
                  <a:lnTo>
                    <a:pt x="27230" y="112603"/>
                  </a:lnTo>
                  <a:lnTo>
                    <a:pt x="32676" y="112603"/>
                  </a:lnTo>
                  <a:lnTo>
                    <a:pt x="38122" y="112603"/>
                  </a:lnTo>
                  <a:lnTo>
                    <a:pt x="43568" y="112603"/>
                  </a:lnTo>
                  <a:lnTo>
                    <a:pt x="49014" y="112603"/>
                  </a:lnTo>
                  <a:lnTo>
                    <a:pt x="54460" y="112603"/>
                  </a:lnTo>
                  <a:lnTo>
                    <a:pt x="59906" y="112603"/>
                  </a:lnTo>
                  <a:lnTo>
                    <a:pt x="65352" y="112603"/>
                  </a:lnTo>
                  <a:lnTo>
                    <a:pt x="70798" y="112603"/>
                  </a:lnTo>
                  <a:lnTo>
                    <a:pt x="76244" y="112603"/>
                  </a:lnTo>
                  <a:lnTo>
                    <a:pt x="81690" y="112603"/>
                  </a:lnTo>
                  <a:lnTo>
                    <a:pt x="87136" y="112603"/>
                  </a:lnTo>
                  <a:lnTo>
                    <a:pt x="92582" y="112603"/>
                  </a:lnTo>
                  <a:lnTo>
                    <a:pt x="98028" y="112603"/>
                  </a:lnTo>
                  <a:lnTo>
                    <a:pt x="103474" y="112603"/>
                  </a:lnTo>
                  <a:lnTo>
                    <a:pt x="108920" y="112603"/>
                  </a:lnTo>
                  <a:lnTo>
                    <a:pt x="114366" y="112603"/>
                  </a:lnTo>
                  <a:lnTo>
                    <a:pt x="119812" y="112603"/>
                  </a:lnTo>
                  <a:lnTo>
                    <a:pt x="125259" y="112603"/>
                  </a:lnTo>
                  <a:lnTo>
                    <a:pt x="130705" y="112603"/>
                  </a:lnTo>
                  <a:lnTo>
                    <a:pt x="136151" y="112603"/>
                  </a:lnTo>
                  <a:lnTo>
                    <a:pt x="141597" y="112603"/>
                  </a:lnTo>
                  <a:lnTo>
                    <a:pt x="147043" y="112603"/>
                  </a:lnTo>
                  <a:lnTo>
                    <a:pt x="152489" y="112603"/>
                  </a:lnTo>
                  <a:lnTo>
                    <a:pt x="157935" y="112603"/>
                  </a:lnTo>
                  <a:lnTo>
                    <a:pt x="163381" y="112603"/>
                  </a:lnTo>
                  <a:lnTo>
                    <a:pt x="168827" y="112603"/>
                  </a:lnTo>
                  <a:lnTo>
                    <a:pt x="174273" y="112603"/>
                  </a:lnTo>
                  <a:lnTo>
                    <a:pt x="179719" y="112603"/>
                  </a:lnTo>
                  <a:lnTo>
                    <a:pt x="185165" y="112603"/>
                  </a:lnTo>
                  <a:lnTo>
                    <a:pt x="190611" y="112603"/>
                  </a:lnTo>
                  <a:lnTo>
                    <a:pt x="196057" y="112603"/>
                  </a:lnTo>
                  <a:lnTo>
                    <a:pt x="201503" y="112603"/>
                  </a:lnTo>
                  <a:lnTo>
                    <a:pt x="206949" y="112603"/>
                  </a:lnTo>
                  <a:lnTo>
                    <a:pt x="212395" y="112603"/>
                  </a:lnTo>
                  <a:lnTo>
                    <a:pt x="217841" y="112602"/>
                  </a:lnTo>
                  <a:lnTo>
                    <a:pt x="223287" y="112601"/>
                  </a:lnTo>
                  <a:lnTo>
                    <a:pt x="228733" y="112600"/>
                  </a:lnTo>
                  <a:lnTo>
                    <a:pt x="234179" y="112599"/>
                  </a:lnTo>
                  <a:lnTo>
                    <a:pt x="239625" y="112597"/>
                  </a:lnTo>
                  <a:lnTo>
                    <a:pt x="245072" y="112594"/>
                  </a:lnTo>
                  <a:lnTo>
                    <a:pt x="250518" y="112589"/>
                  </a:lnTo>
                  <a:lnTo>
                    <a:pt x="255964" y="112583"/>
                  </a:lnTo>
                  <a:lnTo>
                    <a:pt x="261410" y="112575"/>
                  </a:lnTo>
                  <a:lnTo>
                    <a:pt x="266856" y="112564"/>
                  </a:lnTo>
                  <a:lnTo>
                    <a:pt x="272302" y="112549"/>
                  </a:lnTo>
                  <a:lnTo>
                    <a:pt x="277748" y="112530"/>
                  </a:lnTo>
                  <a:lnTo>
                    <a:pt x="283194" y="112506"/>
                  </a:lnTo>
                  <a:lnTo>
                    <a:pt x="288640" y="112475"/>
                  </a:lnTo>
                  <a:lnTo>
                    <a:pt x="294086" y="112436"/>
                  </a:lnTo>
                  <a:lnTo>
                    <a:pt x="299532" y="112388"/>
                  </a:lnTo>
                  <a:lnTo>
                    <a:pt x="304978" y="112329"/>
                  </a:lnTo>
                  <a:lnTo>
                    <a:pt x="310424" y="112258"/>
                  </a:lnTo>
                  <a:lnTo>
                    <a:pt x="315870" y="112176"/>
                  </a:lnTo>
                  <a:lnTo>
                    <a:pt x="321316" y="112080"/>
                  </a:lnTo>
                  <a:lnTo>
                    <a:pt x="326762" y="111971"/>
                  </a:lnTo>
                  <a:lnTo>
                    <a:pt x="332208" y="111848"/>
                  </a:lnTo>
                  <a:lnTo>
                    <a:pt x="337654" y="111711"/>
                  </a:lnTo>
                  <a:lnTo>
                    <a:pt x="343100" y="111561"/>
                  </a:lnTo>
                  <a:lnTo>
                    <a:pt x="348546" y="111399"/>
                  </a:lnTo>
                  <a:lnTo>
                    <a:pt x="353992" y="111229"/>
                  </a:lnTo>
                  <a:lnTo>
                    <a:pt x="359438" y="111052"/>
                  </a:lnTo>
                  <a:lnTo>
                    <a:pt x="364885" y="110873"/>
                  </a:lnTo>
                  <a:lnTo>
                    <a:pt x="370331" y="110696"/>
                  </a:lnTo>
                  <a:lnTo>
                    <a:pt x="375777" y="110523"/>
                  </a:lnTo>
                  <a:lnTo>
                    <a:pt x="381223" y="110359"/>
                  </a:lnTo>
                  <a:lnTo>
                    <a:pt x="386669" y="110209"/>
                  </a:lnTo>
                  <a:lnTo>
                    <a:pt x="392115" y="110080"/>
                  </a:lnTo>
                  <a:lnTo>
                    <a:pt x="397561" y="109975"/>
                  </a:lnTo>
                  <a:lnTo>
                    <a:pt x="403007" y="109896"/>
                  </a:lnTo>
                  <a:lnTo>
                    <a:pt x="408453" y="109845"/>
                  </a:lnTo>
                  <a:lnTo>
                    <a:pt x="413899" y="109825"/>
                  </a:lnTo>
                  <a:lnTo>
                    <a:pt x="419345" y="109835"/>
                  </a:lnTo>
                  <a:lnTo>
                    <a:pt x="424791" y="109877"/>
                  </a:lnTo>
                  <a:lnTo>
                    <a:pt x="430237" y="109947"/>
                  </a:lnTo>
                  <a:lnTo>
                    <a:pt x="435683" y="110045"/>
                  </a:lnTo>
                  <a:lnTo>
                    <a:pt x="441129" y="110169"/>
                  </a:lnTo>
                  <a:lnTo>
                    <a:pt x="446575" y="110312"/>
                  </a:lnTo>
                  <a:lnTo>
                    <a:pt x="452021" y="110468"/>
                  </a:lnTo>
                  <a:lnTo>
                    <a:pt x="457467" y="110632"/>
                  </a:lnTo>
                  <a:lnTo>
                    <a:pt x="462913" y="110801"/>
                  </a:lnTo>
                  <a:lnTo>
                    <a:pt x="468359" y="110968"/>
                  </a:lnTo>
                  <a:lnTo>
                    <a:pt x="473805" y="111131"/>
                  </a:lnTo>
                  <a:lnTo>
                    <a:pt x="479251" y="111284"/>
                  </a:lnTo>
                  <a:lnTo>
                    <a:pt x="484698" y="111424"/>
                  </a:lnTo>
                  <a:lnTo>
                    <a:pt x="490144" y="111547"/>
                  </a:lnTo>
                  <a:lnTo>
                    <a:pt x="495590" y="111654"/>
                  </a:lnTo>
                  <a:lnTo>
                    <a:pt x="501036" y="111743"/>
                  </a:lnTo>
                  <a:lnTo>
                    <a:pt x="506482" y="111816"/>
                  </a:lnTo>
                  <a:lnTo>
                    <a:pt x="511928" y="111872"/>
                  </a:lnTo>
                  <a:lnTo>
                    <a:pt x="517374" y="111912"/>
                  </a:lnTo>
                  <a:lnTo>
                    <a:pt x="522820" y="111939"/>
                  </a:lnTo>
                  <a:lnTo>
                    <a:pt x="528266" y="111953"/>
                  </a:lnTo>
                  <a:lnTo>
                    <a:pt x="533712" y="111955"/>
                  </a:lnTo>
                  <a:lnTo>
                    <a:pt x="539158" y="111948"/>
                  </a:lnTo>
                  <a:lnTo>
                    <a:pt x="544604" y="111933"/>
                  </a:lnTo>
                  <a:lnTo>
                    <a:pt x="550050" y="111913"/>
                  </a:lnTo>
                  <a:lnTo>
                    <a:pt x="555496" y="111887"/>
                  </a:lnTo>
                  <a:lnTo>
                    <a:pt x="560942" y="111856"/>
                  </a:lnTo>
                  <a:lnTo>
                    <a:pt x="566388" y="111822"/>
                  </a:lnTo>
                  <a:lnTo>
                    <a:pt x="571834" y="111784"/>
                  </a:lnTo>
                  <a:lnTo>
                    <a:pt x="577280" y="111743"/>
                  </a:lnTo>
                  <a:lnTo>
                    <a:pt x="582726" y="111699"/>
                  </a:lnTo>
                  <a:lnTo>
                    <a:pt x="588172" y="111653"/>
                  </a:lnTo>
                  <a:lnTo>
                    <a:pt x="593618" y="111604"/>
                  </a:lnTo>
                  <a:lnTo>
                    <a:pt x="599064" y="111552"/>
                  </a:lnTo>
                  <a:lnTo>
                    <a:pt x="604510" y="111499"/>
                  </a:lnTo>
                  <a:lnTo>
                    <a:pt x="609957" y="111444"/>
                  </a:lnTo>
                  <a:lnTo>
                    <a:pt x="615403" y="111387"/>
                  </a:lnTo>
                  <a:lnTo>
                    <a:pt x="620849" y="111329"/>
                  </a:lnTo>
                  <a:lnTo>
                    <a:pt x="626295" y="111269"/>
                  </a:lnTo>
                  <a:lnTo>
                    <a:pt x="631741" y="111208"/>
                  </a:lnTo>
                  <a:lnTo>
                    <a:pt x="637187" y="111146"/>
                  </a:lnTo>
                  <a:lnTo>
                    <a:pt x="642633" y="111081"/>
                  </a:lnTo>
                  <a:lnTo>
                    <a:pt x="648079" y="111013"/>
                  </a:lnTo>
                  <a:lnTo>
                    <a:pt x="653525" y="110942"/>
                  </a:lnTo>
                  <a:lnTo>
                    <a:pt x="658971" y="110868"/>
                  </a:lnTo>
                  <a:lnTo>
                    <a:pt x="664417" y="110788"/>
                  </a:lnTo>
                  <a:lnTo>
                    <a:pt x="669863" y="110703"/>
                  </a:lnTo>
                  <a:lnTo>
                    <a:pt x="675309" y="110612"/>
                  </a:lnTo>
                  <a:lnTo>
                    <a:pt x="680755" y="110514"/>
                  </a:lnTo>
                  <a:lnTo>
                    <a:pt x="686201" y="110410"/>
                  </a:lnTo>
                  <a:lnTo>
                    <a:pt x="691647" y="110300"/>
                  </a:lnTo>
                  <a:lnTo>
                    <a:pt x="697093" y="110186"/>
                  </a:lnTo>
                  <a:lnTo>
                    <a:pt x="702539" y="110069"/>
                  </a:lnTo>
                  <a:lnTo>
                    <a:pt x="707985" y="109951"/>
                  </a:lnTo>
                  <a:lnTo>
                    <a:pt x="713431" y="109834"/>
                  </a:lnTo>
                  <a:lnTo>
                    <a:pt x="718877" y="109721"/>
                  </a:lnTo>
                  <a:lnTo>
                    <a:pt x="724323" y="109616"/>
                  </a:lnTo>
                  <a:lnTo>
                    <a:pt x="729770" y="109522"/>
                  </a:lnTo>
                  <a:lnTo>
                    <a:pt x="735216" y="109441"/>
                  </a:lnTo>
                  <a:lnTo>
                    <a:pt x="740662" y="109376"/>
                  </a:lnTo>
                  <a:lnTo>
                    <a:pt x="746108" y="109329"/>
                  </a:lnTo>
                  <a:lnTo>
                    <a:pt x="751554" y="109301"/>
                  </a:lnTo>
                  <a:lnTo>
                    <a:pt x="757000" y="109293"/>
                  </a:lnTo>
                  <a:lnTo>
                    <a:pt x="762446" y="109304"/>
                  </a:lnTo>
                  <a:lnTo>
                    <a:pt x="767892" y="109334"/>
                  </a:lnTo>
                  <a:lnTo>
                    <a:pt x="773338" y="109383"/>
                  </a:lnTo>
                  <a:lnTo>
                    <a:pt x="778784" y="109448"/>
                  </a:lnTo>
                  <a:lnTo>
                    <a:pt x="784230" y="109525"/>
                  </a:lnTo>
                  <a:lnTo>
                    <a:pt x="789676" y="109609"/>
                  </a:lnTo>
                  <a:lnTo>
                    <a:pt x="795122" y="109699"/>
                  </a:lnTo>
                  <a:lnTo>
                    <a:pt x="800568" y="109790"/>
                  </a:lnTo>
                  <a:lnTo>
                    <a:pt x="806014" y="109879"/>
                  </a:lnTo>
                  <a:lnTo>
                    <a:pt x="811460" y="109962"/>
                  </a:lnTo>
                  <a:lnTo>
                    <a:pt x="816906" y="110036"/>
                  </a:lnTo>
                  <a:lnTo>
                    <a:pt x="822352" y="110095"/>
                  </a:lnTo>
                  <a:lnTo>
                    <a:pt x="827798" y="110139"/>
                  </a:lnTo>
                  <a:lnTo>
                    <a:pt x="833244" y="110165"/>
                  </a:lnTo>
                  <a:lnTo>
                    <a:pt x="838690" y="110171"/>
                  </a:lnTo>
                  <a:lnTo>
                    <a:pt x="844136" y="110158"/>
                  </a:lnTo>
                  <a:lnTo>
                    <a:pt x="849583" y="110124"/>
                  </a:lnTo>
                  <a:lnTo>
                    <a:pt x="855029" y="110070"/>
                  </a:lnTo>
                  <a:lnTo>
                    <a:pt x="860475" y="109996"/>
                  </a:lnTo>
                  <a:lnTo>
                    <a:pt x="865921" y="109903"/>
                  </a:lnTo>
                  <a:lnTo>
                    <a:pt x="871367" y="109792"/>
                  </a:lnTo>
                  <a:lnTo>
                    <a:pt x="876813" y="109667"/>
                  </a:lnTo>
                  <a:lnTo>
                    <a:pt x="882259" y="109532"/>
                  </a:lnTo>
                  <a:lnTo>
                    <a:pt x="887705" y="109389"/>
                  </a:lnTo>
                  <a:lnTo>
                    <a:pt x="893151" y="109241"/>
                  </a:lnTo>
                  <a:lnTo>
                    <a:pt x="898597" y="109092"/>
                  </a:lnTo>
                  <a:lnTo>
                    <a:pt x="904043" y="108944"/>
                  </a:lnTo>
                  <a:lnTo>
                    <a:pt x="909489" y="108800"/>
                  </a:lnTo>
                  <a:lnTo>
                    <a:pt x="914935" y="108663"/>
                  </a:lnTo>
                  <a:lnTo>
                    <a:pt x="920381" y="108535"/>
                  </a:lnTo>
                  <a:lnTo>
                    <a:pt x="925827" y="108417"/>
                  </a:lnTo>
                  <a:lnTo>
                    <a:pt x="931273" y="108308"/>
                  </a:lnTo>
                  <a:lnTo>
                    <a:pt x="936719" y="108208"/>
                  </a:lnTo>
                  <a:lnTo>
                    <a:pt x="942165" y="108116"/>
                  </a:lnTo>
                  <a:lnTo>
                    <a:pt x="947611" y="108030"/>
                  </a:lnTo>
                  <a:lnTo>
                    <a:pt x="953057" y="107949"/>
                  </a:lnTo>
                  <a:lnTo>
                    <a:pt x="958503" y="107869"/>
                  </a:lnTo>
                  <a:lnTo>
                    <a:pt x="963949" y="107789"/>
                  </a:lnTo>
                  <a:lnTo>
                    <a:pt x="969396" y="107704"/>
                  </a:lnTo>
                  <a:lnTo>
                    <a:pt x="974842" y="107613"/>
                  </a:lnTo>
                  <a:lnTo>
                    <a:pt x="980288" y="107514"/>
                  </a:lnTo>
                  <a:lnTo>
                    <a:pt x="985734" y="107404"/>
                  </a:lnTo>
                  <a:lnTo>
                    <a:pt x="991180" y="107283"/>
                  </a:lnTo>
                  <a:lnTo>
                    <a:pt x="996626" y="107148"/>
                  </a:lnTo>
                  <a:lnTo>
                    <a:pt x="1002072" y="107001"/>
                  </a:lnTo>
                  <a:lnTo>
                    <a:pt x="1007518" y="106840"/>
                  </a:lnTo>
                  <a:lnTo>
                    <a:pt x="1012964" y="106663"/>
                  </a:lnTo>
                  <a:lnTo>
                    <a:pt x="1018410" y="106473"/>
                  </a:lnTo>
                  <a:lnTo>
                    <a:pt x="1023856" y="106268"/>
                  </a:lnTo>
                  <a:lnTo>
                    <a:pt x="1029302" y="106050"/>
                  </a:lnTo>
                  <a:lnTo>
                    <a:pt x="1034748" y="105819"/>
                  </a:lnTo>
                  <a:lnTo>
                    <a:pt x="1040194" y="105573"/>
                  </a:lnTo>
                  <a:lnTo>
                    <a:pt x="1045640" y="105312"/>
                  </a:lnTo>
                  <a:lnTo>
                    <a:pt x="1051086" y="105036"/>
                  </a:lnTo>
                  <a:lnTo>
                    <a:pt x="1056532" y="104744"/>
                  </a:lnTo>
                  <a:lnTo>
                    <a:pt x="1061978" y="104433"/>
                  </a:lnTo>
                  <a:lnTo>
                    <a:pt x="1067424" y="104105"/>
                  </a:lnTo>
                  <a:lnTo>
                    <a:pt x="1072870" y="103760"/>
                  </a:lnTo>
                  <a:lnTo>
                    <a:pt x="1078316" y="103399"/>
                  </a:lnTo>
                  <a:lnTo>
                    <a:pt x="1083762" y="103024"/>
                  </a:lnTo>
                  <a:lnTo>
                    <a:pt x="1089209" y="102637"/>
                  </a:lnTo>
                  <a:lnTo>
                    <a:pt x="1094655" y="102241"/>
                  </a:lnTo>
                  <a:lnTo>
                    <a:pt x="1100101" y="101842"/>
                  </a:lnTo>
                  <a:lnTo>
                    <a:pt x="1105547" y="101442"/>
                  </a:lnTo>
                  <a:lnTo>
                    <a:pt x="1110993" y="101048"/>
                  </a:lnTo>
                  <a:lnTo>
                    <a:pt x="1116439" y="100664"/>
                  </a:lnTo>
                  <a:lnTo>
                    <a:pt x="1121885" y="100293"/>
                  </a:lnTo>
                  <a:lnTo>
                    <a:pt x="1127331" y="99938"/>
                  </a:lnTo>
                  <a:lnTo>
                    <a:pt x="1132777" y="99599"/>
                  </a:lnTo>
                  <a:lnTo>
                    <a:pt x="1138223" y="99275"/>
                  </a:lnTo>
                  <a:lnTo>
                    <a:pt x="1143669" y="98962"/>
                  </a:lnTo>
                  <a:lnTo>
                    <a:pt x="1149115" y="98653"/>
                  </a:lnTo>
                  <a:lnTo>
                    <a:pt x="1154561" y="98341"/>
                  </a:lnTo>
                  <a:lnTo>
                    <a:pt x="1160007" y="98009"/>
                  </a:lnTo>
                  <a:lnTo>
                    <a:pt x="1165453" y="97646"/>
                  </a:lnTo>
                  <a:lnTo>
                    <a:pt x="1170899" y="97236"/>
                  </a:lnTo>
                  <a:lnTo>
                    <a:pt x="1176345" y="96762"/>
                  </a:lnTo>
                  <a:lnTo>
                    <a:pt x="1181791" y="96207"/>
                  </a:lnTo>
                  <a:lnTo>
                    <a:pt x="1187237" y="95553"/>
                  </a:lnTo>
                  <a:lnTo>
                    <a:pt x="1192683" y="94784"/>
                  </a:lnTo>
                  <a:lnTo>
                    <a:pt x="1198129" y="93882"/>
                  </a:lnTo>
                  <a:lnTo>
                    <a:pt x="1203575" y="92816"/>
                  </a:lnTo>
                  <a:lnTo>
                    <a:pt x="1209021" y="91571"/>
                  </a:lnTo>
                  <a:lnTo>
                    <a:pt x="1214468" y="90141"/>
                  </a:lnTo>
                  <a:lnTo>
                    <a:pt x="1219914" y="88515"/>
                  </a:lnTo>
                  <a:lnTo>
                    <a:pt x="1225360" y="86679"/>
                  </a:lnTo>
                  <a:lnTo>
                    <a:pt x="1230806" y="84624"/>
                  </a:lnTo>
                  <a:lnTo>
                    <a:pt x="1236252" y="82339"/>
                  </a:lnTo>
                  <a:lnTo>
                    <a:pt x="1241698" y="79818"/>
                  </a:lnTo>
                  <a:lnTo>
                    <a:pt x="1247144" y="77054"/>
                  </a:lnTo>
                  <a:lnTo>
                    <a:pt x="1252590" y="74014"/>
                  </a:lnTo>
                  <a:lnTo>
                    <a:pt x="1258036" y="70723"/>
                  </a:lnTo>
                  <a:lnTo>
                    <a:pt x="1263482" y="67193"/>
                  </a:lnTo>
                  <a:lnTo>
                    <a:pt x="1268928" y="63434"/>
                  </a:lnTo>
                  <a:lnTo>
                    <a:pt x="1274374" y="59461"/>
                  </a:lnTo>
                  <a:lnTo>
                    <a:pt x="1279820" y="55295"/>
                  </a:lnTo>
                  <a:lnTo>
                    <a:pt x="1285266" y="50961"/>
                  </a:lnTo>
                  <a:lnTo>
                    <a:pt x="1290712" y="46493"/>
                  </a:lnTo>
                  <a:lnTo>
                    <a:pt x="1296158" y="41929"/>
                  </a:lnTo>
                  <a:lnTo>
                    <a:pt x="1301604" y="37317"/>
                  </a:lnTo>
                  <a:lnTo>
                    <a:pt x="1307050" y="32723"/>
                  </a:lnTo>
                  <a:lnTo>
                    <a:pt x="1312496" y="28205"/>
                  </a:lnTo>
                  <a:lnTo>
                    <a:pt x="1317942" y="23821"/>
                  </a:lnTo>
                  <a:lnTo>
                    <a:pt x="1323388" y="19635"/>
                  </a:lnTo>
                  <a:lnTo>
                    <a:pt x="1328834" y="15706"/>
                  </a:lnTo>
                  <a:lnTo>
                    <a:pt x="1334281" y="12095"/>
                  </a:lnTo>
                  <a:lnTo>
                    <a:pt x="1339727" y="8858"/>
                  </a:lnTo>
                  <a:lnTo>
                    <a:pt x="1345173" y="6066"/>
                  </a:lnTo>
                  <a:lnTo>
                    <a:pt x="1350619" y="3802"/>
                  </a:lnTo>
                  <a:lnTo>
                    <a:pt x="1356065" y="2050"/>
                  </a:lnTo>
                  <a:lnTo>
                    <a:pt x="1361511" y="829"/>
                  </a:lnTo>
                  <a:lnTo>
                    <a:pt x="1366957" y="146"/>
                  </a:lnTo>
                  <a:lnTo>
                    <a:pt x="1372403" y="0"/>
                  </a:lnTo>
                  <a:lnTo>
                    <a:pt x="1377849" y="374"/>
                  </a:lnTo>
                  <a:lnTo>
                    <a:pt x="1383295" y="1246"/>
                  </a:lnTo>
                  <a:lnTo>
                    <a:pt x="1388741" y="2583"/>
                  </a:lnTo>
                  <a:lnTo>
                    <a:pt x="1394187" y="4371"/>
                  </a:lnTo>
                  <a:lnTo>
                    <a:pt x="1399633" y="6552"/>
                  </a:lnTo>
                  <a:lnTo>
                    <a:pt x="1405079" y="9047"/>
                  </a:lnTo>
                  <a:lnTo>
                    <a:pt x="1410525" y="11807"/>
                  </a:lnTo>
                  <a:lnTo>
                    <a:pt x="1415971" y="14787"/>
                  </a:lnTo>
                  <a:lnTo>
                    <a:pt x="1421417" y="17942"/>
                  </a:lnTo>
                  <a:lnTo>
                    <a:pt x="1426863" y="21236"/>
                  </a:lnTo>
                  <a:lnTo>
                    <a:pt x="1432309" y="24633"/>
                  </a:lnTo>
                  <a:lnTo>
                    <a:pt x="1437755" y="28106"/>
                  </a:lnTo>
                  <a:lnTo>
                    <a:pt x="1443201" y="31635"/>
                  </a:lnTo>
                  <a:lnTo>
                    <a:pt x="1448647" y="35194"/>
                  </a:lnTo>
                  <a:lnTo>
                    <a:pt x="1454094" y="38767"/>
                  </a:lnTo>
                  <a:lnTo>
                    <a:pt x="1459540" y="42345"/>
                  </a:lnTo>
                  <a:lnTo>
                    <a:pt x="1464986" y="45916"/>
                  </a:lnTo>
                  <a:lnTo>
                    <a:pt x="1470432" y="49472"/>
                  </a:lnTo>
                  <a:lnTo>
                    <a:pt x="1475878" y="53005"/>
                  </a:lnTo>
                  <a:lnTo>
                    <a:pt x="1481324" y="56508"/>
                  </a:lnTo>
                  <a:lnTo>
                    <a:pt x="1486770" y="59972"/>
                  </a:lnTo>
                  <a:lnTo>
                    <a:pt x="1492216" y="63380"/>
                  </a:lnTo>
                  <a:lnTo>
                    <a:pt x="1497662" y="66728"/>
                  </a:lnTo>
                  <a:lnTo>
                    <a:pt x="1503108" y="70009"/>
                  </a:lnTo>
                  <a:lnTo>
                    <a:pt x="1508554" y="73212"/>
                  </a:lnTo>
                  <a:lnTo>
                    <a:pt x="1514000" y="76328"/>
                  </a:lnTo>
                  <a:lnTo>
                    <a:pt x="1519446" y="79347"/>
                  </a:lnTo>
                  <a:lnTo>
                    <a:pt x="1524892" y="82262"/>
                  </a:lnTo>
                  <a:lnTo>
                    <a:pt x="1530338" y="85061"/>
                  </a:lnTo>
                  <a:lnTo>
                    <a:pt x="1535784" y="87734"/>
                  </a:lnTo>
                  <a:lnTo>
                    <a:pt x="1541230" y="90258"/>
                  </a:lnTo>
                  <a:lnTo>
                    <a:pt x="1546676" y="92640"/>
                  </a:lnTo>
                  <a:lnTo>
                    <a:pt x="1552122" y="94875"/>
                  </a:lnTo>
                  <a:lnTo>
                    <a:pt x="1557568" y="96958"/>
                  </a:lnTo>
                  <a:lnTo>
                    <a:pt x="1563014" y="98885"/>
                  </a:lnTo>
                  <a:lnTo>
                    <a:pt x="1568460" y="100655"/>
                  </a:lnTo>
                  <a:lnTo>
                    <a:pt x="1573907" y="102268"/>
                  </a:lnTo>
                  <a:lnTo>
                    <a:pt x="1579353" y="103726"/>
                  </a:lnTo>
                  <a:lnTo>
                    <a:pt x="1584799" y="105024"/>
                  </a:lnTo>
                  <a:lnTo>
                    <a:pt x="1590245" y="106165"/>
                  </a:lnTo>
                  <a:lnTo>
                    <a:pt x="1595691" y="107170"/>
                  </a:lnTo>
                  <a:lnTo>
                    <a:pt x="1601137" y="108049"/>
                  </a:lnTo>
                  <a:lnTo>
                    <a:pt x="1606583" y="108810"/>
                  </a:lnTo>
                  <a:lnTo>
                    <a:pt x="1612029" y="109465"/>
                  </a:lnTo>
                  <a:lnTo>
                    <a:pt x="1617475" y="110023"/>
                  </a:lnTo>
                  <a:lnTo>
                    <a:pt x="1622921" y="110495"/>
                  </a:lnTo>
                  <a:lnTo>
                    <a:pt x="1628367" y="110892"/>
                  </a:lnTo>
                  <a:lnTo>
                    <a:pt x="1633813" y="111217"/>
                  </a:lnTo>
                  <a:lnTo>
                    <a:pt x="1639259" y="111485"/>
                  </a:lnTo>
                  <a:lnTo>
                    <a:pt x="1644705" y="111706"/>
                  </a:lnTo>
                  <a:lnTo>
                    <a:pt x="1650151" y="111888"/>
                  </a:lnTo>
                  <a:lnTo>
                    <a:pt x="1655597" y="112036"/>
                  </a:lnTo>
                  <a:lnTo>
                    <a:pt x="1661043" y="112157"/>
                  </a:lnTo>
                  <a:lnTo>
                    <a:pt x="1666489" y="112254"/>
                  </a:lnTo>
                  <a:lnTo>
                    <a:pt x="1671935" y="112332"/>
                  </a:lnTo>
                  <a:lnTo>
                    <a:pt x="1677381" y="112395"/>
                  </a:lnTo>
                  <a:lnTo>
                    <a:pt x="1682827" y="112443"/>
                  </a:lnTo>
                  <a:lnTo>
                    <a:pt x="1688273" y="112481"/>
                  </a:lnTo>
                  <a:lnTo>
                    <a:pt x="1693720" y="112511"/>
                  </a:lnTo>
                  <a:lnTo>
                    <a:pt x="1699166" y="112534"/>
                  </a:lnTo>
                  <a:lnTo>
                    <a:pt x="1704612" y="112552"/>
                  </a:lnTo>
                  <a:lnTo>
                    <a:pt x="1710058" y="112566"/>
                  </a:lnTo>
                  <a:lnTo>
                    <a:pt x="1715504" y="112576"/>
                  </a:lnTo>
                  <a:lnTo>
                    <a:pt x="1720950" y="112584"/>
                  </a:lnTo>
                  <a:lnTo>
                    <a:pt x="1726396" y="112590"/>
                  </a:lnTo>
                  <a:lnTo>
                    <a:pt x="1731842" y="112594"/>
                  </a:lnTo>
                  <a:lnTo>
                    <a:pt x="1737288" y="112597"/>
                  </a:lnTo>
                  <a:lnTo>
                    <a:pt x="1742734" y="112599"/>
                  </a:lnTo>
                  <a:lnTo>
                    <a:pt x="1748180" y="112600"/>
                  </a:lnTo>
                  <a:lnTo>
                    <a:pt x="1753626" y="112601"/>
                  </a:lnTo>
                  <a:lnTo>
                    <a:pt x="1759072" y="112602"/>
                  </a:lnTo>
                  <a:lnTo>
                    <a:pt x="1764518" y="112603"/>
                  </a:lnTo>
                  <a:lnTo>
                    <a:pt x="1769964" y="112603"/>
                  </a:lnTo>
                  <a:lnTo>
                    <a:pt x="1775410" y="112603"/>
                  </a:lnTo>
                  <a:lnTo>
                    <a:pt x="1780856" y="112603"/>
                  </a:lnTo>
                  <a:lnTo>
                    <a:pt x="1786302" y="112603"/>
                  </a:lnTo>
                  <a:lnTo>
                    <a:pt x="1791748" y="112603"/>
                  </a:lnTo>
                  <a:lnTo>
                    <a:pt x="1797194" y="112603"/>
                  </a:lnTo>
                  <a:lnTo>
                    <a:pt x="1802640" y="112603"/>
                  </a:lnTo>
                  <a:lnTo>
                    <a:pt x="1808086" y="112603"/>
                  </a:lnTo>
                  <a:lnTo>
                    <a:pt x="1813532" y="112603"/>
                  </a:lnTo>
                  <a:lnTo>
                    <a:pt x="1818979" y="112603"/>
                  </a:lnTo>
                  <a:lnTo>
                    <a:pt x="1824425" y="112603"/>
                  </a:lnTo>
                  <a:lnTo>
                    <a:pt x="1829871" y="112603"/>
                  </a:lnTo>
                  <a:lnTo>
                    <a:pt x="1835317" y="112603"/>
                  </a:lnTo>
                  <a:lnTo>
                    <a:pt x="1840763" y="112603"/>
                  </a:lnTo>
                  <a:lnTo>
                    <a:pt x="1846209" y="112603"/>
                  </a:lnTo>
                  <a:lnTo>
                    <a:pt x="1851655" y="112603"/>
                  </a:lnTo>
                  <a:lnTo>
                    <a:pt x="1857101" y="112603"/>
                  </a:lnTo>
                  <a:lnTo>
                    <a:pt x="1862547" y="112603"/>
                  </a:lnTo>
                  <a:lnTo>
                    <a:pt x="1867993" y="112603"/>
                  </a:lnTo>
                  <a:lnTo>
                    <a:pt x="1873439" y="112603"/>
                  </a:lnTo>
                  <a:lnTo>
                    <a:pt x="1878885" y="112603"/>
                  </a:lnTo>
                  <a:lnTo>
                    <a:pt x="1884331" y="112603"/>
                  </a:lnTo>
                  <a:lnTo>
                    <a:pt x="1889777" y="112603"/>
                  </a:lnTo>
                  <a:lnTo>
                    <a:pt x="1895223" y="112603"/>
                  </a:lnTo>
                  <a:lnTo>
                    <a:pt x="1900669" y="112603"/>
                  </a:lnTo>
                  <a:lnTo>
                    <a:pt x="1906115" y="112603"/>
                  </a:lnTo>
                  <a:lnTo>
                    <a:pt x="1911561" y="112603"/>
                  </a:lnTo>
                  <a:lnTo>
                    <a:pt x="1917007" y="112603"/>
                  </a:lnTo>
                  <a:lnTo>
                    <a:pt x="1922453" y="112603"/>
                  </a:lnTo>
                  <a:lnTo>
                    <a:pt x="1927899" y="112603"/>
                  </a:lnTo>
                  <a:lnTo>
                    <a:pt x="1933345" y="112603"/>
                  </a:lnTo>
                  <a:lnTo>
                    <a:pt x="1938792" y="112603"/>
                  </a:lnTo>
                  <a:lnTo>
                    <a:pt x="1944238" y="112603"/>
                  </a:lnTo>
                  <a:lnTo>
                    <a:pt x="1949684" y="112603"/>
                  </a:lnTo>
                  <a:lnTo>
                    <a:pt x="1955130" y="112603"/>
                  </a:lnTo>
                  <a:lnTo>
                    <a:pt x="1960576" y="112603"/>
                  </a:lnTo>
                  <a:lnTo>
                    <a:pt x="1966022" y="112603"/>
                  </a:lnTo>
                  <a:lnTo>
                    <a:pt x="1971468" y="112603"/>
                  </a:lnTo>
                  <a:lnTo>
                    <a:pt x="1976914" y="112603"/>
                  </a:lnTo>
                  <a:lnTo>
                    <a:pt x="1982360" y="112603"/>
                  </a:lnTo>
                  <a:lnTo>
                    <a:pt x="1987806" y="112603"/>
                  </a:lnTo>
                  <a:lnTo>
                    <a:pt x="1993252" y="112603"/>
                  </a:lnTo>
                  <a:lnTo>
                    <a:pt x="1998698" y="112603"/>
                  </a:lnTo>
                  <a:lnTo>
                    <a:pt x="2004144" y="112603"/>
                  </a:lnTo>
                  <a:lnTo>
                    <a:pt x="2009590" y="112603"/>
                  </a:lnTo>
                  <a:lnTo>
                    <a:pt x="2015036" y="112603"/>
                  </a:lnTo>
                  <a:lnTo>
                    <a:pt x="2020482" y="112603"/>
                  </a:lnTo>
                  <a:lnTo>
                    <a:pt x="2025928" y="112603"/>
                  </a:lnTo>
                  <a:lnTo>
                    <a:pt x="2031374" y="112603"/>
                  </a:lnTo>
                  <a:lnTo>
                    <a:pt x="2036820" y="112603"/>
                  </a:lnTo>
                  <a:lnTo>
                    <a:pt x="2042266" y="112603"/>
                  </a:lnTo>
                  <a:lnTo>
                    <a:pt x="2047712" y="112603"/>
                  </a:lnTo>
                  <a:lnTo>
                    <a:pt x="2053158" y="112603"/>
                  </a:lnTo>
                  <a:lnTo>
                    <a:pt x="2058605" y="112603"/>
                  </a:lnTo>
                  <a:lnTo>
                    <a:pt x="2064051" y="112603"/>
                  </a:lnTo>
                  <a:lnTo>
                    <a:pt x="2069497" y="112603"/>
                  </a:lnTo>
                  <a:lnTo>
                    <a:pt x="2074943" y="112603"/>
                  </a:lnTo>
                  <a:lnTo>
                    <a:pt x="2080389" y="112603"/>
                  </a:lnTo>
                  <a:lnTo>
                    <a:pt x="2085835" y="112603"/>
                  </a:lnTo>
                  <a:lnTo>
                    <a:pt x="2091281" y="112603"/>
                  </a:lnTo>
                  <a:lnTo>
                    <a:pt x="2096727" y="112603"/>
                  </a:lnTo>
                  <a:lnTo>
                    <a:pt x="2102173" y="112603"/>
                  </a:lnTo>
                  <a:lnTo>
                    <a:pt x="2107619" y="112603"/>
                  </a:lnTo>
                  <a:lnTo>
                    <a:pt x="2113065" y="112603"/>
                  </a:lnTo>
                  <a:lnTo>
                    <a:pt x="2118511" y="112603"/>
                  </a:lnTo>
                  <a:lnTo>
                    <a:pt x="2123957" y="112603"/>
                  </a:lnTo>
                  <a:lnTo>
                    <a:pt x="2129403" y="112603"/>
                  </a:lnTo>
                  <a:lnTo>
                    <a:pt x="2134849" y="112603"/>
                  </a:lnTo>
                  <a:lnTo>
                    <a:pt x="2140295" y="112603"/>
                  </a:lnTo>
                  <a:lnTo>
                    <a:pt x="2145741" y="112603"/>
                  </a:lnTo>
                  <a:lnTo>
                    <a:pt x="2151187" y="112603"/>
                  </a:lnTo>
                  <a:lnTo>
                    <a:pt x="2156633" y="112603"/>
                  </a:lnTo>
                  <a:lnTo>
                    <a:pt x="2162079" y="112603"/>
                  </a:lnTo>
                  <a:lnTo>
                    <a:pt x="2167525" y="112603"/>
                  </a:lnTo>
                  <a:lnTo>
                    <a:pt x="2172971" y="112603"/>
                  </a:lnTo>
                  <a:lnTo>
                    <a:pt x="2178418" y="112603"/>
                  </a:lnTo>
                  <a:lnTo>
                    <a:pt x="2183864" y="112603"/>
                  </a:lnTo>
                  <a:lnTo>
                    <a:pt x="2189310" y="112603"/>
                  </a:lnTo>
                  <a:lnTo>
                    <a:pt x="2194756" y="112603"/>
                  </a:lnTo>
                  <a:lnTo>
                    <a:pt x="2200202" y="112603"/>
                  </a:lnTo>
                  <a:lnTo>
                    <a:pt x="2205648" y="112603"/>
                  </a:lnTo>
                  <a:lnTo>
                    <a:pt x="2211094" y="112603"/>
                  </a:lnTo>
                  <a:lnTo>
                    <a:pt x="2216540" y="112603"/>
                  </a:lnTo>
                  <a:lnTo>
                    <a:pt x="2221986" y="112603"/>
                  </a:lnTo>
                  <a:lnTo>
                    <a:pt x="2227432" y="112603"/>
                  </a:lnTo>
                  <a:lnTo>
                    <a:pt x="2232878" y="112603"/>
                  </a:lnTo>
                  <a:lnTo>
                    <a:pt x="2238324" y="112603"/>
                  </a:lnTo>
                  <a:lnTo>
                    <a:pt x="2243770" y="112603"/>
                  </a:lnTo>
                  <a:lnTo>
                    <a:pt x="2249216" y="112603"/>
                  </a:lnTo>
                  <a:lnTo>
                    <a:pt x="2254662" y="112603"/>
                  </a:lnTo>
                  <a:lnTo>
                    <a:pt x="2260108" y="112603"/>
                  </a:lnTo>
                  <a:lnTo>
                    <a:pt x="2265554" y="112603"/>
                  </a:lnTo>
                  <a:lnTo>
                    <a:pt x="2271000" y="112603"/>
                  </a:lnTo>
                  <a:lnTo>
                    <a:pt x="2276446" y="112603"/>
                  </a:lnTo>
                  <a:lnTo>
                    <a:pt x="2281892" y="112603"/>
                  </a:lnTo>
                  <a:lnTo>
                    <a:pt x="2287338" y="112603"/>
                  </a:lnTo>
                  <a:lnTo>
                    <a:pt x="2292784" y="112603"/>
                  </a:lnTo>
                  <a:lnTo>
                    <a:pt x="2298231" y="112603"/>
                  </a:lnTo>
                  <a:lnTo>
                    <a:pt x="2303677" y="112603"/>
                  </a:lnTo>
                  <a:lnTo>
                    <a:pt x="2309123" y="112603"/>
                  </a:lnTo>
                  <a:lnTo>
                    <a:pt x="2314569" y="112603"/>
                  </a:lnTo>
                  <a:lnTo>
                    <a:pt x="2320015" y="112603"/>
                  </a:lnTo>
                  <a:lnTo>
                    <a:pt x="2325461" y="112603"/>
                  </a:lnTo>
                  <a:lnTo>
                    <a:pt x="2330907" y="112603"/>
                  </a:lnTo>
                  <a:lnTo>
                    <a:pt x="2336353" y="112603"/>
                  </a:lnTo>
                  <a:lnTo>
                    <a:pt x="2341799" y="112603"/>
                  </a:lnTo>
                  <a:lnTo>
                    <a:pt x="2347245" y="112603"/>
                  </a:lnTo>
                  <a:lnTo>
                    <a:pt x="2352691" y="112603"/>
                  </a:lnTo>
                  <a:lnTo>
                    <a:pt x="2358137" y="112603"/>
                  </a:lnTo>
                  <a:lnTo>
                    <a:pt x="2363583" y="112603"/>
                  </a:lnTo>
                  <a:lnTo>
                    <a:pt x="2369029" y="112603"/>
                  </a:lnTo>
                  <a:lnTo>
                    <a:pt x="2374475" y="112603"/>
                  </a:lnTo>
                  <a:lnTo>
                    <a:pt x="2379921" y="112602"/>
                  </a:lnTo>
                  <a:lnTo>
                    <a:pt x="2385367" y="112601"/>
                  </a:lnTo>
                  <a:lnTo>
                    <a:pt x="2390813" y="112601"/>
                  </a:lnTo>
                  <a:lnTo>
                    <a:pt x="2396259" y="112599"/>
                  </a:lnTo>
                  <a:lnTo>
                    <a:pt x="2401705" y="112598"/>
                  </a:lnTo>
                  <a:lnTo>
                    <a:pt x="2407151" y="112595"/>
                  </a:lnTo>
                  <a:lnTo>
                    <a:pt x="2412597" y="112592"/>
                  </a:lnTo>
                  <a:lnTo>
                    <a:pt x="2418043" y="112588"/>
                  </a:lnTo>
                  <a:lnTo>
                    <a:pt x="2423490" y="112583"/>
                  </a:lnTo>
                  <a:lnTo>
                    <a:pt x="2428936" y="112576"/>
                  </a:lnTo>
                  <a:lnTo>
                    <a:pt x="2434382" y="112567"/>
                  </a:lnTo>
                  <a:lnTo>
                    <a:pt x="2439828" y="112557"/>
                  </a:lnTo>
                  <a:lnTo>
                    <a:pt x="2445274" y="112545"/>
                  </a:lnTo>
                  <a:lnTo>
                    <a:pt x="2450720" y="112531"/>
                  </a:lnTo>
                  <a:lnTo>
                    <a:pt x="2456166" y="112514"/>
                  </a:lnTo>
                  <a:lnTo>
                    <a:pt x="2461612" y="112495"/>
                  </a:lnTo>
                  <a:lnTo>
                    <a:pt x="2467058" y="112474"/>
                  </a:lnTo>
                  <a:lnTo>
                    <a:pt x="2472504" y="112451"/>
                  </a:lnTo>
                  <a:lnTo>
                    <a:pt x="2477950" y="112427"/>
                  </a:lnTo>
                  <a:lnTo>
                    <a:pt x="2483396" y="112401"/>
                  </a:lnTo>
                  <a:lnTo>
                    <a:pt x="2488842" y="112376"/>
                  </a:lnTo>
                  <a:lnTo>
                    <a:pt x="2494288" y="112351"/>
                  </a:lnTo>
                  <a:lnTo>
                    <a:pt x="2499734" y="112328"/>
                  </a:lnTo>
                  <a:lnTo>
                    <a:pt x="2505180" y="112307"/>
                  </a:lnTo>
                  <a:lnTo>
                    <a:pt x="2510626" y="112289"/>
                  </a:lnTo>
                  <a:lnTo>
                    <a:pt x="2516072" y="112275"/>
                  </a:lnTo>
                  <a:lnTo>
                    <a:pt x="2521518" y="112264"/>
                  </a:lnTo>
                  <a:lnTo>
                    <a:pt x="2526964" y="112259"/>
                  </a:lnTo>
                  <a:lnTo>
                    <a:pt x="2532410" y="112259"/>
                  </a:lnTo>
                  <a:lnTo>
                    <a:pt x="2537856" y="112263"/>
                  </a:lnTo>
                  <a:lnTo>
                    <a:pt x="2543303" y="112273"/>
                  </a:lnTo>
                  <a:lnTo>
                    <a:pt x="2548749" y="112288"/>
                  </a:lnTo>
                  <a:lnTo>
                    <a:pt x="2554195" y="112306"/>
                  </a:lnTo>
                  <a:lnTo>
                    <a:pt x="2559641" y="112327"/>
                  </a:lnTo>
                  <a:lnTo>
                    <a:pt x="2565087" y="112350"/>
                  </a:lnTo>
                  <a:lnTo>
                    <a:pt x="2570533" y="112375"/>
                  </a:lnTo>
                  <a:lnTo>
                    <a:pt x="2575979" y="112400"/>
                  </a:lnTo>
                  <a:lnTo>
                    <a:pt x="2581425" y="112425"/>
                  </a:lnTo>
                  <a:lnTo>
                    <a:pt x="2586871" y="112449"/>
                  </a:lnTo>
                  <a:lnTo>
                    <a:pt x="2592317" y="112472"/>
                  </a:lnTo>
                  <a:lnTo>
                    <a:pt x="2597763" y="112492"/>
                  </a:lnTo>
                  <a:lnTo>
                    <a:pt x="2603209" y="112511"/>
                  </a:lnTo>
                  <a:lnTo>
                    <a:pt x="2608655" y="112527"/>
                  </a:lnTo>
                  <a:lnTo>
                    <a:pt x="2614101" y="112540"/>
                  </a:lnTo>
                  <a:lnTo>
                    <a:pt x="2619547" y="112550"/>
                  </a:lnTo>
                  <a:lnTo>
                    <a:pt x="2624993" y="112558"/>
                  </a:lnTo>
                  <a:lnTo>
                    <a:pt x="2630439" y="112563"/>
                  </a:lnTo>
                  <a:lnTo>
                    <a:pt x="2635885" y="112564"/>
                  </a:lnTo>
                  <a:lnTo>
                    <a:pt x="2641331" y="112563"/>
                  </a:lnTo>
                  <a:lnTo>
                    <a:pt x="2646777" y="112558"/>
                  </a:lnTo>
                  <a:lnTo>
                    <a:pt x="2652223" y="112549"/>
                  </a:lnTo>
                  <a:lnTo>
                    <a:pt x="2657669" y="112537"/>
                  </a:lnTo>
                  <a:lnTo>
                    <a:pt x="2663116" y="112521"/>
                  </a:lnTo>
                  <a:lnTo>
                    <a:pt x="2668562" y="112501"/>
                  </a:lnTo>
                  <a:lnTo>
                    <a:pt x="2674008" y="112476"/>
                  </a:lnTo>
                  <a:lnTo>
                    <a:pt x="2679454" y="112447"/>
                  </a:lnTo>
                  <a:lnTo>
                    <a:pt x="2684900" y="112412"/>
                  </a:lnTo>
                  <a:lnTo>
                    <a:pt x="2690346" y="112373"/>
                  </a:lnTo>
                  <a:lnTo>
                    <a:pt x="2695792" y="112330"/>
                  </a:lnTo>
                  <a:lnTo>
                    <a:pt x="2701238" y="112283"/>
                  </a:lnTo>
                  <a:lnTo>
                    <a:pt x="2706684" y="112234"/>
                  </a:lnTo>
                  <a:lnTo>
                    <a:pt x="2712130" y="112184"/>
                  </a:lnTo>
                  <a:lnTo>
                    <a:pt x="2717576" y="112133"/>
                  </a:lnTo>
                  <a:lnTo>
                    <a:pt x="2723022" y="112084"/>
                  </a:lnTo>
                  <a:lnTo>
                    <a:pt x="2728468" y="112038"/>
                  </a:lnTo>
                  <a:lnTo>
                    <a:pt x="2733914" y="111998"/>
                  </a:lnTo>
                  <a:lnTo>
                    <a:pt x="2739360" y="111964"/>
                  </a:lnTo>
                  <a:lnTo>
                    <a:pt x="2744806" y="111938"/>
                  </a:lnTo>
                  <a:lnTo>
                    <a:pt x="2750252" y="111922"/>
                  </a:lnTo>
                  <a:lnTo>
                    <a:pt x="2755698" y="111914"/>
                  </a:lnTo>
                  <a:lnTo>
                    <a:pt x="2761144" y="111917"/>
                  </a:lnTo>
                  <a:lnTo>
                    <a:pt x="2766590" y="111930"/>
                  </a:lnTo>
                  <a:lnTo>
                    <a:pt x="2772036" y="111951"/>
                  </a:lnTo>
                  <a:lnTo>
                    <a:pt x="2777482" y="111982"/>
                  </a:lnTo>
                  <a:lnTo>
                    <a:pt x="2782929" y="112020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3957616" y="6145125"/>
              <a:ext cx="2782929" cy="45391"/>
            </a:xfrm>
            <a:custGeom>
              <a:avLst/>
              <a:pathLst>
                <a:path w="2782929" h="45391">
                  <a:moveTo>
                    <a:pt x="0" y="45389"/>
                  </a:moveTo>
                  <a:lnTo>
                    <a:pt x="5446" y="45389"/>
                  </a:lnTo>
                  <a:lnTo>
                    <a:pt x="10892" y="45388"/>
                  </a:lnTo>
                  <a:lnTo>
                    <a:pt x="16338" y="45388"/>
                  </a:lnTo>
                  <a:lnTo>
                    <a:pt x="21784" y="45387"/>
                  </a:lnTo>
                  <a:lnTo>
                    <a:pt x="27230" y="45387"/>
                  </a:lnTo>
                  <a:lnTo>
                    <a:pt x="32676" y="45386"/>
                  </a:lnTo>
                  <a:lnTo>
                    <a:pt x="38122" y="45385"/>
                  </a:lnTo>
                  <a:lnTo>
                    <a:pt x="43568" y="45384"/>
                  </a:lnTo>
                  <a:lnTo>
                    <a:pt x="49014" y="45382"/>
                  </a:lnTo>
                  <a:lnTo>
                    <a:pt x="54460" y="45381"/>
                  </a:lnTo>
                  <a:lnTo>
                    <a:pt x="59906" y="45379"/>
                  </a:lnTo>
                  <a:lnTo>
                    <a:pt x="65352" y="45377"/>
                  </a:lnTo>
                  <a:lnTo>
                    <a:pt x="70798" y="45375"/>
                  </a:lnTo>
                  <a:lnTo>
                    <a:pt x="76244" y="45372"/>
                  </a:lnTo>
                  <a:lnTo>
                    <a:pt x="81690" y="45369"/>
                  </a:lnTo>
                  <a:lnTo>
                    <a:pt x="87136" y="45366"/>
                  </a:lnTo>
                  <a:lnTo>
                    <a:pt x="92582" y="45362"/>
                  </a:lnTo>
                  <a:lnTo>
                    <a:pt x="98028" y="45358"/>
                  </a:lnTo>
                  <a:lnTo>
                    <a:pt x="103474" y="45353"/>
                  </a:lnTo>
                  <a:lnTo>
                    <a:pt x="108920" y="45348"/>
                  </a:lnTo>
                  <a:lnTo>
                    <a:pt x="114366" y="45341"/>
                  </a:lnTo>
                  <a:lnTo>
                    <a:pt x="119812" y="45335"/>
                  </a:lnTo>
                  <a:lnTo>
                    <a:pt x="125259" y="45327"/>
                  </a:lnTo>
                  <a:lnTo>
                    <a:pt x="130705" y="45319"/>
                  </a:lnTo>
                  <a:lnTo>
                    <a:pt x="136151" y="45309"/>
                  </a:lnTo>
                  <a:lnTo>
                    <a:pt x="141597" y="45299"/>
                  </a:lnTo>
                  <a:lnTo>
                    <a:pt x="147043" y="45288"/>
                  </a:lnTo>
                  <a:lnTo>
                    <a:pt x="152489" y="45275"/>
                  </a:lnTo>
                  <a:lnTo>
                    <a:pt x="157935" y="45261"/>
                  </a:lnTo>
                  <a:lnTo>
                    <a:pt x="163381" y="45247"/>
                  </a:lnTo>
                  <a:lnTo>
                    <a:pt x="168827" y="45230"/>
                  </a:lnTo>
                  <a:lnTo>
                    <a:pt x="174273" y="45212"/>
                  </a:lnTo>
                  <a:lnTo>
                    <a:pt x="179719" y="45193"/>
                  </a:lnTo>
                  <a:lnTo>
                    <a:pt x="185165" y="45172"/>
                  </a:lnTo>
                  <a:lnTo>
                    <a:pt x="190611" y="45150"/>
                  </a:lnTo>
                  <a:lnTo>
                    <a:pt x="196057" y="45126"/>
                  </a:lnTo>
                  <a:lnTo>
                    <a:pt x="201503" y="45100"/>
                  </a:lnTo>
                  <a:lnTo>
                    <a:pt x="206949" y="45072"/>
                  </a:lnTo>
                  <a:lnTo>
                    <a:pt x="212395" y="45043"/>
                  </a:lnTo>
                  <a:lnTo>
                    <a:pt x="217841" y="45011"/>
                  </a:lnTo>
                  <a:lnTo>
                    <a:pt x="223287" y="44978"/>
                  </a:lnTo>
                  <a:lnTo>
                    <a:pt x="228733" y="44943"/>
                  </a:lnTo>
                  <a:lnTo>
                    <a:pt x="234179" y="44907"/>
                  </a:lnTo>
                  <a:lnTo>
                    <a:pt x="239625" y="44868"/>
                  </a:lnTo>
                  <a:lnTo>
                    <a:pt x="245072" y="44827"/>
                  </a:lnTo>
                  <a:lnTo>
                    <a:pt x="250518" y="44785"/>
                  </a:lnTo>
                  <a:lnTo>
                    <a:pt x="255964" y="44742"/>
                  </a:lnTo>
                  <a:lnTo>
                    <a:pt x="261410" y="44696"/>
                  </a:lnTo>
                  <a:lnTo>
                    <a:pt x="266856" y="44649"/>
                  </a:lnTo>
                  <a:lnTo>
                    <a:pt x="272302" y="44601"/>
                  </a:lnTo>
                  <a:lnTo>
                    <a:pt x="277748" y="44552"/>
                  </a:lnTo>
                  <a:lnTo>
                    <a:pt x="283194" y="44501"/>
                  </a:lnTo>
                  <a:lnTo>
                    <a:pt x="288640" y="44450"/>
                  </a:lnTo>
                  <a:lnTo>
                    <a:pt x="294086" y="44398"/>
                  </a:lnTo>
                  <a:lnTo>
                    <a:pt x="299532" y="44345"/>
                  </a:lnTo>
                  <a:lnTo>
                    <a:pt x="304978" y="44293"/>
                  </a:lnTo>
                  <a:lnTo>
                    <a:pt x="310424" y="44240"/>
                  </a:lnTo>
                  <a:lnTo>
                    <a:pt x="315870" y="44187"/>
                  </a:lnTo>
                  <a:lnTo>
                    <a:pt x="321316" y="44134"/>
                  </a:lnTo>
                  <a:lnTo>
                    <a:pt x="326762" y="44082"/>
                  </a:lnTo>
                  <a:lnTo>
                    <a:pt x="332208" y="44031"/>
                  </a:lnTo>
                  <a:lnTo>
                    <a:pt x="337654" y="43981"/>
                  </a:lnTo>
                  <a:lnTo>
                    <a:pt x="343100" y="43932"/>
                  </a:lnTo>
                  <a:lnTo>
                    <a:pt x="348546" y="43885"/>
                  </a:lnTo>
                  <a:lnTo>
                    <a:pt x="353992" y="43840"/>
                  </a:lnTo>
                  <a:lnTo>
                    <a:pt x="359438" y="43797"/>
                  </a:lnTo>
                  <a:lnTo>
                    <a:pt x="364885" y="43756"/>
                  </a:lnTo>
                  <a:lnTo>
                    <a:pt x="370331" y="43718"/>
                  </a:lnTo>
                  <a:lnTo>
                    <a:pt x="375777" y="43682"/>
                  </a:lnTo>
                  <a:lnTo>
                    <a:pt x="381223" y="43649"/>
                  </a:lnTo>
                  <a:lnTo>
                    <a:pt x="386669" y="43619"/>
                  </a:lnTo>
                  <a:lnTo>
                    <a:pt x="392115" y="43592"/>
                  </a:lnTo>
                  <a:lnTo>
                    <a:pt x="397561" y="43569"/>
                  </a:lnTo>
                  <a:lnTo>
                    <a:pt x="403007" y="43548"/>
                  </a:lnTo>
                  <a:lnTo>
                    <a:pt x="408453" y="43531"/>
                  </a:lnTo>
                  <a:lnTo>
                    <a:pt x="413899" y="43517"/>
                  </a:lnTo>
                  <a:lnTo>
                    <a:pt x="419345" y="43507"/>
                  </a:lnTo>
                  <a:lnTo>
                    <a:pt x="424791" y="43501"/>
                  </a:lnTo>
                  <a:lnTo>
                    <a:pt x="430237" y="43497"/>
                  </a:lnTo>
                  <a:lnTo>
                    <a:pt x="435683" y="43497"/>
                  </a:lnTo>
                  <a:lnTo>
                    <a:pt x="441129" y="43500"/>
                  </a:lnTo>
                  <a:lnTo>
                    <a:pt x="446575" y="43506"/>
                  </a:lnTo>
                  <a:lnTo>
                    <a:pt x="452021" y="43516"/>
                  </a:lnTo>
                  <a:lnTo>
                    <a:pt x="457467" y="43527"/>
                  </a:lnTo>
                  <a:lnTo>
                    <a:pt x="462913" y="43542"/>
                  </a:lnTo>
                  <a:lnTo>
                    <a:pt x="468359" y="43559"/>
                  </a:lnTo>
                  <a:lnTo>
                    <a:pt x="473805" y="43579"/>
                  </a:lnTo>
                  <a:lnTo>
                    <a:pt x="479251" y="43600"/>
                  </a:lnTo>
                  <a:lnTo>
                    <a:pt x="484698" y="43624"/>
                  </a:lnTo>
                  <a:lnTo>
                    <a:pt x="490144" y="43649"/>
                  </a:lnTo>
                  <a:lnTo>
                    <a:pt x="495590" y="43675"/>
                  </a:lnTo>
                  <a:lnTo>
                    <a:pt x="501036" y="43703"/>
                  </a:lnTo>
                  <a:lnTo>
                    <a:pt x="506482" y="43732"/>
                  </a:lnTo>
                  <a:lnTo>
                    <a:pt x="511928" y="43762"/>
                  </a:lnTo>
                  <a:lnTo>
                    <a:pt x="517374" y="43792"/>
                  </a:lnTo>
                  <a:lnTo>
                    <a:pt x="522820" y="43823"/>
                  </a:lnTo>
                  <a:lnTo>
                    <a:pt x="528266" y="43854"/>
                  </a:lnTo>
                  <a:lnTo>
                    <a:pt x="533712" y="43885"/>
                  </a:lnTo>
                  <a:lnTo>
                    <a:pt x="539158" y="43916"/>
                  </a:lnTo>
                  <a:lnTo>
                    <a:pt x="544604" y="43946"/>
                  </a:lnTo>
                  <a:lnTo>
                    <a:pt x="550050" y="43977"/>
                  </a:lnTo>
                  <a:lnTo>
                    <a:pt x="555496" y="44007"/>
                  </a:lnTo>
                  <a:lnTo>
                    <a:pt x="560942" y="44036"/>
                  </a:lnTo>
                  <a:lnTo>
                    <a:pt x="566388" y="44065"/>
                  </a:lnTo>
                  <a:lnTo>
                    <a:pt x="571834" y="44093"/>
                  </a:lnTo>
                  <a:lnTo>
                    <a:pt x="577280" y="44120"/>
                  </a:lnTo>
                  <a:lnTo>
                    <a:pt x="582726" y="44147"/>
                  </a:lnTo>
                  <a:lnTo>
                    <a:pt x="588172" y="44173"/>
                  </a:lnTo>
                  <a:lnTo>
                    <a:pt x="593618" y="44198"/>
                  </a:lnTo>
                  <a:lnTo>
                    <a:pt x="599064" y="44222"/>
                  </a:lnTo>
                  <a:lnTo>
                    <a:pt x="604510" y="44245"/>
                  </a:lnTo>
                  <a:lnTo>
                    <a:pt x="609957" y="44267"/>
                  </a:lnTo>
                  <a:lnTo>
                    <a:pt x="615403" y="44289"/>
                  </a:lnTo>
                  <a:lnTo>
                    <a:pt x="620849" y="44310"/>
                  </a:lnTo>
                  <a:lnTo>
                    <a:pt x="626295" y="44331"/>
                  </a:lnTo>
                  <a:lnTo>
                    <a:pt x="631741" y="44351"/>
                  </a:lnTo>
                  <a:lnTo>
                    <a:pt x="637187" y="44370"/>
                  </a:lnTo>
                  <a:lnTo>
                    <a:pt x="642633" y="44389"/>
                  </a:lnTo>
                  <a:lnTo>
                    <a:pt x="648079" y="44407"/>
                  </a:lnTo>
                  <a:lnTo>
                    <a:pt x="653525" y="44424"/>
                  </a:lnTo>
                  <a:lnTo>
                    <a:pt x="658971" y="44442"/>
                  </a:lnTo>
                  <a:lnTo>
                    <a:pt x="664417" y="44459"/>
                  </a:lnTo>
                  <a:lnTo>
                    <a:pt x="669863" y="44475"/>
                  </a:lnTo>
                  <a:lnTo>
                    <a:pt x="675309" y="44492"/>
                  </a:lnTo>
                  <a:lnTo>
                    <a:pt x="680755" y="44508"/>
                  </a:lnTo>
                  <a:lnTo>
                    <a:pt x="686201" y="44524"/>
                  </a:lnTo>
                  <a:lnTo>
                    <a:pt x="691647" y="44539"/>
                  </a:lnTo>
                  <a:lnTo>
                    <a:pt x="697093" y="44554"/>
                  </a:lnTo>
                  <a:lnTo>
                    <a:pt x="702539" y="44569"/>
                  </a:lnTo>
                  <a:lnTo>
                    <a:pt x="707985" y="44583"/>
                  </a:lnTo>
                  <a:lnTo>
                    <a:pt x="713431" y="44597"/>
                  </a:lnTo>
                  <a:lnTo>
                    <a:pt x="718877" y="44610"/>
                  </a:lnTo>
                  <a:lnTo>
                    <a:pt x="724323" y="44623"/>
                  </a:lnTo>
                  <a:lnTo>
                    <a:pt x="729770" y="44636"/>
                  </a:lnTo>
                  <a:lnTo>
                    <a:pt x="735216" y="44648"/>
                  </a:lnTo>
                  <a:lnTo>
                    <a:pt x="740662" y="44659"/>
                  </a:lnTo>
                  <a:lnTo>
                    <a:pt x="746108" y="44669"/>
                  </a:lnTo>
                  <a:lnTo>
                    <a:pt x="751554" y="44678"/>
                  </a:lnTo>
                  <a:lnTo>
                    <a:pt x="757000" y="44687"/>
                  </a:lnTo>
                  <a:lnTo>
                    <a:pt x="762446" y="44694"/>
                  </a:lnTo>
                  <a:lnTo>
                    <a:pt x="767892" y="44700"/>
                  </a:lnTo>
                  <a:lnTo>
                    <a:pt x="773338" y="44705"/>
                  </a:lnTo>
                  <a:lnTo>
                    <a:pt x="778784" y="44709"/>
                  </a:lnTo>
                  <a:lnTo>
                    <a:pt x="784230" y="44711"/>
                  </a:lnTo>
                  <a:lnTo>
                    <a:pt x="789676" y="44712"/>
                  </a:lnTo>
                  <a:lnTo>
                    <a:pt x="795122" y="44711"/>
                  </a:lnTo>
                  <a:lnTo>
                    <a:pt x="800568" y="44709"/>
                  </a:lnTo>
                  <a:lnTo>
                    <a:pt x="806014" y="44704"/>
                  </a:lnTo>
                  <a:lnTo>
                    <a:pt x="811460" y="44698"/>
                  </a:lnTo>
                  <a:lnTo>
                    <a:pt x="816906" y="44691"/>
                  </a:lnTo>
                  <a:lnTo>
                    <a:pt x="822352" y="44682"/>
                  </a:lnTo>
                  <a:lnTo>
                    <a:pt x="827798" y="44670"/>
                  </a:lnTo>
                  <a:lnTo>
                    <a:pt x="833244" y="44657"/>
                  </a:lnTo>
                  <a:lnTo>
                    <a:pt x="838690" y="44642"/>
                  </a:lnTo>
                  <a:lnTo>
                    <a:pt x="844136" y="44625"/>
                  </a:lnTo>
                  <a:lnTo>
                    <a:pt x="849583" y="44607"/>
                  </a:lnTo>
                  <a:lnTo>
                    <a:pt x="855029" y="44586"/>
                  </a:lnTo>
                  <a:lnTo>
                    <a:pt x="860475" y="44564"/>
                  </a:lnTo>
                  <a:lnTo>
                    <a:pt x="865921" y="44540"/>
                  </a:lnTo>
                  <a:lnTo>
                    <a:pt x="871367" y="44515"/>
                  </a:lnTo>
                  <a:lnTo>
                    <a:pt x="876813" y="44487"/>
                  </a:lnTo>
                  <a:lnTo>
                    <a:pt x="882259" y="44459"/>
                  </a:lnTo>
                  <a:lnTo>
                    <a:pt x="887705" y="44429"/>
                  </a:lnTo>
                  <a:lnTo>
                    <a:pt x="893151" y="44398"/>
                  </a:lnTo>
                  <a:lnTo>
                    <a:pt x="898597" y="44365"/>
                  </a:lnTo>
                  <a:lnTo>
                    <a:pt x="904043" y="44332"/>
                  </a:lnTo>
                  <a:lnTo>
                    <a:pt x="909489" y="44298"/>
                  </a:lnTo>
                  <a:lnTo>
                    <a:pt x="914935" y="44263"/>
                  </a:lnTo>
                  <a:lnTo>
                    <a:pt x="920381" y="44227"/>
                  </a:lnTo>
                  <a:lnTo>
                    <a:pt x="925827" y="44191"/>
                  </a:lnTo>
                  <a:lnTo>
                    <a:pt x="931273" y="44154"/>
                  </a:lnTo>
                  <a:lnTo>
                    <a:pt x="936719" y="44117"/>
                  </a:lnTo>
                  <a:lnTo>
                    <a:pt x="942165" y="44080"/>
                  </a:lnTo>
                  <a:lnTo>
                    <a:pt x="947611" y="44043"/>
                  </a:lnTo>
                  <a:lnTo>
                    <a:pt x="953057" y="44006"/>
                  </a:lnTo>
                  <a:lnTo>
                    <a:pt x="958503" y="43969"/>
                  </a:lnTo>
                  <a:lnTo>
                    <a:pt x="963949" y="43932"/>
                  </a:lnTo>
                  <a:lnTo>
                    <a:pt x="969396" y="43896"/>
                  </a:lnTo>
                  <a:lnTo>
                    <a:pt x="974842" y="43860"/>
                  </a:lnTo>
                  <a:lnTo>
                    <a:pt x="980288" y="43824"/>
                  </a:lnTo>
                  <a:lnTo>
                    <a:pt x="985734" y="43789"/>
                  </a:lnTo>
                  <a:lnTo>
                    <a:pt x="991180" y="43755"/>
                  </a:lnTo>
                  <a:lnTo>
                    <a:pt x="996626" y="43721"/>
                  </a:lnTo>
                  <a:lnTo>
                    <a:pt x="1002072" y="43688"/>
                  </a:lnTo>
                  <a:lnTo>
                    <a:pt x="1007518" y="43655"/>
                  </a:lnTo>
                  <a:lnTo>
                    <a:pt x="1012964" y="43623"/>
                  </a:lnTo>
                  <a:lnTo>
                    <a:pt x="1018410" y="43592"/>
                  </a:lnTo>
                  <a:lnTo>
                    <a:pt x="1023856" y="43560"/>
                  </a:lnTo>
                  <a:lnTo>
                    <a:pt x="1029302" y="43530"/>
                  </a:lnTo>
                  <a:lnTo>
                    <a:pt x="1034748" y="43499"/>
                  </a:lnTo>
                  <a:lnTo>
                    <a:pt x="1040194" y="43469"/>
                  </a:lnTo>
                  <a:lnTo>
                    <a:pt x="1045640" y="43439"/>
                  </a:lnTo>
                  <a:lnTo>
                    <a:pt x="1051086" y="43408"/>
                  </a:lnTo>
                  <a:lnTo>
                    <a:pt x="1056532" y="43378"/>
                  </a:lnTo>
                  <a:lnTo>
                    <a:pt x="1061978" y="43347"/>
                  </a:lnTo>
                  <a:lnTo>
                    <a:pt x="1067424" y="43316"/>
                  </a:lnTo>
                  <a:lnTo>
                    <a:pt x="1072870" y="43284"/>
                  </a:lnTo>
                  <a:lnTo>
                    <a:pt x="1078316" y="43251"/>
                  </a:lnTo>
                  <a:lnTo>
                    <a:pt x="1083762" y="43218"/>
                  </a:lnTo>
                  <a:lnTo>
                    <a:pt x="1089209" y="43183"/>
                  </a:lnTo>
                  <a:lnTo>
                    <a:pt x="1094655" y="43147"/>
                  </a:lnTo>
                  <a:lnTo>
                    <a:pt x="1100101" y="43110"/>
                  </a:lnTo>
                  <a:lnTo>
                    <a:pt x="1105547" y="43070"/>
                  </a:lnTo>
                  <a:lnTo>
                    <a:pt x="1110993" y="43029"/>
                  </a:lnTo>
                  <a:lnTo>
                    <a:pt x="1116439" y="42987"/>
                  </a:lnTo>
                  <a:lnTo>
                    <a:pt x="1121885" y="42942"/>
                  </a:lnTo>
                  <a:lnTo>
                    <a:pt x="1127331" y="42894"/>
                  </a:lnTo>
                  <a:lnTo>
                    <a:pt x="1132777" y="42845"/>
                  </a:lnTo>
                  <a:lnTo>
                    <a:pt x="1138223" y="42793"/>
                  </a:lnTo>
                  <a:lnTo>
                    <a:pt x="1143669" y="42739"/>
                  </a:lnTo>
                  <a:lnTo>
                    <a:pt x="1149115" y="42681"/>
                  </a:lnTo>
                  <a:lnTo>
                    <a:pt x="1154561" y="42621"/>
                  </a:lnTo>
                  <a:lnTo>
                    <a:pt x="1160007" y="42558"/>
                  </a:lnTo>
                  <a:lnTo>
                    <a:pt x="1165453" y="42492"/>
                  </a:lnTo>
                  <a:lnTo>
                    <a:pt x="1170899" y="42422"/>
                  </a:lnTo>
                  <a:lnTo>
                    <a:pt x="1176345" y="42350"/>
                  </a:lnTo>
                  <a:lnTo>
                    <a:pt x="1181791" y="42275"/>
                  </a:lnTo>
                  <a:lnTo>
                    <a:pt x="1187237" y="42196"/>
                  </a:lnTo>
                  <a:lnTo>
                    <a:pt x="1192683" y="42113"/>
                  </a:lnTo>
                  <a:lnTo>
                    <a:pt x="1198129" y="42028"/>
                  </a:lnTo>
                  <a:lnTo>
                    <a:pt x="1203575" y="41939"/>
                  </a:lnTo>
                  <a:lnTo>
                    <a:pt x="1209021" y="41846"/>
                  </a:lnTo>
                  <a:lnTo>
                    <a:pt x="1214468" y="41750"/>
                  </a:lnTo>
                  <a:lnTo>
                    <a:pt x="1219914" y="41649"/>
                  </a:lnTo>
                  <a:lnTo>
                    <a:pt x="1225360" y="41546"/>
                  </a:lnTo>
                  <a:lnTo>
                    <a:pt x="1230806" y="41438"/>
                  </a:lnTo>
                  <a:lnTo>
                    <a:pt x="1236252" y="41326"/>
                  </a:lnTo>
                  <a:lnTo>
                    <a:pt x="1241698" y="41210"/>
                  </a:lnTo>
                  <a:lnTo>
                    <a:pt x="1247144" y="41090"/>
                  </a:lnTo>
                  <a:lnTo>
                    <a:pt x="1252590" y="40966"/>
                  </a:lnTo>
                  <a:lnTo>
                    <a:pt x="1258036" y="40836"/>
                  </a:lnTo>
                  <a:lnTo>
                    <a:pt x="1263482" y="40702"/>
                  </a:lnTo>
                  <a:lnTo>
                    <a:pt x="1268928" y="40563"/>
                  </a:lnTo>
                  <a:lnTo>
                    <a:pt x="1274374" y="40419"/>
                  </a:lnTo>
                  <a:lnTo>
                    <a:pt x="1279820" y="40270"/>
                  </a:lnTo>
                  <a:lnTo>
                    <a:pt x="1285266" y="40114"/>
                  </a:lnTo>
                  <a:lnTo>
                    <a:pt x="1290712" y="39953"/>
                  </a:lnTo>
                  <a:lnTo>
                    <a:pt x="1296158" y="39785"/>
                  </a:lnTo>
                  <a:lnTo>
                    <a:pt x="1301604" y="39612"/>
                  </a:lnTo>
                  <a:lnTo>
                    <a:pt x="1307050" y="39430"/>
                  </a:lnTo>
                  <a:lnTo>
                    <a:pt x="1312496" y="39241"/>
                  </a:lnTo>
                  <a:lnTo>
                    <a:pt x="1317942" y="39045"/>
                  </a:lnTo>
                  <a:lnTo>
                    <a:pt x="1323388" y="38843"/>
                  </a:lnTo>
                  <a:lnTo>
                    <a:pt x="1328834" y="38629"/>
                  </a:lnTo>
                  <a:lnTo>
                    <a:pt x="1334281" y="38407"/>
                  </a:lnTo>
                  <a:lnTo>
                    <a:pt x="1339727" y="38178"/>
                  </a:lnTo>
                  <a:lnTo>
                    <a:pt x="1345173" y="37939"/>
                  </a:lnTo>
                  <a:lnTo>
                    <a:pt x="1350619" y="37689"/>
                  </a:lnTo>
                  <a:lnTo>
                    <a:pt x="1356065" y="37428"/>
                  </a:lnTo>
                  <a:lnTo>
                    <a:pt x="1361511" y="37159"/>
                  </a:lnTo>
                  <a:lnTo>
                    <a:pt x="1366957" y="36879"/>
                  </a:lnTo>
                  <a:lnTo>
                    <a:pt x="1372403" y="36587"/>
                  </a:lnTo>
                  <a:lnTo>
                    <a:pt x="1377849" y="36282"/>
                  </a:lnTo>
                  <a:lnTo>
                    <a:pt x="1383295" y="35967"/>
                  </a:lnTo>
                  <a:lnTo>
                    <a:pt x="1388741" y="35642"/>
                  </a:lnTo>
                  <a:lnTo>
                    <a:pt x="1394187" y="35303"/>
                  </a:lnTo>
                  <a:lnTo>
                    <a:pt x="1399633" y="34951"/>
                  </a:lnTo>
                  <a:lnTo>
                    <a:pt x="1405079" y="34587"/>
                  </a:lnTo>
                  <a:lnTo>
                    <a:pt x="1410525" y="34212"/>
                  </a:lnTo>
                  <a:lnTo>
                    <a:pt x="1415971" y="33825"/>
                  </a:lnTo>
                  <a:lnTo>
                    <a:pt x="1421417" y="33422"/>
                  </a:lnTo>
                  <a:lnTo>
                    <a:pt x="1426863" y="33009"/>
                  </a:lnTo>
                  <a:lnTo>
                    <a:pt x="1432309" y="32584"/>
                  </a:lnTo>
                  <a:lnTo>
                    <a:pt x="1437755" y="32147"/>
                  </a:lnTo>
                  <a:lnTo>
                    <a:pt x="1443201" y="31695"/>
                  </a:lnTo>
                  <a:lnTo>
                    <a:pt x="1448647" y="31232"/>
                  </a:lnTo>
                  <a:lnTo>
                    <a:pt x="1454094" y="30759"/>
                  </a:lnTo>
                  <a:lnTo>
                    <a:pt x="1459540" y="30275"/>
                  </a:lnTo>
                  <a:lnTo>
                    <a:pt x="1464986" y="29776"/>
                  </a:lnTo>
                  <a:lnTo>
                    <a:pt x="1470432" y="29268"/>
                  </a:lnTo>
                  <a:lnTo>
                    <a:pt x="1475878" y="28749"/>
                  </a:lnTo>
                  <a:lnTo>
                    <a:pt x="1481324" y="28222"/>
                  </a:lnTo>
                  <a:lnTo>
                    <a:pt x="1486770" y="27682"/>
                  </a:lnTo>
                  <a:lnTo>
                    <a:pt x="1492216" y="27132"/>
                  </a:lnTo>
                  <a:lnTo>
                    <a:pt x="1497662" y="26574"/>
                  </a:lnTo>
                  <a:lnTo>
                    <a:pt x="1503108" y="26008"/>
                  </a:lnTo>
                  <a:lnTo>
                    <a:pt x="1508554" y="25433"/>
                  </a:lnTo>
                  <a:lnTo>
                    <a:pt x="1514000" y="24848"/>
                  </a:lnTo>
                  <a:lnTo>
                    <a:pt x="1519446" y="24258"/>
                  </a:lnTo>
                  <a:lnTo>
                    <a:pt x="1524892" y="23660"/>
                  </a:lnTo>
                  <a:lnTo>
                    <a:pt x="1530338" y="23055"/>
                  </a:lnTo>
                  <a:lnTo>
                    <a:pt x="1535784" y="22444"/>
                  </a:lnTo>
                  <a:lnTo>
                    <a:pt x="1541230" y="21827"/>
                  </a:lnTo>
                  <a:lnTo>
                    <a:pt x="1546676" y="21205"/>
                  </a:lnTo>
                  <a:lnTo>
                    <a:pt x="1552122" y="20578"/>
                  </a:lnTo>
                  <a:lnTo>
                    <a:pt x="1557568" y="19946"/>
                  </a:lnTo>
                  <a:lnTo>
                    <a:pt x="1563014" y="19311"/>
                  </a:lnTo>
                  <a:lnTo>
                    <a:pt x="1568460" y="18672"/>
                  </a:lnTo>
                  <a:lnTo>
                    <a:pt x="1573907" y="18031"/>
                  </a:lnTo>
                  <a:lnTo>
                    <a:pt x="1579353" y="17387"/>
                  </a:lnTo>
                  <a:lnTo>
                    <a:pt x="1584799" y="16741"/>
                  </a:lnTo>
                  <a:lnTo>
                    <a:pt x="1590245" y="16094"/>
                  </a:lnTo>
                  <a:lnTo>
                    <a:pt x="1595691" y="15447"/>
                  </a:lnTo>
                  <a:lnTo>
                    <a:pt x="1601137" y="14800"/>
                  </a:lnTo>
                  <a:lnTo>
                    <a:pt x="1606583" y="14154"/>
                  </a:lnTo>
                  <a:lnTo>
                    <a:pt x="1612029" y="13510"/>
                  </a:lnTo>
                  <a:lnTo>
                    <a:pt x="1617475" y="12868"/>
                  </a:lnTo>
                  <a:lnTo>
                    <a:pt x="1622921" y="12229"/>
                  </a:lnTo>
                  <a:lnTo>
                    <a:pt x="1628367" y="11595"/>
                  </a:lnTo>
                  <a:lnTo>
                    <a:pt x="1633813" y="10966"/>
                  </a:lnTo>
                  <a:lnTo>
                    <a:pt x="1639259" y="10342"/>
                  </a:lnTo>
                  <a:lnTo>
                    <a:pt x="1644705" y="9725"/>
                  </a:lnTo>
                  <a:lnTo>
                    <a:pt x="1650151" y="9118"/>
                  </a:lnTo>
                  <a:lnTo>
                    <a:pt x="1655597" y="8519"/>
                  </a:lnTo>
                  <a:lnTo>
                    <a:pt x="1661043" y="7930"/>
                  </a:lnTo>
                  <a:lnTo>
                    <a:pt x="1666489" y="7353"/>
                  </a:lnTo>
                  <a:lnTo>
                    <a:pt x="1671935" y="6790"/>
                  </a:lnTo>
                  <a:lnTo>
                    <a:pt x="1677381" y="6241"/>
                  </a:lnTo>
                  <a:lnTo>
                    <a:pt x="1682827" y="5705"/>
                  </a:lnTo>
                  <a:lnTo>
                    <a:pt x="1688273" y="5185"/>
                  </a:lnTo>
                  <a:lnTo>
                    <a:pt x="1693720" y="4688"/>
                  </a:lnTo>
                  <a:lnTo>
                    <a:pt x="1699166" y="4208"/>
                  </a:lnTo>
                  <a:lnTo>
                    <a:pt x="1704612" y="3746"/>
                  </a:lnTo>
                  <a:lnTo>
                    <a:pt x="1710058" y="3303"/>
                  </a:lnTo>
                  <a:lnTo>
                    <a:pt x="1715504" y="2891"/>
                  </a:lnTo>
                  <a:lnTo>
                    <a:pt x="1720950" y="2500"/>
                  </a:lnTo>
                  <a:lnTo>
                    <a:pt x="1726396" y="2132"/>
                  </a:lnTo>
                  <a:lnTo>
                    <a:pt x="1731842" y="1788"/>
                  </a:lnTo>
                  <a:lnTo>
                    <a:pt x="1737288" y="1477"/>
                  </a:lnTo>
                  <a:lnTo>
                    <a:pt x="1742734" y="1194"/>
                  </a:lnTo>
                  <a:lnTo>
                    <a:pt x="1748180" y="936"/>
                  </a:lnTo>
                  <a:lnTo>
                    <a:pt x="1753626" y="706"/>
                  </a:lnTo>
                  <a:lnTo>
                    <a:pt x="1759072" y="511"/>
                  </a:lnTo>
                  <a:lnTo>
                    <a:pt x="1764518" y="349"/>
                  </a:lnTo>
                  <a:lnTo>
                    <a:pt x="1769964" y="215"/>
                  </a:lnTo>
                  <a:lnTo>
                    <a:pt x="1775410" y="109"/>
                  </a:lnTo>
                  <a:lnTo>
                    <a:pt x="1780856" y="39"/>
                  </a:lnTo>
                  <a:lnTo>
                    <a:pt x="1786302" y="5"/>
                  </a:lnTo>
                  <a:lnTo>
                    <a:pt x="1791748" y="0"/>
                  </a:lnTo>
                  <a:lnTo>
                    <a:pt x="1797194" y="23"/>
                  </a:lnTo>
                  <a:lnTo>
                    <a:pt x="1802640" y="80"/>
                  </a:lnTo>
                  <a:lnTo>
                    <a:pt x="1808086" y="174"/>
                  </a:lnTo>
                  <a:lnTo>
                    <a:pt x="1813532" y="296"/>
                  </a:lnTo>
                  <a:lnTo>
                    <a:pt x="1818979" y="446"/>
                  </a:lnTo>
                  <a:lnTo>
                    <a:pt x="1824425" y="625"/>
                  </a:lnTo>
                  <a:lnTo>
                    <a:pt x="1829871" y="842"/>
                  </a:lnTo>
                  <a:lnTo>
                    <a:pt x="1835317" y="1084"/>
                  </a:lnTo>
                  <a:lnTo>
                    <a:pt x="1840763" y="1351"/>
                  </a:lnTo>
                  <a:lnTo>
                    <a:pt x="1846209" y="1642"/>
                  </a:lnTo>
                  <a:lnTo>
                    <a:pt x="1851655" y="1967"/>
                  </a:lnTo>
                  <a:lnTo>
                    <a:pt x="1857101" y="2315"/>
                  </a:lnTo>
                  <a:lnTo>
                    <a:pt x="1862547" y="2684"/>
                  </a:lnTo>
                  <a:lnTo>
                    <a:pt x="1867993" y="3074"/>
                  </a:lnTo>
                  <a:lnTo>
                    <a:pt x="1873439" y="3491"/>
                  </a:lnTo>
                  <a:lnTo>
                    <a:pt x="1878885" y="3927"/>
                  </a:lnTo>
                  <a:lnTo>
                    <a:pt x="1884331" y="4380"/>
                  </a:lnTo>
                  <a:lnTo>
                    <a:pt x="1889777" y="4850"/>
                  </a:lnTo>
                  <a:lnTo>
                    <a:pt x="1895223" y="5339"/>
                  </a:lnTo>
                  <a:lnTo>
                    <a:pt x="1900669" y="5843"/>
                  </a:lnTo>
                  <a:lnTo>
                    <a:pt x="1906115" y="6361"/>
                  </a:lnTo>
                  <a:lnTo>
                    <a:pt x="1911561" y="6890"/>
                  </a:lnTo>
                  <a:lnTo>
                    <a:pt x="1917007" y="7432"/>
                  </a:lnTo>
                  <a:lnTo>
                    <a:pt x="1922453" y="7985"/>
                  </a:lnTo>
                  <a:lnTo>
                    <a:pt x="1927899" y="8546"/>
                  </a:lnTo>
                  <a:lnTo>
                    <a:pt x="1933345" y="9115"/>
                  </a:lnTo>
                  <a:lnTo>
                    <a:pt x="1938792" y="9691"/>
                  </a:lnTo>
                  <a:lnTo>
                    <a:pt x="1944238" y="10273"/>
                  </a:lnTo>
                  <a:lnTo>
                    <a:pt x="1949684" y="10860"/>
                  </a:lnTo>
                  <a:lnTo>
                    <a:pt x="1955130" y="11450"/>
                  </a:lnTo>
                  <a:lnTo>
                    <a:pt x="1960576" y="12042"/>
                  </a:lnTo>
                  <a:lnTo>
                    <a:pt x="1966022" y="12637"/>
                  </a:lnTo>
                  <a:lnTo>
                    <a:pt x="1971468" y="13232"/>
                  </a:lnTo>
                  <a:lnTo>
                    <a:pt x="1976914" y="13828"/>
                  </a:lnTo>
                  <a:lnTo>
                    <a:pt x="1982360" y="14423"/>
                  </a:lnTo>
                  <a:lnTo>
                    <a:pt x="1987806" y="15015"/>
                  </a:lnTo>
                  <a:lnTo>
                    <a:pt x="1993252" y="15606"/>
                  </a:lnTo>
                  <a:lnTo>
                    <a:pt x="1998698" y="16194"/>
                  </a:lnTo>
                  <a:lnTo>
                    <a:pt x="2004144" y="16779"/>
                  </a:lnTo>
                  <a:lnTo>
                    <a:pt x="2009590" y="17359"/>
                  </a:lnTo>
                  <a:lnTo>
                    <a:pt x="2015036" y="17934"/>
                  </a:lnTo>
                  <a:lnTo>
                    <a:pt x="2020482" y="18505"/>
                  </a:lnTo>
                  <a:lnTo>
                    <a:pt x="2025928" y="19072"/>
                  </a:lnTo>
                  <a:lnTo>
                    <a:pt x="2031374" y="19631"/>
                  </a:lnTo>
                  <a:lnTo>
                    <a:pt x="2036820" y="20185"/>
                  </a:lnTo>
                  <a:lnTo>
                    <a:pt x="2042266" y="20732"/>
                  </a:lnTo>
                  <a:lnTo>
                    <a:pt x="2047712" y="21274"/>
                  </a:lnTo>
                  <a:lnTo>
                    <a:pt x="2053158" y="21808"/>
                  </a:lnTo>
                  <a:lnTo>
                    <a:pt x="2058605" y="22335"/>
                  </a:lnTo>
                  <a:lnTo>
                    <a:pt x="2064051" y="22855"/>
                  </a:lnTo>
                  <a:lnTo>
                    <a:pt x="2069497" y="23369"/>
                  </a:lnTo>
                  <a:lnTo>
                    <a:pt x="2074943" y="23876"/>
                  </a:lnTo>
                  <a:lnTo>
                    <a:pt x="2080389" y="24374"/>
                  </a:lnTo>
                  <a:lnTo>
                    <a:pt x="2085835" y="24866"/>
                  </a:lnTo>
                  <a:lnTo>
                    <a:pt x="2091281" y="25351"/>
                  </a:lnTo>
                  <a:lnTo>
                    <a:pt x="2096727" y="25829"/>
                  </a:lnTo>
                  <a:lnTo>
                    <a:pt x="2102173" y="26298"/>
                  </a:lnTo>
                  <a:lnTo>
                    <a:pt x="2107619" y="26761"/>
                  </a:lnTo>
                  <a:lnTo>
                    <a:pt x="2113065" y="27218"/>
                  </a:lnTo>
                  <a:lnTo>
                    <a:pt x="2118511" y="27668"/>
                  </a:lnTo>
                  <a:lnTo>
                    <a:pt x="2123957" y="28109"/>
                  </a:lnTo>
                  <a:lnTo>
                    <a:pt x="2129403" y="28544"/>
                  </a:lnTo>
                  <a:lnTo>
                    <a:pt x="2134849" y="28973"/>
                  </a:lnTo>
                  <a:lnTo>
                    <a:pt x="2140295" y="29395"/>
                  </a:lnTo>
                  <a:lnTo>
                    <a:pt x="2145741" y="29810"/>
                  </a:lnTo>
                  <a:lnTo>
                    <a:pt x="2151187" y="30218"/>
                  </a:lnTo>
                  <a:lnTo>
                    <a:pt x="2156633" y="30620"/>
                  </a:lnTo>
                  <a:lnTo>
                    <a:pt x="2162079" y="31016"/>
                  </a:lnTo>
                  <a:lnTo>
                    <a:pt x="2167525" y="31405"/>
                  </a:lnTo>
                  <a:lnTo>
                    <a:pt x="2172971" y="31787"/>
                  </a:lnTo>
                  <a:lnTo>
                    <a:pt x="2178418" y="32163"/>
                  </a:lnTo>
                  <a:lnTo>
                    <a:pt x="2183864" y="32533"/>
                  </a:lnTo>
                  <a:lnTo>
                    <a:pt x="2189310" y="32896"/>
                  </a:lnTo>
                  <a:lnTo>
                    <a:pt x="2194756" y="33252"/>
                  </a:lnTo>
                  <a:lnTo>
                    <a:pt x="2200202" y="33602"/>
                  </a:lnTo>
                  <a:lnTo>
                    <a:pt x="2205648" y="33947"/>
                  </a:lnTo>
                  <a:lnTo>
                    <a:pt x="2211094" y="34285"/>
                  </a:lnTo>
                  <a:lnTo>
                    <a:pt x="2216540" y="34616"/>
                  </a:lnTo>
                  <a:lnTo>
                    <a:pt x="2221986" y="34941"/>
                  </a:lnTo>
                  <a:lnTo>
                    <a:pt x="2227432" y="35259"/>
                  </a:lnTo>
                  <a:lnTo>
                    <a:pt x="2232878" y="35573"/>
                  </a:lnTo>
                  <a:lnTo>
                    <a:pt x="2238324" y="35878"/>
                  </a:lnTo>
                  <a:lnTo>
                    <a:pt x="2243770" y="36177"/>
                  </a:lnTo>
                  <a:lnTo>
                    <a:pt x="2249216" y="36470"/>
                  </a:lnTo>
                  <a:lnTo>
                    <a:pt x="2254662" y="36758"/>
                  </a:lnTo>
                  <a:lnTo>
                    <a:pt x="2260108" y="37037"/>
                  </a:lnTo>
                  <a:lnTo>
                    <a:pt x="2265554" y="37311"/>
                  </a:lnTo>
                  <a:lnTo>
                    <a:pt x="2271000" y="37579"/>
                  </a:lnTo>
                  <a:lnTo>
                    <a:pt x="2276446" y="37841"/>
                  </a:lnTo>
                  <a:lnTo>
                    <a:pt x="2281892" y="38096"/>
                  </a:lnTo>
                  <a:lnTo>
                    <a:pt x="2287338" y="38344"/>
                  </a:lnTo>
                  <a:lnTo>
                    <a:pt x="2292784" y="38586"/>
                  </a:lnTo>
                  <a:lnTo>
                    <a:pt x="2298231" y="38823"/>
                  </a:lnTo>
                  <a:lnTo>
                    <a:pt x="2303677" y="39054"/>
                  </a:lnTo>
                  <a:lnTo>
                    <a:pt x="2309123" y="39277"/>
                  </a:lnTo>
                  <a:lnTo>
                    <a:pt x="2314569" y="39495"/>
                  </a:lnTo>
                  <a:lnTo>
                    <a:pt x="2320015" y="39708"/>
                  </a:lnTo>
                  <a:lnTo>
                    <a:pt x="2325461" y="39915"/>
                  </a:lnTo>
                  <a:lnTo>
                    <a:pt x="2330907" y="40115"/>
                  </a:lnTo>
                  <a:lnTo>
                    <a:pt x="2336353" y="40310"/>
                  </a:lnTo>
                  <a:lnTo>
                    <a:pt x="2341799" y="40500"/>
                  </a:lnTo>
                  <a:lnTo>
                    <a:pt x="2347245" y="40684"/>
                  </a:lnTo>
                  <a:lnTo>
                    <a:pt x="2352691" y="40862"/>
                  </a:lnTo>
                  <a:lnTo>
                    <a:pt x="2358137" y="41035"/>
                  </a:lnTo>
                  <a:lnTo>
                    <a:pt x="2363583" y="41203"/>
                  </a:lnTo>
                  <a:lnTo>
                    <a:pt x="2369029" y="41366"/>
                  </a:lnTo>
                  <a:lnTo>
                    <a:pt x="2374475" y="41524"/>
                  </a:lnTo>
                  <a:lnTo>
                    <a:pt x="2379921" y="41676"/>
                  </a:lnTo>
                  <a:lnTo>
                    <a:pt x="2385367" y="41824"/>
                  </a:lnTo>
                  <a:lnTo>
                    <a:pt x="2390813" y="41968"/>
                  </a:lnTo>
                  <a:lnTo>
                    <a:pt x="2396259" y="42106"/>
                  </a:lnTo>
                  <a:lnTo>
                    <a:pt x="2401705" y="42240"/>
                  </a:lnTo>
                  <a:lnTo>
                    <a:pt x="2407151" y="42370"/>
                  </a:lnTo>
                  <a:lnTo>
                    <a:pt x="2412597" y="42495"/>
                  </a:lnTo>
                  <a:lnTo>
                    <a:pt x="2418043" y="42616"/>
                  </a:lnTo>
                  <a:lnTo>
                    <a:pt x="2423490" y="42733"/>
                  </a:lnTo>
                  <a:lnTo>
                    <a:pt x="2428936" y="42846"/>
                  </a:lnTo>
                  <a:lnTo>
                    <a:pt x="2434382" y="42955"/>
                  </a:lnTo>
                  <a:lnTo>
                    <a:pt x="2439828" y="43061"/>
                  </a:lnTo>
                  <a:lnTo>
                    <a:pt x="2445274" y="43162"/>
                  </a:lnTo>
                  <a:lnTo>
                    <a:pt x="2450720" y="43260"/>
                  </a:lnTo>
                  <a:lnTo>
                    <a:pt x="2456166" y="43354"/>
                  </a:lnTo>
                  <a:lnTo>
                    <a:pt x="2461612" y="43445"/>
                  </a:lnTo>
                  <a:lnTo>
                    <a:pt x="2467058" y="43533"/>
                  </a:lnTo>
                  <a:lnTo>
                    <a:pt x="2472504" y="43617"/>
                  </a:lnTo>
                  <a:lnTo>
                    <a:pt x="2477950" y="43698"/>
                  </a:lnTo>
                  <a:lnTo>
                    <a:pt x="2483396" y="43777"/>
                  </a:lnTo>
                  <a:lnTo>
                    <a:pt x="2488842" y="43851"/>
                  </a:lnTo>
                  <a:lnTo>
                    <a:pt x="2494288" y="43923"/>
                  </a:lnTo>
                  <a:lnTo>
                    <a:pt x="2499734" y="43993"/>
                  </a:lnTo>
                  <a:lnTo>
                    <a:pt x="2505180" y="44060"/>
                  </a:lnTo>
                  <a:lnTo>
                    <a:pt x="2510626" y="44124"/>
                  </a:lnTo>
                  <a:lnTo>
                    <a:pt x="2516072" y="44185"/>
                  </a:lnTo>
                  <a:lnTo>
                    <a:pt x="2521518" y="44244"/>
                  </a:lnTo>
                  <a:lnTo>
                    <a:pt x="2526964" y="44301"/>
                  </a:lnTo>
                  <a:lnTo>
                    <a:pt x="2532410" y="44355"/>
                  </a:lnTo>
                  <a:lnTo>
                    <a:pt x="2537856" y="44407"/>
                  </a:lnTo>
                  <a:lnTo>
                    <a:pt x="2543303" y="44458"/>
                  </a:lnTo>
                  <a:lnTo>
                    <a:pt x="2548749" y="44506"/>
                  </a:lnTo>
                  <a:lnTo>
                    <a:pt x="2554195" y="44552"/>
                  </a:lnTo>
                  <a:lnTo>
                    <a:pt x="2559641" y="44596"/>
                  </a:lnTo>
                  <a:lnTo>
                    <a:pt x="2565087" y="44638"/>
                  </a:lnTo>
                  <a:lnTo>
                    <a:pt x="2570533" y="44678"/>
                  </a:lnTo>
                  <a:lnTo>
                    <a:pt x="2575979" y="44717"/>
                  </a:lnTo>
                  <a:lnTo>
                    <a:pt x="2581425" y="44754"/>
                  </a:lnTo>
                  <a:lnTo>
                    <a:pt x="2586871" y="44789"/>
                  </a:lnTo>
                  <a:lnTo>
                    <a:pt x="2592317" y="44823"/>
                  </a:lnTo>
                  <a:lnTo>
                    <a:pt x="2597763" y="44856"/>
                  </a:lnTo>
                  <a:lnTo>
                    <a:pt x="2603209" y="44887"/>
                  </a:lnTo>
                  <a:lnTo>
                    <a:pt x="2608655" y="44916"/>
                  </a:lnTo>
                  <a:lnTo>
                    <a:pt x="2614101" y="44945"/>
                  </a:lnTo>
                  <a:lnTo>
                    <a:pt x="2619547" y="44972"/>
                  </a:lnTo>
                  <a:lnTo>
                    <a:pt x="2624993" y="44997"/>
                  </a:lnTo>
                  <a:lnTo>
                    <a:pt x="2630439" y="45022"/>
                  </a:lnTo>
                  <a:lnTo>
                    <a:pt x="2635885" y="45045"/>
                  </a:lnTo>
                  <a:lnTo>
                    <a:pt x="2641331" y="45067"/>
                  </a:lnTo>
                  <a:lnTo>
                    <a:pt x="2646777" y="45088"/>
                  </a:lnTo>
                  <a:lnTo>
                    <a:pt x="2652223" y="45108"/>
                  </a:lnTo>
                  <a:lnTo>
                    <a:pt x="2657669" y="45128"/>
                  </a:lnTo>
                  <a:lnTo>
                    <a:pt x="2663116" y="45146"/>
                  </a:lnTo>
                  <a:lnTo>
                    <a:pt x="2668562" y="45163"/>
                  </a:lnTo>
                  <a:lnTo>
                    <a:pt x="2674008" y="45179"/>
                  </a:lnTo>
                  <a:lnTo>
                    <a:pt x="2679454" y="45194"/>
                  </a:lnTo>
                  <a:lnTo>
                    <a:pt x="2684900" y="45209"/>
                  </a:lnTo>
                  <a:lnTo>
                    <a:pt x="2690346" y="45222"/>
                  </a:lnTo>
                  <a:lnTo>
                    <a:pt x="2695792" y="45235"/>
                  </a:lnTo>
                  <a:lnTo>
                    <a:pt x="2701238" y="45247"/>
                  </a:lnTo>
                  <a:lnTo>
                    <a:pt x="2706684" y="45259"/>
                  </a:lnTo>
                  <a:lnTo>
                    <a:pt x="2712130" y="45269"/>
                  </a:lnTo>
                  <a:lnTo>
                    <a:pt x="2717576" y="45279"/>
                  </a:lnTo>
                  <a:lnTo>
                    <a:pt x="2723022" y="45288"/>
                  </a:lnTo>
                  <a:lnTo>
                    <a:pt x="2728468" y="45297"/>
                  </a:lnTo>
                  <a:lnTo>
                    <a:pt x="2733914" y="45305"/>
                  </a:lnTo>
                  <a:lnTo>
                    <a:pt x="2739360" y="45313"/>
                  </a:lnTo>
                  <a:lnTo>
                    <a:pt x="2744806" y="45320"/>
                  </a:lnTo>
                  <a:lnTo>
                    <a:pt x="2750252" y="45326"/>
                  </a:lnTo>
                  <a:lnTo>
                    <a:pt x="2755698" y="45332"/>
                  </a:lnTo>
                  <a:lnTo>
                    <a:pt x="2761144" y="45338"/>
                  </a:lnTo>
                  <a:lnTo>
                    <a:pt x="2766590" y="45343"/>
                  </a:lnTo>
                  <a:lnTo>
                    <a:pt x="2772036" y="45348"/>
                  </a:lnTo>
                  <a:lnTo>
                    <a:pt x="2777482" y="45352"/>
                  </a:lnTo>
                  <a:lnTo>
                    <a:pt x="2782929" y="45391"/>
                  </a:lnTo>
                  <a:lnTo>
                    <a:pt x="2777482" y="45391"/>
                  </a:lnTo>
                  <a:lnTo>
                    <a:pt x="2772036" y="45391"/>
                  </a:lnTo>
                  <a:lnTo>
                    <a:pt x="2766590" y="45391"/>
                  </a:lnTo>
                  <a:lnTo>
                    <a:pt x="2761144" y="45391"/>
                  </a:lnTo>
                  <a:lnTo>
                    <a:pt x="2755698" y="45391"/>
                  </a:lnTo>
                  <a:lnTo>
                    <a:pt x="2750252" y="45391"/>
                  </a:lnTo>
                  <a:lnTo>
                    <a:pt x="2744806" y="45391"/>
                  </a:lnTo>
                  <a:lnTo>
                    <a:pt x="2739360" y="45391"/>
                  </a:lnTo>
                  <a:lnTo>
                    <a:pt x="2733914" y="45391"/>
                  </a:lnTo>
                  <a:lnTo>
                    <a:pt x="2728468" y="45391"/>
                  </a:lnTo>
                  <a:lnTo>
                    <a:pt x="2723022" y="45391"/>
                  </a:lnTo>
                  <a:lnTo>
                    <a:pt x="2717576" y="45391"/>
                  </a:lnTo>
                  <a:lnTo>
                    <a:pt x="2712130" y="45391"/>
                  </a:lnTo>
                  <a:lnTo>
                    <a:pt x="2706684" y="45391"/>
                  </a:lnTo>
                  <a:lnTo>
                    <a:pt x="2701238" y="45391"/>
                  </a:lnTo>
                  <a:lnTo>
                    <a:pt x="2695792" y="45391"/>
                  </a:lnTo>
                  <a:lnTo>
                    <a:pt x="2690346" y="45391"/>
                  </a:lnTo>
                  <a:lnTo>
                    <a:pt x="2684900" y="45391"/>
                  </a:lnTo>
                  <a:lnTo>
                    <a:pt x="2679454" y="45391"/>
                  </a:lnTo>
                  <a:lnTo>
                    <a:pt x="2674008" y="45391"/>
                  </a:lnTo>
                  <a:lnTo>
                    <a:pt x="2668562" y="45391"/>
                  </a:lnTo>
                  <a:lnTo>
                    <a:pt x="2663116" y="45391"/>
                  </a:lnTo>
                  <a:lnTo>
                    <a:pt x="2657669" y="45391"/>
                  </a:lnTo>
                  <a:lnTo>
                    <a:pt x="2652223" y="45391"/>
                  </a:lnTo>
                  <a:lnTo>
                    <a:pt x="2646777" y="45391"/>
                  </a:lnTo>
                  <a:lnTo>
                    <a:pt x="2641331" y="45391"/>
                  </a:lnTo>
                  <a:lnTo>
                    <a:pt x="2635885" y="45391"/>
                  </a:lnTo>
                  <a:lnTo>
                    <a:pt x="2630439" y="45391"/>
                  </a:lnTo>
                  <a:lnTo>
                    <a:pt x="2624993" y="45391"/>
                  </a:lnTo>
                  <a:lnTo>
                    <a:pt x="2619547" y="45391"/>
                  </a:lnTo>
                  <a:lnTo>
                    <a:pt x="2614101" y="45391"/>
                  </a:lnTo>
                  <a:lnTo>
                    <a:pt x="2608655" y="45391"/>
                  </a:lnTo>
                  <a:lnTo>
                    <a:pt x="2603209" y="45391"/>
                  </a:lnTo>
                  <a:lnTo>
                    <a:pt x="2597763" y="45391"/>
                  </a:lnTo>
                  <a:lnTo>
                    <a:pt x="2592317" y="45391"/>
                  </a:lnTo>
                  <a:lnTo>
                    <a:pt x="2586871" y="45391"/>
                  </a:lnTo>
                  <a:lnTo>
                    <a:pt x="2581425" y="45391"/>
                  </a:lnTo>
                  <a:lnTo>
                    <a:pt x="2575979" y="45391"/>
                  </a:lnTo>
                  <a:lnTo>
                    <a:pt x="2570533" y="45391"/>
                  </a:lnTo>
                  <a:lnTo>
                    <a:pt x="2565087" y="45391"/>
                  </a:lnTo>
                  <a:lnTo>
                    <a:pt x="2559641" y="45391"/>
                  </a:lnTo>
                  <a:lnTo>
                    <a:pt x="2554195" y="45391"/>
                  </a:lnTo>
                  <a:lnTo>
                    <a:pt x="2548749" y="45391"/>
                  </a:lnTo>
                  <a:lnTo>
                    <a:pt x="2543303" y="45391"/>
                  </a:lnTo>
                  <a:lnTo>
                    <a:pt x="2537856" y="45391"/>
                  </a:lnTo>
                  <a:lnTo>
                    <a:pt x="2532410" y="45391"/>
                  </a:lnTo>
                  <a:lnTo>
                    <a:pt x="2526964" y="45391"/>
                  </a:lnTo>
                  <a:lnTo>
                    <a:pt x="2521518" y="45391"/>
                  </a:lnTo>
                  <a:lnTo>
                    <a:pt x="2516072" y="45391"/>
                  </a:lnTo>
                  <a:lnTo>
                    <a:pt x="2510626" y="45391"/>
                  </a:lnTo>
                  <a:lnTo>
                    <a:pt x="2505180" y="45391"/>
                  </a:lnTo>
                  <a:lnTo>
                    <a:pt x="2499734" y="45391"/>
                  </a:lnTo>
                  <a:lnTo>
                    <a:pt x="2494288" y="45391"/>
                  </a:lnTo>
                  <a:lnTo>
                    <a:pt x="2488842" y="45391"/>
                  </a:lnTo>
                  <a:lnTo>
                    <a:pt x="2483396" y="45391"/>
                  </a:lnTo>
                  <a:lnTo>
                    <a:pt x="2477950" y="45391"/>
                  </a:lnTo>
                  <a:lnTo>
                    <a:pt x="2472504" y="45391"/>
                  </a:lnTo>
                  <a:lnTo>
                    <a:pt x="2467058" y="45391"/>
                  </a:lnTo>
                  <a:lnTo>
                    <a:pt x="2461612" y="45391"/>
                  </a:lnTo>
                  <a:lnTo>
                    <a:pt x="2456166" y="45391"/>
                  </a:lnTo>
                  <a:lnTo>
                    <a:pt x="2450720" y="45391"/>
                  </a:lnTo>
                  <a:lnTo>
                    <a:pt x="2445274" y="45391"/>
                  </a:lnTo>
                  <a:lnTo>
                    <a:pt x="2439828" y="45391"/>
                  </a:lnTo>
                  <a:lnTo>
                    <a:pt x="2434382" y="45391"/>
                  </a:lnTo>
                  <a:lnTo>
                    <a:pt x="2428936" y="45391"/>
                  </a:lnTo>
                  <a:lnTo>
                    <a:pt x="2423490" y="45391"/>
                  </a:lnTo>
                  <a:lnTo>
                    <a:pt x="2418043" y="45391"/>
                  </a:lnTo>
                  <a:lnTo>
                    <a:pt x="2412597" y="45391"/>
                  </a:lnTo>
                  <a:lnTo>
                    <a:pt x="2407151" y="45391"/>
                  </a:lnTo>
                  <a:lnTo>
                    <a:pt x="2401705" y="45391"/>
                  </a:lnTo>
                  <a:lnTo>
                    <a:pt x="2396259" y="45391"/>
                  </a:lnTo>
                  <a:lnTo>
                    <a:pt x="2390813" y="45391"/>
                  </a:lnTo>
                  <a:lnTo>
                    <a:pt x="2385367" y="45391"/>
                  </a:lnTo>
                  <a:lnTo>
                    <a:pt x="2379921" y="45391"/>
                  </a:lnTo>
                  <a:lnTo>
                    <a:pt x="2374475" y="45391"/>
                  </a:lnTo>
                  <a:lnTo>
                    <a:pt x="2369029" y="45391"/>
                  </a:lnTo>
                  <a:lnTo>
                    <a:pt x="2363583" y="45391"/>
                  </a:lnTo>
                  <a:lnTo>
                    <a:pt x="2358137" y="45391"/>
                  </a:lnTo>
                  <a:lnTo>
                    <a:pt x="2352691" y="45391"/>
                  </a:lnTo>
                  <a:lnTo>
                    <a:pt x="2347245" y="45391"/>
                  </a:lnTo>
                  <a:lnTo>
                    <a:pt x="2341799" y="45391"/>
                  </a:lnTo>
                  <a:lnTo>
                    <a:pt x="2336353" y="45391"/>
                  </a:lnTo>
                  <a:lnTo>
                    <a:pt x="2330907" y="45391"/>
                  </a:lnTo>
                  <a:lnTo>
                    <a:pt x="2325461" y="45391"/>
                  </a:lnTo>
                  <a:lnTo>
                    <a:pt x="2320015" y="45391"/>
                  </a:lnTo>
                  <a:lnTo>
                    <a:pt x="2314569" y="45391"/>
                  </a:lnTo>
                  <a:lnTo>
                    <a:pt x="2309123" y="45391"/>
                  </a:lnTo>
                  <a:lnTo>
                    <a:pt x="2303677" y="45391"/>
                  </a:lnTo>
                  <a:lnTo>
                    <a:pt x="2298231" y="45391"/>
                  </a:lnTo>
                  <a:lnTo>
                    <a:pt x="2292784" y="45391"/>
                  </a:lnTo>
                  <a:lnTo>
                    <a:pt x="2287338" y="45391"/>
                  </a:lnTo>
                  <a:lnTo>
                    <a:pt x="2281892" y="45391"/>
                  </a:lnTo>
                  <a:lnTo>
                    <a:pt x="2276446" y="45391"/>
                  </a:lnTo>
                  <a:lnTo>
                    <a:pt x="2271000" y="45391"/>
                  </a:lnTo>
                  <a:lnTo>
                    <a:pt x="2265554" y="45391"/>
                  </a:lnTo>
                  <a:lnTo>
                    <a:pt x="2260108" y="45391"/>
                  </a:lnTo>
                  <a:lnTo>
                    <a:pt x="2254662" y="45391"/>
                  </a:lnTo>
                  <a:lnTo>
                    <a:pt x="2249216" y="45391"/>
                  </a:lnTo>
                  <a:lnTo>
                    <a:pt x="2243770" y="45391"/>
                  </a:lnTo>
                  <a:lnTo>
                    <a:pt x="2238324" y="45391"/>
                  </a:lnTo>
                  <a:lnTo>
                    <a:pt x="2232878" y="45391"/>
                  </a:lnTo>
                  <a:lnTo>
                    <a:pt x="2227432" y="45391"/>
                  </a:lnTo>
                  <a:lnTo>
                    <a:pt x="2221986" y="45391"/>
                  </a:lnTo>
                  <a:lnTo>
                    <a:pt x="2216540" y="45391"/>
                  </a:lnTo>
                  <a:lnTo>
                    <a:pt x="2211094" y="45391"/>
                  </a:lnTo>
                  <a:lnTo>
                    <a:pt x="2205648" y="45391"/>
                  </a:lnTo>
                  <a:lnTo>
                    <a:pt x="2200202" y="45391"/>
                  </a:lnTo>
                  <a:lnTo>
                    <a:pt x="2194756" y="45391"/>
                  </a:lnTo>
                  <a:lnTo>
                    <a:pt x="2189310" y="45391"/>
                  </a:lnTo>
                  <a:lnTo>
                    <a:pt x="2183864" y="45391"/>
                  </a:lnTo>
                  <a:lnTo>
                    <a:pt x="2178418" y="45391"/>
                  </a:lnTo>
                  <a:lnTo>
                    <a:pt x="2172971" y="45391"/>
                  </a:lnTo>
                  <a:lnTo>
                    <a:pt x="2167525" y="45391"/>
                  </a:lnTo>
                  <a:lnTo>
                    <a:pt x="2162079" y="45391"/>
                  </a:lnTo>
                  <a:lnTo>
                    <a:pt x="2156633" y="45391"/>
                  </a:lnTo>
                  <a:lnTo>
                    <a:pt x="2151187" y="45391"/>
                  </a:lnTo>
                  <a:lnTo>
                    <a:pt x="2145741" y="45391"/>
                  </a:lnTo>
                  <a:lnTo>
                    <a:pt x="2140295" y="45391"/>
                  </a:lnTo>
                  <a:lnTo>
                    <a:pt x="2134849" y="45391"/>
                  </a:lnTo>
                  <a:lnTo>
                    <a:pt x="2129403" y="45391"/>
                  </a:lnTo>
                  <a:lnTo>
                    <a:pt x="2123957" y="45391"/>
                  </a:lnTo>
                  <a:lnTo>
                    <a:pt x="2118511" y="45391"/>
                  </a:lnTo>
                  <a:lnTo>
                    <a:pt x="2113065" y="45391"/>
                  </a:lnTo>
                  <a:lnTo>
                    <a:pt x="2107619" y="45391"/>
                  </a:lnTo>
                  <a:lnTo>
                    <a:pt x="2102173" y="45391"/>
                  </a:lnTo>
                  <a:lnTo>
                    <a:pt x="2096727" y="45391"/>
                  </a:lnTo>
                  <a:lnTo>
                    <a:pt x="2091281" y="45391"/>
                  </a:lnTo>
                  <a:lnTo>
                    <a:pt x="2085835" y="45391"/>
                  </a:lnTo>
                  <a:lnTo>
                    <a:pt x="2080389" y="45391"/>
                  </a:lnTo>
                  <a:lnTo>
                    <a:pt x="2074943" y="45391"/>
                  </a:lnTo>
                  <a:lnTo>
                    <a:pt x="2069497" y="45391"/>
                  </a:lnTo>
                  <a:lnTo>
                    <a:pt x="2064051" y="45391"/>
                  </a:lnTo>
                  <a:lnTo>
                    <a:pt x="2058605" y="45391"/>
                  </a:lnTo>
                  <a:lnTo>
                    <a:pt x="2053158" y="45391"/>
                  </a:lnTo>
                  <a:lnTo>
                    <a:pt x="2047712" y="45391"/>
                  </a:lnTo>
                  <a:lnTo>
                    <a:pt x="2042266" y="45391"/>
                  </a:lnTo>
                  <a:lnTo>
                    <a:pt x="2036820" y="45391"/>
                  </a:lnTo>
                  <a:lnTo>
                    <a:pt x="2031374" y="45391"/>
                  </a:lnTo>
                  <a:lnTo>
                    <a:pt x="2025928" y="45391"/>
                  </a:lnTo>
                  <a:lnTo>
                    <a:pt x="2020482" y="45391"/>
                  </a:lnTo>
                  <a:lnTo>
                    <a:pt x="2015036" y="45391"/>
                  </a:lnTo>
                  <a:lnTo>
                    <a:pt x="2009590" y="45391"/>
                  </a:lnTo>
                  <a:lnTo>
                    <a:pt x="2004144" y="45391"/>
                  </a:lnTo>
                  <a:lnTo>
                    <a:pt x="1998698" y="45391"/>
                  </a:lnTo>
                  <a:lnTo>
                    <a:pt x="1993252" y="45391"/>
                  </a:lnTo>
                  <a:lnTo>
                    <a:pt x="1987806" y="45391"/>
                  </a:lnTo>
                  <a:lnTo>
                    <a:pt x="1982360" y="45391"/>
                  </a:lnTo>
                  <a:lnTo>
                    <a:pt x="1976914" y="45391"/>
                  </a:lnTo>
                  <a:lnTo>
                    <a:pt x="1971468" y="45391"/>
                  </a:lnTo>
                  <a:lnTo>
                    <a:pt x="1966022" y="45391"/>
                  </a:lnTo>
                  <a:lnTo>
                    <a:pt x="1960576" y="45391"/>
                  </a:lnTo>
                  <a:lnTo>
                    <a:pt x="1955130" y="45391"/>
                  </a:lnTo>
                  <a:lnTo>
                    <a:pt x="1949684" y="45391"/>
                  </a:lnTo>
                  <a:lnTo>
                    <a:pt x="1944238" y="45391"/>
                  </a:lnTo>
                  <a:lnTo>
                    <a:pt x="1938792" y="45391"/>
                  </a:lnTo>
                  <a:lnTo>
                    <a:pt x="1933345" y="45391"/>
                  </a:lnTo>
                  <a:lnTo>
                    <a:pt x="1927899" y="45391"/>
                  </a:lnTo>
                  <a:lnTo>
                    <a:pt x="1922453" y="45391"/>
                  </a:lnTo>
                  <a:lnTo>
                    <a:pt x="1917007" y="45391"/>
                  </a:lnTo>
                  <a:lnTo>
                    <a:pt x="1911561" y="45391"/>
                  </a:lnTo>
                  <a:lnTo>
                    <a:pt x="1906115" y="45391"/>
                  </a:lnTo>
                  <a:lnTo>
                    <a:pt x="1900669" y="45391"/>
                  </a:lnTo>
                  <a:lnTo>
                    <a:pt x="1895223" y="45391"/>
                  </a:lnTo>
                  <a:lnTo>
                    <a:pt x="1889777" y="45391"/>
                  </a:lnTo>
                  <a:lnTo>
                    <a:pt x="1884331" y="45391"/>
                  </a:lnTo>
                  <a:lnTo>
                    <a:pt x="1878885" y="45391"/>
                  </a:lnTo>
                  <a:lnTo>
                    <a:pt x="1873439" y="45391"/>
                  </a:lnTo>
                  <a:lnTo>
                    <a:pt x="1867993" y="45391"/>
                  </a:lnTo>
                  <a:lnTo>
                    <a:pt x="1862547" y="45391"/>
                  </a:lnTo>
                  <a:lnTo>
                    <a:pt x="1857101" y="45391"/>
                  </a:lnTo>
                  <a:lnTo>
                    <a:pt x="1851655" y="45391"/>
                  </a:lnTo>
                  <a:lnTo>
                    <a:pt x="1846209" y="45391"/>
                  </a:lnTo>
                  <a:lnTo>
                    <a:pt x="1840763" y="45391"/>
                  </a:lnTo>
                  <a:lnTo>
                    <a:pt x="1835317" y="45391"/>
                  </a:lnTo>
                  <a:lnTo>
                    <a:pt x="1829871" y="45391"/>
                  </a:lnTo>
                  <a:lnTo>
                    <a:pt x="1824425" y="45391"/>
                  </a:lnTo>
                  <a:lnTo>
                    <a:pt x="1818979" y="45391"/>
                  </a:lnTo>
                  <a:lnTo>
                    <a:pt x="1813532" y="45391"/>
                  </a:lnTo>
                  <a:lnTo>
                    <a:pt x="1808086" y="45391"/>
                  </a:lnTo>
                  <a:lnTo>
                    <a:pt x="1802640" y="45391"/>
                  </a:lnTo>
                  <a:lnTo>
                    <a:pt x="1797194" y="45391"/>
                  </a:lnTo>
                  <a:lnTo>
                    <a:pt x="1791748" y="45391"/>
                  </a:lnTo>
                  <a:lnTo>
                    <a:pt x="1786302" y="45391"/>
                  </a:lnTo>
                  <a:lnTo>
                    <a:pt x="1780856" y="45391"/>
                  </a:lnTo>
                  <a:lnTo>
                    <a:pt x="1775410" y="45391"/>
                  </a:lnTo>
                  <a:lnTo>
                    <a:pt x="1769964" y="45391"/>
                  </a:lnTo>
                  <a:lnTo>
                    <a:pt x="1764518" y="45391"/>
                  </a:lnTo>
                  <a:lnTo>
                    <a:pt x="1759072" y="45391"/>
                  </a:lnTo>
                  <a:lnTo>
                    <a:pt x="1753626" y="45391"/>
                  </a:lnTo>
                  <a:lnTo>
                    <a:pt x="1748180" y="45391"/>
                  </a:lnTo>
                  <a:lnTo>
                    <a:pt x="1742734" y="45391"/>
                  </a:lnTo>
                  <a:lnTo>
                    <a:pt x="1737288" y="45391"/>
                  </a:lnTo>
                  <a:lnTo>
                    <a:pt x="1731842" y="45391"/>
                  </a:lnTo>
                  <a:lnTo>
                    <a:pt x="1726396" y="45391"/>
                  </a:lnTo>
                  <a:lnTo>
                    <a:pt x="1720950" y="45391"/>
                  </a:lnTo>
                  <a:lnTo>
                    <a:pt x="1715504" y="45391"/>
                  </a:lnTo>
                  <a:lnTo>
                    <a:pt x="1710058" y="45391"/>
                  </a:lnTo>
                  <a:lnTo>
                    <a:pt x="1704612" y="45391"/>
                  </a:lnTo>
                  <a:lnTo>
                    <a:pt x="1699166" y="45391"/>
                  </a:lnTo>
                  <a:lnTo>
                    <a:pt x="1693720" y="45391"/>
                  </a:lnTo>
                  <a:lnTo>
                    <a:pt x="1688273" y="45391"/>
                  </a:lnTo>
                  <a:lnTo>
                    <a:pt x="1682827" y="45391"/>
                  </a:lnTo>
                  <a:lnTo>
                    <a:pt x="1677381" y="45391"/>
                  </a:lnTo>
                  <a:lnTo>
                    <a:pt x="1671935" y="45391"/>
                  </a:lnTo>
                  <a:lnTo>
                    <a:pt x="1666489" y="45391"/>
                  </a:lnTo>
                  <a:lnTo>
                    <a:pt x="1661043" y="45391"/>
                  </a:lnTo>
                  <a:lnTo>
                    <a:pt x="1655597" y="45391"/>
                  </a:lnTo>
                  <a:lnTo>
                    <a:pt x="1650151" y="45391"/>
                  </a:lnTo>
                  <a:lnTo>
                    <a:pt x="1644705" y="45391"/>
                  </a:lnTo>
                  <a:lnTo>
                    <a:pt x="1639259" y="45391"/>
                  </a:lnTo>
                  <a:lnTo>
                    <a:pt x="1633813" y="45391"/>
                  </a:lnTo>
                  <a:lnTo>
                    <a:pt x="1628367" y="45391"/>
                  </a:lnTo>
                  <a:lnTo>
                    <a:pt x="1622921" y="45391"/>
                  </a:lnTo>
                  <a:lnTo>
                    <a:pt x="1617475" y="45391"/>
                  </a:lnTo>
                  <a:lnTo>
                    <a:pt x="1612029" y="45391"/>
                  </a:lnTo>
                  <a:lnTo>
                    <a:pt x="1606583" y="45391"/>
                  </a:lnTo>
                  <a:lnTo>
                    <a:pt x="1601137" y="45391"/>
                  </a:lnTo>
                  <a:lnTo>
                    <a:pt x="1595691" y="45391"/>
                  </a:lnTo>
                  <a:lnTo>
                    <a:pt x="1590245" y="45391"/>
                  </a:lnTo>
                  <a:lnTo>
                    <a:pt x="1584799" y="45391"/>
                  </a:lnTo>
                  <a:lnTo>
                    <a:pt x="1579353" y="45391"/>
                  </a:lnTo>
                  <a:lnTo>
                    <a:pt x="1573907" y="45391"/>
                  </a:lnTo>
                  <a:lnTo>
                    <a:pt x="1568460" y="45391"/>
                  </a:lnTo>
                  <a:lnTo>
                    <a:pt x="1563014" y="45391"/>
                  </a:lnTo>
                  <a:lnTo>
                    <a:pt x="1557568" y="45391"/>
                  </a:lnTo>
                  <a:lnTo>
                    <a:pt x="1552122" y="45391"/>
                  </a:lnTo>
                  <a:lnTo>
                    <a:pt x="1546676" y="45391"/>
                  </a:lnTo>
                  <a:lnTo>
                    <a:pt x="1541230" y="45391"/>
                  </a:lnTo>
                  <a:lnTo>
                    <a:pt x="1535784" y="45391"/>
                  </a:lnTo>
                  <a:lnTo>
                    <a:pt x="1530338" y="45391"/>
                  </a:lnTo>
                  <a:lnTo>
                    <a:pt x="1524892" y="45391"/>
                  </a:lnTo>
                  <a:lnTo>
                    <a:pt x="1519446" y="45391"/>
                  </a:lnTo>
                  <a:lnTo>
                    <a:pt x="1514000" y="45391"/>
                  </a:lnTo>
                  <a:lnTo>
                    <a:pt x="1508554" y="45391"/>
                  </a:lnTo>
                  <a:lnTo>
                    <a:pt x="1503108" y="45391"/>
                  </a:lnTo>
                  <a:lnTo>
                    <a:pt x="1497662" y="45391"/>
                  </a:lnTo>
                  <a:lnTo>
                    <a:pt x="1492216" y="45391"/>
                  </a:lnTo>
                  <a:lnTo>
                    <a:pt x="1486770" y="45391"/>
                  </a:lnTo>
                  <a:lnTo>
                    <a:pt x="1481324" y="45391"/>
                  </a:lnTo>
                  <a:lnTo>
                    <a:pt x="1475878" y="45391"/>
                  </a:lnTo>
                  <a:lnTo>
                    <a:pt x="1470432" y="45391"/>
                  </a:lnTo>
                  <a:lnTo>
                    <a:pt x="1464986" y="45391"/>
                  </a:lnTo>
                  <a:lnTo>
                    <a:pt x="1459540" y="45391"/>
                  </a:lnTo>
                  <a:lnTo>
                    <a:pt x="1454094" y="45391"/>
                  </a:lnTo>
                  <a:lnTo>
                    <a:pt x="1448647" y="45391"/>
                  </a:lnTo>
                  <a:lnTo>
                    <a:pt x="1443201" y="45391"/>
                  </a:lnTo>
                  <a:lnTo>
                    <a:pt x="1437755" y="45391"/>
                  </a:lnTo>
                  <a:lnTo>
                    <a:pt x="1432309" y="45391"/>
                  </a:lnTo>
                  <a:lnTo>
                    <a:pt x="1426863" y="45391"/>
                  </a:lnTo>
                  <a:lnTo>
                    <a:pt x="1421417" y="45391"/>
                  </a:lnTo>
                  <a:lnTo>
                    <a:pt x="1415971" y="45391"/>
                  </a:lnTo>
                  <a:lnTo>
                    <a:pt x="1410525" y="45391"/>
                  </a:lnTo>
                  <a:lnTo>
                    <a:pt x="1405079" y="45391"/>
                  </a:lnTo>
                  <a:lnTo>
                    <a:pt x="1399633" y="45391"/>
                  </a:lnTo>
                  <a:lnTo>
                    <a:pt x="1394187" y="45391"/>
                  </a:lnTo>
                  <a:lnTo>
                    <a:pt x="1388741" y="45391"/>
                  </a:lnTo>
                  <a:lnTo>
                    <a:pt x="1383295" y="45391"/>
                  </a:lnTo>
                  <a:lnTo>
                    <a:pt x="1377849" y="45391"/>
                  </a:lnTo>
                  <a:lnTo>
                    <a:pt x="1372403" y="45391"/>
                  </a:lnTo>
                  <a:lnTo>
                    <a:pt x="1366957" y="45391"/>
                  </a:lnTo>
                  <a:lnTo>
                    <a:pt x="1361511" y="45391"/>
                  </a:lnTo>
                  <a:lnTo>
                    <a:pt x="1356065" y="45391"/>
                  </a:lnTo>
                  <a:lnTo>
                    <a:pt x="1350619" y="45391"/>
                  </a:lnTo>
                  <a:lnTo>
                    <a:pt x="1345173" y="45391"/>
                  </a:lnTo>
                  <a:lnTo>
                    <a:pt x="1339727" y="45391"/>
                  </a:lnTo>
                  <a:lnTo>
                    <a:pt x="1334281" y="45391"/>
                  </a:lnTo>
                  <a:lnTo>
                    <a:pt x="1328834" y="45391"/>
                  </a:lnTo>
                  <a:lnTo>
                    <a:pt x="1323388" y="45391"/>
                  </a:lnTo>
                  <a:lnTo>
                    <a:pt x="1317942" y="45391"/>
                  </a:lnTo>
                  <a:lnTo>
                    <a:pt x="1312496" y="45391"/>
                  </a:lnTo>
                  <a:lnTo>
                    <a:pt x="1307050" y="45391"/>
                  </a:lnTo>
                  <a:lnTo>
                    <a:pt x="1301604" y="45391"/>
                  </a:lnTo>
                  <a:lnTo>
                    <a:pt x="1296158" y="45391"/>
                  </a:lnTo>
                  <a:lnTo>
                    <a:pt x="1290712" y="45391"/>
                  </a:lnTo>
                  <a:lnTo>
                    <a:pt x="1285266" y="45391"/>
                  </a:lnTo>
                  <a:lnTo>
                    <a:pt x="1279820" y="45391"/>
                  </a:lnTo>
                  <a:lnTo>
                    <a:pt x="1274374" y="45391"/>
                  </a:lnTo>
                  <a:lnTo>
                    <a:pt x="1268928" y="45391"/>
                  </a:lnTo>
                  <a:lnTo>
                    <a:pt x="1263482" y="45391"/>
                  </a:lnTo>
                  <a:lnTo>
                    <a:pt x="1258036" y="45391"/>
                  </a:lnTo>
                  <a:lnTo>
                    <a:pt x="1252590" y="45391"/>
                  </a:lnTo>
                  <a:lnTo>
                    <a:pt x="1247144" y="45391"/>
                  </a:lnTo>
                  <a:lnTo>
                    <a:pt x="1241698" y="45391"/>
                  </a:lnTo>
                  <a:lnTo>
                    <a:pt x="1236252" y="45391"/>
                  </a:lnTo>
                  <a:lnTo>
                    <a:pt x="1230806" y="45391"/>
                  </a:lnTo>
                  <a:lnTo>
                    <a:pt x="1225360" y="45391"/>
                  </a:lnTo>
                  <a:lnTo>
                    <a:pt x="1219914" y="45391"/>
                  </a:lnTo>
                  <a:lnTo>
                    <a:pt x="1214468" y="45391"/>
                  </a:lnTo>
                  <a:lnTo>
                    <a:pt x="1209021" y="45391"/>
                  </a:lnTo>
                  <a:lnTo>
                    <a:pt x="1203575" y="45391"/>
                  </a:lnTo>
                  <a:lnTo>
                    <a:pt x="1198129" y="45391"/>
                  </a:lnTo>
                  <a:lnTo>
                    <a:pt x="1192683" y="45391"/>
                  </a:lnTo>
                  <a:lnTo>
                    <a:pt x="1187237" y="45391"/>
                  </a:lnTo>
                  <a:lnTo>
                    <a:pt x="1181791" y="45391"/>
                  </a:lnTo>
                  <a:lnTo>
                    <a:pt x="1176345" y="45391"/>
                  </a:lnTo>
                  <a:lnTo>
                    <a:pt x="1170899" y="45391"/>
                  </a:lnTo>
                  <a:lnTo>
                    <a:pt x="1165453" y="45391"/>
                  </a:lnTo>
                  <a:lnTo>
                    <a:pt x="1160007" y="45391"/>
                  </a:lnTo>
                  <a:lnTo>
                    <a:pt x="1154561" y="45391"/>
                  </a:lnTo>
                  <a:lnTo>
                    <a:pt x="1149115" y="45391"/>
                  </a:lnTo>
                  <a:lnTo>
                    <a:pt x="1143669" y="45391"/>
                  </a:lnTo>
                  <a:lnTo>
                    <a:pt x="1138223" y="45391"/>
                  </a:lnTo>
                  <a:lnTo>
                    <a:pt x="1132777" y="45391"/>
                  </a:lnTo>
                  <a:lnTo>
                    <a:pt x="1127331" y="45391"/>
                  </a:lnTo>
                  <a:lnTo>
                    <a:pt x="1121885" y="45391"/>
                  </a:lnTo>
                  <a:lnTo>
                    <a:pt x="1116439" y="45391"/>
                  </a:lnTo>
                  <a:lnTo>
                    <a:pt x="1110993" y="45391"/>
                  </a:lnTo>
                  <a:lnTo>
                    <a:pt x="1105547" y="45391"/>
                  </a:lnTo>
                  <a:lnTo>
                    <a:pt x="1100101" y="45391"/>
                  </a:lnTo>
                  <a:lnTo>
                    <a:pt x="1094655" y="45391"/>
                  </a:lnTo>
                  <a:lnTo>
                    <a:pt x="1089209" y="45391"/>
                  </a:lnTo>
                  <a:lnTo>
                    <a:pt x="1083762" y="45391"/>
                  </a:lnTo>
                  <a:lnTo>
                    <a:pt x="1078316" y="45391"/>
                  </a:lnTo>
                  <a:lnTo>
                    <a:pt x="1072870" y="45391"/>
                  </a:lnTo>
                  <a:lnTo>
                    <a:pt x="1067424" y="45391"/>
                  </a:lnTo>
                  <a:lnTo>
                    <a:pt x="1061978" y="45391"/>
                  </a:lnTo>
                  <a:lnTo>
                    <a:pt x="1056532" y="45391"/>
                  </a:lnTo>
                  <a:lnTo>
                    <a:pt x="1051086" y="45391"/>
                  </a:lnTo>
                  <a:lnTo>
                    <a:pt x="1045640" y="45391"/>
                  </a:lnTo>
                  <a:lnTo>
                    <a:pt x="1040194" y="45391"/>
                  </a:lnTo>
                  <a:lnTo>
                    <a:pt x="1034748" y="45391"/>
                  </a:lnTo>
                  <a:lnTo>
                    <a:pt x="1029302" y="45391"/>
                  </a:lnTo>
                  <a:lnTo>
                    <a:pt x="1023856" y="45391"/>
                  </a:lnTo>
                  <a:lnTo>
                    <a:pt x="1018410" y="45391"/>
                  </a:lnTo>
                  <a:lnTo>
                    <a:pt x="1012964" y="45391"/>
                  </a:lnTo>
                  <a:lnTo>
                    <a:pt x="1007518" y="45391"/>
                  </a:lnTo>
                  <a:lnTo>
                    <a:pt x="1002072" y="45391"/>
                  </a:lnTo>
                  <a:lnTo>
                    <a:pt x="996626" y="45391"/>
                  </a:lnTo>
                  <a:lnTo>
                    <a:pt x="991180" y="45391"/>
                  </a:lnTo>
                  <a:lnTo>
                    <a:pt x="985734" y="45391"/>
                  </a:lnTo>
                  <a:lnTo>
                    <a:pt x="980288" y="45391"/>
                  </a:lnTo>
                  <a:lnTo>
                    <a:pt x="974842" y="45391"/>
                  </a:lnTo>
                  <a:lnTo>
                    <a:pt x="969396" y="45391"/>
                  </a:lnTo>
                  <a:lnTo>
                    <a:pt x="963949" y="45391"/>
                  </a:lnTo>
                  <a:lnTo>
                    <a:pt x="958503" y="45391"/>
                  </a:lnTo>
                  <a:lnTo>
                    <a:pt x="953057" y="45391"/>
                  </a:lnTo>
                  <a:lnTo>
                    <a:pt x="947611" y="45391"/>
                  </a:lnTo>
                  <a:lnTo>
                    <a:pt x="942165" y="45391"/>
                  </a:lnTo>
                  <a:lnTo>
                    <a:pt x="936719" y="45391"/>
                  </a:lnTo>
                  <a:lnTo>
                    <a:pt x="931273" y="45391"/>
                  </a:lnTo>
                  <a:lnTo>
                    <a:pt x="925827" y="45391"/>
                  </a:lnTo>
                  <a:lnTo>
                    <a:pt x="920381" y="45391"/>
                  </a:lnTo>
                  <a:lnTo>
                    <a:pt x="914935" y="45391"/>
                  </a:lnTo>
                  <a:lnTo>
                    <a:pt x="909489" y="45391"/>
                  </a:lnTo>
                  <a:lnTo>
                    <a:pt x="904043" y="45391"/>
                  </a:lnTo>
                  <a:lnTo>
                    <a:pt x="898597" y="45391"/>
                  </a:lnTo>
                  <a:lnTo>
                    <a:pt x="893151" y="45391"/>
                  </a:lnTo>
                  <a:lnTo>
                    <a:pt x="887705" y="45391"/>
                  </a:lnTo>
                  <a:lnTo>
                    <a:pt x="882259" y="45391"/>
                  </a:lnTo>
                  <a:lnTo>
                    <a:pt x="876813" y="45391"/>
                  </a:lnTo>
                  <a:lnTo>
                    <a:pt x="871367" y="45391"/>
                  </a:lnTo>
                  <a:lnTo>
                    <a:pt x="865921" y="45391"/>
                  </a:lnTo>
                  <a:lnTo>
                    <a:pt x="860475" y="45391"/>
                  </a:lnTo>
                  <a:lnTo>
                    <a:pt x="855029" y="45391"/>
                  </a:lnTo>
                  <a:lnTo>
                    <a:pt x="849583" y="45391"/>
                  </a:lnTo>
                  <a:lnTo>
                    <a:pt x="844136" y="45391"/>
                  </a:lnTo>
                  <a:lnTo>
                    <a:pt x="838690" y="45391"/>
                  </a:lnTo>
                  <a:lnTo>
                    <a:pt x="833244" y="45391"/>
                  </a:lnTo>
                  <a:lnTo>
                    <a:pt x="827798" y="45391"/>
                  </a:lnTo>
                  <a:lnTo>
                    <a:pt x="822352" y="45391"/>
                  </a:lnTo>
                  <a:lnTo>
                    <a:pt x="816906" y="45391"/>
                  </a:lnTo>
                  <a:lnTo>
                    <a:pt x="811460" y="45391"/>
                  </a:lnTo>
                  <a:lnTo>
                    <a:pt x="806014" y="45391"/>
                  </a:lnTo>
                  <a:lnTo>
                    <a:pt x="800568" y="45391"/>
                  </a:lnTo>
                  <a:lnTo>
                    <a:pt x="795122" y="45391"/>
                  </a:lnTo>
                  <a:lnTo>
                    <a:pt x="789676" y="45391"/>
                  </a:lnTo>
                  <a:lnTo>
                    <a:pt x="784230" y="45391"/>
                  </a:lnTo>
                  <a:lnTo>
                    <a:pt x="778784" y="45391"/>
                  </a:lnTo>
                  <a:lnTo>
                    <a:pt x="773338" y="45391"/>
                  </a:lnTo>
                  <a:lnTo>
                    <a:pt x="767892" y="45391"/>
                  </a:lnTo>
                  <a:lnTo>
                    <a:pt x="762446" y="45391"/>
                  </a:lnTo>
                  <a:lnTo>
                    <a:pt x="757000" y="45391"/>
                  </a:lnTo>
                  <a:lnTo>
                    <a:pt x="751554" y="45391"/>
                  </a:lnTo>
                  <a:lnTo>
                    <a:pt x="746108" y="45391"/>
                  </a:lnTo>
                  <a:lnTo>
                    <a:pt x="740662" y="45391"/>
                  </a:lnTo>
                  <a:lnTo>
                    <a:pt x="735216" y="45391"/>
                  </a:lnTo>
                  <a:lnTo>
                    <a:pt x="729770" y="45391"/>
                  </a:lnTo>
                  <a:lnTo>
                    <a:pt x="724323" y="45391"/>
                  </a:lnTo>
                  <a:lnTo>
                    <a:pt x="718877" y="45391"/>
                  </a:lnTo>
                  <a:lnTo>
                    <a:pt x="713431" y="45391"/>
                  </a:lnTo>
                  <a:lnTo>
                    <a:pt x="707985" y="45391"/>
                  </a:lnTo>
                  <a:lnTo>
                    <a:pt x="702539" y="45391"/>
                  </a:lnTo>
                  <a:lnTo>
                    <a:pt x="697093" y="45391"/>
                  </a:lnTo>
                  <a:lnTo>
                    <a:pt x="691647" y="45391"/>
                  </a:lnTo>
                  <a:lnTo>
                    <a:pt x="686201" y="45391"/>
                  </a:lnTo>
                  <a:lnTo>
                    <a:pt x="680755" y="45391"/>
                  </a:lnTo>
                  <a:lnTo>
                    <a:pt x="675309" y="45391"/>
                  </a:lnTo>
                  <a:lnTo>
                    <a:pt x="669863" y="45391"/>
                  </a:lnTo>
                  <a:lnTo>
                    <a:pt x="664417" y="45391"/>
                  </a:lnTo>
                  <a:lnTo>
                    <a:pt x="658971" y="45391"/>
                  </a:lnTo>
                  <a:lnTo>
                    <a:pt x="653525" y="45391"/>
                  </a:lnTo>
                  <a:lnTo>
                    <a:pt x="648079" y="45391"/>
                  </a:lnTo>
                  <a:lnTo>
                    <a:pt x="642633" y="45391"/>
                  </a:lnTo>
                  <a:lnTo>
                    <a:pt x="637187" y="45391"/>
                  </a:lnTo>
                  <a:lnTo>
                    <a:pt x="631741" y="45391"/>
                  </a:lnTo>
                  <a:lnTo>
                    <a:pt x="626295" y="45391"/>
                  </a:lnTo>
                  <a:lnTo>
                    <a:pt x="620849" y="45391"/>
                  </a:lnTo>
                  <a:lnTo>
                    <a:pt x="615403" y="45391"/>
                  </a:lnTo>
                  <a:lnTo>
                    <a:pt x="609957" y="45391"/>
                  </a:lnTo>
                  <a:lnTo>
                    <a:pt x="604510" y="45391"/>
                  </a:lnTo>
                  <a:lnTo>
                    <a:pt x="599064" y="45391"/>
                  </a:lnTo>
                  <a:lnTo>
                    <a:pt x="593618" y="45391"/>
                  </a:lnTo>
                  <a:lnTo>
                    <a:pt x="588172" y="45391"/>
                  </a:lnTo>
                  <a:lnTo>
                    <a:pt x="582726" y="45391"/>
                  </a:lnTo>
                  <a:lnTo>
                    <a:pt x="577280" y="45391"/>
                  </a:lnTo>
                  <a:lnTo>
                    <a:pt x="571834" y="45391"/>
                  </a:lnTo>
                  <a:lnTo>
                    <a:pt x="566388" y="45391"/>
                  </a:lnTo>
                  <a:lnTo>
                    <a:pt x="560942" y="45391"/>
                  </a:lnTo>
                  <a:lnTo>
                    <a:pt x="555496" y="45391"/>
                  </a:lnTo>
                  <a:lnTo>
                    <a:pt x="550050" y="45391"/>
                  </a:lnTo>
                  <a:lnTo>
                    <a:pt x="544604" y="45391"/>
                  </a:lnTo>
                  <a:lnTo>
                    <a:pt x="539158" y="45391"/>
                  </a:lnTo>
                  <a:lnTo>
                    <a:pt x="533712" y="45391"/>
                  </a:lnTo>
                  <a:lnTo>
                    <a:pt x="528266" y="45391"/>
                  </a:lnTo>
                  <a:lnTo>
                    <a:pt x="522820" y="45391"/>
                  </a:lnTo>
                  <a:lnTo>
                    <a:pt x="517374" y="45391"/>
                  </a:lnTo>
                  <a:lnTo>
                    <a:pt x="511928" y="45391"/>
                  </a:lnTo>
                  <a:lnTo>
                    <a:pt x="506482" y="45391"/>
                  </a:lnTo>
                  <a:lnTo>
                    <a:pt x="501036" y="45391"/>
                  </a:lnTo>
                  <a:lnTo>
                    <a:pt x="495590" y="45391"/>
                  </a:lnTo>
                  <a:lnTo>
                    <a:pt x="490144" y="45391"/>
                  </a:lnTo>
                  <a:lnTo>
                    <a:pt x="484698" y="45391"/>
                  </a:lnTo>
                  <a:lnTo>
                    <a:pt x="479251" y="45391"/>
                  </a:lnTo>
                  <a:lnTo>
                    <a:pt x="473805" y="45391"/>
                  </a:lnTo>
                  <a:lnTo>
                    <a:pt x="468359" y="45391"/>
                  </a:lnTo>
                  <a:lnTo>
                    <a:pt x="462913" y="45391"/>
                  </a:lnTo>
                  <a:lnTo>
                    <a:pt x="457467" y="45391"/>
                  </a:lnTo>
                  <a:lnTo>
                    <a:pt x="452021" y="45391"/>
                  </a:lnTo>
                  <a:lnTo>
                    <a:pt x="446575" y="45391"/>
                  </a:lnTo>
                  <a:lnTo>
                    <a:pt x="441129" y="45391"/>
                  </a:lnTo>
                  <a:lnTo>
                    <a:pt x="435683" y="45391"/>
                  </a:lnTo>
                  <a:lnTo>
                    <a:pt x="430237" y="45391"/>
                  </a:lnTo>
                  <a:lnTo>
                    <a:pt x="424791" y="45391"/>
                  </a:lnTo>
                  <a:lnTo>
                    <a:pt x="419345" y="45391"/>
                  </a:lnTo>
                  <a:lnTo>
                    <a:pt x="413899" y="45391"/>
                  </a:lnTo>
                  <a:lnTo>
                    <a:pt x="408453" y="45391"/>
                  </a:lnTo>
                  <a:lnTo>
                    <a:pt x="403007" y="45391"/>
                  </a:lnTo>
                  <a:lnTo>
                    <a:pt x="397561" y="45391"/>
                  </a:lnTo>
                  <a:lnTo>
                    <a:pt x="392115" y="45391"/>
                  </a:lnTo>
                  <a:lnTo>
                    <a:pt x="386669" y="45391"/>
                  </a:lnTo>
                  <a:lnTo>
                    <a:pt x="381223" y="45391"/>
                  </a:lnTo>
                  <a:lnTo>
                    <a:pt x="375777" y="45391"/>
                  </a:lnTo>
                  <a:lnTo>
                    <a:pt x="370331" y="45391"/>
                  </a:lnTo>
                  <a:lnTo>
                    <a:pt x="364885" y="45391"/>
                  </a:lnTo>
                  <a:lnTo>
                    <a:pt x="359438" y="45391"/>
                  </a:lnTo>
                  <a:lnTo>
                    <a:pt x="353992" y="45391"/>
                  </a:lnTo>
                  <a:lnTo>
                    <a:pt x="348546" y="45391"/>
                  </a:lnTo>
                  <a:lnTo>
                    <a:pt x="343100" y="45391"/>
                  </a:lnTo>
                  <a:lnTo>
                    <a:pt x="337654" y="45391"/>
                  </a:lnTo>
                  <a:lnTo>
                    <a:pt x="332208" y="45391"/>
                  </a:lnTo>
                  <a:lnTo>
                    <a:pt x="326762" y="45391"/>
                  </a:lnTo>
                  <a:lnTo>
                    <a:pt x="321316" y="45391"/>
                  </a:lnTo>
                  <a:lnTo>
                    <a:pt x="315870" y="45391"/>
                  </a:lnTo>
                  <a:lnTo>
                    <a:pt x="310424" y="45391"/>
                  </a:lnTo>
                  <a:lnTo>
                    <a:pt x="304978" y="45391"/>
                  </a:lnTo>
                  <a:lnTo>
                    <a:pt x="299532" y="45391"/>
                  </a:lnTo>
                  <a:lnTo>
                    <a:pt x="294086" y="45391"/>
                  </a:lnTo>
                  <a:lnTo>
                    <a:pt x="288640" y="45391"/>
                  </a:lnTo>
                  <a:lnTo>
                    <a:pt x="283194" y="45391"/>
                  </a:lnTo>
                  <a:lnTo>
                    <a:pt x="277748" y="45391"/>
                  </a:lnTo>
                  <a:lnTo>
                    <a:pt x="272302" y="45391"/>
                  </a:lnTo>
                  <a:lnTo>
                    <a:pt x="266856" y="45391"/>
                  </a:lnTo>
                  <a:lnTo>
                    <a:pt x="261410" y="45391"/>
                  </a:lnTo>
                  <a:lnTo>
                    <a:pt x="255964" y="45391"/>
                  </a:lnTo>
                  <a:lnTo>
                    <a:pt x="250518" y="45391"/>
                  </a:lnTo>
                  <a:lnTo>
                    <a:pt x="245072" y="45391"/>
                  </a:lnTo>
                  <a:lnTo>
                    <a:pt x="239625" y="45391"/>
                  </a:lnTo>
                  <a:lnTo>
                    <a:pt x="234179" y="45391"/>
                  </a:lnTo>
                  <a:lnTo>
                    <a:pt x="228733" y="45391"/>
                  </a:lnTo>
                  <a:lnTo>
                    <a:pt x="223287" y="45391"/>
                  </a:lnTo>
                  <a:lnTo>
                    <a:pt x="217841" y="45391"/>
                  </a:lnTo>
                  <a:lnTo>
                    <a:pt x="212395" y="45391"/>
                  </a:lnTo>
                  <a:lnTo>
                    <a:pt x="206949" y="45391"/>
                  </a:lnTo>
                  <a:lnTo>
                    <a:pt x="201503" y="45391"/>
                  </a:lnTo>
                  <a:lnTo>
                    <a:pt x="196057" y="45391"/>
                  </a:lnTo>
                  <a:lnTo>
                    <a:pt x="190611" y="45391"/>
                  </a:lnTo>
                  <a:lnTo>
                    <a:pt x="185165" y="45391"/>
                  </a:lnTo>
                  <a:lnTo>
                    <a:pt x="179719" y="45391"/>
                  </a:lnTo>
                  <a:lnTo>
                    <a:pt x="174273" y="45391"/>
                  </a:lnTo>
                  <a:lnTo>
                    <a:pt x="168827" y="45391"/>
                  </a:lnTo>
                  <a:lnTo>
                    <a:pt x="163381" y="45391"/>
                  </a:lnTo>
                  <a:lnTo>
                    <a:pt x="157935" y="45391"/>
                  </a:lnTo>
                  <a:lnTo>
                    <a:pt x="152489" y="45391"/>
                  </a:lnTo>
                  <a:lnTo>
                    <a:pt x="147043" y="45391"/>
                  </a:lnTo>
                  <a:lnTo>
                    <a:pt x="141597" y="45391"/>
                  </a:lnTo>
                  <a:lnTo>
                    <a:pt x="136151" y="45391"/>
                  </a:lnTo>
                  <a:lnTo>
                    <a:pt x="130705" y="45391"/>
                  </a:lnTo>
                  <a:lnTo>
                    <a:pt x="125259" y="45391"/>
                  </a:lnTo>
                  <a:lnTo>
                    <a:pt x="119812" y="45391"/>
                  </a:lnTo>
                  <a:lnTo>
                    <a:pt x="114366" y="45391"/>
                  </a:lnTo>
                  <a:lnTo>
                    <a:pt x="108920" y="45391"/>
                  </a:lnTo>
                  <a:lnTo>
                    <a:pt x="103474" y="45391"/>
                  </a:lnTo>
                  <a:lnTo>
                    <a:pt x="98028" y="45391"/>
                  </a:lnTo>
                  <a:lnTo>
                    <a:pt x="92582" y="45391"/>
                  </a:lnTo>
                  <a:lnTo>
                    <a:pt x="87136" y="45391"/>
                  </a:lnTo>
                  <a:lnTo>
                    <a:pt x="81690" y="45391"/>
                  </a:lnTo>
                  <a:lnTo>
                    <a:pt x="76244" y="45391"/>
                  </a:lnTo>
                  <a:lnTo>
                    <a:pt x="70798" y="45391"/>
                  </a:lnTo>
                  <a:lnTo>
                    <a:pt x="65352" y="45391"/>
                  </a:lnTo>
                  <a:lnTo>
                    <a:pt x="59906" y="45391"/>
                  </a:lnTo>
                  <a:lnTo>
                    <a:pt x="54460" y="45391"/>
                  </a:lnTo>
                  <a:lnTo>
                    <a:pt x="49014" y="45391"/>
                  </a:lnTo>
                  <a:lnTo>
                    <a:pt x="43568" y="45391"/>
                  </a:lnTo>
                  <a:lnTo>
                    <a:pt x="38122" y="45391"/>
                  </a:lnTo>
                  <a:lnTo>
                    <a:pt x="32676" y="45391"/>
                  </a:lnTo>
                  <a:lnTo>
                    <a:pt x="27230" y="45391"/>
                  </a:lnTo>
                  <a:lnTo>
                    <a:pt x="21784" y="45391"/>
                  </a:lnTo>
                  <a:lnTo>
                    <a:pt x="16338" y="45391"/>
                  </a:lnTo>
                  <a:lnTo>
                    <a:pt x="10892" y="45391"/>
                  </a:lnTo>
                  <a:lnTo>
                    <a:pt x="5446" y="453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957616" y="6145125"/>
              <a:ext cx="2782929" cy="45389"/>
            </a:xfrm>
            <a:custGeom>
              <a:avLst/>
              <a:pathLst>
                <a:path w="2782929" h="45389">
                  <a:moveTo>
                    <a:pt x="0" y="45389"/>
                  </a:moveTo>
                  <a:lnTo>
                    <a:pt x="5446" y="45389"/>
                  </a:lnTo>
                  <a:lnTo>
                    <a:pt x="10892" y="45388"/>
                  </a:lnTo>
                  <a:lnTo>
                    <a:pt x="16338" y="45388"/>
                  </a:lnTo>
                  <a:lnTo>
                    <a:pt x="21784" y="45387"/>
                  </a:lnTo>
                  <a:lnTo>
                    <a:pt x="27230" y="45387"/>
                  </a:lnTo>
                  <a:lnTo>
                    <a:pt x="32676" y="45386"/>
                  </a:lnTo>
                  <a:lnTo>
                    <a:pt x="38122" y="45385"/>
                  </a:lnTo>
                  <a:lnTo>
                    <a:pt x="43568" y="45384"/>
                  </a:lnTo>
                  <a:lnTo>
                    <a:pt x="49014" y="45382"/>
                  </a:lnTo>
                  <a:lnTo>
                    <a:pt x="54460" y="45381"/>
                  </a:lnTo>
                  <a:lnTo>
                    <a:pt x="59906" y="45379"/>
                  </a:lnTo>
                  <a:lnTo>
                    <a:pt x="65352" y="45377"/>
                  </a:lnTo>
                  <a:lnTo>
                    <a:pt x="70798" y="45375"/>
                  </a:lnTo>
                  <a:lnTo>
                    <a:pt x="76244" y="45372"/>
                  </a:lnTo>
                  <a:lnTo>
                    <a:pt x="81690" y="45369"/>
                  </a:lnTo>
                  <a:lnTo>
                    <a:pt x="87136" y="45366"/>
                  </a:lnTo>
                  <a:lnTo>
                    <a:pt x="92582" y="45362"/>
                  </a:lnTo>
                  <a:lnTo>
                    <a:pt x="98028" y="45358"/>
                  </a:lnTo>
                  <a:lnTo>
                    <a:pt x="103474" y="45353"/>
                  </a:lnTo>
                  <a:lnTo>
                    <a:pt x="108920" y="45348"/>
                  </a:lnTo>
                  <a:lnTo>
                    <a:pt x="114366" y="45341"/>
                  </a:lnTo>
                  <a:lnTo>
                    <a:pt x="119812" y="45335"/>
                  </a:lnTo>
                  <a:lnTo>
                    <a:pt x="125259" y="45327"/>
                  </a:lnTo>
                  <a:lnTo>
                    <a:pt x="130705" y="45319"/>
                  </a:lnTo>
                  <a:lnTo>
                    <a:pt x="136151" y="45309"/>
                  </a:lnTo>
                  <a:lnTo>
                    <a:pt x="141597" y="45299"/>
                  </a:lnTo>
                  <a:lnTo>
                    <a:pt x="147043" y="45288"/>
                  </a:lnTo>
                  <a:lnTo>
                    <a:pt x="152489" y="45275"/>
                  </a:lnTo>
                  <a:lnTo>
                    <a:pt x="157935" y="45261"/>
                  </a:lnTo>
                  <a:lnTo>
                    <a:pt x="163381" y="45247"/>
                  </a:lnTo>
                  <a:lnTo>
                    <a:pt x="168827" y="45230"/>
                  </a:lnTo>
                  <a:lnTo>
                    <a:pt x="174273" y="45212"/>
                  </a:lnTo>
                  <a:lnTo>
                    <a:pt x="179719" y="45193"/>
                  </a:lnTo>
                  <a:lnTo>
                    <a:pt x="185165" y="45172"/>
                  </a:lnTo>
                  <a:lnTo>
                    <a:pt x="190611" y="45150"/>
                  </a:lnTo>
                  <a:lnTo>
                    <a:pt x="196057" y="45126"/>
                  </a:lnTo>
                  <a:lnTo>
                    <a:pt x="201503" y="45100"/>
                  </a:lnTo>
                  <a:lnTo>
                    <a:pt x="206949" y="45072"/>
                  </a:lnTo>
                  <a:lnTo>
                    <a:pt x="212395" y="45043"/>
                  </a:lnTo>
                  <a:lnTo>
                    <a:pt x="217841" y="45011"/>
                  </a:lnTo>
                  <a:lnTo>
                    <a:pt x="223287" y="44978"/>
                  </a:lnTo>
                  <a:lnTo>
                    <a:pt x="228733" y="44943"/>
                  </a:lnTo>
                  <a:lnTo>
                    <a:pt x="234179" y="44907"/>
                  </a:lnTo>
                  <a:lnTo>
                    <a:pt x="239625" y="44868"/>
                  </a:lnTo>
                  <a:lnTo>
                    <a:pt x="245072" y="44827"/>
                  </a:lnTo>
                  <a:lnTo>
                    <a:pt x="250518" y="44785"/>
                  </a:lnTo>
                  <a:lnTo>
                    <a:pt x="255964" y="44742"/>
                  </a:lnTo>
                  <a:lnTo>
                    <a:pt x="261410" y="44696"/>
                  </a:lnTo>
                  <a:lnTo>
                    <a:pt x="266856" y="44649"/>
                  </a:lnTo>
                  <a:lnTo>
                    <a:pt x="272302" y="44601"/>
                  </a:lnTo>
                  <a:lnTo>
                    <a:pt x="277748" y="44552"/>
                  </a:lnTo>
                  <a:lnTo>
                    <a:pt x="283194" y="44501"/>
                  </a:lnTo>
                  <a:lnTo>
                    <a:pt x="288640" y="44450"/>
                  </a:lnTo>
                  <a:lnTo>
                    <a:pt x="294086" y="44398"/>
                  </a:lnTo>
                  <a:lnTo>
                    <a:pt x="299532" y="44345"/>
                  </a:lnTo>
                  <a:lnTo>
                    <a:pt x="304978" y="44293"/>
                  </a:lnTo>
                  <a:lnTo>
                    <a:pt x="310424" y="44240"/>
                  </a:lnTo>
                  <a:lnTo>
                    <a:pt x="315870" y="44187"/>
                  </a:lnTo>
                  <a:lnTo>
                    <a:pt x="321316" y="44134"/>
                  </a:lnTo>
                  <a:lnTo>
                    <a:pt x="326762" y="44082"/>
                  </a:lnTo>
                  <a:lnTo>
                    <a:pt x="332208" y="44031"/>
                  </a:lnTo>
                  <a:lnTo>
                    <a:pt x="337654" y="43981"/>
                  </a:lnTo>
                  <a:lnTo>
                    <a:pt x="343100" y="43932"/>
                  </a:lnTo>
                  <a:lnTo>
                    <a:pt x="348546" y="43885"/>
                  </a:lnTo>
                  <a:lnTo>
                    <a:pt x="353992" y="43840"/>
                  </a:lnTo>
                  <a:lnTo>
                    <a:pt x="359438" y="43797"/>
                  </a:lnTo>
                  <a:lnTo>
                    <a:pt x="364885" y="43756"/>
                  </a:lnTo>
                  <a:lnTo>
                    <a:pt x="370331" y="43718"/>
                  </a:lnTo>
                  <a:lnTo>
                    <a:pt x="375777" y="43682"/>
                  </a:lnTo>
                  <a:lnTo>
                    <a:pt x="381223" y="43649"/>
                  </a:lnTo>
                  <a:lnTo>
                    <a:pt x="386669" y="43619"/>
                  </a:lnTo>
                  <a:lnTo>
                    <a:pt x="392115" y="43592"/>
                  </a:lnTo>
                  <a:lnTo>
                    <a:pt x="397561" y="43569"/>
                  </a:lnTo>
                  <a:lnTo>
                    <a:pt x="403007" y="43548"/>
                  </a:lnTo>
                  <a:lnTo>
                    <a:pt x="408453" y="43531"/>
                  </a:lnTo>
                  <a:lnTo>
                    <a:pt x="413899" y="43517"/>
                  </a:lnTo>
                  <a:lnTo>
                    <a:pt x="419345" y="43507"/>
                  </a:lnTo>
                  <a:lnTo>
                    <a:pt x="424791" y="43501"/>
                  </a:lnTo>
                  <a:lnTo>
                    <a:pt x="430237" y="43497"/>
                  </a:lnTo>
                  <a:lnTo>
                    <a:pt x="435683" y="43497"/>
                  </a:lnTo>
                  <a:lnTo>
                    <a:pt x="441129" y="43500"/>
                  </a:lnTo>
                  <a:lnTo>
                    <a:pt x="446575" y="43506"/>
                  </a:lnTo>
                  <a:lnTo>
                    <a:pt x="452021" y="43516"/>
                  </a:lnTo>
                  <a:lnTo>
                    <a:pt x="457467" y="43527"/>
                  </a:lnTo>
                  <a:lnTo>
                    <a:pt x="462913" y="43542"/>
                  </a:lnTo>
                  <a:lnTo>
                    <a:pt x="468359" y="43559"/>
                  </a:lnTo>
                  <a:lnTo>
                    <a:pt x="473805" y="43579"/>
                  </a:lnTo>
                  <a:lnTo>
                    <a:pt x="479251" y="43600"/>
                  </a:lnTo>
                  <a:lnTo>
                    <a:pt x="484698" y="43624"/>
                  </a:lnTo>
                  <a:lnTo>
                    <a:pt x="490144" y="43649"/>
                  </a:lnTo>
                  <a:lnTo>
                    <a:pt x="495590" y="43675"/>
                  </a:lnTo>
                  <a:lnTo>
                    <a:pt x="501036" y="43703"/>
                  </a:lnTo>
                  <a:lnTo>
                    <a:pt x="506482" y="43732"/>
                  </a:lnTo>
                  <a:lnTo>
                    <a:pt x="511928" y="43762"/>
                  </a:lnTo>
                  <a:lnTo>
                    <a:pt x="517374" y="43792"/>
                  </a:lnTo>
                  <a:lnTo>
                    <a:pt x="522820" y="43823"/>
                  </a:lnTo>
                  <a:lnTo>
                    <a:pt x="528266" y="43854"/>
                  </a:lnTo>
                  <a:lnTo>
                    <a:pt x="533712" y="43885"/>
                  </a:lnTo>
                  <a:lnTo>
                    <a:pt x="539158" y="43916"/>
                  </a:lnTo>
                  <a:lnTo>
                    <a:pt x="544604" y="43946"/>
                  </a:lnTo>
                  <a:lnTo>
                    <a:pt x="550050" y="43977"/>
                  </a:lnTo>
                  <a:lnTo>
                    <a:pt x="555496" y="44007"/>
                  </a:lnTo>
                  <a:lnTo>
                    <a:pt x="560942" y="44036"/>
                  </a:lnTo>
                  <a:lnTo>
                    <a:pt x="566388" y="44065"/>
                  </a:lnTo>
                  <a:lnTo>
                    <a:pt x="571834" y="44093"/>
                  </a:lnTo>
                  <a:lnTo>
                    <a:pt x="577280" y="44120"/>
                  </a:lnTo>
                  <a:lnTo>
                    <a:pt x="582726" y="44147"/>
                  </a:lnTo>
                  <a:lnTo>
                    <a:pt x="588172" y="44173"/>
                  </a:lnTo>
                  <a:lnTo>
                    <a:pt x="593618" y="44198"/>
                  </a:lnTo>
                  <a:lnTo>
                    <a:pt x="599064" y="44222"/>
                  </a:lnTo>
                  <a:lnTo>
                    <a:pt x="604510" y="44245"/>
                  </a:lnTo>
                  <a:lnTo>
                    <a:pt x="609957" y="44267"/>
                  </a:lnTo>
                  <a:lnTo>
                    <a:pt x="615403" y="44289"/>
                  </a:lnTo>
                  <a:lnTo>
                    <a:pt x="620849" y="44310"/>
                  </a:lnTo>
                  <a:lnTo>
                    <a:pt x="626295" y="44331"/>
                  </a:lnTo>
                  <a:lnTo>
                    <a:pt x="631741" y="44351"/>
                  </a:lnTo>
                  <a:lnTo>
                    <a:pt x="637187" y="44370"/>
                  </a:lnTo>
                  <a:lnTo>
                    <a:pt x="642633" y="44389"/>
                  </a:lnTo>
                  <a:lnTo>
                    <a:pt x="648079" y="44407"/>
                  </a:lnTo>
                  <a:lnTo>
                    <a:pt x="653525" y="44424"/>
                  </a:lnTo>
                  <a:lnTo>
                    <a:pt x="658971" y="44442"/>
                  </a:lnTo>
                  <a:lnTo>
                    <a:pt x="664417" y="44459"/>
                  </a:lnTo>
                  <a:lnTo>
                    <a:pt x="669863" y="44475"/>
                  </a:lnTo>
                  <a:lnTo>
                    <a:pt x="675309" y="44492"/>
                  </a:lnTo>
                  <a:lnTo>
                    <a:pt x="680755" y="44508"/>
                  </a:lnTo>
                  <a:lnTo>
                    <a:pt x="686201" y="44524"/>
                  </a:lnTo>
                  <a:lnTo>
                    <a:pt x="691647" y="44539"/>
                  </a:lnTo>
                  <a:lnTo>
                    <a:pt x="697093" y="44554"/>
                  </a:lnTo>
                  <a:lnTo>
                    <a:pt x="702539" y="44569"/>
                  </a:lnTo>
                  <a:lnTo>
                    <a:pt x="707985" y="44583"/>
                  </a:lnTo>
                  <a:lnTo>
                    <a:pt x="713431" y="44597"/>
                  </a:lnTo>
                  <a:lnTo>
                    <a:pt x="718877" y="44610"/>
                  </a:lnTo>
                  <a:lnTo>
                    <a:pt x="724323" y="44623"/>
                  </a:lnTo>
                  <a:lnTo>
                    <a:pt x="729770" y="44636"/>
                  </a:lnTo>
                  <a:lnTo>
                    <a:pt x="735216" y="44648"/>
                  </a:lnTo>
                  <a:lnTo>
                    <a:pt x="740662" y="44659"/>
                  </a:lnTo>
                  <a:lnTo>
                    <a:pt x="746108" y="44669"/>
                  </a:lnTo>
                  <a:lnTo>
                    <a:pt x="751554" y="44678"/>
                  </a:lnTo>
                  <a:lnTo>
                    <a:pt x="757000" y="44687"/>
                  </a:lnTo>
                  <a:lnTo>
                    <a:pt x="762446" y="44694"/>
                  </a:lnTo>
                  <a:lnTo>
                    <a:pt x="767892" y="44700"/>
                  </a:lnTo>
                  <a:lnTo>
                    <a:pt x="773338" y="44705"/>
                  </a:lnTo>
                  <a:lnTo>
                    <a:pt x="778784" y="44709"/>
                  </a:lnTo>
                  <a:lnTo>
                    <a:pt x="784230" y="44711"/>
                  </a:lnTo>
                  <a:lnTo>
                    <a:pt x="789676" y="44712"/>
                  </a:lnTo>
                  <a:lnTo>
                    <a:pt x="795122" y="44711"/>
                  </a:lnTo>
                  <a:lnTo>
                    <a:pt x="800568" y="44709"/>
                  </a:lnTo>
                  <a:lnTo>
                    <a:pt x="806014" y="44704"/>
                  </a:lnTo>
                  <a:lnTo>
                    <a:pt x="811460" y="44698"/>
                  </a:lnTo>
                  <a:lnTo>
                    <a:pt x="816906" y="44691"/>
                  </a:lnTo>
                  <a:lnTo>
                    <a:pt x="822352" y="44682"/>
                  </a:lnTo>
                  <a:lnTo>
                    <a:pt x="827798" y="44670"/>
                  </a:lnTo>
                  <a:lnTo>
                    <a:pt x="833244" y="44657"/>
                  </a:lnTo>
                  <a:lnTo>
                    <a:pt x="838690" y="44642"/>
                  </a:lnTo>
                  <a:lnTo>
                    <a:pt x="844136" y="44625"/>
                  </a:lnTo>
                  <a:lnTo>
                    <a:pt x="849583" y="44607"/>
                  </a:lnTo>
                  <a:lnTo>
                    <a:pt x="855029" y="44586"/>
                  </a:lnTo>
                  <a:lnTo>
                    <a:pt x="860475" y="44564"/>
                  </a:lnTo>
                  <a:lnTo>
                    <a:pt x="865921" y="44540"/>
                  </a:lnTo>
                  <a:lnTo>
                    <a:pt x="871367" y="44515"/>
                  </a:lnTo>
                  <a:lnTo>
                    <a:pt x="876813" y="44487"/>
                  </a:lnTo>
                  <a:lnTo>
                    <a:pt x="882259" y="44459"/>
                  </a:lnTo>
                  <a:lnTo>
                    <a:pt x="887705" y="44429"/>
                  </a:lnTo>
                  <a:lnTo>
                    <a:pt x="893151" y="44398"/>
                  </a:lnTo>
                  <a:lnTo>
                    <a:pt x="898597" y="44365"/>
                  </a:lnTo>
                  <a:lnTo>
                    <a:pt x="904043" y="44332"/>
                  </a:lnTo>
                  <a:lnTo>
                    <a:pt x="909489" y="44298"/>
                  </a:lnTo>
                  <a:lnTo>
                    <a:pt x="914935" y="44263"/>
                  </a:lnTo>
                  <a:lnTo>
                    <a:pt x="920381" y="44227"/>
                  </a:lnTo>
                  <a:lnTo>
                    <a:pt x="925827" y="44191"/>
                  </a:lnTo>
                  <a:lnTo>
                    <a:pt x="931273" y="44154"/>
                  </a:lnTo>
                  <a:lnTo>
                    <a:pt x="936719" y="44117"/>
                  </a:lnTo>
                  <a:lnTo>
                    <a:pt x="942165" y="44080"/>
                  </a:lnTo>
                  <a:lnTo>
                    <a:pt x="947611" y="44043"/>
                  </a:lnTo>
                  <a:lnTo>
                    <a:pt x="953057" y="44006"/>
                  </a:lnTo>
                  <a:lnTo>
                    <a:pt x="958503" y="43969"/>
                  </a:lnTo>
                  <a:lnTo>
                    <a:pt x="963949" y="43932"/>
                  </a:lnTo>
                  <a:lnTo>
                    <a:pt x="969396" y="43896"/>
                  </a:lnTo>
                  <a:lnTo>
                    <a:pt x="974842" y="43860"/>
                  </a:lnTo>
                  <a:lnTo>
                    <a:pt x="980288" y="43824"/>
                  </a:lnTo>
                  <a:lnTo>
                    <a:pt x="985734" y="43789"/>
                  </a:lnTo>
                  <a:lnTo>
                    <a:pt x="991180" y="43755"/>
                  </a:lnTo>
                  <a:lnTo>
                    <a:pt x="996626" y="43721"/>
                  </a:lnTo>
                  <a:lnTo>
                    <a:pt x="1002072" y="43688"/>
                  </a:lnTo>
                  <a:lnTo>
                    <a:pt x="1007518" y="43655"/>
                  </a:lnTo>
                  <a:lnTo>
                    <a:pt x="1012964" y="43623"/>
                  </a:lnTo>
                  <a:lnTo>
                    <a:pt x="1018410" y="43592"/>
                  </a:lnTo>
                  <a:lnTo>
                    <a:pt x="1023856" y="43560"/>
                  </a:lnTo>
                  <a:lnTo>
                    <a:pt x="1029302" y="43530"/>
                  </a:lnTo>
                  <a:lnTo>
                    <a:pt x="1034748" y="43499"/>
                  </a:lnTo>
                  <a:lnTo>
                    <a:pt x="1040194" y="43469"/>
                  </a:lnTo>
                  <a:lnTo>
                    <a:pt x="1045640" y="43439"/>
                  </a:lnTo>
                  <a:lnTo>
                    <a:pt x="1051086" y="43408"/>
                  </a:lnTo>
                  <a:lnTo>
                    <a:pt x="1056532" y="43378"/>
                  </a:lnTo>
                  <a:lnTo>
                    <a:pt x="1061978" y="43347"/>
                  </a:lnTo>
                  <a:lnTo>
                    <a:pt x="1067424" y="43316"/>
                  </a:lnTo>
                  <a:lnTo>
                    <a:pt x="1072870" y="43284"/>
                  </a:lnTo>
                  <a:lnTo>
                    <a:pt x="1078316" y="43251"/>
                  </a:lnTo>
                  <a:lnTo>
                    <a:pt x="1083762" y="43218"/>
                  </a:lnTo>
                  <a:lnTo>
                    <a:pt x="1089209" y="43183"/>
                  </a:lnTo>
                  <a:lnTo>
                    <a:pt x="1094655" y="43147"/>
                  </a:lnTo>
                  <a:lnTo>
                    <a:pt x="1100101" y="43110"/>
                  </a:lnTo>
                  <a:lnTo>
                    <a:pt x="1105547" y="43070"/>
                  </a:lnTo>
                  <a:lnTo>
                    <a:pt x="1110993" y="43029"/>
                  </a:lnTo>
                  <a:lnTo>
                    <a:pt x="1116439" y="42987"/>
                  </a:lnTo>
                  <a:lnTo>
                    <a:pt x="1121885" y="42942"/>
                  </a:lnTo>
                  <a:lnTo>
                    <a:pt x="1127331" y="42894"/>
                  </a:lnTo>
                  <a:lnTo>
                    <a:pt x="1132777" y="42845"/>
                  </a:lnTo>
                  <a:lnTo>
                    <a:pt x="1138223" y="42793"/>
                  </a:lnTo>
                  <a:lnTo>
                    <a:pt x="1143669" y="42739"/>
                  </a:lnTo>
                  <a:lnTo>
                    <a:pt x="1149115" y="42681"/>
                  </a:lnTo>
                  <a:lnTo>
                    <a:pt x="1154561" y="42621"/>
                  </a:lnTo>
                  <a:lnTo>
                    <a:pt x="1160007" y="42558"/>
                  </a:lnTo>
                  <a:lnTo>
                    <a:pt x="1165453" y="42492"/>
                  </a:lnTo>
                  <a:lnTo>
                    <a:pt x="1170899" y="42422"/>
                  </a:lnTo>
                  <a:lnTo>
                    <a:pt x="1176345" y="42350"/>
                  </a:lnTo>
                  <a:lnTo>
                    <a:pt x="1181791" y="42275"/>
                  </a:lnTo>
                  <a:lnTo>
                    <a:pt x="1187237" y="42196"/>
                  </a:lnTo>
                  <a:lnTo>
                    <a:pt x="1192683" y="42113"/>
                  </a:lnTo>
                  <a:lnTo>
                    <a:pt x="1198129" y="42028"/>
                  </a:lnTo>
                  <a:lnTo>
                    <a:pt x="1203575" y="41939"/>
                  </a:lnTo>
                  <a:lnTo>
                    <a:pt x="1209021" y="41846"/>
                  </a:lnTo>
                  <a:lnTo>
                    <a:pt x="1214468" y="41750"/>
                  </a:lnTo>
                  <a:lnTo>
                    <a:pt x="1219914" y="41649"/>
                  </a:lnTo>
                  <a:lnTo>
                    <a:pt x="1225360" y="41546"/>
                  </a:lnTo>
                  <a:lnTo>
                    <a:pt x="1230806" y="41438"/>
                  </a:lnTo>
                  <a:lnTo>
                    <a:pt x="1236252" y="41326"/>
                  </a:lnTo>
                  <a:lnTo>
                    <a:pt x="1241698" y="41210"/>
                  </a:lnTo>
                  <a:lnTo>
                    <a:pt x="1247144" y="41090"/>
                  </a:lnTo>
                  <a:lnTo>
                    <a:pt x="1252590" y="40966"/>
                  </a:lnTo>
                  <a:lnTo>
                    <a:pt x="1258036" y="40836"/>
                  </a:lnTo>
                  <a:lnTo>
                    <a:pt x="1263482" y="40702"/>
                  </a:lnTo>
                  <a:lnTo>
                    <a:pt x="1268928" y="40563"/>
                  </a:lnTo>
                  <a:lnTo>
                    <a:pt x="1274374" y="40419"/>
                  </a:lnTo>
                  <a:lnTo>
                    <a:pt x="1279820" y="40270"/>
                  </a:lnTo>
                  <a:lnTo>
                    <a:pt x="1285266" y="40114"/>
                  </a:lnTo>
                  <a:lnTo>
                    <a:pt x="1290712" y="39953"/>
                  </a:lnTo>
                  <a:lnTo>
                    <a:pt x="1296158" y="39785"/>
                  </a:lnTo>
                  <a:lnTo>
                    <a:pt x="1301604" y="39612"/>
                  </a:lnTo>
                  <a:lnTo>
                    <a:pt x="1307050" y="39430"/>
                  </a:lnTo>
                  <a:lnTo>
                    <a:pt x="1312496" y="39241"/>
                  </a:lnTo>
                  <a:lnTo>
                    <a:pt x="1317942" y="39045"/>
                  </a:lnTo>
                  <a:lnTo>
                    <a:pt x="1323388" y="38843"/>
                  </a:lnTo>
                  <a:lnTo>
                    <a:pt x="1328834" y="38629"/>
                  </a:lnTo>
                  <a:lnTo>
                    <a:pt x="1334281" y="38407"/>
                  </a:lnTo>
                  <a:lnTo>
                    <a:pt x="1339727" y="38178"/>
                  </a:lnTo>
                  <a:lnTo>
                    <a:pt x="1345173" y="37939"/>
                  </a:lnTo>
                  <a:lnTo>
                    <a:pt x="1350619" y="37689"/>
                  </a:lnTo>
                  <a:lnTo>
                    <a:pt x="1356065" y="37428"/>
                  </a:lnTo>
                  <a:lnTo>
                    <a:pt x="1361511" y="37159"/>
                  </a:lnTo>
                  <a:lnTo>
                    <a:pt x="1366957" y="36879"/>
                  </a:lnTo>
                  <a:lnTo>
                    <a:pt x="1372403" y="36587"/>
                  </a:lnTo>
                  <a:lnTo>
                    <a:pt x="1377849" y="36282"/>
                  </a:lnTo>
                  <a:lnTo>
                    <a:pt x="1383295" y="35967"/>
                  </a:lnTo>
                  <a:lnTo>
                    <a:pt x="1388741" y="35642"/>
                  </a:lnTo>
                  <a:lnTo>
                    <a:pt x="1394187" y="35303"/>
                  </a:lnTo>
                  <a:lnTo>
                    <a:pt x="1399633" y="34951"/>
                  </a:lnTo>
                  <a:lnTo>
                    <a:pt x="1405079" y="34587"/>
                  </a:lnTo>
                  <a:lnTo>
                    <a:pt x="1410525" y="34212"/>
                  </a:lnTo>
                  <a:lnTo>
                    <a:pt x="1415971" y="33825"/>
                  </a:lnTo>
                  <a:lnTo>
                    <a:pt x="1421417" y="33422"/>
                  </a:lnTo>
                  <a:lnTo>
                    <a:pt x="1426863" y="33009"/>
                  </a:lnTo>
                  <a:lnTo>
                    <a:pt x="1432309" y="32584"/>
                  </a:lnTo>
                  <a:lnTo>
                    <a:pt x="1437755" y="32147"/>
                  </a:lnTo>
                  <a:lnTo>
                    <a:pt x="1443201" y="31695"/>
                  </a:lnTo>
                  <a:lnTo>
                    <a:pt x="1448647" y="31232"/>
                  </a:lnTo>
                  <a:lnTo>
                    <a:pt x="1454094" y="30759"/>
                  </a:lnTo>
                  <a:lnTo>
                    <a:pt x="1459540" y="30275"/>
                  </a:lnTo>
                  <a:lnTo>
                    <a:pt x="1464986" y="29776"/>
                  </a:lnTo>
                  <a:lnTo>
                    <a:pt x="1470432" y="29268"/>
                  </a:lnTo>
                  <a:lnTo>
                    <a:pt x="1475878" y="28749"/>
                  </a:lnTo>
                  <a:lnTo>
                    <a:pt x="1481324" y="28222"/>
                  </a:lnTo>
                  <a:lnTo>
                    <a:pt x="1486770" y="27682"/>
                  </a:lnTo>
                  <a:lnTo>
                    <a:pt x="1492216" y="27132"/>
                  </a:lnTo>
                  <a:lnTo>
                    <a:pt x="1497662" y="26574"/>
                  </a:lnTo>
                  <a:lnTo>
                    <a:pt x="1503108" y="26008"/>
                  </a:lnTo>
                  <a:lnTo>
                    <a:pt x="1508554" y="25433"/>
                  </a:lnTo>
                  <a:lnTo>
                    <a:pt x="1514000" y="24848"/>
                  </a:lnTo>
                  <a:lnTo>
                    <a:pt x="1519446" y="24258"/>
                  </a:lnTo>
                  <a:lnTo>
                    <a:pt x="1524892" y="23660"/>
                  </a:lnTo>
                  <a:lnTo>
                    <a:pt x="1530338" y="23055"/>
                  </a:lnTo>
                  <a:lnTo>
                    <a:pt x="1535784" y="22444"/>
                  </a:lnTo>
                  <a:lnTo>
                    <a:pt x="1541230" y="21827"/>
                  </a:lnTo>
                  <a:lnTo>
                    <a:pt x="1546676" y="21205"/>
                  </a:lnTo>
                  <a:lnTo>
                    <a:pt x="1552122" y="20578"/>
                  </a:lnTo>
                  <a:lnTo>
                    <a:pt x="1557568" y="19946"/>
                  </a:lnTo>
                  <a:lnTo>
                    <a:pt x="1563014" y="19311"/>
                  </a:lnTo>
                  <a:lnTo>
                    <a:pt x="1568460" y="18672"/>
                  </a:lnTo>
                  <a:lnTo>
                    <a:pt x="1573907" y="18031"/>
                  </a:lnTo>
                  <a:lnTo>
                    <a:pt x="1579353" y="17387"/>
                  </a:lnTo>
                  <a:lnTo>
                    <a:pt x="1584799" y="16741"/>
                  </a:lnTo>
                  <a:lnTo>
                    <a:pt x="1590245" y="16094"/>
                  </a:lnTo>
                  <a:lnTo>
                    <a:pt x="1595691" y="15447"/>
                  </a:lnTo>
                  <a:lnTo>
                    <a:pt x="1601137" y="14800"/>
                  </a:lnTo>
                  <a:lnTo>
                    <a:pt x="1606583" y="14154"/>
                  </a:lnTo>
                  <a:lnTo>
                    <a:pt x="1612029" y="13510"/>
                  </a:lnTo>
                  <a:lnTo>
                    <a:pt x="1617475" y="12868"/>
                  </a:lnTo>
                  <a:lnTo>
                    <a:pt x="1622921" y="12229"/>
                  </a:lnTo>
                  <a:lnTo>
                    <a:pt x="1628367" y="11595"/>
                  </a:lnTo>
                  <a:lnTo>
                    <a:pt x="1633813" y="10966"/>
                  </a:lnTo>
                  <a:lnTo>
                    <a:pt x="1639259" y="10342"/>
                  </a:lnTo>
                  <a:lnTo>
                    <a:pt x="1644705" y="9725"/>
                  </a:lnTo>
                  <a:lnTo>
                    <a:pt x="1650151" y="9118"/>
                  </a:lnTo>
                  <a:lnTo>
                    <a:pt x="1655597" y="8519"/>
                  </a:lnTo>
                  <a:lnTo>
                    <a:pt x="1661043" y="7930"/>
                  </a:lnTo>
                  <a:lnTo>
                    <a:pt x="1666489" y="7353"/>
                  </a:lnTo>
                  <a:lnTo>
                    <a:pt x="1671935" y="6790"/>
                  </a:lnTo>
                  <a:lnTo>
                    <a:pt x="1677381" y="6241"/>
                  </a:lnTo>
                  <a:lnTo>
                    <a:pt x="1682827" y="5705"/>
                  </a:lnTo>
                  <a:lnTo>
                    <a:pt x="1688273" y="5185"/>
                  </a:lnTo>
                  <a:lnTo>
                    <a:pt x="1693720" y="4688"/>
                  </a:lnTo>
                  <a:lnTo>
                    <a:pt x="1699166" y="4208"/>
                  </a:lnTo>
                  <a:lnTo>
                    <a:pt x="1704612" y="3746"/>
                  </a:lnTo>
                  <a:lnTo>
                    <a:pt x="1710058" y="3303"/>
                  </a:lnTo>
                  <a:lnTo>
                    <a:pt x="1715504" y="2891"/>
                  </a:lnTo>
                  <a:lnTo>
                    <a:pt x="1720950" y="2500"/>
                  </a:lnTo>
                  <a:lnTo>
                    <a:pt x="1726396" y="2132"/>
                  </a:lnTo>
                  <a:lnTo>
                    <a:pt x="1731842" y="1788"/>
                  </a:lnTo>
                  <a:lnTo>
                    <a:pt x="1737288" y="1477"/>
                  </a:lnTo>
                  <a:lnTo>
                    <a:pt x="1742734" y="1194"/>
                  </a:lnTo>
                  <a:lnTo>
                    <a:pt x="1748180" y="936"/>
                  </a:lnTo>
                  <a:lnTo>
                    <a:pt x="1753626" y="706"/>
                  </a:lnTo>
                  <a:lnTo>
                    <a:pt x="1759072" y="511"/>
                  </a:lnTo>
                  <a:lnTo>
                    <a:pt x="1764518" y="349"/>
                  </a:lnTo>
                  <a:lnTo>
                    <a:pt x="1769964" y="215"/>
                  </a:lnTo>
                  <a:lnTo>
                    <a:pt x="1775410" y="109"/>
                  </a:lnTo>
                  <a:lnTo>
                    <a:pt x="1780856" y="39"/>
                  </a:lnTo>
                  <a:lnTo>
                    <a:pt x="1786302" y="5"/>
                  </a:lnTo>
                  <a:lnTo>
                    <a:pt x="1791748" y="0"/>
                  </a:lnTo>
                  <a:lnTo>
                    <a:pt x="1797194" y="23"/>
                  </a:lnTo>
                  <a:lnTo>
                    <a:pt x="1802640" y="80"/>
                  </a:lnTo>
                  <a:lnTo>
                    <a:pt x="1808086" y="174"/>
                  </a:lnTo>
                  <a:lnTo>
                    <a:pt x="1813532" y="296"/>
                  </a:lnTo>
                  <a:lnTo>
                    <a:pt x="1818979" y="446"/>
                  </a:lnTo>
                  <a:lnTo>
                    <a:pt x="1824425" y="625"/>
                  </a:lnTo>
                  <a:lnTo>
                    <a:pt x="1829871" y="842"/>
                  </a:lnTo>
                  <a:lnTo>
                    <a:pt x="1835317" y="1084"/>
                  </a:lnTo>
                  <a:lnTo>
                    <a:pt x="1840763" y="1351"/>
                  </a:lnTo>
                  <a:lnTo>
                    <a:pt x="1846209" y="1642"/>
                  </a:lnTo>
                  <a:lnTo>
                    <a:pt x="1851655" y="1967"/>
                  </a:lnTo>
                  <a:lnTo>
                    <a:pt x="1857101" y="2315"/>
                  </a:lnTo>
                  <a:lnTo>
                    <a:pt x="1862547" y="2684"/>
                  </a:lnTo>
                  <a:lnTo>
                    <a:pt x="1867993" y="3074"/>
                  </a:lnTo>
                  <a:lnTo>
                    <a:pt x="1873439" y="3491"/>
                  </a:lnTo>
                  <a:lnTo>
                    <a:pt x="1878885" y="3927"/>
                  </a:lnTo>
                  <a:lnTo>
                    <a:pt x="1884331" y="4380"/>
                  </a:lnTo>
                  <a:lnTo>
                    <a:pt x="1889777" y="4850"/>
                  </a:lnTo>
                  <a:lnTo>
                    <a:pt x="1895223" y="5339"/>
                  </a:lnTo>
                  <a:lnTo>
                    <a:pt x="1900669" y="5843"/>
                  </a:lnTo>
                  <a:lnTo>
                    <a:pt x="1906115" y="6361"/>
                  </a:lnTo>
                  <a:lnTo>
                    <a:pt x="1911561" y="6890"/>
                  </a:lnTo>
                  <a:lnTo>
                    <a:pt x="1917007" y="7432"/>
                  </a:lnTo>
                  <a:lnTo>
                    <a:pt x="1922453" y="7985"/>
                  </a:lnTo>
                  <a:lnTo>
                    <a:pt x="1927899" y="8546"/>
                  </a:lnTo>
                  <a:lnTo>
                    <a:pt x="1933345" y="9115"/>
                  </a:lnTo>
                  <a:lnTo>
                    <a:pt x="1938792" y="9691"/>
                  </a:lnTo>
                  <a:lnTo>
                    <a:pt x="1944238" y="10273"/>
                  </a:lnTo>
                  <a:lnTo>
                    <a:pt x="1949684" y="10860"/>
                  </a:lnTo>
                  <a:lnTo>
                    <a:pt x="1955130" y="11450"/>
                  </a:lnTo>
                  <a:lnTo>
                    <a:pt x="1960576" y="12042"/>
                  </a:lnTo>
                  <a:lnTo>
                    <a:pt x="1966022" y="12637"/>
                  </a:lnTo>
                  <a:lnTo>
                    <a:pt x="1971468" y="13232"/>
                  </a:lnTo>
                  <a:lnTo>
                    <a:pt x="1976914" y="13828"/>
                  </a:lnTo>
                  <a:lnTo>
                    <a:pt x="1982360" y="14423"/>
                  </a:lnTo>
                  <a:lnTo>
                    <a:pt x="1987806" y="15015"/>
                  </a:lnTo>
                  <a:lnTo>
                    <a:pt x="1993252" y="15606"/>
                  </a:lnTo>
                  <a:lnTo>
                    <a:pt x="1998698" y="16194"/>
                  </a:lnTo>
                  <a:lnTo>
                    <a:pt x="2004144" y="16779"/>
                  </a:lnTo>
                  <a:lnTo>
                    <a:pt x="2009590" y="17359"/>
                  </a:lnTo>
                  <a:lnTo>
                    <a:pt x="2015036" y="17934"/>
                  </a:lnTo>
                  <a:lnTo>
                    <a:pt x="2020482" y="18505"/>
                  </a:lnTo>
                  <a:lnTo>
                    <a:pt x="2025928" y="19072"/>
                  </a:lnTo>
                  <a:lnTo>
                    <a:pt x="2031374" y="19631"/>
                  </a:lnTo>
                  <a:lnTo>
                    <a:pt x="2036820" y="20185"/>
                  </a:lnTo>
                  <a:lnTo>
                    <a:pt x="2042266" y="20732"/>
                  </a:lnTo>
                  <a:lnTo>
                    <a:pt x="2047712" y="21274"/>
                  </a:lnTo>
                  <a:lnTo>
                    <a:pt x="2053158" y="21808"/>
                  </a:lnTo>
                  <a:lnTo>
                    <a:pt x="2058605" y="22335"/>
                  </a:lnTo>
                  <a:lnTo>
                    <a:pt x="2064051" y="22855"/>
                  </a:lnTo>
                  <a:lnTo>
                    <a:pt x="2069497" y="23369"/>
                  </a:lnTo>
                  <a:lnTo>
                    <a:pt x="2074943" y="23876"/>
                  </a:lnTo>
                  <a:lnTo>
                    <a:pt x="2080389" y="24374"/>
                  </a:lnTo>
                  <a:lnTo>
                    <a:pt x="2085835" y="24866"/>
                  </a:lnTo>
                  <a:lnTo>
                    <a:pt x="2091281" y="25351"/>
                  </a:lnTo>
                  <a:lnTo>
                    <a:pt x="2096727" y="25829"/>
                  </a:lnTo>
                  <a:lnTo>
                    <a:pt x="2102173" y="26298"/>
                  </a:lnTo>
                  <a:lnTo>
                    <a:pt x="2107619" y="26761"/>
                  </a:lnTo>
                  <a:lnTo>
                    <a:pt x="2113065" y="27218"/>
                  </a:lnTo>
                  <a:lnTo>
                    <a:pt x="2118511" y="27668"/>
                  </a:lnTo>
                  <a:lnTo>
                    <a:pt x="2123957" y="28109"/>
                  </a:lnTo>
                  <a:lnTo>
                    <a:pt x="2129403" y="28544"/>
                  </a:lnTo>
                  <a:lnTo>
                    <a:pt x="2134849" y="28973"/>
                  </a:lnTo>
                  <a:lnTo>
                    <a:pt x="2140295" y="29395"/>
                  </a:lnTo>
                  <a:lnTo>
                    <a:pt x="2145741" y="29810"/>
                  </a:lnTo>
                  <a:lnTo>
                    <a:pt x="2151187" y="30218"/>
                  </a:lnTo>
                  <a:lnTo>
                    <a:pt x="2156633" y="30620"/>
                  </a:lnTo>
                  <a:lnTo>
                    <a:pt x="2162079" y="31016"/>
                  </a:lnTo>
                  <a:lnTo>
                    <a:pt x="2167525" y="31405"/>
                  </a:lnTo>
                  <a:lnTo>
                    <a:pt x="2172971" y="31787"/>
                  </a:lnTo>
                  <a:lnTo>
                    <a:pt x="2178418" y="32163"/>
                  </a:lnTo>
                  <a:lnTo>
                    <a:pt x="2183864" y="32533"/>
                  </a:lnTo>
                  <a:lnTo>
                    <a:pt x="2189310" y="32896"/>
                  </a:lnTo>
                  <a:lnTo>
                    <a:pt x="2194756" y="33252"/>
                  </a:lnTo>
                  <a:lnTo>
                    <a:pt x="2200202" y="33602"/>
                  </a:lnTo>
                  <a:lnTo>
                    <a:pt x="2205648" y="33947"/>
                  </a:lnTo>
                  <a:lnTo>
                    <a:pt x="2211094" y="34285"/>
                  </a:lnTo>
                  <a:lnTo>
                    <a:pt x="2216540" y="34616"/>
                  </a:lnTo>
                  <a:lnTo>
                    <a:pt x="2221986" y="34941"/>
                  </a:lnTo>
                  <a:lnTo>
                    <a:pt x="2227432" y="35259"/>
                  </a:lnTo>
                  <a:lnTo>
                    <a:pt x="2232878" y="35573"/>
                  </a:lnTo>
                  <a:lnTo>
                    <a:pt x="2238324" y="35878"/>
                  </a:lnTo>
                  <a:lnTo>
                    <a:pt x="2243770" y="36177"/>
                  </a:lnTo>
                  <a:lnTo>
                    <a:pt x="2249216" y="36470"/>
                  </a:lnTo>
                  <a:lnTo>
                    <a:pt x="2254662" y="36758"/>
                  </a:lnTo>
                  <a:lnTo>
                    <a:pt x="2260108" y="37037"/>
                  </a:lnTo>
                  <a:lnTo>
                    <a:pt x="2265554" y="37311"/>
                  </a:lnTo>
                  <a:lnTo>
                    <a:pt x="2271000" y="37579"/>
                  </a:lnTo>
                  <a:lnTo>
                    <a:pt x="2276446" y="37841"/>
                  </a:lnTo>
                  <a:lnTo>
                    <a:pt x="2281892" y="38096"/>
                  </a:lnTo>
                  <a:lnTo>
                    <a:pt x="2287338" y="38344"/>
                  </a:lnTo>
                  <a:lnTo>
                    <a:pt x="2292784" y="38586"/>
                  </a:lnTo>
                  <a:lnTo>
                    <a:pt x="2298231" y="38823"/>
                  </a:lnTo>
                  <a:lnTo>
                    <a:pt x="2303677" y="39054"/>
                  </a:lnTo>
                  <a:lnTo>
                    <a:pt x="2309123" y="39277"/>
                  </a:lnTo>
                  <a:lnTo>
                    <a:pt x="2314569" y="39495"/>
                  </a:lnTo>
                  <a:lnTo>
                    <a:pt x="2320015" y="39708"/>
                  </a:lnTo>
                  <a:lnTo>
                    <a:pt x="2325461" y="39915"/>
                  </a:lnTo>
                  <a:lnTo>
                    <a:pt x="2330907" y="40115"/>
                  </a:lnTo>
                  <a:lnTo>
                    <a:pt x="2336353" y="40310"/>
                  </a:lnTo>
                  <a:lnTo>
                    <a:pt x="2341799" y="40500"/>
                  </a:lnTo>
                  <a:lnTo>
                    <a:pt x="2347245" y="40684"/>
                  </a:lnTo>
                  <a:lnTo>
                    <a:pt x="2352691" y="40862"/>
                  </a:lnTo>
                  <a:lnTo>
                    <a:pt x="2358137" y="41035"/>
                  </a:lnTo>
                  <a:lnTo>
                    <a:pt x="2363583" y="41203"/>
                  </a:lnTo>
                  <a:lnTo>
                    <a:pt x="2369029" y="41366"/>
                  </a:lnTo>
                  <a:lnTo>
                    <a:pt x="2374475" y="41524"/>
                  </a:lnTo>
                  <a:lnTo>
                    <a:pt x="2379921" y="41676"/>
                  </a:lnTo>
                  <a:lnTo>
                    <a:pt x="2385367" y="41824"/>
                  </a:lnTo>
                  <a:lnTo>
                    <a:pt x="2390813" y="41968"/>
                  </a:lnTo>
                  <a:lnTo>
                    <a:pt x="2396259" y="42106"/>
                  </a:lnTo>
                  <a:lnTo>
                    <a:pt x="2401705" y="42240"/>
                  </a:lnTo>
                  <a:lnTo>
                    <a:pt x="2407151" y="42370"/>
                  </a:lnTo>
                  <a:lnTo>
                    <a:pt x="2412597" y="42495"/>
                  </a:lnTo>
                  <a:lnTo>
                    <a:pt x="2418043" y="42616"/>
                  </a:lnTo>
                  <a:lnTo>
                    <a:pt x="2423490" y="42733"/>
                  </a:lnTo>
                  <a:lnTo>
                    <a:pt x="2428936" y="42846"/>
                  </a:lnTo>
                  <a:lnTo>
                    <a:pt x="2434382" y="42955"/>
                  </a:lnTo>
                  <a:lnTo>
                    <a:pt x="2439828" y="43061"/>
                  </a:lnTo>
                  <a:lnTo>
                    <a:pt x="2445274" y="43162"/>
                  </a:lnTo>
                  <a:lnTo>
                    <a:pt x="2450720" y="43260"/>
                  </a:lnTo>
                  <a:lnTo>
                    <a:pt x="2456166" y="43354"/>
                  </a:lnTo>
                  <a:lnTo>
                    <a:pt x="2461612" y="43445"/>
                  </a:lnTo>
                  <a:lnTo>
                    <a:pt x="2467058" y="43533"/>
                  </a:lnTo>
                  <a:lnTo>
                    <a:pt x="2472504" y="43617"/>
                  </a:lnTo>
                  <a:lnTo>
                    <a:pt x="2477950" y="43698"/>
                  </a:lnTo>
                  <a:lnTo>
                    <a:pt x="2483396" y="43777"/>
                  </a:lnTo>
                  <a:lnTo>
                    <a:pt x="2488842" y="43851"/>
                  </a:lnTo>
                  <a:lnTo>
                    <a:pt x="2494288" y="43923"/>
                  </a:lnTo>
                  <a:lnTo>
                    <a:pt x="2499734" y="43993"/>
                  </a:lnTo>
                  <a:lnTo>
                    <a:pt x="2505180" y="44060"/>
                  </a:lnTo>
                  <a:lnTo>
                    <a:pt x="2510626" y="44124"/>
                  </a:lnTo>
                  <a:lnTo>
                    <a:pt x="2516072" y="44185"/>
                  </a:lnTo>
                  <a:lnTo>
                    <a:pt x="2521518" y="44244"/>
                  </a:lnTo>
                  <a:lnTo>
                    <a:pt x="2526964" y="44301"/>
                  </a:lnTo>
                  <a:lnTo>
                    <a:pt x="2532410" y="44355"/>
                  </a:lnTo>
                  <a:lnTo>
                    <a:pt x="2537856" y="44407"/>
                  </a:lnTo>
                  <a:lnTo>
                    <a:pt x="2543303" y="44458"/>
                  </a:lnTo>
                  <a:lnTo>
                    <a:pt x="2548749" y="44506"/>
                  </a:lnTo>
                  <a:lnTo>
                    <a:pt x="2554195" y="44552"/>
                  </a:lnTo>
                  <a:lnTo>
                    <a:pt x="2559641" y="44596"/>
                  </a:lnTo>
                  <a:lnTo>
                    <a:pt x="2565087" y="44638"/>
                  </a:lnTo>
                  <a:lnTo>
                    <a:pt x="2570533" y="44678"/>
                  </a:lnTo>
                  <a:lnTo>
                    <a:pt x="2575979" y="44717"/>
                  </a:lnTo>
                  <a:lnTo>
                    <a:pt x="2581425" y="44754"/>
                  </a:lnTo>
                  <a:lnTo>
                    <a:pt x="2586871" y="44789"/>
                  </a:lnTo>
                  <a:lnTo>
                    <a:pt x="2592317" y="44823"/>
                  </a:lnTo>
                  <a:lnTo>
                    <a:pt x="2597763" y="44856"/>
                  </a:lnTo>
                  <a:lnTo>
                    <a:pt x="2603209" y="44887"/>
                  </a:lnTo>
                  <a:lnTo>
                    <a:pt x="2608655" y="44916"/>
                  </a:lnTo>
                  <a:lnTo>
                    <a:pt x="2614101" y="44945"/>
                  </a:lnTo>
                  <a:lnTo>
                    <a:pt x="2619547" y="44972"/>
                  </a:lnTo>
                  <a:lnTo>
                    <a:pt x="2624993" y="44997"/>
                  </a:lnTo>
                  <a:lnTo>
                    <a:pt x="2630439" y="45022"/>
                  </a:lnTo>
                  <a:lnTo>
                    <a:pt x="2635885" y="45045"/>
                  </a:lnTo>
                  <a:lnTo>
                    <a:pt x="2641331" y="45067"/>
                  </a:lnTo>
                  <a:lnTo>
                    <a:pt x="2646777" y="45088"/>
                  </a:lnTo>
                  <a:lnTo>
                    <a:pt x="2652223" y="45108"/>
                  </a:lnTo>
                  <a:lnTo>
                    <a:pt x="2657669" y="45128"/>
                  </a:lnTo>
                  <a:lnTo>
                    <a:pt x="2663116" y="45146"/>
                  </a:lnTo>
                  <a:lnTo>
                    <a:pt x="2668562" y="45163"/>
                  </a:lnTo>
                  <a:lnTo>
                    <a:pt x="2674008" y="45179"/>
                  </a:lnTo>
                  <a:lnTo>
                    <a:pt x="2679454" y="45194"/>
                  </a:lnTo>
                  <a:lnTo>
                    <a:pt x="2684900" y="45209"/>
                  </a:lnTo>
                  <a:lnTo>
                    <a:pt x="2690346" y="45222"/>
                  </a:lnTo>
                  <a:lnTo>
                    <a:pt x="2695792" y="45235"/>
                  </a:lnTo>
                  <a:lnTo>
                    <a:pt x="2701238" y="45247"/>
                  </a:lnTo>
                  <a:lnTo>
                    <a:pt x="2706684" y="45259"/>
                  </a:lnTo>
                  <a:lnTo>
                    <a:pt x="2712130" y="45269"/>
                  </a:lnTo>
                  <a:lnTo>
                    <a:pt x="2717576" y="45279"/>
                  </a:lnTo>
                  <a:lnTo>
                    <a:pt x="2723022" y="45288"/>
                  </a:lnTo>
                  <a:lnTo>
                    <a:pt x="2728468" y="45297"/>
                  </a:lnTo>
                  <a:lnTo>
                    <a:pt x="2733914" y="45305"/>
                  </a:lnTo>
                  <a:lnTo>
                    <a:pt x="2739360" y="45313"/>
                  </a:lnTo>
                  <a:lnTo>
                    <a:pt x="2744806" y="45320"/>
                  </a:lnTo>
                  <a:lnTo>
                    <a:pt x="2750252" y="45326"/>
                  </a:lnTo>
                  <a:lnTo>
                    <a:pt x="2755698" y="45332"/>
                  </a:lnTo>
                  <a:lnTo>
                    <a:pt x="2761144" y="45338"/>
                  </a:lnTo>
                  <a:lnTo>
                    <a:pt x="2766590" y="45343"/>
                  </a:lnTo>
                  <a:lnTo>
                    <a:pt x="2772036" y="45348"/>
                  </a:lnTo>
                  <a:lnTo>
                    <a:pt x="2777482" y="45352"/>
                  </a:lnTo>
                  <a:lnTo>
                    <a:pt x="2782929" y="45356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3957616" y="6162237"/>
              <a:ext cx="2782929" cy="28279"/>
            </a:xfrm>
            <a:custGeom>
              <a:avLst/>
              <a:pathLst>
                <a:path w="2782929" h="28279">
                  <a:moveTo>
                    <a:pt x="0" y="28215"/>
                  </a:moveTo>
                  <a:lnTo>
                    <a:pt x="5446" y="28211"/>
                  </a:lnTo>
                  <a:lnTo>
                    <a:pt x="10892" y="28206"/>
                  </a:lnTo>
                  <a:lnTo>
                    <a:pt x="16338" y="28201"/>
                  </a:lnTo>
                  <a:lnTo>
                    <a:pt x="21784" y="28195"/>
                  </a:lnTo>
                  <a:lnTo>
                    <a:pt x="27230" y="28189"/>
                  </a:lnTo>
                  <a:lnTo>
                    <a:pt x="32676" y="28183"/>
                  </a:lnTo>
                  <a:lnTo>
                    <a:pt x="38122" y="28177"/>
                  </a:lnTo>
                  <a:lnTo>
                    <a:pt x="43568" y="28170"/>
                  </a:lnTo>
                  <a:lnTo>
                    <a:pt x="49014" y="28163"/>
                  </a:lnTo>
                  <a:lnTo>
                    <a:pt x="54460" y="28156"/>
                  </a:lnTo>
                  <a:lnTo>
                    <a:pt x="59906" y="28148"/>
                  </a:lnTo>
                  <a:lnTo>
                    <a:pt x="65352" y="28139"/>
                  </a:lnTo>
                  <a:lnTo>
                    <a:pt x="70798" y="28131"/>
                  </a:lnTo>
                  <a:lnTo>
                    <a:pt x="76244" y="28122"/>
                  </a:lnTo>
                  <a:lnTo>
                    <a:pt x="81690" y="28112"/>
                  </a:lnTo>
                  <a:lnTo>
                    <a:pt x="87136" y="28102"/>
                  </a:lnTo>
                  <a:lnTo>
                    <a:pt x="92582" y="28092"/>
                  </a:lnTo>
                  <a:lnTo>
                    <a:pt x="98028" y="28081"/>
                  </a:lnTo>
                  <a:lnTo>
                    <a:pt x="103474" y="28070"/>
                  </a:lnTo>
                  <a:lnTo>
                    <a:pt x="108920" y="28058"/>
                  </a:lnTo>
                  <a:lnTo>
                    <a:pt x="114366" y="28046"/>
                  </a:lnTo>
                  <a:lnTo>
                    <a:pt x="119812" y="28033"/>
                  </a:lnTo>
                  <a:lnTo>
                    <a:pt x="125259" y="28020"/>
                  </a:lnTo>
                  <a:lnTo>
                    <a:pt x="130705" y="28006"/>
                  </a:lnTo>
                  <a:lnTo>
                    <a:pt x="136151" y="27992"/>
                  </a:lnTo>
                  <a:lnTo>
                    <a:pt x="141597" y="27977"/>
                  </a:lnTo>
                  <a:lnTo>
                    <a:pt x="147043" y="27962"/>
                  </a:lnTo>
                  <a:lnTo>
                    <a:pt x="152489" y="27946"/>
                  </a:lnTo>
                  <a:lnTo>
                    <a:pt x="157935" y="27930"/>
                  </a:lnTo>
                  <a:lnTo>
                    <a:pt x="163381" y="27914"/>
                  </a:lnTo>
                  <a:lnTo>
                    <a:pt x="168827" y="27896"/>
                  </a:lnTo>
                  <a:lnTo>
                    <a:pt x="174273" y="27879"/>
                  </a:lnTo>
                  <a:lnTo>
                    <a:pt x="179719" y="27860"/>
                  </a:lnTo>
                  <a:lnTo>
                    <a:pt x="185165" y="27842"/>
                  </a:lnTo>
                  <a:lnTo>
                    <a:pt x="190611" y="27822"/>
                  </a:lnTo>
                  <a:lnTo>
                    <a:pt x="196057" y="27803"/>
                  </a:lnTo>
                  <a:lnTo>
                    <a:pt x="201503" y="27783"/>
                  </a:lnTo>
                  <a:lnTo>
                    <a:pt x="206949" y="27762"/>
                  </a:lnTo>
                  <a:lnTo>
                    <a:pt x="212395" y="27741"/>
                  </a:lnTo>
                  <a:lnTo>
                    <a:pt x="217841" y="27720"/>
                  </a:lnTo>
                  <a:lnTo>
                    <a:pt x="223287" y="27698"/>
                  </a:lnTo>
                  <a:lnTo>
                    <a:pt x="228733" y="27676"/>
                  </a:lnTo>
                  <a:lnTo>
                    <a:pt x="234179" y="27653"/>
                  </a:lnTo>
                  <a:lnTo>
                    <a:pt x="239625" y="27630"/>
                  </a:lnTo>
                  <a:lnTo>
                    <a:pt x="245072" y="27607"/>
                  </a:lnTo>
                  <a:lnTo>
                    <a:pt x="250518" y="27583"/>
                  </a:lnTo>
                  <a:lnTo>
                    <a:pt x="255964" y="27559"/>
                  </a:lnTo>
                  <a:lnTo>
                    <a:pt x="261410" y="27535"/>
                  </a:lnTo>
                  <a:lnTo>
                    <a:pt x="266856" y="27510"/>
                  </a:lnTo>
                  <a:lnTo>
                    <a:pt x="272302" y="27486"/>
                  </a:lnTo>
                  <a:lnTo>
                    <a:pt x="277748" y="27461"/>
                  </a:lnTo>
                  <a:lnTo>
                    <a:pt x="283194" y="27436"/>
                  </a:lnTo>
                  <a:lnTo>
                    <a:pt x="288640" y="27410"/>
                  </a:lnTo>
                  <a:lnTo>
                    <a:pt x="294086" y="27385"/>
                  </a:lnTo>
                  <a:lnTo>
                    <a:pt x="299532" y="27360"/>
                  </a:lnTo>
                  <a:lnTo>
                    <a:pt x="304978" y="27334"/>
                  </a:lnTo>
                  <a:lnTo>
                    <a:pt x="310424" y="27309"/>
                  </a:lnTo>
                  <a:lnTo>
                    <a:pt x="315870" y="27284"/>
                  </a:lnTo>
                  <a:lnTo>
                    <a:pt x="321316" y="27258"/>
                  </a:lnTo>
                  <a:lnTo>
                    <a:pt x="326762" y="27233"/>
                  </a:lnTo>
                  <a:lnTo>
                    <a:pt x="332208" y="27208"/>
                  </a:lnTo>
                  <a:lnTo>
                    <a:pt x="337654" y="27183"/>
                  </a:lnTo>
                  <a:lnTo>
                    <a:pt x="343100" y="27158"/>
                  </a:lnTo>
                  <a:lnTo>
                    <a:pt x="348546" y="27134"/>
                  </a:lnTo>
                  <a:lnTo>
                    <a:pt x="353992" y="27110"/>
                  </a:lnTo>
                  <a:lnTo>
                    <a:pt x="359438" y="27086"/>
                  </a:lnTo>
                  <a:lnTo>
                    <a:pt x="364885" y="27063"/>
                  </a:lnTo>
                  <a:lnTo>
                    <a:pt x="370331" y="27040"/>
                  </a:lnTo>
                  <a:lnTo>
                    <a:pt x="375777" y="27017"/>
                  </a:lnTo>
                  <a:lnTo>
                    <a:pt x="381223" y="26995"/>
                  </a:lnTo>
                  <a:lnTo>
                    <a:pt x="386669" y="26973"/>
                  </a:lnTo>
                  <a:lnTo>
                    <a:pt x="392115" y="26952"/>
                  </a:lnTo>
                  <a:lnTo>
                    <a:pt x="397561" y="26931"/>
                  </a:lnTo>
                  <a:lnTo>
                    <a:pt x="403007" y="26911"/>
                  </a:lnTo>
                  <a:lnTo>
                    <a:pt x="408453" y="26892"/>
                  </a:lnTo>
                  <a:lnTo>
                    <a:pt x="413899" y="26874"/>
                  </a:lnTo>
                  <a:lnTo>
                    <a:pt x="419345" y="26855"/>
                  </a:lnTo>
                  <a:lnTo>
                    <a:pt x="424791" y="26838"/>
                  </a:lnTo>
                  <a:lnTo>
                    <a:pt x="430237" y="26822"/>
                  </a:lnTo>
                  <a:lnTo>
                    <a:pt x="435683" y="26806"/>
                  </a:lnTo>
                  <a:lnTo>
                    <a:pt x="441129" y="26791"/>
                  </a:lnTo>
                  <a:lnTo>
                    <a:pt x="446575" y="26777"/>
                  </a:lnTo>
                  <a:lnTo>
                    <a:pt x="452021" y="26764"/>
                  </a:lnTo>
                  <a:lnTo>
                    <a:pt x="457467" y="26751"/>
                  </a:lnTo>
                  <a:lnTo>
                    <a:pt x="462913" y="26740"/>
                  </a:lnTo>
                  <a:lnTo>
                    <a:pt x="468359" y="26729"/>
                  </a:lnTo>
                  <a:lnTo>
                    <a:pt x="473805" y="26719"/>
                  </a:lnTo>
                  <a:lnTo>
                    <a:pt x="479251" y="26710"/>
                  </a:lnTo>
                  <a:lnTo>
                    <a:pt x="484698" y="26702"/>
                  </a:lnTo>
                  <a:lnTo>
                    <a:pt x="490144" y="26696"/>
                  </a:lnTo>
                  <a:lnTo>
                    <a:pt x="495590" y="26689"/>
                  </a:lnTo>
                  <a:lnTo>
                    <a:pt x="501036" y="26684"/>
                  </a:lnTo>
                  <a:lnTo>
                    <a:pt x="506482" y="26680"/>
                  </a:lnTo>
                  <a:lnTo>
                    <a:pt x="511928" y="26677"/>
                  </a:lnTo>
                  <a:lnTo>
                    <a:pt x="517374" y="26675"/>
                  </a:lnTo>
                  <a:lnTo>
                    <a:pt x="522820" y="26673"/>
                  </a:lnTo>
                  <a:lnTo>
                    <a:pt x="528266" y="26673"/>
                  </a:lnTo>
                  <a:lnTo>
                    <a:pt x="533712" y="26673"/>
                  </a:lnTo>
                  <a:lnTo>
                    <a:pt x="539158" y="26675"/>
                  </a:lnTo>
                  <a:lnTo>
                    <a:pt x="544604" y="26677"/>
                  </a:lnTo>
                  <a:lnTo>
                    <a:pt x="550050" y="26680"/>
                  </a:lnTo>
                  <a:lnTo>
                    <a:pt x="555496" y="26684"/>
                  </a:lnTo>
                  <a:lnTo>
                    <a:pt x="560942" y="26689"/>
                  </a:lnTo>
                  <a:lnTo>
                    <a:pt x="566388" y="26695"/>
                  </a:lnTo>
                  <a:lnTo>
                    <a:pt x="571834" y="26702"/>
                  </a:lnTo>
                  <a:lnTo>
                    <a:pt x="577280" y="26709"/>
                  </a:lnTo>
                  <a:lnTo>
                    <a:pt x="582726" y="26717"/>
                  </a:lnTo>
                  <a:lnTo>
                    <a:pt x="588172" y="26726"/>
                  </a:lnTo>
                  <a:lnTo>
                    <a:pt x="593618" y="26736"/>
                  </a:lnTo>
                  <a:lnTo>
                    <a:pt x="599064" y="26746"/>
                  </a:lnTo>
                  <a:lnTo>
                    <a:pt x="604510" y="26757"/>
                  </a:lnTo>
                  <a:lnTo>
                    <a:pt x="609957" y="26769"/>
                  </a:lnTo>
                  <a:lnTo>
                    <a:pt x="615403" y="26782"/>
                  </a:lnTo>
                  <a:lnTo>
                    <a:pt x="620849" y="26795"/>
                  </a:lnTo>
                  <a:lnTo>
                    <a:pt x="626295" y="26808"/>
                  </a:lnTo>
                  <a:lnTo>
                    <a:pt x="631741" y="26822"/>
                  </a:lnTo>
                  <a:lnTo>
                    <a:pt x="637187" y="26837"/>
                  </a:lnTo>
                  <a:lnTo>
                    <a:pt x="642633" y="26852"/>
                  </a:lnTo>
                  <a:lnTo>
                    <a:pt x="648079" y="26868"/>
                  </a:lnTo>
                  <a:lnTo>
                    <a:pt x="653525" y="26884"/>
                  </a:lnTo>
                  <a:lnTo>
                    <a:pt x="658971" y="26900"/>
                  </a:lnTo>
                  <a:lnTo>
                    <a:pt x="664417" y="26917"/>
                  </a:lnTo>
                  <a:lnTo>
                    <a:pt x="669863" y="26934"/>
                  </a:lnTo>
                  <a:lnTo>
                    <a:pt x="675309" y="26952"/>
                  </a:lnTo>
                  <a:lnTo>
                    <a:pt x="680755" y="26970"/>
                  </a:lnTo>
                  <a:lnTo>
                    <a:pt x="686201" y="26988"/>
                  </a:lnTo>
                  <a:lnTo>
                    <a:pt x="691647" y="27006"/>
                  </a:lnTo>
                  <a:lnTo>
                    <a:pt x="697093" y="27025"/>
                  </a:lnTo>
                  <a:lnTo>
                    <a:pt x="702539" y="27043"/>
                  </a:lnTo>
                  <a:lnTo>
                    <a:pt x="707985" y="27062"/>
                  </a:lnTo>
                  <a:lnTo>
                    <a:pt x="713431" y="27081"/>
                  </a:lnTo>
                  <a:lnTo>
                    <a:pt x="718877" y="27100"/>
                  </a:lnTo>
                  <a:lnTo>
                    <a:pt x="724323" y="27120"/>
                  </a:lnTo>
                  <a:lnTo>
                    <a:pt x="729770" y="27139"/>
                  </a:lnTo>
                  <a:lnTo>
                    <a:pt x="735216" y="27158"/>
                  </a:lnTo>
                  <a:lnTo>
                    <a:pt x="740662" y="27178"/>
                  </a:lnTo>
                  <a:lnTo>
                    <a:pt x="746108" y="27197"/>
                  </a:lnTo>
                  <a:lnTo>
                    <a:pt x="751554" y="27216"/>
                  </a:lnTo>
                  <a:lnTo>
                    <a:pt x="757000" y="27235"/>
                  </a:lnTo>
                  <a:lnTo>
                    <a:pt x="762446" y="27254"/>
                  </a:lnTo>
                  <a:lnTo>
                    <a:pt x="767892" y="27273"/>
                  </a:lnTo>
                  <a:lnTo>
                    <a:pt x="773338" y="27292"/>
                  </a:lnTo>
                  <a:lnTo>
                    <a:pt x="778784" y="27311"/>
                  </a:lnTo>
                  <a:lnTo>
                    <a:pt x="784230" y="27330"/>
                  </a:lnTo>
                  <a:lnTo>
                    <a:pt x="789676" y="27348"/>
                  </a:lnTo>
                  <a:lnTo>
                    <a:pt x="795122" y="27366"/>
                  </a:lnTo>
                  <a:lnTo>
                    <a:pt x="800568" y="27385"/>
                  </a:lnTo>
                  <a:lnTo>
                    <a:pt x="806014" y="27402"/>
                  </a:lnTo>
                  <a:lnTo>
                    <a:pt x="811460" y="27420"/>
                  </a:lnTo>
                  <a:lnTo>
                    <a:pt x="816906" y="27438"/>
                  </a:lnTo>
                  <a:lnTo>
                    <a:pt x="822352" y="27455"/>
                  </a:lnTo>
                  <a:lnTo>
                    <a:pt x="827798" y="27472"/>
                  </a:lnTo>
                  <a:lnTo>
                    <a:pt x="833244" y="27488"/>
                  </a:lnTo>
                  <a:lnTo>
                    <a:pt x="838690" y="27504"/>
                  </a:lnTo>
                  <a:lnTo>
                    <a:pt x="844136" y="27520"/>
                  </a:lnTo>
                  <a:lnTo>
                    <a:pt x="849583" y="27536"/>
                  </a:lnTo>
                  <a:lnTo>
                    <a:pt x="855029" y="27551"/>
                  </a:lnTo>
                  <a:lnTo>
                    <a:pt x="860475" y="27566"/>
                  </a:lnTo>
                  <a:lnTo>
                    <a:pt x="865921" y="27581"/>
                  </a:lnTo>
                  <a:lnTo>
                    <a:pt x="871367" y="27595"/>
                  </a:lnTo>
                  <a:lnTo>
                    <a:pt x="876813" y="27609"/>
                  </a:lnTo>
                  <a:lnTo>
                    <a:pt x="882259" y="27623"/>
                  </a:lnTo>
                  <a:lnTo>
                    <a:pt x="887705" y="27636"/>
                  </a:lnTo>
                  <a:lnTo>
                    <a:pt x="893151" y="27648"/>
                  </a:lnTo>
                  <a:lnTo>
                    <a:pt x="898597" y="27661"/>
                  </a:lnTo>
                  <a:lnTo>
                    <a:pt x="904043" y="27672"/>
                  </a:lnTo>
                  <a:lnTo>
                    <a:pt x="909489" y="27684"/>
                  </a:lnTo>
                  <a:lnTo>
                    <a:pt x="914935" y="27694"/>
                  </a:lnTo>
                  <a:lnTo>
                    <a:pt x="920381" y="27705"/>
                  </a:lnTo>
                  <a:lnTo>
                    <a:pt x="925827" y="27715"/>
                  </a:lnTo>
                  <a:lnTo>
                    <a:pt x="931273" y="27724"/>
                  </a:lnTo>
                  <a:lnTo>
                    <a:pt x="936719" y="27733"/>
                  </a:lnTo>
                  <a:lnTo>
                    <a:pt x="942165" y="27741"/>
                  </a:lnTo>
                  <a:lnTo>
                    <a:pt x="947611" y="27749"/>
                  </a:lnTo>
                  <a:lnTo>
                    <a:pt x="953057" y="27756"/>
                  </a:lnTo>
                  <a:lnTo>
                    <a:pt x="958503" y="27762"/>
                  </a:lnTo>
                  <a:lnTo>
                    <a:pt x="963949" y="27768"/>
                  </a:lnTo>
                  <a:lnTo>
                    <a:pt x="969396" y="27773"/>
                  </a:lnTo>
                  <a:lnTo>
                    <a:pt x="974842" y="27778"/>
                  </a:lnTo>
                  <a:lnTo>
                    <a:pt x="980288" y="27782"/>
                  </a:lnTo>
                  <a:lnTo>
                    <a:pt x="985734" y="27785"/>
                  </a:lnTo>
                  <a:lnTo>
                    <a:pt x="991180" y="27788"/>
                  </a:lnTo>
                  <a:lnTo>
                    <a:pt x="996626" y="27790"/>
                  </a:lnTo>
                  <a:lnTo>
                    <a:pt x="1002072" y="27791"/>
                  </a:lnTo>
                  <a:lnTo>
                    <a:pt x="1007518" y="27792"/>
                  </a:lnTo>
                  <a:lnTo>
                    <a:pt x="1012964" y="27792"/>
                  </a:lnTo>
                  <a:lnTo>
                    <a:pt x="1018410" y="27790"/>
                  </a:lnTo>
                  <a:lnTo>
                    <a:pt x="1023856" y="27789"/>
                  </a:lnTo>
                  <a:lnTo>
                    <a:pt x="1029302" y="27786"/>
                  </a:lnTo>
                  <a:lnTo>
                    <a:pt x="1034748" y="27783"/>
                  </a:lnTo>
                  <a:lnTo>
                    <a:pt x="1040194" y="27779"/>
                  </a:lnTo>
                  <a:lnTo>
                    <a:pt x="1045640" y="27773"/>
                  </a:lnTo>
                  <a:lnTo>
                    <a:pt x="1051086" y="27767"/>
                  </a:lnTo>
                  <a:lnTo>
                    <a:pt x="1056532" y="27761"/>
                  </a:lnTo>
                  <a:lnTo>
                    <a:pt x="1061978" y="27753"/>
                  </a:lnTo>
                  <a:lnTo>
                    <a:pt x="1067424" y="27744"/>
                  </a:lnTo>
                  <a:lnTo>
                    <a:pt x="1072870" y="27735"/>
                  </a:lnTo>
                  <a:lnTo>
                    <a:pt x="1078316" y="27724"/>
                  </a:lnTo>
                  <a:lnTo>
                    <a:pt x="1083762" y="27712"/>
                  </a:lnTo>
                  <a:lnTo>
                    <a:pt x="1089209" y="27700"/>
                  </a:lnTo>
                  <a:lnTo>
                    <a:pt x="1094655" y="27686"/>
                  </a:lnTo>
                  <a:lnTo>
                    <a:pt x="1100101" y="27672"/>
                  </a:lnTo>
                  <a:lnTo>
                    <a:pt x="1105547" y="27656"/>
                  </a:lnTo>
                  <a:lnTo>
                    <a:pt x="1110993" y="27639"/>
                  </a:lnTo>
                  <a:lnTo>
                    <a:pt x="1116439" y="27622"/>
                  </a:lnTo>
                  <a:lnTo>
                    <a:pt x="1121885" y="27603"/>
                  </a:lnTo>
                  <a:lnTo>
                    <a:pt x="1127331" y="27583"/>
                  </a:lnTo>
                  <a:lnTo>
                    <a:pt x="1132777" y="27562"/>
                  </a:lnTo>
                  <a:lnTo>
                    <a:pt x="1138223" y="27540"/>
                  </a:lnTo>
                  <a:lnTo>
                    <a:pt x="1143669" y="27516"/>
                  </a:lnTo>
                  <a:lnTo>
                    <a:pt x="1149115" y="27492"/>
                  </a:lnTo>
                  <a:lnTo>
                    <a:pt x="1154561" y="27467"/>
                  </a:lnTo>
                  <a:lnTo>
                    <a:pt x="1160007" y="27440"/>
                  </a:lnTo>
                  <a:lnTo>
                    <a:pt x="1165453" y="27412"/>
                  </a:lnTo>
                  <a:lnTo>
                    <a:pt x="1170899" y="27383"/>
                  </a:lnTo>
                  <a:lnTo>
                    <a:pt x="1176345" y="27352"/>
                  </a:lnTo>
                  <a:lnTo>
                    <a:pt x="1181791" y="27321"/>
                  </a:lnTo>
                  <a:lnTo>
                    <a:pt x="1187237" y="27288"/>
                  </a:lnTo>
                  <a:lnTo>
                    <a:pt x="1192683" y="27253"/>
                  </a:lnTo>
                  <a:lnTo>
                    <a:pt x="1198129" y="27218"/>
                  </a:lnTo>
                  <a:lnTo>
                    <a:pt x="1203575" y="27182"/>
                  </a:lnTo>
                  <a:lnTo>
                    <a:pt x="1209021" y="27144"/>
                  </a:lnTo>
                  <a:lnTo>
                    <a:pt x="1214468" y="27105"/>
                  </a:lnTo>
                  <a:lnTo>
                    <a:pt x="1219914" y="27064"/>
                  </a:lnTo>
                  <a:lnTo>
                    <a:pt x="1225360" y="27022"/>
                  </a:lnTo>
                  <a:lnTo>
                    <a:pt x="1230806" y="26980"/>
                  </a:lnTo>
                  <a:lnTo>
                    <a:pt x="1236252" y="26935"/>
                  </a:lnTo>
                  <a:lnTo>
                    <a:pt x="1241698" y="26890"/>
                  </a:lnTo>
                  <a:lnTo>
                    <a:pt x="1247144" y="26843"/>
                  </a:lnTo>
                  <a:lnTo>
                    <a:pt x="1252590" y="26795"/>
                  </a:lnTo>
                  <a:lnTo>
                    <a:pt x="1258036" y="26745"/>
                  </a:lnTo>
                  <a:lnTo>
                    <a:pt x="1263482" y="26695"/>
                  </a:lnTo>
                  <a:lnTo>
                    <a:pt x="1268928" y="26642"/>
                  </a:lnTo>
                  <a:lnTo>
                    <a:pt x="1274374" y="26589"/>
                  </a:lnTo>
                  <a:lnTo>
                    <a:pt x="1279820" y="26535"/>
                  </a:lnTo>
                  <a:lnTo>
                    <a:pt x="1285266" y="26478"/>
                  </a:lnTo>
                  <a:lnTo>
                    <a:pt x="1290712" y="26421"/>
                  </a:lnTo>
                  <a:lnTo>
                    <a:pt x="1296158" y="26363"/>
                  </a:lnTo>
                  <a:lnTo>
                    <a:pt x="1301604" y="26303"/>
                  </a:lnTo>
                  <a:lnTo>
                    <a:pt x="1307050" y="26242"/>
                  </a:lnTo>
                  <a:lnTo>
                    <a:pt x="1312496" y="26179"/>
                  </a:lnTo>
                  <a:lnTo>
                    <a:pt x="1317942" y="26116"/>
                  </a:lnTo>
                  <a:lnTo>
                    <a:pt x="1323388" y="26051"/>
                  </a:lnTo>
                  <a:lnTo>
                    <a:pt x="1328834" y="25985"/>
                  </a:lnTo>
                  <a:lnTo>
                    <a:pt x="1334281" y="25917"/>
                  </a:lnTo>
                  <a:lnTo>
                    <a:pt x="1339727" y="25849"/>
                  </a:lnTo>
                  <a:lnTo>
                    <a:pt x="1345173" y="25779"/>
                  </a:lnTo>
                  <a:lnTo>
                    <a:pt x="1350619" y="25707"/>
                  </a:lnTo>
                  <a:lnTo>
                    <a:pt x="1356065" y="25635"/>
                  </a:lnTo>
                  <a:lnTo>
                    <a:pt x="1361511" y="25562"/>
                  </a:lnTo>
                  <a:lnTo>
                    <a:pt x="1366957" y="25487"/>
                  </a:lnTo>
                  <a:lnTo>
                    <a:pt x="1372403" y="25411"/>
                  </a:lnTo>
                  <a:lnTo>
                    <a:pt x="1377849" y="25334"/>
                  </a:lnTo>
                  <a:lnTo>
                    <a:pt x="1383295" y="25256"/>
                  </a:lnTo>
                  <a:lnTo>
                    <a:pt x="1388741" y="25176"/>
                  </a:lnTo>
                  <a:lnTo>
                    <a:pt x="1394187" y="25096"/>
                  </a:lnTo>
                  <a:lnTo>
                    <a:pt x="1399633" y="25014"/>
                  </a:lnTo>
                  <a:lnTo>
                    <a:pt x="1405079" y="24931"/>
                  </a:lnTo>
                  <a:lnTo>
                    <a:pt x="1410525" y="24847"/>
                  </a:lnTo>
                  <a:lnTo>
                    <a:pt x="1415971" y="24762"/>
                  </a:lnTo>
                  <a:lnTo>
                    <a:pt x="1421417" y="24675"/>
                  </a:lnTo>
                  <a:lnTo>
                    <a:pt x="1426863" y="24588"/>
                  </a:lnTo>
                  <a:lnTo>
                    <a:pt x="1432309" y="24499"/>
                  </a:lnTo>
                  <a:lnTo>
                    <a:pt x="1437755" y="24410"/>
                  </a:lnTo>
                  <a:lnTo>
                    <a:pt x="1443201" y="24319"/>
                  </a:lnTo>
                  <a:lnTo>
                    <a:pt x="1448647" y="24227"/>
                  </a:lnTo>
                  <a:lnTo>
                    <a:pt x="1454094" y="24134"/>
                  </a:lnTo>
                  <a:lnTo>
                    <a:pt x="1459540" y="24040"/>
                  </a:lnTo>
                  <a:lnTo>
                    <a:pt x="1464986" y="23945"/>
                  </a:lnTo>
                  <a:lnTo>
                    <a:pt x="1470432" y="23849"/>
                  </a:lnTo>
                  <a:lnTo>
                    <a:pt x="1475878" y="23751"/>
                  </a:lnTo>
                  <a:lnTo>
                    <a:pt x="1481324" y="23653"/>
                  </a:lnTo>
                  <a:lnTo>
                    <a:pt x="1486770" y="23554"/>
                  </a:lnTo>
                  <a:lnTo>
                    <a:pt x="1492216" y="23453"/>
                  </a:lnTo>
                  <a:lnTo>
                    <a:pt x="1497662" y="23351"/>
                  </a:lnTo>
                  <a:lnTo>
                    <a:pt x="1503108" y="23249"/>
                  </a:lnTo>
                  <a:lnTo>
                    <a:pt x="1508554" y="23144"/>
                  </a:lnTo>
                  <a:lnTo>
                    <a:pt x="1514000" y="23039"/>
                  </a:lnTo>
                  <a:lnTo>
                    <a:pt x="1519446" y="22933"/>
                  </a:lnTo>
                  <a:lnTo>
                    <a:pt x="1524892" y="22825"/>
                  </a:lnTo>
                  <a:lnTo>
                    <a:pt x="1530338" y="22717"/>
                  </a:lnTo>
                  <a:lnTo>
                    <a:pt x="1535784" y="22607"/>
                  </a:lnTo>
                  <a:lnTo>
                    <a:pt x="1541230" y="22496"/>
                  </a:lnTo>
                  <a:lnTo>
                    <a:pt x="1546676" y="22384"/>
                  </a:lnTo>
                  <a:lnTo>
                    <a:pt x="1552122" y="22271"/>
                  </a:lnTo>
                  <a:lnTo>
                    <a:pt x="1557568" y="22156"/>
                  </a:lnTo>
                  <a:lnTo>
                    <a:pt x="1563014" y="22040"/>
                  </a:lnTo>
                  <a:lnTo>
                    <a:pt x="1568460" y="21923"/>
                  </a:lnTo>
                  <a:lnTo>
                    <a:pt x="1573907" y="21805"/>
                  </a:lnTo>
                  <a:lnTo>
                    <a:pt x="1579353" y="21685"/>
                  </a:lnTo>
                  <a:lnTo>
                    <a:pt x="1584799" y="21564"/>
                  </a:lnTo>
                  <a:lnTo>
                    <a:pt x="1590245" y="21441"/>
                  </a:lnTo>
                  <a:lnTo>
                    <a:pt x="1595691" y="21318"/>
                  </a:lnTo>
                  <a:lnTo>
                    <a:pt x="1601137" y="21193"/>
                  </a:lnTo>
                  <a:lnTo>
                    <a:pt x="1606583" y="21066"/>
                  </a:lnTo>
                  <a:lnTo>
                    <a:pt x="1612029" y="20938"/>
                  </a:lnTo>
                  <a:lnTo>
                    <a:pt x="1617475" y="20808"/>
                  </a:lnTo>
                  <a:lnTo>
                    <a:pt x="1622921" y="20677"/>
                  </a:lnTo>
                  <a:lnTo>
                    <a:pt x="1628367" y="20545"/>
                  </a:lnTo>
                  <a:lnTo>
                    <a:pt x="1633813" y="20411"/>
                  </a:lnTo>
                  <a:lnTo>
                    <a:pt x="1639259" y="20275"/>
                  </a:lnTo>
                  <a:lnTo>
                    <a:pt x="1644705" y="20138"/>
                  </a:lnTo>
                  <a:lnTo>
                    <a:pt x="1650151" y="19999"/>
                  </a:lnTo>
                  <a:lnTo>
                    <a:pt x="1655597" y="19858"/>
                  </a:lnTo>
                  <a:lnTo>
                    <a:pt x="1661043" y="19716"/>
                  </a:lnTo>
                  <a:lnTo>
                    <a:pt x="1666489" y="19571"/>
                  </a:lnTo>
                  <a:lnTo>
                    <a:pt x="1671935" y="19425"/>
                  </a:lnTo>
                  <a:lnTo>
                    <a:pt x="1677381" y="19278"/>
                  </a:lnTo>
                  <a:lnTo>
                    <a:pt x="1682827" y="19129"/>
                  </a:lnTo>
                  <a:lnTo>
                    <a:pt x="1688273" y="18977"/>
                  </a:lnTo>
                  <a:lnTo>
                    <a:pt x="1693720" y="18825"/>
                  </a:lnTo>
                  <a:lnTo>
                    <a:pt x="1699166" y="18669"/>
                  </a:lnTo>
                  <a:lnTo>
                    <a:pt x="1704612" y="18512"/>
                  </a:lnTo>
                  <a:lnTo>
                    <a:pt x="1710058" y="18354"/>
                  </a:lnTo>
                  <a:lnTo>
                    <a:pt x="1715504" y="18192"/>
                  </a:lnTo>
                  <a:lnTo>
                    <a:pt x="1720950" y="18030"/>
                  </a:lnTo>
                  <a:lnTo>
                    <a:pt x="1726396" y="17865"/>
                  </a:lnTo>
                  <a:lnTo>
                    <a:pt x="1731842" y="17698"/>
                  </a:lnTo>
                  <a:lnTo>
                    <a:pt x="1737288" y="17529"/>
                  </a:lnTo>
                  <a:lnTo>
                    <a:pt x="1742734" y="17358"/>
                  </a:lnTo>
                  <a:lnTo>
                    <a:pt x="1748180" y="17185"/>
                  </a:lnTo>
                  <a:lnTo>
                    <a:pt x="1753626" y="17010"/>
                  </a:lnTo>
                  <a:lnTo>
                    <a:pt x="1759072" y="16833"/>
                  </a:lnTo>
                  <a:lnTo>
                    <a:pt x="1764518" y="16653"/>
                  </a:lnTo>
                  <a:lnTo>
                    <a:pt x="1769964" y="16471"/>
                  </a:lnTo>
                  <a:lnTo>
                    <a:pt x="1775410" y="16288"/>
                  </a:lnTo>
                  <a:lnTo>
                    <a:pt x="1780856" y="16102"/>
                  </a:lnTo>
                  <a:lnTo>
                    <a:pt x="1786302" y="15914"/>
                  </a:lnTo>
                  <a:lnTo>
                    <a:pt x="1791748" y="15724"/>
                  </a:lnTo>
                  <a:lnTo>
                    <a:pt x="1797194" y="15531"/>
                  </a:lnTo>
                  <a:lnTo>
                    <a:pt x="1802640" y="15337"/>
                  </a:lnTo>
                  <a:lnTo>
                    <a:pt x="1808086" y="15140"/>
                  </a:lnTo>
                  <a:lnTo>
                    <a:pt x="1813532" y="14941"/>
                  </a:lnTo>
                  <a:lnTo>
                    <a:pt x="1818979" y="14740"/>
                  </a:lnTo>
                  <a:lnTo>
                    <a:pt x="1824425" y="14537"/>
                  </a:lnTo>
                  <a:lnTo>
                    <a:pt x="1829871" y="14332"/>
                  </a:lnTo>
                  <a:lnTo>
                    <a:pt x="1835317" y="14125"/>
                  </a:lnTo>
                  <a:lnTo>
                    <a:pt x="1840763" y="13916"/>
                  </a:lnTo>
                  <a:lnTo>
                    <a:pt x="1846209" y="13705"/>
                  </a:lnTo>
                  <a:lnTo>
                    <a:pt x="1851655" y="13492"/>
                  </a:lnTo>
                  <a:lnTo>
                    <a:pt x="1857101" y="13277"/>
                  </a:lnTo>
                  <a:lnTo>
                    <a:pt x="1862547" y="13061"/>
                  </a:lnTo>
                  <a:lnTo>
                    <a:pt x="1867993" y="12842"/>
                  </a:lnTo>
                  <a:lnTo>
                    <a:pt x="1873439" y="12622"/>
                  </a:lnTo>
                  <a:lnTo>
                    <a:pt x="1878885" y="12400"/>
                  </a:lnTo>
                  <a:lnTo>
                    <a:pt x="1884331" y="12177"/>
                  </a:lnTo>
                  <a:lnTo>
                    <a:pt x="1889777" y="11952"/>
                  </a:lnTo>
                  <a:lnTo>
                    <a:pt x="1895223" y="11726"/>
                  </a:lnTo>
                  <a:lnTo>
                    <a:pt x="1900669" y="11499"/>
                  </a:lnTo>
                  <a:lnTo>
                    <a:pt x="1906115" y="11270"/>
                  </a:lnTo>
                  <a:lnTo>
                    <a:pt x="1911561" y="11040"/>
                  </a:lnTo>
                  <a:lnTo>
                    <a:pt x="1917007" y="10809"/>
                  </a:lnTo>
                  <a:lnTo>
                    <a:pt x="1922453" y="10577"/>
                  </a:lnTo>
                  <a:lnTo>
                    <a:pt x="1927899" y="10345"/>
                  </a:lnTo>
                  <a:lnTo>
                    <a:pt x="1933345" y="10112"/>
                  </a:lnTo>
                  <a:lnTo>
                    <a:pt x="1938792" y="9878"/>
                  </a:lnTo>
                  <a:lnTo>
                    <a:pt x="1944238" y="9643"/>
                  </a:lnTo>
                  <a:lnTo>
                    <a:pt x="1949684" y="9409"/>
                  </a:lnTo>
                  <a:lnTo>
                    <a:pt x="1955130" y="9174"/>
                  </a:lnTo>
                  <a:lnTo>
                    <a:pt x="1960576" y="8940"/>
                  </a:lnTo>
                  <a:lnTo>
                    <a:pt x="1966022" y="8705"/>
                  </a:lnTo>
                  <a:lnTo>
                    <a:pt x="1971468" y="8471"/>
                  </a:lnTo>
                  <a:lnTo>
                    <a:pt x="1976914" y="8237"/>
                  </a:lnTo>
                  <a:lnTo>
                    <a:pt x="1982360" y="8003"/>
                  </a:lnTo>
                  <a:lnTo>
                    <a:pt x="1987806" y="7771"/>
                  </a:lnTo>
                  <a:lnTo>
                    <a:pt x="1993252" y="7540"/>
                  </a:lnTo>
                  <a:lnTo>
                    <a:pt x="1998698" y="7309"/>
                  </a:lnTo>
                  <a:lnTo>
                    <a:pt x="2004144" y="7080"/>
                  </a:lnTo>
                  <a:lnTo>
                    <a:pt x="2009590" y="6852"/>
                  </a:lnTo>
                  <a:lnTo>
                    <a:pt x="2015036" y="6626"/>
                  </a:lnTo>
                  <a:lnTo>
                    <a:pt x="2020482" y="6401"/>
                  </a:lnTo>
                  <a:lnTo>
                    <a:pt x="2025928" y="6178"/>
                  </a:lnTo>
                  <a:lnTo>
                    <a:pt x="2031374" y="5958"/>
                  </a:lnTo>
                  <a:lnTo>
                    <a:pt x="2036820" y="5740"/>
                  </a:lnTo>
                  <a:lnTo>
                    <a:pt x="2042266" y="5524"/>
                  </a:lnTo>
                  <a:lnTo>
                    <a:pt x="2047712" y="5310"/>
                  </a:lnTo>
                  <a:lnTo>
                    <a:pt x="2053158" y="5100"/>
                  </a:lnTo>
                  <a:lnTo>
                    <a:pt x="2058605" y="4892"/>
                  </a:lnTo>
                  <a:lnTo>
                    <a:pt x="2064051" y="4687"/>
                  </a:lnTo>
                  <a:lnTo>
                    <a:pt x="2069497" y="4486"/>
                  </a:lnTo>
                  <a:lnTo>
                    <a:pt x="2074943" y="4288"/>
                  </a:lnTo>
                  <a:lnTo>
                    <a:pt x="2080389" y="4093"/>
                  </a:lnTo>
                  <a:lnTo>
                    <a:pt x="2085835" y="3902"/>
                  </a:lnTo>
                  <a:lnTo>
                    <a:pt x="2091281" y="3714"/>
                  </a:lnTo>
                  <a:lnTo>
                    <a:pt x="2096727" y="3531"/>
                  </a:lnTo>
                  <a:lnTo>
                    <a:pt x="2102173" y="3352"/>
                  </a:lnTo>
                  <a:lnTo>
                    <a:pt x="2107619" y="3176"/>
                  </a:lnTo>
                  <a:lnTo>
                    <a:pt x="2113065" y="3005"/>
                  </a:lnTo>
                  <a:lnTo>
                    <a:pt x="2118511" y="2839"/>
                  </a:lnTo>
                  <a:lnTo>
                    <a:pt x="2123957" y="2675"/>
                  </a:lnTo>
                  <a:lnTo>
                    <a:pt x="2129403" y="2518"/>
                  </a:lnTo>
                  <a:lnTo>
                    <a:pt x="2134849" y="2365"/>
                  </a:lnTo>
                  <a:lnTo>
                    <a:pt x="2140295" y="2215"/>
                  </a:lnTo>
                  <a:lnTo>
                    <a:pt x="2145741" y="2072"/>
                  </a:lnTo>
                  <a:lnTo>
                    <a:pt x="2151187" y="1933"/>
                  </a:lnTo>
                  <a:lnTo>
                    <a:pt x="2156633" y="1797"/>
                  </a:lnTo>
                  <a:lnTo>
                    <a:pt x="2162079" y="1669"/>
                  </a:lnTo>
                  <a:lnTo>
                    <a:pt x="2167525" y="1544"/>
                  </a:lnTo>
                  <a:lnTo>
                    <a:pt x="2172971" y="1423"/>
                  </a:lnTo>
                  <a:lnTo>
                    <a:pt x="2178418" y="1310"/>
                  </a:lnTo>
                  <a:lnTo>
                    <a:pt x="2183864" y="1200"/>
                  </a:lnTo>
                  <a:lnTo>
                    <a:pt x="2189310" y="1094"/>
                  </a:lnTo>
                  <a:lnTo>
                    <a:pt x="2194756" y="995"/>
                  </a:lnTo>
                  <a:lnTo>
                    <a:pt x="2200202" y="900"/>
                  </a:lnTo>
                  <a:lnTo>
                    <a:pt x="2205648" y="809"/>
                  </a:lnTo>
                  <a:lnTo>
                    <a:pt x="2211094" y="725"/>
                  </a:lnTo>
                  <a:lnTo>
                    <a:pt x="2216540" y="644"/>
                  </a:lnTo>
                  <a:lnTo>
                    <a:pt x="2221986" y="569"/>
                  </a:lnTo>
                  <a:lnTo>
                    <a:pt x="2227432" y="499"/>
                  </a:lnTo>
                  <a:lnTo>
                    <a:pt x="2232878" y="433"/>
                  </a:lnTo>
                  <a:lnTo>
                    <a:pt x="2238324" y="372"/>
                  </a:lnTo>
                  <a:lnTo>
                    <a:pt x="2243770" y="317"/>
                  </a:lnTo>
                  <a:lnTo>
                    <a:pt x="2249216" y="265"/>
                  </a:lnTo>
                  <a:lnTo>
                    <a:pt x="2254662" y="218"/>
                  </a:lnTo>
                  <a:lnTo>
                    <a:pt x="2260108" y="177"/>
                  </a:lnTo>
                  <a:lnTo>
                    <a:pt x="2265554" y="139"/>
                  </a:lnTo>
                  <a:lnTo>
                    <a:pt x="2271000" y="106"/>
                  </a:lnTo>
                  <a:lnTo>
                    <a:pt x="2276446" y="78"/>
                  </a:lnTo>
                  <a:lnTo>
                    <a:pt x="2281892" y="53"/>
                  </a:lnTo>
                  <a:lnTo>
                    <a:pt x="2287338" y="34"/>
                  </a:lnTo>
                  <a:lnTo>
                    <a:pt x="2292784" y="19"/>
                  </a:lnTo>
                  <a:lnTo>
                    <a:pt x="2298231" y="8"/>
                  </a:lnTo>
                  <a:lnTo>
                    <a:pt x="2303677" y="2"/>
                  </a:lnTo>
                  <a:lnTo>
                    <a:pt x="2309123" y="0"/>
                  </a:lnTo>
                  <a:lnTo>
                    <a:pt x="2314569" y="1"/>
                  </a:lnTo>
                  <a:lnTo>
                    <a:pt x="2320015" y="7"/>
                  </a:lnTo>
                  <a:lnTo>
                    <a:pt x="2325461" y="18"/>
                  </a:lnTo>
                  <a:lnTo>
                    <a:pt x="2330907" y="31"/>
                  </a:lnTo>
                  <a:lnTo>
                    <a:pt x="2336353" y="51"/>
                  </a:lnTo>
                  <a:lnTo>
                    <a:pt x="2341799" y="73"/>
                  </a:lnTo>
                  <a:lnTo>
                    <a:pt x="2347245" y="99"/>
                  </a:lnTo>
                  <a:lnTo>
                    <a:pt x="2352691" y="131"/>
                  </a:lnTo>
                  <a:lnTo>
                    <a:pt x="2358137" y="166"/>
                  </a:lnTo>
                  <a:lnTo>
                    <a:pt x="2363583" y="204"/>
                  </a:lnTo>
                  <a:lnTo>
                    <a:pt x="2369029" y="248"/>
                  </a:lnTo>
                  <a:lnTo>
                    <a:pt x="2374475" y="296"/>
                  </a:lnTo>
                  <a:lnTo>
                    <a:pt x="2379921" y="346"/>
                  </a:lnTo>
                  <a:lnTo>
                    <a:pt x="2385367" y="403"/>
                  </a:lnTo>
                  <a:lnTo>
                    <a:pt x="2390813" y="463"/>
                  </a:lnTo>
                  <a:lnTo>
                    <a:pt x="2396259" y="527"/>
                  </a:lnTo>
                  <a:lnTo>
                    <a:pt x="2401705" y="596"/>
                  </a:lnTo>
                  <a:lnTo>
                    <a:pt x="2407151" y="669"/>
                  </a:lnTo>
                  <a:lnTo>
                    <a:pt x="2412597" y="746"/>
                  </a:lnTo>
                  <a:lnTo>
                    <a:pt x="2418043" y="828"/>
                  </a:lnTo>
                  <a:lnTo>
                    <a:pt x="2423490" y="914"/>
                  </a:lnTo>
                  <a:lnTo>
                    <a:pt x="2428936" y="1005"/>
                  </a:lnTo>
                  <a:lnTo>
                    <a:pt x="2434382" y="1101"/>
                  </a:lnTo>
                  <a:lnTo>
                    <a:pt x="2439828" y="1201"/>
                  </a:lnTo>
                  <a:lnTo>
                    <a:pt x="2445274" y="1305"/>
                  </a:lnTo>
                  <a:lnTo>
                    <a:pt x="2450720" y="1416"/>
                  </a:lnTo>
                  <a:lnTo>
                    <a:pt x="2456166" y="1530"/>
                  </a:lnTo>
                  <a:lnTo>
                    <a:pt x="2461612" y="1649"/>
                  </a:lnTo>
                  <a:lnTo>
                    <a:pt x="2467058" y="1774"/>
                  </a:lnTo>
                  <a:lnTo>
                    <a:pt x="2472504" y="1903"/>
                  </a:lnTo>
                  <a:lnTo>
                    <a:pt x="2477950" y="2038"/>
                  </a:lnTo>
                  <a:lnTo>
                    <a:pt x="2483396" y="2179"/>
                  </a:lnTo>
                  <a:lnTo>
                    <a:pt x="2488842" y="2323"/>
                  </a:lnTo>
                  <a:lnTo>
                    <a:pt x="2494288" y="2474"/>
                  </a:lnTo>
                  <a:lnTo>
                    <a:pt x="2499734" y="2630"/>
                  </a:lnTo>
                  <a:lnTo>
                    <a:pt x="2505180" y="2791"/>
                  </a:lnTo>
                  <a:lnTo>
                    <a:pt x="2510626" y="2958"/>
                  </a:lnTo>
                  <a:lnTo>
                    <a:pt x="2516072" y="3131"/>
                  </a:lnTo>
                  <a:lnTo>
                    <a:pt x="2521518" y="3307"/>
                  </a:lnTo>
                  <a:lnTo>
                    <a:pt x="2526964" y="3491"/>
                  </a:lnTo>
                  <a:lnTo>
                    <a:pt x="2532410" y="3680"/>
                  </a:lnTo>
                  <a:lnTo>
                    <a:pt x="2537856" y="3874"/>
                  </a:lnTo>
                  <a:lnTo>
                    <a:pt x="2543303" y="4074"/>
                  </a:lnTo>
                  <a:lnTo>
                    <a:pt x="2548749" y="4280"/>
                  </a:lnTo>
                  <a:lnTo>
                    <a:pt x="2554195" y="4490"/>
                  </a:lnTo>
                  <a:lnTo>
                    <a:pt x="2559641" y="4708"/>
                  </a:lnTo>
                  <a:lnTo>
                    <a:pt x="2565087" y="4930"/>
                  </a:lnTo>
                  <a:lnTo>
                    <a:pt x="2570533" y="5156"/>
                  </a:lnTo>
                  <a:lnTo>
                    <a:pt x="2575979" y="5391"/>
                  </a:lnTo>
                  <a:lnTo>
                    <a:pt x="2581425" y="5629"/>
                  </a:lnTo>
                  <a:lnTo>
                    <a:pt x="2586871" y="5872"/>
                  </a:lnTo>
                  <a:lnTo>
                    <a:pt x="2592317" y="6122"/>
                  </a:lnTo>
                  <a:lnTo>
                    <a:pt x="2597763" y="6376"/>
                  </a:lnTo>
                  <a:lnTo>
                    <a:pt x="2603209" y="6634"/>
                  </a:lnTo>
                  <a:lnTo>
                    <a:pt x="2608655" y="6899"/>
                  </a:lnTo>
                  <a:lnTo>
                    <a:pt x="2614101" y="7168"/>
                  </a:lnTo>
                  <a:lnTo>
                    <a:pt x="2619547" y="7441"/>
                  </a:lnTo>
                  <a:lnTo>
                    <a:pt x="2624993" y="7720"/>
                  </a:lnTo>
                  <a:lnTo>
                    <a:pt x="2630439" y="8003"/>
                  </a:lnTo>
                  <a:lnTo>
                    <a:pt x="2635885" y="8289"/>
                  </a:lnTo>
                  <a:lnTo>
                    <a:pt x="2641331" y="8581"/>
                  </a:lnTo>
                  <a:lnTo>
                    <a:pt x="2646777" y="8875"/>
                  </a:lnTo>
                  <a:lnTo>
                    <a:pt x="2652223" y="9174"/>
                  </a:lnTo>
                  <a:lnTo>
                    <a:pt x="2657669" y="9476"/>
                  </a:lnTo>
                  <a:lnTo>
                    <a:pt x="2663116" y="9781"/>
                  </a:lnTo>
                  <a:lnTo>
                    <a:pt x="2668562" y="10090"/>
                  </a:lnTo>
                  <a:lnTo>
                    <a:pt x="2674008" y="10402"/>
                  </a:lnTo>
                  <a:lnTo>
                    <a:pt x="2679454" y="10716"/>
                  </a:lnTo>
                  <a:lnTo>
                    <a:pt x="2684900" y="11033"/>
                  </a:lnTo>
                  <a:lnTo>
                    <a:pt x="2690346" y="11352"/>
                  </a:lnTo>
                  <a:lnTo>
                    <a:pt x="2695792" y="11673"/>
                  </a:lnTo>
                  <a:lnTo>
                    <a:pt x="2701238" y="11996"/>
                  </a:lnTo>
                  <a:lnTo>
                    <a:pt x="2706684" y="12320"/>
                  </a:lnTo>
                  <a:lnTo>
                    <a:pt x="2712130" y="12645"/>
                  </a:lnTo>
                  <a:lnTo>
                    <a:pt x="2717576" y="12972"/>
                  </a:lnTo>
                  <a:lnTo>
                    <a:pt x="2723022" y="13299"/>
                  </a:lnTo>
                  <a:lnTo>
                    <a:pt x="2728468" y="13627"/>
                  </a:lnTo>
                  <a:lnTo>
                    <a:pt x="2733914" y="13955"/>
                  </a:lnTo>
                  <a:lnTo>
                    <a:pt x="2739360" y="14283"/>
                  </a:lnTo>
                  <a:lnTo>
                    <a:pt x="2744806" y="14610"/>
                  </a:lnTo>
                  <a:lnTo>
                    <a:pt x="2750252" y="14937"/>
                  </a:lnTo>
                  <a:lnTo>
                    <a:pt x="2755698" y="15263"/>
                  </a:lnTo>
                  <a:lnTo>
                    <a:pt x="2761144" y="15589"/>
                  </a:lnTo>
                  <a:lnTo>
                    <a:pt x="2766590" y="15912"/>
                  </a:lnTo>
                  <a:lnTo>
                    <a:pt x="2772036" y="16234"/>
                  </a:lnTo>
                  <a:lnTo>
                    <a:pt x="2777482" y="16555"/>
                  </a:lnTo>
                  <a:lnTo>
                    <a:pt x="2782929" y="16873"/>
                  </a:lnTo>
                  <a:lnTo>
                    <a:pt x="2782929" y="28279"/>
                  </a:lnTo>
                  <a:lnTo>
                    <a:pt x="2777482" y="28279"/>
                  </a:lnTo>
                  <a:lnTo>
                    <a:pt x="2772036" y="28279"/>
                  </a:lnTo>
                  <a:lnTo>
                    <a:pt x="2766590" y="28279"/>
                  </a:lnTo>
                  <a:lnTo>
                    <a:pt x="2761144" y="28279"/>
                  </a:lnTo>
                  <a:lnTo>
                    <a:pt x="2755698" y="28279"/>
                  </a:lnTo>
                  <a:lnTo>
                    <a:pt x="2750252" y="28279"/>
                  </a:lnTo>
                  <a:lnTo>
                    <a:pt x="2744806" y="28279"/>
                  </a:lnTo>
                  <a:lnTo>
                    <a:pt x="2739360" y="28279"/>
                  </a:lnTo>
                  <a:lnTo>
                    <a:pt x="2733914" y="28279"/>
                  </a:lnTo>
                  <a:lnTo>
                    <a:pt x="2728468" y="28279"/>
                  </a:lnTo>
                  <a:lnTo>
                    <a:pt x="2723022" y="28279"/>
                  </a:lnTo>
                  <a:lnTo>
                    <a:pt x="2717576" y="28279"/>
                  </a:lnTo>
                  <a:lnTo>
                    <a:pt x="2712130" y="28279"/>
                  </a:lnTo>
                  <a:lnTo>
                    <a:pt x="2706684" y="28279"/>
                  </a:lnTo>
                  <a:lnTo>
                    <a:pt x="2701238" y="28279"/>
                  </a:lnTo>
                  <a:lnTo>
                    <a:pt x="2695792" y="28279"/>
                  </a:lnTo>
                  <a:lnTo>
                    <a:pt x="2690346" y="28279"/>
                  </a:lnTo>
                  <a:lnTo>
                    <a:pt x="2684900" y="28279"/>
                  </a:lnTo>
                  <a:lnTo>
                    <a:pt x="2679454" y="28279"/>
                  </a:lnTo>
                  <a:lnTo>
                    <a:pt x="2674008" y="28279"/>
                  </a:lnTo>
                  <a:lnTo>
                    <a:pt x="2668562" y="28279"/>
                  </a:lnTo>
                  <a:lnTo>
                    <a:pt x="2663116" y="28279"/>
                  </a:lnTo>
                  <a:lnTo>
                    <a:pt x="2657669" y="28279"/>
                  </a:lnTo>
                  <a:lnTo>
                    <a:pt x="2652223" y="28279"/>
                  </a:lnTo>
                  <a:lnTo>
                    <a:pt x="2646777" y="28279"/>
                  </a:lnTo>
                  <a:lnTo>
                    <a:pt x="2641331" y="28279"/>
                  </a:lnTo>
                  <a:lnTo>
                    <a:pt x="2635885" y="28279"/>
                  </a:lnTo>
                  <a:lnTo>
                    <a:pt x="2630439" y="28279"/>
                  </a:lnTo>
                  <a:lnTo>
                    <a:pt x="2624993" y="28279"/>
                  </a:lnTo>
                  <a:lnTo>
                    <a:pt x="2619547" y="28279"/>
                  </a:lnTo>
                  <a:lnTo>
                    <a:pt x="2614101" y="28279"/>
                  </a:lnTo>
                  <a:lnTo>
                    <a:pt x="2608655" y="28279"/>
                  </a:lnTo>
                  <a:lnTo>
                    <a:pt x="2603209" y="28279"/>
                  </a:lnTo>
                  <a:lnTo>
                    <a:pt x="2597763" y="28279"/>
                  </a:lnTo>
                  <a:lnTo>
                    <a:pt x="2592317" y="28279"/>
                  </a:lnTo>
                  <a:lnTo>
                    <a:pt x="2586871" y="28279"/>
                  </a:lnTo>
                  <a:lnTo>
                    <a:pt x="2581425" y="28279"/>
                  </a:lnTo>
                  <a:lnTo>
                    <a:pt x="2575979" y="28279"/>
                  </a:lnTo>
                  <a:lnTo>
                    <a:pt x="2570533" y="28279"/>
                  </a:lnTo>
                  <a:lnTo>
                    <a:pt x="2565087" y="28279"/>
                  </a:lnTo>
                  <a:lnTo>
                    <a:pt x="2559641" y="28279"/>
                  </a:lnTo>
                  <a:lnTo>
                    <a:pt x="2554195" y="28279"/>
                  </a:lnTo>
                  <a:lnTo>
                    <a:pt x="2548749" y="28279"/>
                  </a:lnTo>
                  <a:lnTo>
                    <a:pt x="2543303" y="28279"/>
                  </a:lnTo>
                  <a:lnTo>
                    <a:pt x="2537856" y="28279"/>
                  </a:lnTo>
                  <a:lnTo>
                    <a:pt x="2532410" y="28279"/>
                  </a:lnTo>
                  <a:lnTo>
                    <a:pt x="2526964" y="28279"/>
                  </a:lnTo>
                  <a:lnTo>
                    <a:pt x="2521518" y="28279"/>
                  </a:lnTo>
                  <a:lnTo>
                    <a:pt x="2516072" y="28279"/>
                  </a:lnTo>
                  <a:lnTo>
                    <a:pt x="2510626" y="28279"/>
                  </a:lnTo>
                  <a:lnTo>
                    <a:pt x="2505180" y="28279"/>
                  </a:lnTo>
                  <a:lnTo>
                    <a:pt x="2499734" y="28279"/>
                  </a:lnTo>
                  <a:lnTo>
                    <a:pt x="2494288" y="28279"/>
                  </a:lnTo>
                  <a:lnTo>
                    <a:pt x="2488842" y="28279"/>
                  </a:lnTo>
                  <a:lnTo>
                    <a:pt x="2483396" y="28279"/>
                  </a:lnTo>
                  <a:lnTo>
                    <a:pt x="2477950" y="28279"/>
                  </a:lnTo>
                  <a:lnTo>
                    <a:pt x="2472504" y="28279"/>
                  </a:lnTo>
                  <a:lnTo>
                    <a:pt x="2467058" y="28279"/>
                  </a:lnTo>
                  <a:lnTo>
                    <a:pt x="2461612" y="28279"/>
                  </a:lnTo>
                  <a:lnTo>
                    <a:pt x="2456166" y="28279"/>
                  </a:lnTo>
                  <a:lnTo>
                    <a:pt x="2450720" y="28279"/>
                  </a:lnTo>
                  <a:lnTo>
                    <a:pt x="2445274" y="28279"/>
                  </a:lnTo>
                  <a:lnTo>
                    <a:pt x="2439828" y="28279"/>
                  </a:lnTo>
                  <a:lnTo>
                    <a:pt x="2434382" y="28279"/>
                  </a:lnTo>
                  <a:lnTo>
                    <a:pt x="2428936" y="28279"/>
                  </a:lnTo>
                  <a:lnTo>
                    <a:pt x="2423490" y="28279"/>
                  </a:lnTo>
                  <a:lnTo>
                    <a:pt x="2418043" y="28279"/>
                  </a:lnTo>
                  <a:lnTo>
                    <a:pt x="2412597" y="28279"/>
                  </a:lnTo>
                  <a:lnTo>
                    <a:pt x="2407151" y="28279"/>
                  </a:lnTo>
                  <a:lnTo>
                    <a:pt x="2401705" y="28279"/>
                  </a:lnTo>
                  <a:lnTo>
                    <a:pt x="2396259" y="28279"/>
                  </a:lnTo>
                  <a:lnTo>
                    <a:pt x="2390813" y="28279"/>
                  </a:lnTo>
                  <a:lnTo>
                    <a:pt x="2385367" y="28279"/>
                  </a:lnTo>
                  <a:lnTo>
                    <a:pt x="2379921" y="28279"/>
                  </a:lnTo>
                  <a:lnTo>
                    <a:pt x="2374475" y="28279"/>
                  </a:lnTo>
                  <a:lnTo>
                    <a:pt x="2369029" y="28279"/>
                  </a:lnTo>
                  <a:lnTo>
                    <a:pt x="2363583" y="28279"/>
                  </a:lnTo>
                  <a:lnTo>
                    <a:pt x="2358137" y="28279"/>
                  </a:lnTo>
                  <a:lnTo>
                    <a:pt x="2352691" y="28279"/>
                  </a:lnTo>
                  <a:lnTo>
                    <a:pt x="2347245" y="28279"/>
                  </a:lnTo>
                  <a:lnTo>
                    <a:pt x="2341799" y="28279"/>
                  </a:lnTo>
                  <a:lnTo>
                    <a:pt x="2336353" y="28279"/>
                  </a:lnTo>
                  <a:lnTo>
                    <a:pt x="2330907" y="28279"/>
                  </a:lnTo>
                  <a:lnTo>
                    <a:pt x="2325461" y="28279"/>
                  </a:lnTo>
                  <a:lnTo>
                    <a:pt x="2320015" y="28279"/>
                  </a:lnTo>
                  <a:lnTo>
                    <a:pt x="2314569" y="28279"/>
                  </a:lnTo>
                  <a:lnTo>
                    <a:pt x="2309123" y="28279"/>
                  </a:lnTo>
                  <a:lnTo>
                    <a:pt x="2303677" y="28279"/>
                  </a:lnTo>
                  <a:lnTo>
                    <a:pt x="2298231" y="28279"/>
                  </a:lnTo>
                  <a:lnTo>
                    <a:pt x="2292784" y="28279"/>
                  </a:lnTo>
                  <a:lnTo>
                    <a:pt x="2287338" y="28279"/>
                  </a:lnTo>
                  <a:lnTo>
                    <a:pt x="2281892" y="28279"/>
                  </a:lnTo>
                  <a:lnTo>
                    <a:pt x="2276446" y="28279"/>
                  </a:lnTo>
                  <a:lnTo>
                    <a:pt x="2271000" y="28279"/>
                  </a:lnTo>
                  <a:lnTo>
                    <a:pt x="2265554" y="28279"/>
                  </a:lnTo>
                  <a:lnTo>
                    <a:pt x="2260108" y="28279"/>
                  </a:lnTo>
                  <a:lnTo>
                    <a:pt x="2254662" y="28279"/>
                  </a:lnTo>
                  <a:lnTo>
                    <a:pt x="2249216" y="28279"/>
                  </a:lnTo>
                  <a:lnTo>
                    <a:pt x="2243770" y="28279"/>
                  </a:lnTo>
                  <a:lnTo>
                    <a:pt x="2238324" y="28279"/>
                  </a:lnTo>
                  <a:lnTo>
                    <a:pt x="2232878" y="28279"/>
                  </a:lnTo>
                  <a:lnTo>
                    <a:pt x="2227432" y="28279"/>
                  </a:lnTo>
                  <a:lnTo>
                    <a:pt x="2221986" y="28279"/>
                  </a:lnTo>
                  <a:lnTo>
                    <a:pt x="2216540" y="28279"/>
                  </a:lnTo>
                  <a:lnTo>
                    <a:pt x="2211094" y="28279"/>
                  </a:lnTo>
                  <a:lnTo>
                    <a:pt x="2205648" y="28279"/>
                  </a:lnTo>
                  <a:lnTo>
                    <a:pt x="2200202" y="28279"/>
                  </a:lnTo>
                  <a:lnTo>
                    <a:pt x="2194756" y="28279"/>
                  </a:lnTo>
                  <a:lnTo>
                    <a:pt x="2189310" y="28279"/>
                  </a:lnTo>
                  <a:lnTo>
                    <a:pt x="2183864" y="28279"/>
                  </a:lnTo>
                  <a:lnTo>
                    <a:pt x="2178418" y="28279"/>
                  </a:lnTo>
                  <a:lnTo>
                    <a:pt x="2172971" y="28279"/>
                  </a:lnTo>
                  <a:lnTo>
                    <a:pt x="2167525" y="28279"/>
                  </a:lnTo>
                  <a:lnTo>
                    <a:pt x="2162079" y="28279"/>
                  </a:lnTo>
                  <a:lnTo>
                    <a:pt x="2156633" y="28279"/>
                  </a:lnTo>
                  <a:lnTo>
                    <a:pt x="2151187" y="28279"/>
                  </a:lnTo>
                  <a:lnTo>
                    <a:pt x="2145741" y="28279"/>
                  </a:lnTo>
                  <a:lnTo>
                    <a:pt x="2140295" y="28279"/>
                  </a:lnTo>
                  <a:lnTo>
                    <a:pt x="2134849" y="28279"/>
                  </a:lnTo>
                  <a:lnTo>
                    <a:pt x="2129403" y="28279"/>
                  </a:lnTo>
                  <a:lnTo>
                    <a:pt x="2123957" y="28279"/>
                  </a:lnTo>
                  <a:lnTo>
                    <a:pt x="2118511" y="28279"/>
                  </a:lnTo>
                  <a:lnTo>
                    <a:pt x="2113065" y="28279"/>
                  </a:lnTo>
                  <a:lnTo>
                    <a:pt x="2107619" y="28279"/>
                  </a:lnTo>
                  <a:lnTo>
                    <a:pt x="2102173" y="28279"/>
                  </a:lnTo>
                  <a:lnTo>
                    <a:pt x="2096727" y="28279"/>
                  </a:lnTo>
                  <a:lnTo>
                    <a:pt x="2091281" y="28279"/>
                  </a:lnTo>
                  <a:lnTo>
                    <a:pt x="2085835" y="28279"/>
                  </a:lnTo>
                  <a:lnTo>
                    <a:pt x="2080389" y="28279"/>
                  </a:lnTo>
                  <a:lnTo>
                    <a:pt x="2074943" y="28279"/>
                  </a:lnTo>
                  <a:lnTo>
                    <a:pt x="2069497" y="28279"/>
                  </a:lnTo>
                  <a:lnTo>
                    <a:pt x="2064051" y="28279"/>
                  </a:lnTo>
                  <a:lnTo>
                    <a:pt x="2058605" y="28279"/>
                  </a:lnTo>
                  <a:lnTo>
                    <a:pt x="2053158" y="28279"/>
                  </a:lnTo>
                  <a:lnTo>
                    <a:pt x="2047712" y="28279"/>
                  </a:lnTo>
                  <a:lnTo>
                    <a:pt x="2042266" y="28279"/>
                  </a:lnTo>
                  <a:lnTo>
                    <a:pt x="2036820" y="28279"/>
                  </a:lnTo>
                  <a:lnTo>
                    <a:pt x="2031374" y="28279"/>
                  </a:lnTo>
                  <a:lnTo>
                    <a:pt x="2025928" y="28279"/>
                  </a:lnTo>
                  <a:lnTo>
                    <a:pt x="2020482" y="28279"/>
                  </a:lnTo>
                  <a:lnTo>
                    <a:pt x="2015036" y="28279"/>
                  </a:lnTo>
                  <a:lnTo>
                    <a:pt x="2009590" y="28279"/>
                  </a:lnTo>
                  <a:lnTo>
                    <a:pt x="2004144" y="28279"/>
                  </a:lnTo>
                  <a:lnTo>
                    <a:pt x="1998698" y="28279"/>
                  </a:lnTo>
                  <a:lnTo>
                    <a:pt x="1993252" y="28279"/>
                  </a:lnTo>
                  <a:lnTo>
                    <a:pt x="1987806" y="28279"/>
                  </a:lnTo>
                  <a:lnTo>
                    <a:pt x="1982360" y="28279"/>
                  </a:lnTo>
                  <a:lnTo>
                    <a:pt x="1976914" y="28279"/>
                  </a:lnTo>
                  <a:lnTo>
                    <a:pt x="1971468" y="28279"/>
                  </a:lnTo>
                  <a:lnTo>
                    <a:pt x="1966022" y="28279"/>
                  </a:lnTo>
                  <a:lnTo>
                    <a:pt x="1960576" y="28279"/>
                  </a:lnTo>
                  <a:lnTo>
                    <a:pt x="1955130" y="28279"/>
                  </a:lnTo>
                  <a:lnTo>
                    <a:pt x="1949684" y="28279"/>
                  </a:lnTo>
                  <a:lnTo>
                    <a:pt x="1944238" y="28279"/>
                  </a:lnTo>
                  <a:lnTo>
                    <a:pt x="1938792" y="28279"/>
                  </a:lnTo>
                  <a:lnTo>
                    <a:pt x="1933345" y="28279"/>
                  </a:lnTo>
                  <a:lnTo>
                    <a:pt x="1927899" y="28279"/>
                  </a:lnTo>
                  <a:lnTo>
                    <a:pt x="1922453" y="28279"/>
                  </a:lnTo>
                  <a:lnTo>
                    <a:pt x="1917007" y="28279"/>
                  </a:lnTo>
                  <a:lnTo>
                    <a:pt x="1911561" y="28279"/>
                  </a:lnTo>
                  <a:lnTo>
                    <a:pt x="1906115" y="28279"/>
                  </a:lnTo>
                  <a:lnTo>
                    <a:pt x="1900669" y="28279"/>
                  </a:lnTo>
                  <a:lnTo>
                    <a:pt x="1895223" y="28279"/>
                  </a:lnTo>
                  <a:lnTo>
                    <a:pt x="1889777" y="28279"/>
                  </a:lnTo>
                  <a:lnTo>
                    <a:pt x="1884331" y="28279"/>
                  </a:lnTo>
                  <a:lnTo>
                    <a:pt x="1878885" y="28279"/>
                  </a:lnTo>
                  <a:lnTo>
                    <a:pt x="1873439" y="28279"/>
                  </a:lnTo>
                  <a:lnTo>
                    <a:pt x="1867993" y="28279"/>
                  </a:lnTo>
                  <a:lnTo>
                    <a:pt x="1862547" y="28279"/>
                  </a:lnTo>
                  <a:lnTo>
                    <a:pt x="1857101" y="28279"/>
                  </a:lnTo>
                  <a:lnTo>
                    <a:pt x="1851655" y="28279"/>
                  </a:lnTo>
                  <a:lnTo>
                    <a:pt x="1846209" y="28279"/>
                  </a:lnTo>
                  <a:lnTo>
                    <a:pt x="1840763" y="28279"/>
                  </a:lnTo>
                  <a:lnTo>
                    <a:pt x="1835317" y="28279"/>
                  </a:lnTo>
                  <a:lnTo>
                    <a:pt x="1829871" y="28279"/>
                  </a:lnTo>
                  <a:lnTo>
                    <a:pt x="1824425" y="28279"/>
                  </a:lnTo>
                  <a:lnTo>
                    <a:pt x="1818979" y="28279"/>
                  </a:lnTo>
                  <a:lnTo>
                    <a:pt x="1813532" y="28279"/>
                  </a:lnTo>
                  <a:lnTo>
                    <a:pt x="1808086" y="28279"/>
                  </a:lnTo>
                  <a:lnTo>
                    <a:pt x="1802640" y="28279"/>
                  </a:lnTo>
                  <a:lnTo>
                    <a:pt x="1797194" y="28279"/>
                  </a:lnTo>
                  <a:lnTo>
                    <a:pt x="1791748" y="28279"/>
                  </a:lnTo>
                  <a:lnTo>
                    <a:pt x="1786302" y="28279"/>
                  </a:lnTo>
                  <a:lnTo>
                    <a:pt x="1780856" y="28279"/>
                  </a:lnTo>
                  <a:lnTo>
                    <a:pt x="1775410" y="28279"/>
                  </a:lnTo>
                  <a:lnTo>
                    <a:pt x="1769964" y="28279"/>
                  </a:lnTo>
                  <a:lnTo>
                    <a:pt x="1764518" y="28279"/>
                  </a:lnTo>
                  <a:lnTo>
                    <a:pt x="1759072" y="28279"/>
                  </a:lnTo>
                  <a:lnTo>
                    <a:pt x="1753626" y="28279"/>
                  </a:lnTo>
                  <a:lnTo>
                    <a:pt x="1748180" y="28279"/>
                  </a:lnTo>
                  <a:lnTo>
                    <a:pt x="1742734" y="28279"/>
                  </a:lnTo>
                  <a:lnTo>
                    <a:pt x="1737288" y="28279"/>
                  </a:lnTo>
                  <a:lnTo>
                    <a:pt x="1731842" y="28279"/>
                  </a:lnTo>
                  <a:lnTo>
                    <a:pt x="1726396" y="28279"/>
                  </a:lnTo>
                  <a:lnTo>
                    <a:pt x="1720950" y="28279"/>
                  </a:lnTo>
                  <a:lnTo>
                    <a:pt x="1715504" y="28279"/>
                  </a:lnTo>
                  <a:lnTo>
                    <a:pt x="1710058" y="28279"/>
                  </a:lnTo>
                  <a:lnTo>
                    <a:pt x="1704612" y="28279"/>
                  </a:lnTo>
                  <a:lnTo>
                    <a:pt x="1699166" y="28279"/>
                  </a:lnTo>
                  <a:lnTo>
                    <a:pt x="1693720" y="28279"/>
                  </a:lnTo>
                  <a:lnTo>
                    <a:pt x="1688273" y="28279"/>
                  </a:lnTo>
                  <a:lnTo>
                    <a:pt x="1682827" y="28279"/>
                  </a:lnTo>
                  <a:lnTo>
                    <a:pt x="1677381" y="28279"/>
                  </a:lnTo>
                  <a:lnTo>
                    <a:pt x="1671935" y="28279"/>
                  </a:lnTo>
                  <a:lnTo>
                    <a:pt x="1666489" y="28279"/>
                  </a:lnTo>
                  <a:lnTo>
                    <a:pt x="1661043" y="28279"/>
                  </a:lnTo>
                  <a:lnTo>
                    <a:pt x="1655597" y="28279"/>
                  </a:lnTo>
                  <a:lnTo>
                    <a:pt x="1650151" y="28279"/>
                  </a:lnTo>
                  <a:lnTo>
                    <a:pt x="1644705" y="28279"/>
                  </a:lnTo>
                  <a:lnTo>
                    <a:pt x="1639259" y="28279"/>
                  </a:lnTo>
                  <a:lnTo>
                    <a:pt x="1633813" y="28279"/>
                  </a:lnTo>
                  <a:lnTo>
                    <a:pt x="1628367" y="28279"/>
                  </a:lnTo>
                  <a:lnTo>
                    <a:pt x="1622921" y="28279"/>
                  </a:lnTo>
                  <a:lnTo>
                    <a:pt x="1617475" y="28279"/>
                  </a:lnTo>
                  <a:lnTo>
                    <a:pt x="1612029" y="28279"/>
                  </a:lnTo>
                  <a:lnTo>
                    <a:pt x="1606583" y="28279"/>
                  </a:lnTo>
                  <a:lnTo>
                    <a:pt x="1601137" y="28279"/>
                  </a:lnTo>
                  <a:lnTo>
                    <a:pt x="1595691" y="28279"/>
                  </a:lnTo>
                  <a:lnTo>
                    <a:pt x="1590245" y="28279"/>
                  </a:lnTo>
                  <a:lnTo>
                    <a:pt x="1584799" y="28279"/>
                  </a:lnTo>
                  <a:lnTo>
                    <a:pt x="1579353" y="28279"/>
                  </a:lnTo>
                  <a:lnTo>
                    <a:pt x="1573907" y="28279"/>
                  </a:lnTo>
                  <a:lnTo>
                    <a:pt x="1568460" y="28279"/>
                  </a:lnTo>
                  <a:lnTo>
                    <a:pt x="1563014" y="28279"/>
                  </a:lnTo>
                  <a:lnTo>
                    <a:pt x="1557568" y="28279"/>
                  </a:lnTo>
                  <a:lnTo>
                    <a:pt x="1552122" y="28279"/>
                  </a:lnTo>
                  <a:lnTo>
                    <a:pt x="1546676" y="28279"/>
                  </a:lnTo>
                  <a:lnTo>
                    <a:pt x="1541230" y="28279"/>
                  </a:lnTo>
                  <a:lnTo>
                    <a:pt x="1535784" y="28279"/>
                  </a:lnTo>
                  <a:lnTo>
                    <a:pt x="1530338" y="28279"/>
                  </a:lnTo>
                  <a:lnTo>
                    <a:pt x="1524892" y="28279"/>
                  </a:lnTo>
                  <a:lnTo>
                    <a:pt x="1519446" y="28279"/>
                  </a:lnTo>
                  <a:lnTo>
                    <a:pt x="1514000" y="28279"/>
                  </a:lnTo>
                  <a:lnTo>
                    <a:pt x="1508554" y="28279"/>
                  </a:lnTo>
                  <a:lnTo>
                    <a:pt x="1503108" y="28279"/>
                  </a:lnTo>
                  <a:lnTo>
                    <a:pt x="1497662" y="28279"/>
                  </a:lnTo>
                  <a:lnTo>
                    <a:pt x="1492216" y="28279"/>
                  </a:lnTo>
                  <a:lnTo>
                    <a:pt x="1486770" y="28279"/>
                  </a:lnTo>
                  <a:lnTo>
                    <a:pt x="1481324" y="28279"/>
                  </a:lnTo>
                  <a:lnTo>
                    <a:pt x="1475878" y="28279"/>
                  </a:lnTo>
                  <a:lnTo>
                    <a:pt x="1470432" y="28279"/>
                  </a:lnTo>
                  <a:lnTo>
                    <a:pt x="1464986" y="28279"/>
                  </a:lnTo>
                  <a:lnTo>
                    <a:pt x="1459540" y="28279"/>
                  </a:lnTo>
                  <a:lnTo>
                    <a:pt x="1454094" y="28279"/>
                  </a:lnTo>
                  <a:lnTo>
                    <a:pt x="1448647" y="28279"/>
                  </a:lnTo>
                  <a:lnTo>
                    <a:pt x="1443201" y="28279"/>
                  </a:lnTo>
                  <a:lnTo>
                    <a:pt x="1437755" y="28279"/>
                  </a:lnTo>
                  <a:lnTo>
                    <a:pt x="1432309" y="28279"/>
                  </a:lnTo>
                  <a:lnTo>
                    <a:pt x="1426863" y="28279"/>
                  </a:lnTo>
                  <a:lnTo>
                    <a:pt x="1421417" y="28279"/>
                  </a:lnTo>
                  <a:lnTo>
                    <a:pt x="1415971" y="28279"/>
                  </a:lnTo>
                  <a:lnTo>
                    <a:pt x="1410525" y="28279"/>
                  </a:lnTo>
                  <a:lnTo>
                    <a:pt x="1405079" y="28279"/>
                  </a:lnTo>
                  <a:lnTo>
                    <a:pt x="1399633" y="28279"/>
                  </a:lnTo>
                  <a:lnTo>
                    <a:pt x="1394187" y="28279"/>
                  </a:lnTo>
                  <a:lnTo>
                    <a:pt x="1388741" y="28279"/>
                  </a:lnTo>
                  <a:lnTo>
                    <a:pt x="1383295" y="28279"/>
                  </a:lnTo>
                  <a:lnTo>
                    <a:pt x="1377849" y="28279"/>
                  </a:lnTo>
                  <a:lnTo>
                    <a:pt x="1372403" y="28279"/>
                  </a:lnTo>
                  <a:lnTo>
                    <a:pt x="1366957" y="28279"/>
                  </a:lnTo>
                  <a:lnTo>
                    <a:pt x="1361511" y="28279"/>
                  </a:lnTo>
                  <a:lnTo>
                    <a:pt x="1356065" y="28279"/>
                  </a:lnTo>
                  <a:lnTo>
                    <a:pt x="1350619" y="28279"/>
                  </a:lnTo>
                  <a:lnTo>
                    <a:pt x="1345173" y="28279"/>
                  </a:lnTo>
                  <a:lnTo>
                    <a:pt x="1339727" y="28279"/>
                  </a:lnTo>
                  <a:lnTo>
                    <a:pt x="1334281" y="28279"/>
                  </a:lnTo>
                  <a:lnTo>
                    <a:pt x="1328834" y="28279"/>
                  </a:lnTo>
                  <a:lnTo>
                    <a:pt x="1323388" y="28279"/>
                  </a:lnTo>
                  <a:lnTo>
                    <a:pt x="1317942" y="28279"/>
                  </a:lnTo>
                  <a:lnTo>
                    <a:pt x="1312496" y="28279"/>
                  </a:lnTo>
                  <a:lnTo>
                    <a:pt x="1307050" y="28279"/>
                  </a:lnTo>
                  <a:lnTo>
                    <a:pt x="1301604" y="28279"/>
                  </a:lnTo>
                  <a:lnTo>
                    <a:pt x="1296158" y="28279"/>
                  </a:lnTo>
                  <a:lnTo>
                    <a:pt x="1290712" y="28279"/>
                  </a:lnTo>
                  <a:lnTo>
                    <a:pt x="1285266" y="28279"/>
                  </a:lnTo>
                  <a:lnTo>
                    <a:pt x="1279820" y="28279"/>
                  </a:lnTo>
                  <a:lnTo>
                    <a:pt x="1274374" y="28279"/>
                  </a:lnTo>
                  <a:lnTo>
                    <a:pt x="1268928" y="28279"/>
                  </a:lnTo>
                  <a:lnTo>
                    <a:pt x="1263482" y="28279"/>
                  </a:lnTo>
                  <a:lnTo>
                    <a:pt x="1258036" y="28279"/>
                  </a:lnTo>
                  <a:lnTo>
                    <a:pt x="1252590" y="28279"/>
                  </a:lnTo>
                  <a:lnTo>
                    <a:pt x="1247144" y="28279"/>
                  </a:lnTo>
                  <a:lnTo>
                    <a:pt x="1241698" y="28279"/>
                  </a:lnTo>
                  <a:lnTo>
                    <a:pt x="1236252" y="28279"/>
                  </a:lnTo>
                  <a:lnTo>
                    <a:pt x="1230806" y="28279"/>
                  </a:lnTo>
                  <a:lnTo>
                    <a:pt x="1225360" y="28279"/>
                  </a:lnTo>
                  <a:lnTo>
                    <a:pt x="1219914" y="28279"/>
                  </a:lnTo>
                  <a:lnTo>
                    <a:pt x="1214468" y="28279"/>
                  </a:lnTo>
                  <a:lnTo>
                    <a:pt x="1209021" y="28279"/>
                  </a:lnTo>
                  <a:lnTo>
                    <a:pt x="1203575" y="28279"/>
                  </a:lnTo>
                  <a:lnTo>
                    <a:pt x="1198129" y="28279"/>
                  </a:lnTo>
                  <a:lnTo>
                    <a:pt x="1192683" y="28279"/>
                  </a:lnTo>
                  <a:lnTo>
                    <a:pt x="1187237" y="28279"/>
                  </a:lnTo>
                  <a:lnTo>
                    <a:pt x="1181791" y="28279"/>
                  </a:lnTo>
                  <a:lnTo>
                    <a:pt x="1176345" y="28279"/>
                  </a:lnTo>
                  <a:lnTo>
                    <a:pt x="1170899" y="28279"/>
                  </a:lnTo>
                  <a:lnTo>
                    <a:pt x="1165453" y="28279"/>
                  </a:lnTo>
                  <a:lnTo>
                    <a:pt x="1160007" y="28279"/>
                  </a:lnTo>
                  <a:lnTo>
                    <a:pt x="1154561" y="28279"/>
                  </a:lnTo>
                  <a:lnTo>
                    <a:pt x="1149115" y="28279"/>
                  </a:lnTo>
                  <a:lnTo>
                    <a:pt x="1143669" y="28279"/>
                  </a:lnTo>
                  <a:lnTo>
                    <a:pt x="1138223" y="28279"/>
                  </a:lnTo>
                  <a:lnTo>
                    <a:pt x="1132777" y="28279"/>
                  </a:lnTo>
                  <a:lnTo>
                    <a:pt x="1127331" y="28279"/>
                  </a:lnTo>
                  <a:lnTo>
                    <a:pt x="1121885" y="28279"/>
                  </a:lnTo>
                  <a:lnTo>
                    <a:pt x="1116439" y="28279"/>
                  </a:lnTo>
                  <a:lnTo>
                    <a:pt x="1110993" y="28279"/>
                  </a:lnTo>
                  <a:lnTo>
                    <a:pt x="1105547" y="28279"/>
                  </a:lnTo>
                  <a:lnTo>
                    <a:pt x="1100101" y="28279"/>
                  </a:lnTo>
                  <a:lnTo>
                    <a:pt x="1094655" y="28279"/>
                  </a:lnTo>
                  <a:lnTo>
                    <a:pt x="1089209" y="28279"/>
                  </a:lnTo>
                  <a:lnTo>
                    <a:pt x="1083762" y="28279"/>
                  </a:lnTo>
                  <a:lnTo>
                    <a:pt x="1078316" y="28279"/>
                  </a:lnTo>
                  <a:lnTo>
                    <a:pt x="1072870" y="28279"/>
                  </a:lnTo>
                  <a:lnTo>
                    <a:pt x="1067424" y="28279"/>
                  </a:lnTo>
                  <a:lnTo>
                    <a:pt x="1061978" y="28279"/>
                  </a:lnTo>
                  <a:lnTo>
                    <a:pt x="1056532" y="28279"/>
                  </a:lnTo>
                  <a:lnTo>
                    <a:pt x="1051086" y="28279"/>
                  </a:lnTo>
                  <a:lnTo>
                    <a:pt x="1045640" y="28279"/>
                  </a:lnTo>
                  <a:lnTo>
                    <a:pt x="1040194" y="28279"/>
                  </a:lnTo>
                  <a:lnTo>
                    <a:pt x="1034748" y="28279"/>
                  </a:lnTo>
                  <a:lnTo>
                    <a:pt x="1029302" y="28279"/>
                  </a:lnTo>
                  <a:lnTo>
                    <a:pt x="1023856" y="28279"/>
                  </a:lnTo>
                  <a:lnTo>
                    <a:pt x="1018410" y="28279"/>
                  </a:lnTo>
                  <a:lnTo>
                    <a:pt x="1012964" y="28279"/>
                  </a:lnTo>
                  <a:lnTo>
                    <a:pt x="1007518" y="28279"/>
                  </a:lnTo>
                  <a:lnTo>
                    <a:pt x="1002072" y="28279"/>
                  </a:lnTo>
                  <a:lnTo>
                    <a:pt x="996626" y="28279"/>
                  </a:lnTo>
                  <a:lnTo>
                    <a:pt x="991180" y="28279"/>
                  </a:lnTo>
                  <a:lnTo>
                    <a:pt x="985734" y="28279"/>
                  </a:lnTo>
                  <a:lnTo>
                    <a:pt x="980288" y="28279"/>
                  </a:lnTo>
                  <a:lnTo>
                    <a:pt x="974842" y="28279"/>
                  </a:lnTo>
                  <a:lnTo>
                    <a:pt x="969396" y="28279"/>
                  </a:lnTo>
                  <a:lnTo>
                    <a:pt x="963949" y="28279"/>
                  </a:lnTo>
                  <a:lnTo>
                    <a:pt x="958503" y="28279"/>
                  </a:lnTo>
                  <a:lnTo>
                    <a:pt x="953057" y="28279"/>
                  </a:lnTo>
                  <a:lnTo>
                    <a:pt x="947611" y="28279"/>
                  </a:lnTo>
                  <a:lnTo>
                    <a:pt x="942165" y="28279"/>
                  </a:lnTo>
                  <a:lnTo>
                    <a:pt x="936719" y="28279"/>
                  </a:lnTo>
                  <a:lnTo>
                    <a:pt x="931273" y="28279"/>
                  </a:lnTo>
                  <a:lnTo>
                    <a:pt x="925827" y="28279"/>
                  </a:lnTo>
                  <a:lnTo>
                    <a:pt x="920381" y="28279"/>
                  </a:lnTo>
                  <a:lnTo>
                    <a:pt x="914935" y="28279"/>
                  </a:lnTo>
                  <a:lnTo>
                    <a:pt x="909489" y="28279"/>
                  </a:lnTo>
                  <a:lnTo>
                    <a:pt x="904043" y="28279"/>
                  </a:lnTo>
                  <a:lnTo>
                    <a:pt x="898597" y="28279"/>
                  </a:lnTo>
                  <a:lnTo>
                    <a:pt x="893151" y="28279"/>
                  </a:lnTo>
                  <a:lnTo>
                    <a:pt x="887705" y="28279"/>
                  </a:lnTo>
                  <a:lnTo>
                    <a:pt x="882259" y="28279"/>
                  </a:lnTo>
                  <a:lnTo>
                    <a:pt x="876813" y="28279"/>
                  </a:lnTo>
                  <a:lnTo>
                    <a:pt x="871367" y="28279"/>
                  </a:lnTo>
                  <a:lnTo>
                    <a:pt x="865921" y="28279"/>
                  </a:lnTo>
                  <a:lnTo>
                    <a:pt x="860475" y="28279"/>
                  </a:lnTo>
                  <a:lnTo>
                    <a:pt x="855029" y="28279"/>
                  </a:lnTo>
                  <a:lnTo>
                    <a:pt x="849583" y="28279"/>
                  </a:lnTo>
                  <a:lnTo>
                    <a:pt x="844136" y="28279"/>
                  </a:lnTo>
                  <a:lnTo>
                    <a:pt x="838690" y="28279"/>
                  </a:lnTo>
                  <a:lnTo>
                    <a:pt x="833244" y="28279"/>
                  </a:lnTo>
                  <a:lnTo>
                    <a:pt x="827798" y="28279"/>
                  </a:lnTo>
                  <a:lnTo>
                    <a:pt x="822352" y="28279"/>
                  </a:lnTo>
                  <a:lnTo>
                    <a:pt x="816906" y="28279"/>
                  </a:lnTo>
                  <a:lnTo>
                    <a:pt x="811460" y="28279"/>
                  </a:lnTo>
                  <a:lnTo>
                    <a:pt x="806014" y="28279"/>
                  </a:lnTo>
                  <a:lnTo>
                    <a:pt x="800568" y="28279"/>
                  </a:lnTo>
                  <a:lnTo>
                    <a:pt x="795122" y="28279"/>
                  </a:lnTo>
                  <a:lnTo>
                    <a:pt x="789676" y="28279"/>
                  </a:lnTo>
                  <a:lnTo>
                    <a:pt x="784230" y="28279"/>
                  </a:lnTo>
                  <a:lnTo>
                    <a:pt x="778784" y="28279"/>
                  </a:lnTo>
                  <a:lnTo>
                    <a:pt x="773338" y="28279"/>
                  </a:lnTo>
                  <a:lnTo>
                    <a:pt x="767892" y="28279"/>
                  </a:lnTo>
                  <a:lnTo>
                    <a:pt x="762446" y="28279"/>
                  </a:lnTo>
                  <a:lnTo>
                    <a:pt x="757000" y="28279"/>
                  </a:lnTo>
                  <a:lnTo>
                    <a:pt x="751554" y="28279"/>
                  </a:lnTo>
                  <a:lnTo>
                    <a:pt x="746108" y="28279"/>
                  </a:lnTo>
                  <a:lnTo>
                    <a:pt x="740662" y="28279"/>
                  </a:lnTo>
                  <a:lnTo>
                    <a:pt x="735216" y="28279"/>
                  </a:lnTo>
                  <a:lnTo>
                    <a:pt x="729770" y="28279"/>
                  </a:lnTo>
                  <a:lnTo>
                    <a:pt x="724323" y="28279"/>
                  </a:lnTo>
                  <a:lnTo>
                    <a:pt x="718877" y="28279"/>
                  </a:lnTo>
                  <a:lnTo>
                    <a:pt x="713431" y="28279"/>
                  </a:lnTo>
                  <a:lnTo>
                    <a:pt x="707985" y="28279"/>
                  </a:lnTo>
                  <a:lnTo>
                    <a:pt x="702539" y="28279"/>
                  </a:lnTo>
                  <a:lnTo>
                    <a:pt x="697093" y="28279"/>
                  </a:lnTo>
                  <a:lnTo>
                    <a:pt x="691647" y="28279"/>
                  </a:lnTo>
                  <a:lnTo>
                    <a:pt x="686201" y="28279"/>
                  </a:lnTo>
                  <a:lnTo>
                    <a:pt x="680755" y="28279"/>
                  </a:lnTo>
                  <a:lnTo>
                    <a:pt x="675309" y="28279"/>
                  </a:lnTo>
                  <a:lnTo>
                    <a:pt x="669863" y="28279"/>
                  </a:lnTo>
                  <a:lnTo>
                    <a:pt x="664417" y="28279"/>
                  </a:lnTo>
                  <a:lnTo>
                    <a:pt x="658971" y="28279"/>
                  </a:lnTo>
                  <a:lnTo>
                    <a:pt x="653525" y="28279"/>
                  </a:lnTo>
                  <a:lnTo>
                    <a:pt x="648079" y="28279"/>
                  </a:lnTo>
                  <a:lnTo>
                    <a:pt x="642633" y="28279"/>
                  </a:lnTo>
                  <a:lnTo>
                    <a:pt x="637187" y="28279"/>
                  </a:lnTo>
                  <a:lnTo>
                    <a:pt x="631741" y="28279"/>
                  </a:lnTo>
                  <a:lnTo>
                    <a:pt x="626295" y="28279"/>
                  </a:lnTo>
                  <a:lnTo>
                    <a:pt x="620849" y="28279"/>
                  </a:lnTo>
                  <a:lnTo>
                    <a:pt x="615403" y="28279"/>
                  </a:lnTo>
                  <a:lnTo>
                    <a:pt x="609957" y="28279"/>
                  </a:lnTo>
                  <a:lnTo>
                    <a:pt x="604510" y="28279"/>
                  </a:lnTo>
                  <a:lnTo>
                    <a:pt x="599064" y="28279"/>
                  </a:lnTo>
                  <a:lnTo>
                    <a:pt x="593618" y="28279"/>
                  </a:lnTo>
                  <a:lnTo>
                    <a:pt x="588172" y="28279"/>
                  </a:lnTo>
                  <a:lnTo>
                    <a:pt x="582726" y="28279"/>
                  </a:lnTo>
                  <a:lnTo>
                    <a:pt x="577280" y="28279"/>
                  </a:lnTo>
                  <a:lnTo>
                    <a:pt x="571834" y="28279"/>
                  </a:lnTo>
                  <a:lnTo>
                    <a:pt x="566388" y="28279"/>
                  </a:lnTo>
                  <a:lnTo>
                    <a:pt x="560942" y="28279"/>
                  </a:lnTo>
                  <a:lnTo>
                    <a:pt x="555496" y="28279"/>
                  </a:lnTo>
                  <a:lnTo>
                    <a:pt x="550050" y="28279"/>
                  </a:lnTo>
                  <a:lnTo>
                    <a:pt x="544604" y="28279"/>
                  </a:lnTo>
                  <a:lnTo>
                    <a:pt x="539158" y="28279"/>
                  </a:lnTo>
                  <a:lnTo>
                    <a:pt x="533712" y="28279"/>
                  </a:lnTo>
                  <a:lnTo>
                    <a:pt x="528266" y="28279"/>
                  </a:lnTo>
                  <a:lnTo>
                    <a:pt x="522820" y="28279"/>
                  </a:lnTo>
                  <a:lnTo>
                    <a:pt x="517374" y="28279"/>
                  </a:lnTo>
                  <a:lnTo>
                    <a:pt x="511928" y="28279"/>
                  </a:lnTo>
                  <a:lnTo>
                    <a:pt x="506482" y="28279"/>
                  </a:lnTo>
                  <a:lnTo>
                    <a:pt x="501036" y="28279"/>
                  </a:lnTo>
                  <a:lnTo>
                    <a:pt x="495590" y="28279"/>
                  </a:lnTo>
                  <a:lnTo>
                    <a:pt x="490144" y="28279"/>
                  </a:lnTo>
                  <a:lnTo>
                    <a:pt x="484698" y="28279"/>
                  </a:lnTo>
                  <a:lnTo>
                    <a:pt x="479251" y="28279"/>
                  </a:lnTo>
                  <a:lnTo>
                    <a:pt x="473805" y="28279"/>
                  </a:lnTo>
                  <a:lnTo>
                    <a:pt x="468359" y="28279"/>
                  </a:lnTo>
                  <a:lnTo>
                    <a:pt x="462913" y="28279"/>
                  </a:lnTo>
                  <a:lnTo>
                    <a:pt x="457467" y="28279"/>
                  </a:lnTo>
                  <a:lnTo>
                    <a:pt x="452021" y="28279"/>
                  </a:lnTo>
                  <a:lnTo>
                    <a:pt x="446575" y="28279"/>
                  </a:lnTo>
                  <a:lnTo>
                    <a:pt x="441129" y="28279"/>
                  </a:lnTo>
                  <a:lnTo>
                    <a:pt x="435683" y="28279"/>
                  </a:lnTo>
                  <a:lnTo>
                    <a:pt x="430237" y="28279"/>
                  </a:lnTo>
                  <a:lnTo>
                    <a:pt x="424791" y="28279"/>
                  </a:lnTo>
                  <a:lnTo>
                    <a:pt x="419345" y="28279"/>
                  </a:lnTo>
                  <a:lnTo>
                    <a:pt x="413899" y="28279"/>
                  </a:lnTo>
                  <a:lnTo>
                    <a:pt x="408453" y="28279"/>
                  </a:lnTo>
                  <a:lnTo>
                    <a:pt x="403007" y="28279"/>
                  </a:lnTo>
                  <a:lnTo>
                    <a:pt x="397561" y="28279"/>
                  </a:lnTo>
                  <a:lnTo>
                    <a:pt x="392115" y="28279"/>
                  </a:lnTo>
                  <a:lnTo>
                    <a:pt x="386669" y="28279"/>
                  </a:lnTo>
                  <a:lnTo>
                    <a:pt x="381223" y="28279"/>
                  </a:lnTo>
                  <a:lnTo>
                    <a:pt x="375777" y="28279"/>
                  </a:lnTo>
                  <a:lnTo>
                    <a:pt x="370331" y="28279"/>
                  </a:lnTo>
                  <a:lnTo>
                    <a:pt x="364885" y="28279"/>
                  </a:lnTo>
                  <a:lnTo>
                    <a:pt x="359438" y="28279"/>
                  </a:lnTo>
                  <a:lnTo>
                    <a:pt x="353992" y="28279"/>
                  </a:lnTo>
                  <a:lnTo>
                    <a:pt x="348546" y="28279"/>
                  </a:lnTo>
                  <a:lnTo>
                    <a:pt x="343100" y="28279"/>
                  </a:lnTo>
                  <a:lnTo>
                    <a:pt x="337654" y="28279"/>
                  </a:lnTo>
                  <a:lnTo>
                    <a:pt x="332208" y="28279"/>
                  </a:lnTo>
                  <a:lnTo>
                    <a:pt x="326762" y="28279"/>
                  </a:lnTo>
                  <a:lnTo>
                    <a:pt x="321316" y="28279"/>
                  </a:lnTo>
                  <a:lnTo>
                    <a:pt x="315870" y="28279"/>
                  </a:lnTo>
                  <a:lnTo>
                    <a:pt x="310424" y="28279"/>
                  </a:lnTo>
                  <a:lnTo>
                    <a:pt x="304978" y="28279"/>
                  </a:lnTo>
                  <a:lnTo>
                    <a:pt x="299532" y="28279"/>
                  </a:lnTo>
                  <a:lnTo>
                    <a:pt x="294086" y="28279"/>
                  </a:lnTo>
                  <a:lnTo>
                    <a:pt x="288640" y="28279"/>
                  </a:lnTo>
                  <a:lnTo>
                    <a:pt x="283194" y="28279"/>
                  </a:lnTo>
                  <a:lnTo>
                    <a:pt x="277748" y="28279"/>
                  </a:lnTo>
                  <a:lnTo>
                    <a:pt x="272302" y="28279"/>
                  </a:lnTo>
                  <a:lnTo>
                    <a:pt x="266856" y="28279"/>
                  </a:lnTo>
                  <a:lnTo>
                    <a:pt x="261410" y="28279"/>
                  </a:lnTo>
                  <a:lnTo>
                    <a:pt x="255964" y="28279"/>
                  </a:lnTo>
                  <a:lnTo>
                    <a:pt x="250518" y="28279"/>
                  </a:lnTo>
                  <a:lnTo>
                    <a:pt x="245072" y="28279"/>
                  </a:lnTo>
                  <a:lnTo>
                    <a:pt x="239625" y="28279"/>
                  </a:lnTo>
                  <a:lnTo>
                    <a:pt x="234179" y="28279"/>
                  </a:lnTo>
                  <a:lnTo>
                    <a:pt x="228733" y="28279"/>
                  </a:lnTo>
                  <a:lnTo>
                    <a:pt x="223287" y="28279"/>
                  </a:lnTo>
                  <a:lnTo>
                    <a:pt x="217841" y="28279"/>
                  </a:lnTo>
                  <a:lnTo>
                    <a:pt x="212395" y="28279"/>
                  </a:lnTo>
                  <a:lnTo>
                    <a:pt x="206949" y="28279"/>
                  </a:lnTo>
                  <a:lnTo>
                    <a:pt x="201503" y="28279"/>
                  </a:lnTo>
                  <a:lnTo>
                    <a:pt x="196057" y="28279"/>
                  </a:lnTo>
                  <a:lnTo>
                    <a:pt x="190611" y="28279"/>
                  </a:lnTo>
                  <a:lnTo>
                    <a:pt x="185165" y="28279"/>
                  </a:lnTo>
                  <a:lnTo>
                    <a:pt x="179719" y="28279"/>
                  </a:lnTo>
                  <a:lnTo>
                    <a:pt x="174273" y="28279"/>
                  </a:lnTo>
                  <a:lnTo>
                    <a:pt x="168827" y="28279"/>
                  </a:lnTo>
                  <a:lnTo>
                    <a:pt x="163381" y="28279"/>
                  </a:lnTo>
                  <a:lnTo>
                    <a:pt x="157935" y="28279"/>
                  </a:lnTo>
                  <a:lnTo>
                    <a:pt x="152489" y="28279"/>
                  </a:lnTo>
                  <a:lnTo>
                    <a:pt x="147043" y="28279"/>
                  </a:lnTo>
                  <a:lnTo>
                    <a:pt x="141597" y="28279"/>
                  </a:lnTo>
                  <a:lnTo>
                    <a:pt x="136151" y="28279"/>
                  </a:lnTo>
                  <a:lnTo>
                    <a:pt x="130705" y="28279"/>
                  </a:lnTo>
                  <a:lnTo>
                    <a:pt x="125259" y="28279"/>
                  </a:lnTo>
                  <a:lnTo>
                    <a:pt x="119812" y="28279"/>
                  </a:lnTo>
                  <a:lnTo>
                    <a:pt x="114366" y="28279"/>
                  </a:lnTo>
                  <a:lnTo>
                    <a:pt x="108920" y="28279"/>
                  </a:lnTo>
                  <a:lnTo>
                    <a:pt x="103474" y="28279"/>
                  </a:lnTo>
                  <a:lnTo>
                    <a:pt x="98028" y="28279"/>
                  </a:lnTo>
                  <a:lnTo>
                    <a:pt x="92582" y="28279"/>
                  </a:lnTo>
                  <a:lnTo>
                    <a:pt x="87136" y="28279"/>
                  </a:lnTo>
                  <a:lnTo>
                    <a:pt x="81690" y="28279"/>
                  </a:lnTo>
                  <a:lnTo>
                    <a:pt x="76244" y="28279"/>
                  </a:lnTo>
                  <a:lnTo>
                    <a:pt x="70798" y="28279"/>
                  </a:lnTo>
                  <a:lnTo>
                    <a:pt x="65352" y="28279"/>
                  </a:lnTo>
                  <a:lnTo>
                    <a:pt x="59906" y="28279"/>
                  </a:lnTo>
                  <a:lnTo>
                    <a:pt x="54460" y="28279"/>
                  </a:lnTo>
                  <a:lnTo>
                    <a:pt x="49014" y="28279"/>
                  </a:lnTo>
                  <a:lnTo>
                    <a:pt x="43568" y="28279"/>
                  </a:lnTo>
                  <a:lnTo>
                    <a:pt x="38122" y="28279"/>
                  </a:lnTo>
                  <a:lnTo>
                    <a:pt x="32676" y="28279"/>
                  </a:lnTo>
                  <a:lnTo>
                    <a:pt x="27230" y="28279"/>
                  </a:lnTo>
                  <a:lnTo>
                    <a:pt x="21784" y="28279"/>
                  </a:lnTo>
                  <a:lnTo>
                    <a:pt x="16338" y="28279"/>
                  </a:lnTo>
                  <a:lnTo>
                    <a:pt x="10892" y="28279"/>
                  </a:lnTo>
                  <a:lnTo>
                    <a:pt x="5446" y="2827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957616" y="6162237"/>
              <a:ext cx="2782929" cy="28215"/>
            </a:xfrm>
            <a:custGeom>
              <a:avLst/>
              <a:pathLst>
                <a:path w="2782929" h="28215">
                  <a:moveTo>
                    <a:pt x="0" y="28215"/>
                  </a:moveTo>
                  <a:lnTo>
                    <a:pt x="5446" y="28211"/>
                  </a:lnTo>
                  <a:lnTo>
                    <a:pt x="10892" y="28206"/>
                  </a:lnTo>
                  <a:lnTo>
                    <a:pt x="16338" y="28201"/>
                  </a:lnTo>
                  <a:lnTo>
                    <a:pt x="21784" y="28195"/>
                  </a:lnTo>
                  <a:lnTo>
                    <a:pt x="27230" y="28189"/>
                  </a:lnTo>
                  <a:lnTo>
                    <a:pt x="32676" y="28183"/>
                  </a:lnTo>
                  <a:lnTo>
                    <a:pt x="38122" y="28177"/>
                  </a:lnTo>
                  <a:lnTo>
                    <a:pt x="43568" y="28170"/>
                  </a:lnTo>
                  <a:lnTo>
                    <a:pt x="49014" y="28163"/>
                  </a:lnTo>
                  <a:lnTo>
                    <a:pt x="54460" y="28156"/>
                  </a:lnTo>
                  <a:lnTo>
                    <a:pt x="59906" y="28148"/>
                  </a:lnTo>
                  <a:lnTo>
                    <a:pt x="65352" y="28139"/>
                  </a:lnTo>
                  <a:lnTo>
                    <a:pt x="70798" y="28131"/>
                  </a:lnTo>
                  <a:lnTo>
                    <a:pt x="76244" y="28122"/>
                  </a:lnTo>
                  <a:lnTo>
                    <a:pt x="81690" y="28112"/>
                  </a:lnTo>
                  <a:lnTo>
                    <a:pt x="87136" y="28102"/>
                  </a:lnTo>
                  <a:lnTo>
                    <a:pt x="92582" y="28092"/>
                  </a:lnTo>
                  <a:lnTo>
                    <a:pt x="98028" y="28081"/>
                  </a:lnTo>
                  <a:lnTo>
                    <a:pt x="103474" y="28070"/>
                  </a:lnTo>
                  <a:lnTo>
                    <a:pt x="108920" y="28058"/>
                  </a:lnTo>
                  <a:lnTo>
                    <a:pt x="114366" y="28046"/>
                  </a:lnTo>
                  <a:lnTo>
                    <a:pt x="119812" y="28033"/>
                  </a:lnTo>
                  <a:lnTo>
                    <a:pt x="125259" y="28020"/>
                  </a:lnTo>
                  <a:lnTo>
                    <a:pt x="130705" y="28006"/>
                  </a:lnTo>
                  <a:lnTo>
                    <a:pt x="136151" y="27992"/>
                  </a:lnTo>
                  <a:lnTo>
                    <a:pt x="141597" y="27977"/>
                  </a:lnTo>
                  <a:lnTo>
                    <a:pt x="147043" y="27962"/>
                  </a:lnTo>
                  <a:lnTo>
                    <a:pt x="152489" y="27946"/>
                  </a:lnTo>
                  <a:lnTo>
                    <a:pt x="157935" y="27930"/>
                  </a:lnTo>
                  <a:lnTo>
                    <a:pt x="163381" y="27914"/>
                  </a:lnTo>
                  <a:lnTo>
                    <a:pt x="168827" y="27896"/>
                  </a:lnTo>
                  <a:lnTo>
                    <a:pt x="174273" y="27879"/>
                  </a:lnTo>
                  <a:lnTo>
                    <a:pt x="179719" y="27860"/>
                  </a:lnTo>
                  <a:lnTo>
                    <a:pt x="185165" y="27842"/>
                  </a:lnTo>
                  <a:lnTo>
                    <a:pt x="190611" y="27822"/>
                  </a:lnTo>
                  <a:lnTo>
                    <a:pt x="196057" y="27803"/>
                  </a:lnTo>
                  <a:lnTo>
                    <a:pt x="201503" y="27783"/>
                  </a:lnTo>
                  <a:lnTo>
                    <a:pt x="206949" y="27762"/>
                  </a:lnTo>
                  <a:lnTo>
                    <a:pt x="212395" y="27741"/>
                  </a:lnTo>
                  <a:lnTo>
                    <a:pt x="217841" y="27720"/>
                  </a:lnTo>
                  <a:lnTo>
                    <a:pt x="223287" y="27698"/>
                  </a:lnTo>
                  <a:lnTo>
                    <a:pt x="228733" y="27676"/>
                  </a:lnTo>
                  <a:lnTo>
                    <a:pt x="234179" y="27653"/>
                  </a:lnTo>
                  <a:lnTo>
                    <a:pt x="239625" y="27630"/>
                  </a:lnTo>
                  <a:lnTo>
                    <a:pt x="245072" y="27607"/>
                  </a:lnTo>
                  <a:lnTo>
                    <a:pt x="250518" y="27583"/>
                  </a:lnTo>
                  <a:lnTo>
                    <a:pt x="255964" y="27559"/>
                  </a:lnTo>
                  <a:lnTo>
                    <a:pt x="261410" y="27535"/>
                  </a:lnTo>
                  <a:lnTo>
                    <a:pt x="266856" y="27510"/>
                  </a:lnTo>
                  <a:lnTo>
                    <a:pt x="272302" y="27486"/>
                  </a:lnTo>
                  <a:lnTo>
                    <a:pt x="277748" y="27461"/>
                  </a:lnTo>
                  <a:lnTo>
                    <a:pt x="283194" y="27436"/>
                  </a:lnTo>
                  <a:lnTo>
                    <a:pt x="288640" y="27410"/>
                  </a:lnTo>
                  <a:lnTo>
                    <a:pt x="294086" y="27385"/>
                  </a:lnTo>
                  <a:lnTo>
                    <a:pt x="299532" y="27360"/>
                  </a:lnTo>
                  <a:lnTo>
                    <a:pt x="304978" y="27334"/>
                  </a:lnTo>
                  <a:lnTo>
                    <a:pt x="310424" y="27309"/>
                  </a:lnTo>
                  <a:lnTo>
                    <a:pt x="315870" y="27284"/>
                  </a:lnTo>
                  <a:lnTo>
                    <a:pt x="321316" y="27258"/>
                  </a:lnTo>
                  <a:lnTo>
                    <a:pt x="326762" y="27233"/>
                  </a:lnTo>
                  <a:lnTo>
                    <a:pt x="332208" y="27208"/>
                  </a:lnTo>
                  <a:lnTo>
                    <a:pt x="337654" y="27183"/>
                  </a:lnTo>
                  <a:lnTo>
                    <a:pt x="343100" y="27158"/>
                  </a:lnTo>
                  <a:lnTo>
                    <a:pt x="348546" y="27134"/>
                  </a:lnTo>
                  <a:lnTo>
                    <a:pt x="353992" y="27110"/>
                  </a:lnTo>
                  <a:lnTo>
                    <a:pt x="359438" y="27086"/>
                  </a:lnTo>
                  <a:lnTo>
                    <a:pt x="364885" y="27063"/>
                  </a:lnTo>
                  <a:lnTo>
                    <a:pt x="370331" y="27040"/>
                  </a:lnTo>
                  <a:lnTo>
                    <a:pt x="375777" y="27017"/>
                  </a:lnTo>
                  <a:lnTo>
                    <a:pt x="381223" y="26995"/>
                  </a:lnTo>
                  <a:lnTo>
                    <a:pt x="386669" y="26973"/>
                  </a:lnTo>
                  <a:lnTo>
                    <a:pt x="392115" y="26952"/>
                  </a:lnTo>
                  <a:lnTo>
                    <a:pt x="397561" y="26931"/>
                  </a:lnTo>
                  <a:lnTo>
                    <a:pt x="403007" y="26911"/>
                  </a:lnTo>
                  <a:lnTo>
                    <a:pt x="408453" y="26892"/>
                  </a:lnTo>
                  <a:lnTo>
                    <a:pt x="413899" y="26874"/>
                  </a:lnTo>
                  <a:lnTo>
                    <a:pt x="419345" y="26855"/>
                  </a:lnTo>
                  <a:lnTo>
                    <a:pt x="424791" y="26838"/>
                  </a:lnTo>
                  <a:lnTo>
                    <a:pt x="430237" y="26822"/>
                  </a:lnTo>
                  <a:lnTo>
                    <a:pt x="435683" y="26806"/>
                  </a:lnTo>
                  <a:lnTo>
                    <a:pt x="441129" y="26791"/>
                  </a:lnTo>
                  <a:lnTo>
                    <a:pt x="446575" y="26777"/>
                  </a:lnTo>
                  <a:lnTo>
                    <a:pt x="452021" y="26764"/>
                  </a:lnTo>
                  <a:lnTo>
                    <a:pt x="457467" y="26751"/>
                  </a:lnTo>
                  <a:lnTo>
                    <a:pt x="462913" y="26740"/>
                  </a:lnTo>
                  <a:lnTo>
                    <a:pt x="468359" y="26729"/>
                  </a:lnTo>
                  <a:lnTo>
                    <a:pt x="473805" y="26719"/>
                  </a:lnTo>
                  <a:lnTo>
                    <a:pt x="479251" y="26710"/>
                  </a:lnTo>
                  <a:lnTo>
                    <a:pt x="484698" y="26702"/>
                  </a:lnTo>
                  <a:lnTo>
                    <a:pt x="490144" y="26696"/>
                  </a:lnTo>
                  <a:lnTo>
                    <a:pt x="495590" y="26689"/>
                  </a:lnTo>
                  <a:lnTo>
                    <a:pt x="501036" y="26684"/>
                  </a:lnTo>
                  <a:lnTo>
                    <a:pt x="506482" y="26680"/>
                  </a:lnTo>
                  <a:lnTo>
                    <a:pt x="511928" y="26677"/>
                  </a:lnTo>
                  <a:lnTo>
                    <a:pt x="517374" y="26675"/>
                  </a:lnTo>
                  <a:lnTo>
                    <a:pt x="522820" y="26673"/>
                  </a:lnTo>
                  <a:lnTo>
                    <a:pt x="528266" y="26673"/>
                  </a:lnTo>
                  <a:lnTo>
                    <a:pt x="533712" y="26673"/>
                  </a:lnTo>
                  <a:lnTo>
                    <a:pt x="539158" y="26675"/>
                  </a:lnTo>
                  <a:lnTo>
                    <a:pt x="544604" y="26677"/>
                  </a:lnTo>
                  <a:lnTo>
                    <a:pt x="550050" y="26680"/>
                  </a:lnTo>
                  <a:lnTo>
                    <a:pt x="555496" y="26684"/>
                  </a:lnTo>
                  <a:lnTo>
                    <a:pt x="560942" y="26689"/>
                  </a:lnTo>
                  <a:lnTo>
                    <a:pt x="566388" y="26695"/>
                  </a:lnTo>
                  <a:lnTo>
                    <a:pt x="571834" y="26702"/>
                  </a:lnTo>
                  <a:lnTo>
                    <a:pt x="577280" y="26709"/>
                  </a:lnTo>
                  <a:lnTo>
                    <a:pt x="582726" y="26717"/>
                  </a:lnTo>
                  <a:lnTo>
                    <a:pt x="588172" y="26726"/>
                  </a:lnTo>
                  <a:lnTo>
                    <a:pt x="593618" y="26736"/>
                  </a:lnTo>
                  <a:lnTo>
                    <a:pt x="599064" y="26746"/>
                  </a:lnTo>
                  <a:lnTo>
                    <a:pt x="604510" y="26757"/>
                  </a:lnTo>
                  <a:lnTo>
                    <a:pt x="609957" y="26769"/>
                  </a:lnTo>
                  <a:lnTo>
                    <a:pt x="615403" y="26782"/>
                  </a:lnTo>
                  <a:lnTo>
                    <a:pt x="620849" y="26795"/>
                  </a:lnTo>
                  <a:lnTo>
                    <a:pt x="626295" y="26808"/>
                  </a:lnTo>
                  <a:lnTo>
                    <a:pt x="631741" y="26822"/>
                  </a:lnTo>
                  <a:lnTo>
                    <a:pt x="637187" y="26837"/>
                  </a:lnTo>
                  <a:lnTo>
                    <a:pt x="642633" y="26852"/>
                  </a:lnTo>
                  <a:lnTo>
                    <a:pt x="648079" y="26868"/>
                  </a:lnTo>
                  <a:lnTo>
                    <a:pt x="653525" y="26884"/>
                  </a:lnTo>
                  <a:lnTo>
                    <a:pt x="658971" y="26900"/>
                  </a:lnTo>
                  <a:lnTo>
                    <a:pt x="664417" y="26917"/>
                  </a:lnTo>
                  <a:lnTo>
                    <a:pt x="669863" y="26934"/>
                  </a:lnTo>
                  <a:lnTo>
                    <a:pt x="675309" y="26952"/>
                  </a:lnTo>
                  <a:lnTo>
                    <a:pt x="680755" y="26970"/>
                  </a:lnTo>
                  <a:lnTo>
                    <a:pt x="686201" y="26988"/>
                  </a:lnTo>
                  <a:lnTo>
                    <a:pt x="691647" y="27006"/>
                  </a:lnTo>
                  <a:lnTo>
                    <a:pt x="697093" y="27025"/>
                  </a:lnTo>
                  <a:lnTo>
                    <a:pt x="702539" y="27043"/>
                  </a:lnTo>
                  <a:lnTo>
                    <a:pt x="707985" y="27062"/>
                  </a:lnTo>
                  <a:lnTo>
                    <a:pt x="713431" y="27081"/>
                  </a:lnTo>
                  <a:lnTo>
                    <a:pt x="718877" y="27100"/>
                  </a:lnTo>
                  <a:lnTo>
                    <a:pt x="724323" y="27120"/>
                  </a:lnTo>
                  <a:lnTo>
                    <a:pt x="729770" y="27139"/>
                  </a:lnTo>
                  <a:lnTo>
                    <a:pt x="735216" y="27158"/>
                  </a:lnTo>
                  <a:lnTo>
                    <a:pt x="740662" y="27178"/>
                  </a:lnTo>
                  <a:lnTo>
                    <a:pt x="746108" y="27197"/>
                  </a:lnTo>
                  <a:lnTo>
                    <a:pt x="751554" y="27216"/>
                  </a:lnTo>
                  <a:lnTo>
                    <a:pt x="757000" y="27235"/>
                  </a:lnTo>
                  <a:lnTo>
                    <a:pt x="762446" y="27254"/>
                  </a:lnTo>
                  <a:lnTo>
                    <a:pt x="767892" y="27273"/>
                  </a:lnTo>
                  <a:lnTo>
                    <a:pt x="773338" y="27292"/>
                  </a:lnTo>
                  <a:lnTo>
                    <a:pt x="778784" y="27311"/>
                  </a:lnTo>
                  <a:lnTo>
                    <a:pt x="784230" y="27330"/>
                  </a:lnTo>
                  <a:lnTo>
                    <a:pt x="789676" y="27348"/>
                  </a:lnTo>
                  <a:lnTo>
                    <a:pt x="795122" y="27366"/>
                  </a:lnTo>
                  <a:lnTo>
                    <a:pt x="800568" y="27385"/>
                  </a:lnTo>
                  <a:lnTo>
                    <a:pt x="806014" y="27402"/>
                  </a:lnTo>
                  <a:lnTo>
                    <a:pt x="811460" y="27420"/>
                  </a:lnTo>
                  <a:lnTo>
                    <a:pt x="816906" y="27438"/>
                  </a:lnTo>
                  <a:lnTo>
                    <a:pt x="822352" y="27455"/>
                  </a:lnTo>
                  <a:lnTo>
                    <a:pt x="827798" y="27472"/>
                  </a:lnTo>
                  <a:lnTo>
                    <a:pt x="833244" y="27488"/>
                  </a:lnTo>
                  <a:lnTo>
                    <a:pt x="838690" y="27504"/>
                  </a:lnTo>
                  <a:lnTo>
                    <a:pt x="844136" y="27520"/>
                  </a:lnTo>
                  <a:lnTo>
                    <a:pt x="849583" y="27536"/>
                  </a:lnTo>
                  <a:lnTo>
                    <a:pt x="855029" y="27551"/>
                  </a:lnTo>
                  <a:lnTo>
                    <a:pt x="860475" y="27566"/>
                  </a:lnTo>
                  <a:lnTo>
                    <a:pt x="865921" y="27581"/>
                  </a:lnTo>
                  <a:lnTo>
                    <a:pt x="871367" y="27595"/>
                  </a:lnTo>
                  <a:lnTo>
                    <a:pt x="876813" y="27609"/>
                  </a:lnTo>
                  <a:lnTo>
                    <a:pt x="882259" y="27623"/>
                  </a:lnTo>
                  <a:lnTo>
                    <a:pt x="887705" y="27636"/>
                  </a:lnTo>
                  <a:lnTo>
                    <a:pt x="893151" y="27648"/>
                  </a:lnTo>
                  <a:lnTo>
                    <a:pt x="898597" y="27661"/>
                  </a:lnTo>
                  <a:lnTo>
                    <a:pt x="904043" y="27672"/>
                  </a:lnTo>
                  <a:lnTo>
                    <a:pt x="909489" y="27684"/>
                  </a:lnTo>
                  <a:lnTo>
                    <a:pt x="914935" y="27694"/>
                  </a:lnTo>
                  <a:lnTo>
                    <a:pt x="920381" y="27705"/>
                  </a:lnTo>
                  <a:lnTo>
                    <a:pt x="925827" y="27715"/>
                  </a:lnTo>
                  <a:lnTo>
                    <a:pt x="931273" y="27724"/>
                  </a:lnTo>
                  <a:lnTo>
                    <a:pt x="936719" y="27733"/>
                  </a:lnTo>
                  <a:lnTo>
                    <a:pt x="942165" y="27741"/>
                  </a:lnTo>
                  <a:lnTo>
                    <a:pt x="947611" y="27749"/>
                  </a:lnTo>
                  <a:lnTo>
                    <a:pt x="953057" y="27756"/>
                  </a:lnTo>
                  <a:lnTo>
                    <a:pt x="958503" y="27762"/>
                  </a:lnTo>
                  <a:lnTo>
                    <a:pt x="963949" y="27768"/>
                  </a:lnTo>
                  <a:lnTo>
                    <a:pt x="969396" y="27773"/>
                  </a:lnTo>
                  <a:lnTo>
                    <a:pt x="974842" y="27778"/>
                  </a:lnTo>
                  <a:lnTo>
                    <a:pt x="980288" y="27782"/>
                  </a:lnTo>
                  <a:lnTo>
                    <a:pt x="985734" y="27785"/>
                  </a:lnTo>
                  <a:lnTo>
                    <a:pt x="991180" y="27788"/>
                  </a:lnTo>
                  <a:lnTo>
                    <a:pt x="996626" y="27790"/>
                  </a:lnTo>
                  <a:lnTo>
                    <a:pt x="1002072" y="27791"/>
                  </a:lnTo>
                  <a:lnTo>
                    <a:pt x="1007518" y="27792"/>
                  </a:lnTo>
                  <a:lnTo>
                    <a:pt x="1012964" y="27792"/>
                  </a:lnTo>
                  <a:lnTo>
                    <a:pt x="1018410" y="27790"/>
                  </a:lnTo>
                  <a:lnTo>
                    <a:pt x="1023856" y="27789"/>
                  </a:lnTo>
                  <a:lnTo>
                    <a:pt x="1029302" y="27786"/>
                  </a:lnTo>
                  <a:lnTo>
                    <a:pt x="1034748" y="27783"/>
                  </a:lnTo>
                  <a:lnTo>
                    <a:pt x="1040194" y="27779"/>
                  </a:lnTo>
                  <a:lnTo>
                    <a:pt x="1045640" y="27773"/>
                  </a:lnTo>
                  <a:lnTo>
                    <a:pt x="1051086" y="27767"/>
                  </a:lnTo>
                  <a:lnTo>
                    <a:pt x="1056532" y="27761"/>
                  </a:lnTo>
                  <a:lnTo>
                    <a:pt x="1061978" y="27753"/>
                  </a:lnTo>
                  <a:lnTo>
                    <a:pt x="1067424" y="27744"/>
                  </a:lnTo>
                  <a:lnTo>
                    <a:pt x="1072870" y="27735"/>
                  </a:lnTo>
                  <a:lnTo>
                    <a:pt x="1078316" y="27724"/>
                  </a:lnTo>
                  <a:lnTo>
                    <a:pt x="1083762" y="27712"/>
                  </a:lnTo>
                  <a:lnTo>
                    <a:pt x="1089209" y="27700"/>
                  </a:lnTo>
                  <a:lnTo>
                    <a:pt x="1094655" y="27686"/>
                  </a:lnTo>
                  <a:lnTo>
                    <a:pt x="1100101" y="27672"/>
                  </a:lnTo>
                  <a:lnTo>
                    <a:pt x="1105547" y="27656"/>
                  </a:lnTo>
                  <a:lnTo>
                    <a:pt x="1110993" y="27639"/>
                  </a:lnTo>
                  <a:lnTo>
                    <a:pt x="1116439" y="27622"/>
                  </a:lnTo>
                  <a:lnTo>
                    <a:pt x="1121885" y="27603"/>
                  </a:lnTo>
                  <a:lnTo>
                    <a:pt x="1127331" y="27583"/>
                  </a:lnTo>
                  <a:lnTo>
                    <a:pt x="1132777" y="27562"/>
                  </a:lnTo>
                  <a:lnTo>
                    <a:pt x="1138223" y="27540"/>
                  </a:lnTo>
                  <a:lnTo>
                    <a:pt x="1143669" y="27516"/>
                  </a:lnTo>
                  <a:lnTo>
                    <a:pt x="1149115" y="27492"/>
                  </a:lnTo>
                  <a:lnTo>
                    <a:pt x="1154561" y="27467"/>
                  </a:lnTo>
                  <a:lnTo>
                    <a:pt x="1160007" y="27440"/>
                  </a:lnTo>
                  <a:lnTo>
                    <a:pt x="1165453" y="27412"/>
                  </a:lnTo>
                  <a:lnTo>
                    <a:pt x="1170899" y="27383"/>
                  </a:lnTo>
                  <a:lnTo>
                    <a:pt x="1176345" y="27352"/>
                  </a:lnTo>
                  <a:lnTo>
                    <a:pt x="1181791" y="27321"/>
                  </a:lnTo>
                  <a:lnTo>
                    <a:pt x="1187237" y="27288"/>
                  </a:lnTo>
                  <a:lnTo>
                    <a:pt x="1192683" y="27253"/>
                  </a:lnTo>
                  <a:lnTo>
                    <a:pt x="1198129" y="27218"/>
                  </a:lnTo>
                  <a:lnTo>
                    <a:pt x="1203575" y="27182"/>
                  </a:lnTo>
                  <a:lnTo>
                    <a:pt x="1209021" y="27144"/>
                  </a:lnTo>
                  <a:lnTo>
                    <a:pt x="1214468" y="27105"/>
                  </a:lnTo>
                  <a:lnTo>
                    <a:pt x="1219914" y="27064"/>
                  </a:lnTo>
                  <a:lnTo>
                    <a:pt x="1225360" y="27022"/>
                  </a:lnTo>
                  <a:lnTo>
                    <a:pt x="1230806" y="26980"/>
                  </a:lnTo>
                  <a:lnTo>
                    <a:pt x="1236252" y="26935"/>
                  </a:lnTo>
                  <a:lnTo>
                    <a:pt x="1241698" y="26890"/>
                  </a:lnTo>
                  <a:lnTo>
                    <a:pt x="1247144" y="26843"/>
                  </a:lnTo>
                  <a:lnTo>
                    <a:pt x="1252590" y="26795"/>
                  </a:lnTo>
                  <a:lnTo>
                    <a:pt x="1258036" y="26745"/>
                  </a:lnTo>
                  <a:lnTo>
                    <a:pt x="1263482" y="26695"/>
                  </a:lnTo>
                  <a:lnTo>
                    <a:pt x="1268928" y="26642"/>
                  </a:lnTo>
                  <a:lnTo>
                    <a:pt x="1274374" y="26589"/>
                  </a:lnTo>
                  <a:lnTo>
                    <a:pt x="1279820" y="26535"/>
                  </a:lnTo>
                  <a:lnTo>
                    <a:pt x="1285266" y="26478"/>
                  </a:lnTo>
                  <a:lnTo>
                    <a:pt x="1290712" y="26421"/>
                  </a:lnTo>
                  <a:lnTo>
                    <a:pt x="1296158" y="26363"/>
                  </a:lnTo>
                  <a:lnTo>
                    <a:pt x="1301604" y="26303"/>
                  </a:lnTo>
                  <a:lnTo>
                    <a:pt x="1307050" y="26242"/>
                  </a:lnTo>
                  <a:lnTo>
                    <a:pt x="1312496" y="26179"/>
                  </a:lnTo>
                  <a:lnTo>
                    <a:pt x="1317942" y="26116"/>
                  </a:lnTo>
                  <a:lnTo>
                    <a:pt x="1323388" y="26051"/>
                  </a:lnTo>
                  <a:lnTo>
                    <a:pt x="1328834" y="25985"/>
                  </a:lnTo>
                  <a:lnTo>
                    <a:pt x="1334281" y="25917"/>
                  </a:lnTo>
                  <a:lnTo>
                    <a:pt x="1339727" y="25849"/>
                  </a:lnTo>
                  <a:lnTo>
                    <a:pt x="1345173" y="25779"/>
                  </a:lnTo>
                  <a:lnTo>
                    <a:pt x="1350619" y="25707"/>
                  </a:lnTo>
                  <a:lnTo>
                    <a:pt x="1356065" y="25635"/>
                  </a:lnTo>
                  <a:lnTo>
                    <a:pt x="1361511" y="25562"/>
                  </a:lnTo>
                  <a:lnTo>
                    <a:pt x="1366957" y="25487"/>
                  </a:lnTo>
                  <a:lnTo>
                    <a:pt x="1372403" y="25411"/>
                  </a:lnTo>
                  <a:lnTo>
                    <a:pt x="1377849" y="25334"/>
                  </a:lnTo>
                  <a:lnTo>
                    <a:pt x="1383295" y="25256"/>
                  </a:lnTo>
                  <a:lnTo>
                    <a:pt x="1388741" y="25176"/>
                  </a:lnTo>
                  <a:lnTo>
                    <a:pt x="1394187" y="25096"/>
                  </a:lnTo>
                  <a:lnTo>
                    <a:pt x="1399633" y="25014"/>
                  </a:lnTo>
                  <a:lnTo>
                    <a:pt x="1405079" y="24931"/>
                  </a:lnTo>
                  <a:lnTo>
                    <a:pt x="1410525" y="24847"/>
                  </a:lnTo>
                  <a:lnTo>
                    <a:pt x="1415971" y="24762"/>
                  </a:lnTo>
                  <a:lnTo>
                    <a:pt x="1421417" y="24675"/>
                  </a:lnTo>
                  <a:lnTo>
                    <a:pt x="1426863" y="24588"/>
                  </a:lnTo>
                  <a:lnTo>
                    <a:pt x="1432309" y="24499"/>
                  </a:lnTo>
                  <a:lnTo>
                    <a:pt x="1437755" y="24410"/>
                  </a:lnTo>
                  <a:lnTo>
                    <a:pt x="1443201" y="24319"/>
                  </a:lnTo>
                  <a:lnTo>
                    <a:pt x="1448647" y="24227"/>
                  </a:lnTo>
                  <a:lnTo>
                    <a:pt x="1454094" y="24134"/>
                  </a:lnTo>
                  <a:lnTo>
                    <a:pt x="1459540" y="24040"/>
                  </a:lnTo>
                  <a:lnTo>
                    <a:pt x="1464986" y="23945"/>
                  </a:lnTo>
                  <a:lnTo>
                    <a:pt x="1470432" y="23849"/>
                  </a:lnTo>
                  <a:lnTo>
                    <a:pt x="1475878" y="23751"/>
                  </a:lnTo>
                  <a:lnTo>
                    <a:pt x="1481324" y="23653"/>
                  </a:lnTo>
                  <a:lnTo>
                    <a:pt x="1486770" y="23554"/>
                  </a:lnTo>
                  <a:lnTo>
                    <a:pt x="1492216" y="23453"/>
                  </a:lnTo>
                  <a:lnTo>
                    <a:pt x="1497662" y="23351"/>
                  </a:lnTo>
                  <a:lnTo>
                    <a:pt x="1503108" y="23249"/>
                  </a:lnTo>
                  <a:lnTo>
                    <a:pt x="1508554" y="23144"/>
                  </a:lnTo>
                  <a:lnTo>
                    <a:pt x="1514000" y="23039"/>
                  </a:lnTo>
                  <a:lnTo>
                    <a:pt x="1519446" y="22933"/>
                  </a:lnTo>
                  <a:lnTo>
                    <a:pt x="1524892" y="22825"/>
                  </a:lnTo>
                  <a:lnTo>
                    <a:pt x="1530338" y="22717"/>
                  </a:lnTo>
                  <a:lnTo>
                    <a:pt x="1535784" y="22607"/>
                  </a:lnTo>
                  <a:lnTo>
                    <a:pt x="1541230" y="22496"/>
                  </a:lnTo>
                  <a:lnTo>
                    <a:pt x="1546676" y="22384"/>
                  </a:lnTo>
                  <a:lnTo>
                    <a:pt x="1552122" y="22271"/>
                  </a:lnTo>
                  <a:lnTo>
                    <a:pt x="1557568" y="22156"/>
                  </a:lnTo>
                  <a:lnTo>
                    <a:pt x="1563014" y="22040"/>
                  </a:lnTo>
                  <a:lnTo>
                    <a:pt x="1568460" y="21923"/>
                  </a:lnTo>
                  <a:lnTo>
                    <a:pt x="1573907" y="21805"/>
                  </a:lnTo>
                  <a:lnTo>
                    <a:pt x="1579353" y="21685"/>
                  </a:lnTo>
                  <a:lnTo>
                    <a:pt x="1584799" y="21564"/>
                  </a:lnTo>
                  <a:lnTo>
                    <a:pt x="1590245" y="21441"/>
                  </a:lnTo>
                  <a:lnTo>
                    <a:pt x="1595691" y="21318"/>
                  </a:lnTo>
                  <a:lnTo>
                    <a:pt x="1601137" y="21193"/>
                  </a:lnTo>
                  <a:lnTo>
                    <a:pt x="1606583" y="21066"/>
                  </a:lnTo>
                  <a:lnTo>
                    <a:pt x="1612029" y="20938"/>
                  </a:lnTo>
                  <a:lnTo>
                    <a:pt x="1617475" y="20808"/>
                  </a:lnTo>
                  <a:lnTo>
                    <a:pt x="1622921" y="20677"/>
                  </a:lnTo>
                  <a:lnTo>
                    <a:pt x="1628367" y="20545"/>
                  </a:lnTo>
                  <a:lnTo>
                    <a:pt x="1633813" y="20411"/>
                  </a:lnTo>
                  <a:lnTo>
                    <a:pt x="1639259" y="20275"/>
                  </a:lnTo>
                  <a:lnTo>
                    <a:pt x="1644705" y="20138"/>
                  </a:lnTo>
                  <a:lnTo>
                    <a:pt x="1650151" y="19999"/>
                  </a:lnTo>
                  <a:lnTo>
                    <a:pt x="1655597" y="19858"/>
                  </a:lnTo>
                  <a:lnTo>
                    <a:pt x="1661043" y="19716"/>
                  </a:lnTo>
                  <a:lnTo>
                    <a:pt x="1666489" y="19571"/>
                  </a:lnTo>
                  <a:lnTo>
                    <a:pt x="1671935" y="19425"/>
                  </a:lnTo>
                  <a:lnTo>
                    <a:pt x="1677381" y="19278"/>
                  </a:lnTo>
                  <a:lnTo>
                    <a:pt x="1682827" y="19129"/>
                  </a:lnTo>
                  <a:lnTo>
                    <a:pt x="1688273" y="18977"/>
                  </a:lnTo>
                  <a:lnTo>
                    <a:pt x="1693720" y="18825"/>
                  </a:lnTo>
                  <a:lnTo>
                    <a:pt x="1699166" y="18669"/>
                  </a:lnTo>
                  <a:lnTo>
                    <a:pt x="1704612" y="18512"/>
                  </a:lnTo>
                  <a:lnTo>
                    <a:pt x="1710058" y="18354"/>
                  </a:lnTo>
                  <a:lnTo>
                    <a:pt x="1715504" y="18192"/>
                  </a:lnTo>
                  <a:lnTo>
                    <a:pt x="1720950" y="18030"/>
                  </a:lnTo>
                  <a:lnTo>
                    <a:pt x="1726396" y="17865"/>
                  </a:lnTo>
                  <a:lnTo>
                    <a:pt x="1731842" y="17698"/>
                  </a:lnTo>
                  <a:lnTo>
                    <a:pt x="1737288" y="17529"/>
                  </a:lnTo>
                  <a:lnTo>
                    <a:pt x="1742734" y="17358"/>
                  </a:lnTo>
                  <a:lnTo>
                    <a:pt x="1748180" y="17185"/>
                  </a:lnTo>
                  <a:lnTo>
                    <a:pt x="1753626" y="17010"/>
                  </a:lnTo>
                  <a:lnTo>
                    <a:pt x="1759072" y="16833"/>
                  </a:lnTo>
                  <a:lnTo>
                    <a:pt x="1764518" y="16653"/>
                  </a:lnTo>
                  <a:lnTo>
                    <a:pt x="1769964" y="16471"/>
                  </a:lnTo>
                  <a:lnTo>
                    <a:pt x="1775410" y="16288"/>
                  </a:lnTo>
                  <a:lnTo>
                    <a:pt x="1780856" y="16102"/>
                  </a:lnTo>
                  <a:lnTo>
                    <a:pt x="1786302" y="15914"/>
                  </a:lnTo>
                  <a:lnTo>
                    <a:pt x="1791748" y="15724"/>
                  </a:lnTo>
                  <a:lnTo>
                    <a:pt x="1797194" y="15531"/>
                  </a:lnTo>
                  <a:lnTo>
                    <a:pt x="1802640" y="15337"/>
                  </a:lnTo>
                  <a:lnTo>
                    <a:pt x="1808086" y="15140"/>
                  </a:lnTo>
                  <a:lnTo>
                    <a:pt x="1813532" y="14941"/>
                  </a:lnTo>
                  <a:lnTo>
                    <a:pt x="1818979" y="14740"/>
                  </a:lnTo>
                  <a:lnTo>
                    <a:pt x="1824425" y="14537"/>
                  </a:lnTo>
                  <a:lnTo>
                    <a:pt x="1829871" y="14332"/>
                  </a:lnTo>
                  <a:lnTo>
                    <a:pt x="1835317" y="14125"/>
                  </a:lnTo>
                  <a:lnTo>
                    <a:pt x="1840763" y="13916"/>
                  </a:lnTo>
                  <a:lnTo>
                    <a:pt x="1846209" y="13705"/>
                  </a:lnTo>
                  <a:lnTo>
                    <a:pt x="1851655" y="13492"/>
                  </a:lnTo>
                  <a:lnTo>
                    <a:pt x="1857101" y="13277"/>
                  </a:lnTo>
                  <a:lnTo>
                    <a:pt x="1862547" y="13061"/>
                  </a:lnTo>
                  <a:lnTo>
                    <a:pt x="1867993" y="12842"/>
                  </a:lnTo>
                  <a:lnTo>
                    <a:pt x="1873439" y="12622"/>
                  </a:lnTo>
                  <a:lnTo>
                    <a:pt x="1878885" y="12400"/>
                  </a:lnTo>
                  <a:lnTo>
                    <a:pt x="1884331" y="12177"/>
                  </a:lnTo>
                  <a:lnTo>
                    <a:pt x="1889777" y="11952"/>
                  </a:lnTo>
                  <a:lnTo>
                    <a:pt x="1895223" y="11726"/>
                  </a:lnTo>
                  <a:lnTo>
                    <a:pt x="1900669" y="11499"/>
                  </a:lnTo>
                  <a:lnTo>
                    <a:pt x="1906115" y="11270"/>
                  </a:lnTo>
                  <a:lnTo>
                    <a:pt x="1911561" y="11040"/>
                  </a:lnTo>
                  <a:lnTo>
                    <a:pt x="1917007" y="10809"/>
                  </a:lnTo>
                  <a:lnTo>
                    <a:pt x="1922453" y="10577"/>
                  </a:lnTo>
                  <a:lnTo>
                    <a:pt x="1927899" y="10345"/>
                  </a:lnTo>
                  <a:lnTo>
                    <a:pt x="1933345" y="10112"/>
                  </a:lnTo>
                  <a:lnTo>
                    <a:pt x="1938792" y="9878"/>
                  </a:lnTo>
                  <a:lnTo>
                    <a:pt x="1944238" y="9643"/>
                  </a:lnTo>
                  <a:lnTo>
                    <a:pt x="1949684" y="9409"/>
                  </a:lnTo>
                  <a:lnTo>
                    <a:pt x="1955130" y="9174"/>
                  </a:lnTo>
                  <a:lnTo>
                    <a:pt x="1960576" y="8940"/>
                  </a:lnTo>
                  <a:lnTo>
                    <a:pt x="1966022" y="8705"/>
                  </a:lnTo>
                  <a:lnTo>
                    <a:pt x="1971468" y="8471"/>
                  </a:lnTo>
                  <a:lnTo>
                    <a:pt x="1976914" y="8237"/>
                  </a:lnTo>
                  <a:lnTo>
                    <a:pt x="1982360" y="8003"/>
                  </a:lnTo>
                  <a:lnTo>
                    <a:pt x="1987806" y="7771"/>
                  </a:lnTo>
                  <a:lnTo>
                    <a:pt x="1993252" y="7540"/>
                  </a:lnTo>
                  <a:lnTo>
                    <a:pt x="1998698" y="7309"/>
                  </a:lnTo>
                  <a:lnTo>
                    <a:pt x="2004144" y="7080"/>
                  </a:lnTo>
                  <a:lnTo>
                    <a:pt x="2009590" y="6852"/>
                  </a:lnTo>
                  <a:lnTo>
                    <a:pt x="2015036" y="6626"/>
                  </a:lnTo>
                  <a:lnTo>
                    <a:pt x="2020482" y="6401"/>
                  </a:lnTo>
                  <a:lnTo>
                    <a:pt x="2025928" y="6178"/>
                  </a:lnTo>
                  <a:lnTo>
                    <a:pt x="2031374" y="5958"/>
                  </a:lnTo>
                  <a:lnTo>
                    <a:pt x="2036820" y="5740"/>
                  </a:lnTo>
                  <a:lnTo>
                    <a:pt x="2042266" y="5524"/>
                  </a:lnTo>
                  <a:lnTo>
                    <a:pt x="2047712" y="5310"/>
                  </a:lnTo>
                  <a:lnTo>
                    <a:pt x="2053158" y="5100"/>
                  </a:lnTo>
                  <a:lnTo>
                    <a:pt x="2058605" y="4892"/>
                  </a:lnTo>
                  <a:lnTo>
                    <a:pt x="2064051" y="4687"/>
                  </a:lnTo>
                  <a:lnTo>
                    <a:pt x="2069497" y="4486"/>
                  </a:lnTo>
                  <a:lnTo>
                    <a:pt x="2074943" y="4288"/>
                  </a:lnTo>
                  <a:lnTo>
                    <a:pt x="2080389" y="4093"/>
                  </a:lnTo>
                  <a:lnTo>
                    <a:pt x="2085835" y="3902"/>
                  </a:lnTo>
                  <a:lnTo>
                    <a:pt x="2091281" y="3714"/>
                  </a:lnTo>
                  <a:lnTo>
                    <a:pt x="2096727" y="3531"/>
                  </a:lnTo>
                  <a:lnTo>
                    <a:pt x="2102173" y="3352"/>
                  </a:lnTo>
                  <a:lnTo>
                    <a:pt x="2107619" y="3176"/>
                  </a:lnTo>
                  <a:lnTo>
                    <a:pt x="2113065" y="3005"/>
                  </a:lnTo>
                  <a:lnTo>
                    <a:pt x="2118511" y="2839"/>
                  </a:lnTo>
                  <a:lnTo>
                    <a:pt x="2123957" y="2675"/>
                  </a:lnTo>
                  <a:lnTo>
                    <a:pt x="2129403" y="2518"/>
                  </a:lnTo>
                  <a:lnTo>
                    <a:pt x="2134849" y="2365"/>
                  </a:lnTo>
                  <a:lnTo>
                    <a:pt x="2140295" y="2215"/>
                  </a:lnTo>
                  <a:lnTo>
                    <a:pt x="2145741" y="2072"/>
                  </a:lnTo>
                  <a:lnTo>
                    <a:pt x="2151187" y="1933"/>
                  </a:lnTo>
                  <a:lnTo>
                    <a:pt x="2156633" y="1797"/>
                  </a:lnTo>
                  <a:lnTo>
                    <a:pt x="2162079" y="1669"/>
                  </a:lnTo>
                  <a:lnTo>
                    <a:pt x="2167525" y="1544"/>
                  </a:lnTo>
                  <a:lnTo>
                    <a:pt x="2172971" y="1423"/>
                  </a:lnTo>
                  <a:lnTo>
                    <a:pt x="2178418" y="1310"/>
                  </a:lnTo>
                  <a:lnTo>
                    <a:pt x="2183864" y="1200"/>
                  </a:lnTo>
                  <a:lnTo>
                    <a:pt x="2189310" y="1094"/>
                  </a:lnTo>
                  <a:lnTo>
                    <a:pt x="2194756" y="995"/>
                  </a:lnTo>
                  <a:lnTo>
                    <a:pt x="2200202" y="900"/>
                  </a:lnTo>
                  <a:lnTo>
                    <a:pt x="2205648" y="809"/>
                  </a:lnTo>
                  <a:lnTo>
                    <a:pt x="2211094" y="725"/>
                  </a:lnTo>
                  <a:lnTo>
                    <a:pt x="2216540" y="644"/>
                  </a:lnTo>
                  <a:lnTo>
                    <a:pt x="2221986" y="569"/>
                  </a:lnTo>
                  <a:lnTo>
                    <a:pt x="2227432" y="499"/>
                  </a:lnTo>
                  <a:lnTo>
                    <a:pt x="2232878" y="433"/>
                  </a:lnTo>
                  <a:lnTo>
                    <a:pt x="2238324" y="372"/>
                  </a:lnTo>
                  <a:lnTo>
                    <a:pt x="2243770" y="317"/>
                  </a:lnTo>
                  <a:lnTo>
                    <a:pt x="2249216" y="265"/>
                  </a:lnTo>
                  <a:lnTo>
                    <a:pt x="2254662" y="218"/>
                  </a:lnTo>
                  <a:lnTo>
                    <a:pt x="2260108" y="177"/>
                  </a:lnTo>
                  <a:lnTo>
                    <a:pt x="2265554" y="139"/>
                  </a:lnTo>
                  <a:lnTo>
                    <a:pt x="2271000" y="106"/>
                  </a:lnTo>
                  <a:lnTo>
                    <a:pt x="2276446" y="78"/>
                  </a:lnTo>
                  <a:lnTo>
                    <a:pt x="2281892" y="53"/>
                  </a:lnTo>
                  <a:lnTo>
                    <a:pt x="2287338" y="34"/>
                  </a:lnTo>
                  <a:lnTo>
                    <a:pt x="2292784" y="19"/>
                  </a:lnTo>
                  <a:lnTo>
                    <a:pt x="2298231" y="8"/>
                  </a:lnTo>
                  <a:lnTo>
                    <a:pt x="2303677" y="2"/>
                  </a:lnTo>
                  <a:lnTo>
                    <a:pt x="2309123" y="0"/>
                  </a:lnTo>
                  <a:lnTo>
                    <a:pt x="2314569" y="1"/>
                  </a:lnTo>
                  <a:lnTo>
                    <a:pt x="2320015" y="7"/>
                  </a:lnTo>
                  <a:lnTo>
                    <a:pt x="2325461" y="18"/>
                  </a:lnTo>
                  <a:lnTo>
                    <a:pt x="2330907" y="31"/>
                  </a:lnTo>
                  <a:lnTo>
                    <a:pt x="2336353" y="51"/>
                  </a:lnTo>
                  <a:lnTo>
                    <a:pt x="2341799" y="73"/>
                  </a:lnTo>
                  <a:lnTo>
                    <a:pt x="2347245" y="99"/>
                  </a:lnTo>
                  <a:lnTo>
                    <a:pt x="2352691" y="131"/>
                  </a:lnTo>
                  <a:lnTo>
                    <a:pt x="2358137" y="166"/>
                  </a:lnTo>
                  <a:lnTo>
                    <a:pt x="2363583" y="204"/>
                  </a:lnTo>
                  <a:lnTo>
                    <a:pt x="2369029" y="248"/>
                  </a:lnTo>
                  <a:lnTo>
                    <a:pt x="2374475" y="296"/>
                  </a:lnTo>
                  <a:lnTo>
                    <a:pt x="2379921" y="346"/>
                  </a:lnTo>
                  <a:lnTo>
                    <a:pt x="2385367" y="403"/>
                  </a:lnTo>
                  <a:lnTo>
                    <a:pt x="2390813" y="463"/>
                  </a:lnTo>
                  <a:lnTo>
                    <a:pt x="2396259" y="527"/>
                  </a:lnTo>
                  <a:lnTo>
                    <a:pt x="2401705" y="596"/>
                  </a:lnTo>
                  <a:lnTo>
                    <a:pt x="2407151" y="669"/>
                  </a:lnTo>
                  <a:lnTo>
                    <a:pt x="2412597" y="746"/>
                  </a:lnTo>
                  <a:lnTo>
                    <a:pt x="2418043" y="828"/>
                  </a:lnTo>
                  <a:lnTo>
                    <a:pt x="2423490" y="914"/>
                  </a:lnTo>
                  <a:lnTo>
                    <a:pt x="2428936" y="1005"/>
                  </a:lnTo>
                  <a:lnTo>
                    <a:pt x="2434382" y="1101"/>
                  </a:lnTo>
                  <a:lnTo>
                    <a:pt x="2439828" y="1201"/>
                  </a:lnTo>
                  <a:lnTo>
                    <a:pt x="2445274" y="1305"/>
                  </a:lnTo>
                  <a:lnTo>
                    <a:pt x="2450720" y="1416"/>
                  </a:lnTo>
                  <a:lnTo>
                    <a:pt x="2456166" y="1530"/>
                  </a:lnTo>
                  <a:lnTo>
                    <a:pt x="2461612" y="1649"/>
                  </a:lnTo>
                  <a:lnTo>
                    <a:pt x="2467058" y="1774"/>
                  </a:lnTo>
                  <a:lnTo>
                    <a:pt x="2472504" y="1903"/>
                  </a:lnTo>
                  <a:lnTo>
                    <a:pt x="2477950" y="2038"/>
                  </a:lnTo>
                  <a:lnTo>
                    <a:pt x="2483396" y="2179"/>
                  </a:lnTo>
                  <a:lnTo>
                    <a:pt x="2488842" y="2323"/>
                  </a:lnTo>
                  <a:lnTo>
                    <a:pt x="2494288" y="2474"/>
                  </a:lnTo>
                  <a:lnTo>
                    <a:pt x="2499734" y="2630"/>
                  </a:lnTo>
                  <a:lnTo>
                    <a:pt x="2505180" y="2791"/>
                  </a:lnTo>
                  <a:lnTo>
                    <a:pt x="2510626" y="2958"/>
                  </a:lnTo>
                  <a:lnTo>
                    <a:pt x="2516072" y="3131"/>
                  </a:lnTo>
                  <a:lnTo>
                    <a:pt x="2521518" y="3307"/>
                  </a:lnTo>
                  <a:lnTo>
                    <a:pt x="2526964" y="3491"/>
                  </a:lnTo>
                  <a:lnTo>
                    <a:pt x="2532410" y="3680"/>
                  </a:lnTo>
                  <a:lnTo>
                    <a:pt x="2537856" y="3874"/>
                  </a:lnTo>
                  <a:lnTo>
                    <a:pt x="2543303" y="4074"/>
                  </a:lnTo>
                  <a:lnTo>
                    <a:pt x="2548749" y="4280"/>
                  </a:lnTo>
                  <a:lnTo>
                    <a:pt x="2554195" y="4490"/>
                  </a:lnTo>
                  <a:lnTo>
                    <a:pt x="2559641" y="4708"/>
                  </a:lnTo>
                  <a:lnTo>
                    <a:pt x="2565087" y="4930"/>
                  </a:lnTo>
                  <a:lnTo>
                    <a:pt x="2570533" y="5156"/>
                  </a:lnTo>
                  <a:lnTo>
                    <a:pt x="2575979" y="5391"/>
                  </a:lnTo>
                  <a:lnTo>
                    <a:pt x="2581425" y="5629"/>
                  </a:lnTo>
                  <a:lnTo>
                    <a:pt x="2586871" y="5872"/>
                  </a:lnTo>
                  <a:lnTo>
                    <a:pt x="2592317" y="6122"/>
                  </a:lnTo>
                  <a:lnTo>
                    <a:pt x="2597763" y="6376"/>
                  </a:lnTo>
                  <a:lnTo>
                    <a:pt x="2603209" y="6634"/>
                  </a:lnTo>
                  <a:lnTo>
                    <a:pt x="2608655" y="6899"/>
                  </a:lnTo>
                  <a:lnTo>
                    <a:pt x="2614101" y="7168"/>
                  </a:lnTo>
                  <a:lnTo>
                    <a:pt x="2619547" y="7441"/>
                  </a:lnTo>
                  <a:lnTo>
                    <a:pt x="2624993" y="7720"/>
                  </a:lnTo>
                  <a:lnTo>
                    <a:pt x="2630439" y="8003"/>
                  </a:lnTo>
                  <a:lnTo>
                    <a:pt x="2635885" y="8289"/>
                  </a:lnTo>
                  <a:lnTo>
                    <a:pt x="2641331" y="8581"/>
                  </a:lnTo>
                  <a:lnTo>
                    <a:pt x="2646777" y="8875"/>
                  </a:lnTo>
                  <a:lnTo>
                    <a:pt x="2652223" y="9174"/>
                  </a:lnTo>
                  <a:lnTo>
                    <a:pt x="2657669" y="9476"/>
                  </a:lnTo>
                  <a:lnTo>
                    <a:pt x="2663116" y="9781"/>
                  </a:lnTo>
                  <a:lnTo>
                    <a:pt x="2668562" y="10090"/>
                  </a:lnTo>
                  <a:lnTo>
                    <a:pt x="2674008" y="10402"/>
                  </a:lnTo>
                  <a:lnTo>
                    <a:pt x="2679454" y="10716"/>
                  </a:lnTo>
                  <a:lnTo>
                    <a:pt x="2684900" y="11033"/>
                  </a:lnTo>
                  <a:lnTo>
                    <a:pt x="2690346" y="11352"/>
                  </a:lnTo>
                  <a:lnTo>
                    <a:pt x="2695792" y="11673"/>
                  </a:lnTo>
                  <a:lnTo>
                    <a:pt x="2701238" y="11996"/>
                  </a:lnTo>
                  <a:lnTo>
                    <a:pt x="2706684" y="12320"/>
                  </a:lnTo>
                  <a:lnTo>
                    <a:pt x="2712130" y="12645"/>
                  </a:lnTo>
                  <a:lnTo>
                    <a:pt x="2717576" y="12972"/>
                  </a:lnTo>
                  <a:lnTo>
                    <a:pt x="2723022" y="13299"/>
                  </a:lnTo>
                  <a:lnTo>
                    <a:pt x="2728468" y="13627"/>
                  </a:lnTo>
                  <a:lnTo>
                    <a:pt x="2733914" y="13955"/>
                  </a:lnTo>
                  <a:lnTo>
                    <a:pt x="2739360" y="14283"/>
                  </a:lnTo>
                  <a:lnTo>
                    <a:pt x="2744806" y="14610"/>
                  </a:lnTo>
                  <a:lnTo>
                    <a:pt x="2750252" y="14937"/>
                  </a:lnTo>
                  <a:lnTo>
                    <a:pt x="2755698" y="15263"/>
                  </a:lnTo>
                  <a:lnTo>
                    <a:pt x="2761144" y="15589"/>
                  </a:lnTo>
                  <a:lnTo>
                    <a:pt x="2766590" y="15912"/>
                  </a:lnTo>
                  <a:lnTo>
                    <a:pt x="2772036" y="16234"/>
                  </a:lnTo>
                  <a:lnTo>
                    <a:pt x="2777482" y="16555"/>
                  </a:lnTo>
                  <a:lnTo>
                    <a:pt x="2782929" y="16873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818470" y="6213302"/>
              <a:ext cx="3061221" cy="0"/>
            </a:xfrm>
            <a:custGeom>
              <a:avLst/>
              <a:pathLst>
                <a:path w="3061221" h="0">
                  <a:moveTo>
                    <a:pt x="0" y="0"/>
                  </a:moveTo>
                  <a:lnTo>
                    <a:pt x="30612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957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75273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547862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342984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tx109"/>
            <p:cNvSpPr/>
            <p:nvPr/>
          </p:nvSpPr>
          <p:spPr>
            <a:xfrm>
              <a:off x="3926539" y="627424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721661" y="6275604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516784" y="6275932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311906" y="627424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5306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14" name="rc114"/>
            <p:cNvSpPr/>
            <p:nvPr/>
          </p:nvSpPr>
          <p:spPr>
            <a:xfrm>
              <a:off x="3768544" y="6623190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3838133" y="6750870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16" name="rc116"/>
            <p:cNvSpPr/>
            <p:nvPr/>
          </p:nvSpPr>
          <p:spPr>
            <a:xfrm>
              <a:off x="4764972" y="6692779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4782972" y="6710779"/>
              <a:ext cx="183455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228381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5246381" y="6710779"/>
              <a:ext cx="183456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653691" y="6692779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5671691" y="6710779"/>
              <a:ext cx="183456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6079000" y="6692779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6097000" y="6710779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6504309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6522309" y="6710779"/>
              <a:ext cx="183455" cy="183455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tx126"/>
            <p:cNvSpPr/>
            <p:nvPr/>
          </p:nvSpPr>
          <p:spPr>
            <a:xfrm>
              <a:off x="5054017" y="6762180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5517426" y="676081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942736" y="676218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368045" y="6762507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793354" y="676081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2026-04-29T10:24:46Z</dcterms:modified>
</cp:coreProperties>
</file>