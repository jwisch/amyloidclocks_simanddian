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377282" y="1495425"/>
            <a:ext cx="5943600" cy="4572000"/>
            <a:chOff x="2377282" y="1495425"/>
            <a:chExt cx="5943600" cy="4572000"/>
          </a:xfrm>
        </p:grpSpPr>
        <p:sp>
          <p:nvSpPr>
            <p:cNvPr id="3" name="rc3"/>
            <p:cNvSpPr/>
            <p:nvPr/>
          </p:nvSpPr>
          <p:spPr>
            <a:xfrm>
              <a:off x="2377281" y="1495425"/>
              <a:ext cx="59436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377281" y="1495425"/>
              <a:ext cx="29718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446870" y="1792703"/>
              <a:ext cx="2832621" cy="33670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2575626" y="1945749"/>
              <a:ext cx="2575110" cy="3060928"/>
            </a:xfrm>
            <a:custGeom>
              <a:avLst/>
              <a:pathLst>
                <a:path w="2575110" h="3060928">
                  <a:moveTo>
                    <a:pt x="0" y="3043784"/>
                  </a:moveTo>
                  <a:lnTo>
                    <a:pt x="5039" y="3039830"/>
                  </a:lnTo>
                  <a:lnTo>
                    <a:pt x="10078" y="3035195"/>
                  </a:lnTo>
                  <a:lnTo>
                    <a:pt x="15118" y="3029814"/>
                  </a:lnTo>
                  <a:lnTo>
                    <a:pt x="20157" y="3023614"/>
                  </a:lnTo>
                  <a:lnTo>
                    <a:pt x="25196" y="3016538"/>
                  </a:lnTo>
                  <a:lnTo>
                    <a:pt x="30236" y="3008673"/>
                  </a:lnTo>
                  <a:lnTo>
                    <a:pt x="35275" y="3000100"/>
                  </a:lnTo>
                  <a:lnTo>
                    <a:pt x="40314" y="2990962"/>
                  </a:lnTo>
                  <a:lnTo>
                    <a:pt x="45354" y="2981461"/>
                  </a:lnTo>
                  <a:lnTo>
                    <a:pt x="50393" y="2971859"/>
                  </a:lnTo>
                  <a:lnTo>
                    <a:pt x="55432" y="2962466"/>
                  </a:lnTo>
                  <a:lnTo>
                    <a:pt x="60472" y="2953627"/>
                  </a:lnTo>
                  <a:lnTo>
                    <a:pt x="65511" y="2945696"/>
                  </a:lnTo>
                  <a:lnTo>
                    <a:pt x="70550" y="2939019"/>
                  </a:lnTo>
                  <a:lnTo>
                    <a:pt x="75590" y="2933905"/>
                  </a:lnTo>
                  <a:lnTo>
                    <a:pt x="80629" y="2930662"/>
                  </a:lnTo>
                  <a:lnTo>
                    <a:pt x="85669" y="2929546"/>
                  </a:lnTo>
                  <a:lnTo>
                    <a:pt x="90708" y="2930469"/>
                  </a:lnTo>
                  <a:lnTo>
                    <a:pt x="95747" y="2933371"/>
                  </a:lnTo>
                  <a:lnTo>
                    <a:pt x="100787" y="2938100"/>
                  </a:lnTo>
                  <a:lnTo>
                    <a:pt x="105826" y="2944420"/>
                  </a:lnTo>
                  <a:lnTo>
                    <a:pt x="110865" y="2952029"/>
                  </a:lnTo>
                  <a:lnTo>
                    <a:pt x="115905" y="2960570"/>
                  </a:lnTo>
                  <a:lnTo>
                    <a:pt x="120944" y="2969654"/>
                  </a:lnTo>
                  <a:lnTo>
                    <a:pt x="125983" y="2978875"/>
                  </a:lnTo>
                  <a:lnTo>
                    <a:pt x="131023" y="2987833"/>
                  </a:lnTo>
                  <a:lnTo>
                    <a:pt x="136062" y="2996146"/>
                  </a:lnTo>
                  <a:lnTo>
                    <a:pt x="141101" y="3003440"/>
                  </a:lnTo>
                  <a:lnTo>
                    <a:pt x="146141" y="3009364"/>
                  </a:lnTo>
                  <a:lnTo>
                    <a:pt x="151180" y="3013830"/>
                  </a:lnTo>
                  <a:lnTo>
                    <a:pt x="156220" y="3016779"/>
                  </a:lnTo>
                  <a:lnTo>
                    <a:pt x="161259" y="3018264"/>
                  </a:lnTo>
                  <a:lnTo>
                    <a:pt x="166298" y="3018442"/>
                  </a:lnTo>
                  <a:lnTo>
                    <a:pt x="171338" y="3017569"/>
                  </a:lnTo>
                  <a:lnTo>
                    <a:pt x="176377" y="3015976"/>
                  </a:lnTo>
                  <a:lnTo>
                    <a:pt x="181416" y="3014042"/>
                  </a:lnTo>
                  <a:lnTo>
                    <a:pt x="186456" y="3012164"/>
                  </a:lnTo>
                  <a:lnTo>
                    <a:pt x="191495" y="3010715"/>
                  </a:lnTo>
                  <a:lnTo>
                    <a:pt x="196534" y="3010014"/>
                  </a:lnTo>
                  <a:lnTo>
                    <a:pt x="201574" y="3010324"/>
                  </a:lnTo>
                  <a:lnTo>
                    <a:pt x="206613" y="3011805"/>
                  </a:lnTo>
                  <a:lnTo>
                    <a:pt x="211652" y="3014353"/>
                  </a:lnTo>
                  <a:lnTo>
                    <a:pt x="216692" y="3017834"/>
                  </a:lnTo>
                  <a:lnTo>
                    <a:pt x="221731" y="3022036"/>
                  </a:lnTo>
                  <a:lnTo>
                    <a:pt x="226771" y="3026698"/>
                  </a:lnTo>
                  <a:lnTo>
                    <a:pt x="231810" y="3031544"/>
                  </a:lnTo>
                  <a:lnTo>
                    <a:pt x="236849" y="3036307"/>
                  </a:lnTo>
                  <a:lnTo>
                    <a:pt x="241889" y="3040752"/>
                  </a:lnTo>
                  <a:lnTo>
                    <a:pt x="246928" y="3044692"/>
                  </a:lnTo>
                  <a:lnTo>
                    <a:pt x="251967" y="3047992"/>
                  </a:lnTo>
                  <a:lnTo>
                    <a:pt x="257007" y="3050566"/>
                  </a:lnTo>
                  <a:lnTo>
                    <a:pt x="262046" y="3052347"/>
                  </a:lnTo>
                  <a:lnTo>
                    <a:pt x="267085" y="3053291"/>
                  </a:lnTo>
                  <a:lnTo>
                    <a:pt x="272125" y="3053443"/>
                  </a:lnTo>
                  <a:lnTo>
                    <a:pt x="277164" y="3052777"/>
                  </a:lnTo>
                  <a:lnTo>
                    <a:pt x="282203" y="3051229"/>
                  </a:lnTo>
                  <a:lnTo>
                    <a:pt x="287243" y="3048681"/>
                  </a:lnTo>
                  <a:lnTo>
                    <a:pt x="292282" y="3044930"/>
                  </a:lnTo>
                  <a:lnTo>
                    <a:pt x="297321" y="3039676"/>
                  </a:lnTo>
                  <a:lnTo>
                    <a:pt x="302361" y="3032499"/>
                  </a:lnTo>
                  <a:lnTo>
                    <a:pt x="307400" y="3022848"/>
                  </a:lnTo>
                  <a:lnTo>
                    <a:pt x="312440" y="3010036"/>
                  </a:lnTo>
                  <a:lnTo>
                    <a:pt x="317479" y="2993253"/>
                  </a:lnTo>
                  <a:lnTo>
                    <a:pt x="322518" y="2971392"/>
                  </a:lnTo>
                  <a:lnTo>
                    <a:pt x="327558" y="2943176"/>
                  </a:lnTo>
                  <a:lnTo>
                    <a:pt x="332597" y="2908043"/>
                  </a:lnTo>
                  <a:lnTo>
                    <a:pt x="337636" y="2865247"/>
                  </a:lnTo>
                  <a:lnTo>
                    <a:pt x="342676" y="2814266"/>
                  </a:lnTo>
                  <a:lnTo>
                    <a:pt x="347715" y="2754863"/>
                  </a:lnTo>
                  <a:lnTo>
                    <a:pt x="352754" y="2687131"/>
                  </a:lnTo>
                  <a:lnTo>
                    <a:pt x="357794" y="2611522"/>
                  </a:lnTo>
                  <a:lnTo>
                    <a:pt x="362833" y="2528870"/>
                  </a:lnTo>
                  <a:lnTo>
                    <a:pt x="367872" y="2440391"/>
                  </a:lnTo>
                  <a:lnTo>
                    <a:pt x="372912" y="2347697"/>
                  </a:lnTo>
                  <a:lnTo>
                    <a:pt x="377951" y="2252793"/>
                  </a:lnTo>
                  <a:lnTo>
                    <a:pt x="382991" y="2158191"/>
                  </a:lnTo>
                  <a:lnTo>
                    <a:pt x="388030" y="2067174"/>
                  </a:lnTo>
                  <a:lnTo>
                    <a:pt x="393069" y="1982687"/>
                  </a:lnTo>
                  <a:lnTo>
                    <a:pt x="398109" y="1907559"/>
                  </a:lnTo>
                  <a:lnTo>
                    <a:pt x="403148" y="1844119"/>
                  </a:lnTo>
                  <a:lnTo>
                    <a:pt x="408187" y="1793766"/>
                  </a:lnTo>
                  <a:lnTo>
                    <a:pt x="413227" y="1756544"/>
                  </a:lnTo>
                  <a:lnTo>
                    <a:pt x="418266" y="1730781"/>
                  </a:lnTo>
                  <a:lnTo>
                    <a:pt x="423305" y="1712892"/>
                  </a:lnTo>
                  <a:lnTo>
                    <a:pt x="428345" y="1697396"/>
                  </a:lnTo>
                  <a:lnTo>
                    <a:pt x="433384" y="1677218"/>
                  </a:lnTo>
                  <a:lnTo>
                    <a:pt x="438423" y="1644285"/>
                  </a:lnTo>
                  <a:lnTo>
                    <a:pt x="443463" y="1589369"/>
                  </a:lnTo>
                  <a:lnTo>
                    <a:pt x="448502" y="1503843"/>
                  </a:lnTo>
                  <a:lnTo>
                    <a:pt x="453542" y="1385281"/>
                  </a:lnTo>
                  <a:lnTo>
                    <a:pt x="458581" y="1233580"/>
                  </a:lnTo>
                  <a:lnTo>
                    <a:pt x="463620" y="1052865"/>
                  </a:lnTo>
                  <a:lnTo>
                    <a:pt x="468660" y="851528"/>
                  </a:lnTo>
                  <a:lnTo>
                    <a:pt x="473699" y="641740"/>
                  </a:lnTo>
                  <a:lnTo>
                    <a:pt x="478738" y="438435"/>
                  </a:lnTo>
                  <a:lnTo>
                    <a:pt x="483778" y="257886"/>
                  </a:lnTo>
                  <a:lnTo>
                    <a:pt x="488817" y="116015"/>
                  </a:lnTo>
                  <a:lnTo>
                    <a:pt x="493856" y="26658"/>
                  </a:lnTo>
                  <a:lnTo>
                    <a:pt x="498896" y="0"/>
                  </a:lnTo>
                  <a:lnTo>
                    <a:pt x="503935" y="43883"/>
                  </a:lnTo>
                  <a:lnTo>
                    <a:pt x="508974" y="158958"/>
                  </a:lnTo>
                  <a:lnTo>
                    <a:pt x="514014" y="333859"/>
                  </a:lnTo>
                  <a:lnTo>
                    <a:pt x="519053" y="557532"/>
                  </a:lnTo>
                  <a:lnTo>
                    <a:pt x="524093" y="816316"/>
                  </a:lnTo>
                  <a:lnTo>
                    <a:pt x="529132" y="1095430"/>
                  </a:lnTo>
                  <a:lnTo>
                    <a:pt x="534171" y="1380397"/>
                  </a:lnTo>
                  <a:lnTo>
                    <a:pt x="539211" y="1658233"/>
                  </a:lnTo>
                  <a:lnTo>
                    <a:pt x="544250" y="1918322"/>
                  </a:lnTo>
                  <a:lnTo>
                    <a:pt x="549289" y="2152907"/>
                  </a:lnTo>
                  <a:lnTo>
                    <a:pt x="554329" y="2357232"/>
                  </a:lnTo>
                  <a:lnTo>
                    <a:pt x="559368" y="2529351"/>
                  </a:lnTo>
                  <a:lnTo>
                    <a:pt x="564407" y="2668604"/>
                  </a:lnTo>
                  <a:lnTo>
                    <a:pt x="569447" y="2777117"/>
                  </a:lnTo>
                  <a:lnTo>
                    <a:pt x="574486" y="2860529"/>
                  </a:lnTo>
                  <a:lnTo>
                    <a:pt x="579525" y="2922894"/>
                  </a:lnTo>
                  <a:lnTo>
                    <a:pt x="584565" y="2968241"/>
                  </a:lnTo>
                  <a:lnTo>
                    <a:pt x="589604" y="3000298"/>
                  </a:lnTo>
                  <a:lnTo>
                    <a:pt x="594643" y="3022321"/>
                  </a:lnTo>
                  <a:lnTo>
                    <a:pt x="599683" y="3037014"/>
                  </a:lnTo>
                  <a:lnTo>
                    <a:pt x="604722" y="3046530"/>
                  </a:lnTo>
                  <a:lnTo>
                    <a:pt x="609762" y="3052508"/>
                  </a:lnTo>
                  <a:lnTo>
                    <a:pt x="614801" y="3056149"/>
                  </a:lnTo>
                  <a:lnTo>
                    <a:pt x="619840" y="3058296"/>
                  </a:lnTo>
                  <a:lnTo>
                    <a:pt x="624880" y="3059503"/>
                  </a:lnTo>
                  <a:lnTo>
                    <a:pt x="629919" y="3060162"/>
                  </a:lnTo>
                  <a:lnTo>
                    <a:pt x="634958" y="3060528"/>
                  </a:lnTo>
                  <a:lnTo>
                    <a:pt x="639998" y="3060725"/>
                  </a:lnTo>
                  <a:lnTo>
                    <a:pt x="645037" y="3060828"/>
                  </a:lnTo>
                  <a:lnTo>
                    <a:pt x="650076" y="3060880"/>
                  </a:lnTo>
                  <a:lnTo>
                    <a:pt x="655116" y="3060906"/>
                  </a:lnTo>
                  <a:lnTo>
                    <a:pt x="660155" y="3060918"/>
                  </a:lnTo>
                  <a:lnTo>
                    <a:pt x="665194" y="3060923"/>
                  </a:lnTo>
                  <a:lnTo>
                    <a:pt x="670234" y="3060926"/>
                  </a:lnTo>
                  <a:lnTo>
                    <a:pt x="675273" y="3060927"/>
                  </a:lnTo>
                  <a:lnTo>
                    <a:pt x="680313" y="3060927"/>
                  </a:lnTo>
                  <a:lnTo>
                    <a:pt x="685352" y="3060927"/>
                  </a:lnTo>
                  <a:lnTo>
                    <a:pt x="690391" y="3060927"/>
                  </a:lnTo>
                  <a:lnTo>
                    <a:pt x="695431" y="3060928"/>
                  </a:lnTo>
                  <a:lnTo>
                    <a:pt x="700470" y="3060928"/>
                  </a:lnTo>
                  <a:lnTo>
                    <a:pt x="705509" y="3060928"/>
                  </a:lnTo>
                  <a:lnTo>
                    <a:pt x="710549" y="3060928"/>
                  </a:lnTo>
                  <a:lnTo>
                    <a:pt x="715588" y="3060928"/>
                  </a:lnTo>
                  <a:lnTo>
                    <a:pt x="720627" y="3060928"/>
                  </a:lnTo>
                  <a:lnTo>
                    <a:pt x="725667" y="3060928"/>
                  </a:lnTo>
                  <a:lnTo>
                    <a:pt x="730706" y="3060928"/>
                  </a:lnTo>
                  <a:lnTo>
                    <a:pt x="735745" y="3060928"/>
                  </a:lnTo>
                  <a:lnTo>
                    <a:pt x="740785" y="3060928"/>
                  </a:lnTo>
                  <a:lnTo>
                    <a:pt x="745824" y="3060928"/>
                  </a:lnTo>
                  <a:lnTo>
                    <a:pt x="750864" y="3060928"/>
                  </a:lnTo>
                  <a:lnTo>
                    <a:pt x="755903" y="3060928"/>
                  </a:lnTo>
                  <a:lnTo>
                    <a:pt x="760942" y="3060928"/>
                  </a:lnTo>
                  <a:lnTo>
                    <a:pt x="765982" y="3060928"/>
                  </a:lnTo>
                  <a:lnTo>
                    <a:pt x="771021" y="3060928"/>
                  </a:lnTo>
                  <a:lnTo>
                    <a:pt x="776060" y="3060928"/>
                  </a:lnTo>
                  <a:lnTo>
                    <a:pt x="781100" y="3060928"/>
                  </a:lnTo>
                  <a:lnTo>
                    <a:pt x="786139" y="3060928"/>
                  </a:lnTo>
                  <a:lnTo>
                    <a:pt x="791178" y="3060928"/>
                  </a:lnTo>
                  <a:lnTo>
                    <a:pt x="796218" y="3060928"/>
                  </a:lnTo>
                  <a:lnTo>
                    <a:pt x="801257" y="3060928"/>
                  </a:lnTo>
                  <a:lnTo>
                    <a:pt x="806296" y="3060928"/>
                  </a:lnTo>
                  <a:lnTo>
                    <a:pt x="811336" y="3060928"/>
                  </a:lnTo>
                  <a:lnTo>
                    <a:pt x="816375" y="3060928"/>
                  </a:lnTo>
                  <a:lnTo>
                    <a:pt x="821415" y="3060928"/>
                  </a:lnTo>
                  <a:lnTo>
                    <a:pt x="826454" y="3060928"/>
                  </a:lnTo>
                  <a:lnTo>
                    <a:pt x="831493" y="3060928"/>
                  </a:lnTo>
                  <a:lnTo>
                    <a:pt x="836533" y="3060928"/>
                  </a:lnTo>
                  <a:lnTo>
                    <a:pt x="841572" y="3060928"/>
                  </a:lnTo>
                  <a:lnTo>
                    <a:pt x="846611" y="3060928"/>
                  </a:lnTo>
                  <a:lnTo>
                    <a:pt x="851651" y="3060928"/>
                  </a:lnTo>
                  <a:lnTo>
                    <a:pt x="856690" y="3060928"/>
                  </a:lnTo>
                  <a:lnTo>
                    <a:pt x="861729" y="3060928"/>
                  </a:lnTo>
                  <a:lnTo>
                    <a:pt x="866769" y="3060928"/>
                  </a:lnTo>
                  <a:lnTo>
                    <a:pt x="871808" y="3060928"/>
                  </a:lnTo>
                  <a:lnTo>
                    <a:pt x="876847" y="3060928"/>
                  </a:lnTo>
                  <a:lnTo>
                    <a:pt x="881887" y="3060928"/>
                  </a:lnTo>
                  <a:lnTo>
                    <a:pt x="886926" y="3060928"/>
                  </a:lnTo>
                  <a:lnTo>
                    <a:pt x="891965" y="3060928"/>
                  </a:lnTo>
                  <a:lnTo>
                    <a:pt x="897005" y="3060928"/>
                  </a:lnTo>
                  <a:lnTo>
                    <a:pt x="902044" y="3060928"/>
                  </a:lnTo>
                  <a:lnTo>
                    <a:pt x="907084" y="3060928"/>
                  </a:lnTo>
                  <a:lnTo>
                    <a:pt x="912123" y="3060928"/>
                  </a:lnTo>
                  <a:lnTo>
                    <a:pt x="917162" y="3060928"/>
                  </a:lnTo>
                  <a:lnTo>
                    <a:pt x="922202" y="3060928"/>
                  </a:lnTo>
                  <a:lnTo>
                    <a:pt x="927241" y="3060928"/>
                  </a:lnTo>
                  <a:lnTo>
                    <a:pt x="932280" y="3060928"/>
                  </a:lnTo>
                  <a:lnTo>
                    <a:pt x="937320" y="3060928"/>
                  </a:lnTo>
                  <a:lnTo>
                    <a:pt x="942359" y="3060928"/>
                  </a:lnTo>
                  <a:lnTo>
                    <a:pt x="947398" y="3060928"/>
                  </a:lnTo>
                  <a:lnTo>
                    <a:pt x="952438" y="3060928"/>
                  </a:lnTo>
                  <a:lnTo>
                    <a:pt x="957477" y="3060928"/>
                  </a:lnTo>
                  <a:lnTo>
                    <a:pt x="962516" y="3060928"/>
                  </a:lnTo>
                  <a:lnTo>
                    <a:pt x="967556" y="3060928"/>
                  </a:lnTo>
                  <a:lnTo>
                    <a:pt x="972595" y="3060928"/>
                  </a:lnTo>
                  <a:lnTo>
                    <a:pt x="977635" y="3060928"/>
                  </a:lnTo>
                  <a:lnTo>
                    <a:pt x="982674" y="3060928"/>
                  </a:lnTo>
                  <a:lnTo>
                    <a:pt x="987713" y="3060928"/>
                  </a:lnTo>
                  <a:lnTo>
                    <a:pt x="992753" y="3060928"/>
                  </a:lnTo>
                  <a:lnTo>
                    <a:pt x="997792" y="3060928"/>
                  </a:lnTo>
                  <a:lnTo>
                    <a:pt x="1002831" y="3060928"/>
                  </a:lnTo>
                  <a:lnTo>
                    <a:pt x="1007871" y="3060928"/>
                  </a:lnTo>
                  <a:lnTo>
                    <a:pt x="1012910" y="3060928"/>
                  </a:lnTo>
                  <a:lnTo>
                    <a:pt x="1017949" y="3060928"/>
                  </a:lnTo>
                  <a:lnTo>
                    <a:pt x="1022989" y="3060928"/>
                  </a:lnTo>
                  <a:lnTo>
                    <a:pt x="1028028" y="3060928"/>
                  </a:lnTo>
                  <a:lnTo>
                    <a:pt x="1033067" y="3060928"/>
                  </a:lnTo>
                  <a:lnTo>
                    <a:pt x="1038107" y="3060928"/>
                  </a:lnTo>
                  <a:lnTo>
                    <a:pt x="1043146" y="3060928"/>
                  </a:lnTo>
                  <a:lnTo>
                    <a:pt x="1048186" y="3060928"/>
                  </a:lnTo>
                  <a:lnTo>
                    <a:pt x="1053225" y="3060928"/>
                  </a:lnTo>
                  <a:lnTo>
                    <a:pt x="1058264" y="3060928"/>
                  </a:lnTo>
                  <a:lnTo>
                    <a:pt x="1063304" y="3060928"/>
                  </a:lnTo>
                  <a:lnTo>
                    <a:pt x="1068343" y="3060928"/>
                  </a:lnTo>
                  <a:lnTo>
                    <a:pt x="1073382" y="3060928"/>
                  </a:lnTo>
                  <a:lnTo>
                    <a:pt x="1078422" y="3060928"/>
                  </a:lnTo>
                  <a:lnTo>
                    <a:pt x="1083461" y="3060928"/>
                  </a:lnTo>
                  <a:lnTo>
                    <a:pt x="1088500" y="3060928"/>
                  </a:lnTo>
                  <a:lnTo>
                    <a:pt x="1093540" y="3060928"/>
                  </a:lnTo>
                  <a:lnTo>
                    <a:pt x="1098579" y="3060928"/>
                  </a:lnTo>
                  <a:lnTo>
                    <a:pt x="1103618" y="3060928"/>
                  </a:lnTo>
                  <a:lnTo>
                    <a:pt x="1108658" y="3060928"/>
                  </a:lnTo>
                  <a:lnTo>
                    <a:pt x="1113697" y="3060928"/>
                  </a:lnTo>
                  <a:lnTo>
                    <a:pt x="1118736" y="3060928"/>
                  </a:lnTo>
                  <a:lnTo>
                    <a:pt x="1123776" y="3060928"/>
                  </a:lnTo>
                  <a:lnTo>
                    <a:pt x="1128815" y="3060928"/>
                  </a:lnTo>
                  <a:lnTo>
                    <a:pt x="1133855" y="3060928"/>
                  </a:lnTo>
                  <a:lnTo>
                    <a:pt x="1138894" y="3060928"/>
                  </a:lnTo>
                  <a:lnTo>
                    <a:pt x="1143933" y="3060928"/>
                  </a:lnTo>
                  <a:lnTo>
                    <a:pt x="1148973" y="3060928"/>
                  </a:lnTo>
                  <a:lnTo>
                    <a:pt x="1154012" y="3060928"/>
                  </a:lnTo>
                  <a:lnTo>
                    <a:pt x="1159051" y="3060928"/>
                  </a:lnTo>
                  <a:lnTo>
                    <a:pt x="1164091" y="3060928"/>
                  </a:lnTo>
                  <a:lnTo>
                    <a:pt x="1169130" y="3060928"/>
                  </a:lnTo>
                  <a:lnTo>
                    <a:pt x="1174169" y="3060928"/>
                  </a:lnTo>
                  <a:lnTo>
                    <a:pt x="1179209" y="3060928"/>
                  </a:lnTo>
                  <a:lnTo>
                    <a:pt x="1184248" y="3060928"/>
                  </a:lnTo>
                  <a:lnTo>
                    <a:pt x="1189287" y="3060928"/>
                  </a:lnTo>
                  <a:lnTo>
                    <a:pt x="1194327" y="3060928"/>
                  </a:lnTo>
                  <a:lnTo>
                    <a:pt x="1199366" y="3060928"/>
                  </a:lnTo>
                  <a:lnTo>
                    <a:pt x="1204406" y="3060928"/>
                  </a:lnTo>
                  <a:lnTo>
                    <a:pt x="1209445" y="3060928"/>
                  </a:lnTo>
                  <a:lnTo>
                    <a:pt x="1214484" y="3060928"/>
                  </a:lnTo>
                  <a:lnTo>
                    <a:pt x="1219524" y="3060928"/>
                  </a:lnTo>
                  <a:lnTo>
                    <a:pt x="1224563" y="3060928"/>
                  </a:lnTo>
                  <a:lnTo>
                    <a:pt x="1229602" y="3060928"/>
                  </a:lnTo>
                  <a:lnTo>
                    <a:pt x="1234642" y="3060928"/>
                  </a:lnTo>
                  <a:lnTo>
                    <a:pt x="1239681" y="3060928"/>
                  </a:lnTo>
                  <a:lnTo>
                    <a:pt x="1244720" y="3060928"/>
                  </a:lnTo>
                  <a:lnTo>
                    <a:pt x="1249760" y="3060928"/>
                  </a:lnTo>
                  <a:lnTo>
                    <a:pt x="1254799" y="3060928"/>
                  </a:lnTo>
                  <a:lnTo>
                    <a:pt x="1259838" y="3060928"/>
                  </a:lnTo>
                  <a:lnTo>
                    <a:pt x="1264878" y="3060928"/>
                  </a:lnTo>
                  <a:lnTo>
                    <a:pt x="1269917" y="3060928"/>
                  </a:lnTo>
                  <a:lnTo>
                    <a:pt x="1274957" y="3060928"/>
                  </a:lnTo>
                  <a:lnTo>
                    <a:pt x="1279996" y="3060928"/>
                  </a:lnTo>
                  <a:lnTo>
                    <a:pt x="1285035" y="3060928"/>
                  </a:lnTo>
                  <a:lnTo>
                    <a:pt x="1290075" y="3060928"/>
                  </a:lnTo>
                  <a:lnTo>
                    <a:pt x="1295114" y="3060928"/>
                  </a:lnTo>
                  <a:lnTo>
                    <a:pt x="1300153" y="3060928"/>
                  </a:lnTo>
                  <a:lnTo>
                    <a:pt x="1305193" y="3060928"/>
                  </a:lnTo>
                  <a:lnTo>
                    <a:pt x="1310232" y="3060928"/>
                  </a:lnTo>
                  <a:lnTo>
                    <a:pt x="1315271" y="3060928"/>
                  </a:lnTo>
                  <a:lnTo>
                    <a:pt x="1320311" y="3060928"/>
                  </a:lnTo>
                  <a:lnTo>
                    <a:pt x="1325350" y="3060928"/>
                  </a:lnTo>
                  <a:lnTo>
                    <a:pt x="1330389" y="3060928"/>
                  </a:lnTo>
                  <a:lnTo>
                    <a:pt x="1335429" y="3060928"/>
                  </a:lnTo>
                  <a:lnTo>
                    <a:pt x="1340468" y="3060928"/>
                  </a:lnTo>
                  <a:lnTo>
                    <a:pt x="1345508" y="3060928"/>
                  </a:lnTo>
                  <a:lnTo>
                    <a:pt x="1350547" y="3060928"/>
                  </a:lnTo>
                  <a:lnTo>
                    <a:pt x="1355586" y="3060928"/>
                  </a:lnTo>
                  <a:lnTo>
                    <a:pt x="1360626" y="3060928"/>
                  </a:lnTo>
                  <a:lnTo>
                    <a:pt x="1365665" y="3060928"/>
                  </a:lnTo>
                  <a:lnTo>
                    <a:pt x="1370704" y="3060928"/>
                  </a:lnTo>
                  <a:lnTo>
                    <a:pt x="1375744" y="3060928"/>
                  </a:lnTo>
                  <a:lnTo>
                    <a:pt x="1380783" y="3060928"/>
                  </a:lnTo>
                  <a:lnTo>
                    <a:pt x="1385822" y="3060928"/>
                  </a:lnTo>
                  <a:lnTo>
                    <a:pt x="1390862" y="3060928"/>
                  </a:lnTo>
                  <a:lnTo>
                    <a:pt x="1395901" y="3060928"/>
                  </a:lnTo>
                  <a:lnTo>
                    <a:pt x="1400940" y="3060928"/>
                  </a:lnTo>
                  <a:lnTo>
                    <a:pt x="1405980" y="3060928"/>
                  </a:lnTo>
                  <a:lnTo>
                    <a:pt x="1411019" y="3060928"/>
                  </a:lnTo>
                  <a:lnTo>
                    <a:pt x="1416058" y="3060928"/>
                  </a:lnTo>
                  <a:lnTo>
                    <a:pt x="1421098" y="3060928"/>
                  </a:lnTo>
                  <a:lnTo>
                    <a:pt x="1426137" y="3060928"/>
                  </a:lnTo>
                  <a:lnTo>
                    <a:pt x="1431177" y="3060928"/>
                  </a:lnTo>
                  <a:lnTo>
                    <a:pt x="1436216" y="3060928"/>
                  </a:lnTo>
                  <a:lnTo>
                    <a:pt x="1441255" y="3060928"/>
                  </a:lnTo>
                  <a:lnTo>
                    <a:pt x="1446295" y="3060928"/>
                  </a:lnTo>
                  <a:lnTo>
                    <a:pt x="1451334" y="3060928"/>
                  </a:lnTo>
                  <a:lnTo>
                    <a:pt x="1456373" y="3060928"/>
                  </a:lnTo>
                  <a:lnTo>
                    <a:pt x="1461413" y="3060928"/>
                  </a:lnTo>
                  <a:lnTo>
                    <a:pt x="1466452" y="3060928"/>
                  </a:lnTo>
                  <a:lnTo>
                    <a:pt x="1471491" y="3060928"/>
                  </a:lnTo>
                  <a:lnTo>
                    <a:pt x="1476531" y="3060928"/>
                  </a:lnTo>
                  <a:lnTo>
                    <a:pt x="1481570" y="3060928"/>
                  </a:lnTo>
                  <a:lnTo>
                    <a:pt x="1486609" y="3060928"/>
                  </a:lnTo>
                  <a:lnTo>
                    <a:pt x="1491649" y="3060928"/>
                  </a:lnTo>
                  <a:lnTo>
                    <a:pt x="1496688" y="3060928"/>
                  </a:lnTo>
                  <a:lnTo>
                    <a:pt x="1501728" y="3060928"/>
                  </a:lnTo>
                  <a:lnTo>
                    <a:pt x="1506767" y="3060928"/>
                  </a:lnTo>
                  <a:lnTo>
                    <a:pt x="1511806" y="3060928"/>
                  </a:lnTo>
                  <a:lnTo>
                    <a:pt x="1516846" y="3060928"/>
                  </a:lnTo>
                  <a:lnTo>
                    <a:pt x="1521885" y="3060928"/>
                  </a:lnTo>
                  <a:lnTo>
                    <a:pt x="1526924" y="3060928"/>
                  </a:lnTo>
                  <a:lnTo>
                    <a:pt x="1531964" y="3060928"/>
                  </a:lnTo>
                  <a:lnTo>
                    <a:pt x="1537003" y="3060928"/>
                  </a:lnTo>
                  <a:lnTo>
                    <a:pt x="1542042" y="3060928"/>
                  </a:lnTo>
                  <a:lnTo>
                    <a:pt x="1547082" y="3060928"/>
                  </a:lnTo>
                  <a:lnTo>
                    <a:pt x="1552121" y="3060928"/>
                  </a:lnTo>
                  <a:lnTo>
                    <a:pt x="1557160" y="3060928"/>
                  </a:lnTo>
                  <a:lnTo>
                    <a:pt x="1562200" y="3060928"/>
                  </a:lnTo>
                  <a:lnTo>
                    <a:pt x="1567239" y="3060928"/>
                  </a:lnTo>
                  <a:lnTo>
                    <a:pt x="1572279" y="3060928"/>
                  </a:lnTo>
                  <a:lnTo>
                    <a:pt x="1577318" y="3060928"/>
                  </a:lnTo>
                  <a:lnTo>
                    <a:pt x="1582357" y="3060928"/>
                  </a:lnTo>
                  <a:lnTo>
                    <a:pt x="1587397" y="3060928"/>
                  </a:lnTo>
                  <a:lnTo>
                    <a:pt x="1592436" y="3060928"/>
                  </a:lnTo>
                  <a:lnTo>
                    <a:pt x="1597475" y="3060928"/>
                  </a:lnTo>
                  <a:lnTo>
                    <a:pt x="1602515" y="3060928"/>
                  </a:lnTo>
                  <a:lnTo>
                    <a:pt x="1607554" y="3060928"/>
                  </a:lnTo>
                  <a:lnTo>
                    <a:pt x="1612593" y="3060928"/>
                  </a:lnTo>
                  <a:lnTo>
                    <a:pt x="1617633" y="3060928"/>
                  </a:lnTo>
                  <a:lnTo>
                    <a:pt x="1622672" y="3060928"/>
                  </a:lnTo>
                  <a:lnTo>
                    <a:pt x="1627711" y="3060928"/>
                  </a:lnTo>
                  <a:lnTo>
                    <a:pt x="1632751" y="3060928"/>
                  </a:lnTo>
                  <a:lnTo>
                    <a:pt x="1637790" y="3060928"/>
                  </a:lnTo>
                  <a:lnTo>
                    <a:pt x="1642830" y="3060928"/>
                  </a:lnTo>
                  <a:lnTo>
                    <a:pt x="1647869" y="3060928"/>
                  </a:lnTo>
                  <a:lnTo>
                    <a:pt x="1652908" y="3060928"/>
                  </a:lnTo>
                  <a:lnTo>
                    <a:pt x="1657948" y="3060928"/>
                  </a:lnTo>
                  <a:lnTo>
                    <a:pt x="1662987" y="3060928"/>
                  </a:lnTo>
                  <a:lnTo>
                    <a:pt x="1668026" y="3060928"/>
                  </a:lnTo>
                  <a:lnTo>
                    <a:pt x="1673066" y="3060928"/>
                  </a:lnTo>
                  <a:lnTo>
                    <a:pt x="1678105" y="3060928"/>
                  </a:lnTo>
                  <a:lnTo>
                    <a:pt x="1683144" y="3060928"/>
                  </a:lnTo>
                  <a:lnTo>
                    <a:pt x="1688184" y="3060928"/>
                  </a:lnTo>
                  <a:lnTo>
                    <a:pt x="1693223" y="3060928"/>
                  </a:lnTo>
                  <a:lnTo>
                    <a:pt x="1698262" y="3060928"/>
                  </a:lnTo>
                  <a:lnTo>
                    <a:pt x="1703302" y="3060928"/>
                  </a:lnTo>
                  <a:lnTo>
                    <a:pt x="1708341" y="3060928"/>
                  </a:lnTo>
                  <a:lnTo>
                    <a:pt x="1713380" y="3060928"/>
                  </a:lnTo>
                  <a:lnTo>
                    <a:pt x="1718420" y="3060928"/>
                  </a:lnTo>
                  <a:lnTo>
                    <a:pt x="1723459" y="3060928"/>
                  </a:lnTo>
                  <a:lnTo>
                    <a:pt x="1728499" y="3060928"/>
                  </a:lnTo>
                  <a:lnTo>
                    <a:pt x="1733538" y="3060928"/>
                  </a:lnTo>
                  <a:lnTo>
                    <a:pt x="1738577" y="3060928"/>
                  </a:lnTo>
                  <a:lnTo>
                    <a:pt x="1743617" y="3060928"/>
                  </a:lnTo>
                  <a:lnTo>
                    <a:pt x="1748656" y="3060928"/>
                  </a:lnTo>
                  <a:lnTo>
                    <a:pt x="1753695" y="3060928"/>
                  </a:lnTo>
                  <a:lnTo>
                    <a:pt x="1758735" y="3060928"/>
                  </a:lnTo>
                  <a:lnTo>
                    <a:pt x="1763774" y="3060928"/>
                  </a:lnTo>
                  <a:lnTo>
                    <a:pt x="1768813" y="3060928"/>
                  </a:lnTo>
                  <a:lnTo>
                    <a:pt x="1773853" y="3060928"/>
                  </a:lnTo>
                  <a:lnTo>
                    <a:pt x="1778892" y="3060928"/>
                  </a:lnTo>
                  <a:lnTo>
                    <a:pt x="1783931" y="3060928"/>
                  </a:lnTo>
                  <a:lnTo>
                    <a:pt x="1788971" y="3060928"/>
                  </a:lnTo>
                  <a:lnTo>
                    <a:pt x="1794010" y="3060928"/>
                  </a:lnTo>
                  <a:lnTo>
                    <a:pt x="1799050" y="3060928"/>
                  </a:lnTo>
                  <a:lnTo>
                    <a:pt x="1804089" y="3060928"/>
                  </a:lnTo>
                  <a:lnTo>
                    <a:pt x="1809128" y="3060928"/>
                  </a:lnTo>
                  <a:lnTo>
                    <a:pt x="1814168" y="3060928"/>
                  </a:lnTo>
                  <a:lnTo>
                    <a:pt x="1819207" y="3060928"/>
                  </a:lnTo>
                  <a:lnTo>
                    <a:pt x="1824246" y="3060928"/>
                  </a:lnTo>
                  <a:lnTo>
                    <a:pt x="1829286" y="3060928"/>
                  </a:lnTo>
                  <a:lnTo>
                    <a:pt x="1834325" y="3060928"/>
                  </a:lnTo>
                  <a:lnTo>
                    <a:pt x="1839364" y="3060928"/>
                  </a:lnTo>
                  <a:lnTo>
                    <a:pt x="1844404" y="3060928"/>
                  </a:lnTo>
                  <a:lnTo>
                    <a:pt x="1849443" y="3060928"/>
                  </a:lnTo>
                  <a:lnTo>
                    <a:pt x="1854482" y="3060928"/>
                  </a:lnTo>
                  <a:lnTo>
                    <a:pt x="1859522" y="3060928"/>
                  </a:lnTo>
                  <a:lnTo>
                    <a:pt x="1864561" y="3060928"/>
                  </a:lnTo>
                  <a:lnTo>
                    <a:pt x="1869601" y="3060928"/>
                  </a:lnTo>
                  <a:lnTo>
                    <a:pt x="1874640" y="3060928"/>
                  </a:lnTo>
                  <a:lnTo>
                    <a:pt x="1879679" y="3060928"/>
                  </a:lnTo>
                  <a:lnTo>
                    <a:pt x="1884719" y="3060928"/>
                  </a:lnTo>
                  <a:lnTo>
                    <a:pt x="1889758" y="3060928"/>
                  </a:lnTo>
                  <a:lnTo>
                    <a:pt x="1894797" y="3060928"/>
                  </a:lnTo>
                  <a:lnTo>
                    <a:pt x="1899837" y="3060928"/>
                  </a:lnTo>
                  <a:lnTo>
                    <a:pt x="1904876" y="3060928"/>
                  </a:lnTo>
                  <a:lnTo>
                    <a:pt x="1909915" y="3060928"/>
                  </a:lnTo>
                  <a:lnTo>
                    <a:pt x="1914955" y="3060928"/>
                  </a:lnTo>
                  <a:lnTo>
                    <a:pt x="1919994" y="3060928"/>
                  </a:lnTo>
                  <a:lnTo>
                    <a:pt x="1925033" y="3060928"/>
                  </a:lnTo>
                  <a:lnTo>
                    <a:pt x="1930073" y="3060928"/>
                  </a:lnTo>
                  <a:lnTo>
                    <a:pt x="1935112" y="3060928"/>
                  </a:lnTo>
                  <a:lnTo>
                    <a:pt x="1940151" y="3060928"/>
                  </a:lnTo>
                  <a:lnTo>
                    <a:pt x="1945191" y="3060928"/>
                  </a:lnTo>
                  <a:lnTo>
                    <a:pt x="1950230" y="3060928"/>
                  </a:lnTo>
                  <a:lnTo>
                    <a:pt x="1955270" y="3060928"/>
                  </a:lnTo>
                  <a:lnTo>
                    <a:pt x="1960309" y="3060928"/>
                  </a:lnTo>
                  <a:lnTo>
                    <a:pt x="1965348" y="3060928"/>
                  </a:lnTo>
                  <a:lnTo>
                    <a:pt x="1970388" y="3060928"/>
                  </a:lnTo>
                  <a:lnTo>
                    <a:pt x="1975427" y="3060928"/>
                  </a:lnTo>
                  <a:lnTo>
                    <a:pt x="1980466" y="3060928"/>
                  </a:lnTo>
                  <a:lnTo>
                    <a:pt x="1985506" y="3060928"/>
                  </a:lnTo>
                  <a:lnTo>
                    <a:pt x="1990545" y="3060928"/>
                  </a:lnTo>
                  <a:lnTo>
                    <a:pt x="1995584" y="3060928"/>
                  </a:lnTo>
                  <a:lnTo>
                    <a:pt x="2000624" y="3060928"/>
                  </a:lnTo>
                  <a:lnTo>
                    <a:pt x="2005663" y="3060928"/>
                  </a:lnTo>
                  <a:lnTo>
                    <a:pt x="2010702" y="3060928"/>
                  </a:lnTo>
                  <a:lnTo>
                    <a:pt x="2015742" y="3060928"/>
                  </a:lnTo>
                  <a:lnTo>
                    <a:pt x="2020781" y="3060928"/>
                  </a:lnTo>
                  <a:lnTo>
                    <a:pt x="2025821" y="3060928"/>
                  </a:lnTo>
                  <a:lnTo>
                    <a:pt x="2030860" y="3060928"/>
                  </a:lnTo>
                  <a:lnTo>
                    <a:pt x="2035899" y="3060928"/>
                  </a:lnTo>
                  <a:lnTo>
                    <a:pt x="2040939" y="3060928"/>
                  </a:lnTo>
                  <a:lnTo>
                    <a:pt x="2045978" y="3060928"/>
                  </a:lnTo>
                  <a:lnTo>
                    <a:pt x="2051017" y="3060928"/>
                  </a:lnTo>
                  <a:lnTo>
                    <a:pt x="2056057" y="3060928"/>
                  </a:lnTo>
                  <a:lnTo>
                    <a:pt x="2061096" y="3060928"/>
                  </a:lnTo>
                  <a:lnTo>
                    <a:pt x="2066135" y="3060928"/>
                  </a:lnTo>
                  <a:lnTo>
                    <a:pt x="2071175" y="3060928"/>
                  </a:lnTo>
                  <a:lnTo>
                    <a:pt x="2076214" y="3060928"/>
                  </a:lnTo>
                  <a:lnTo>
                    <a:pt x="2081253" y="3060928"/>
                  </a:lnTo>
                  <a:lnTo>
                    <a:pt x="2086293" y="3060928"/>
                  </a:lnTo>
                  <a:lnTo>
                    <a:pt x="2091332" y="3060928"/>
                  </a:lnTo>
                  <a:lnTo>
                    <a:pt x="2096372" y="3060928"/>
                  </a:lnTo>
                  <a:lnTo>
                    <a:pt x="2101411" y="3060928"/>
                  </a:lnTo>
                  <a:lnTo>
                    <a:pt x="2106450" y="3060928"/>
                  </a:lnTo>
                  <a:lnTo>
                    <a:pt x="2111490" y="3060928"/>
                  </a:lnTo>
                  <a:lnTo>
                    <a:pt x="2116529" y="3060928"/>
                  </a:lnTo>
                  <a:lnTo>
                    <a:pt x="2121568" y="3060928"/>
                  </a:lnTo>
                  <a:lnTo>
                    <a:pt x="2126608" y="3060928"/>
                  </a:lnTo>
                  <a:lnTo>
                    <a:pt x="2131647" y="3060928"/>
                  </a:lnTo>
                  <a:lnTo>
                    <a:pt x="2136686" y="3060928"/>
                  </a:lnTo>
                  <a:lnTo>
                    <a:pt x="2141726" y="3060928"/>
                  </a:lnTo>
                  <a:lnTo>
                    <a:pt x="2146765" y="3060928"/>
                  </a:lnTo>
                  <a:lnTo>
                    <a:pt x="2151804" y="3060928"/>
                  </a:lnTo>
                  <a:lnTo>
                    <a:pt x="2156844" y="3060928"/>
                  </a:lnTo>
                  <a:lnTo>
                    <a:pt x="2161883" y="3060928"/>
                  </a:lnTo>
                  <a:lnTo>
                    <a:pt x="2166923" y="3060928"/>
                  </a:lnTo>
                  <a:lnTo>
                    <a:pt x="2171962" y="3060928"/>
                  </a:lnTo>
                  <a:lnTo>
                    <a:pt x="2177001" y="3060928"/>
                  </a:lnTo>
                  <a:lnTo>
                    <a:pt x="2182041" y="3060928"/>
                  </a:lnTo>
                  <a:lnTo>
                    <a:pt x="2187080" y="3060928"/>
                  </a:lnTo>
                  <a:lnTo>
                    <a:pt x="2192119" y="3060928"/>
                  </a:lnTo>
                  <a:lnTo>
                    <a:pt x="2197159" y="3060928"/>
                  </a:lnTo>
                  <a:lnTo>
                    <a:pt x="2202198" y="3060928"/>
                  </a:lnTo>
                  <a:lnTo>
                    <a:pt x="2207237" y="3060928"/>
                  </a:lnTo>
                  <a:lnTo>
                    <a:pt x="2212277" y="3060928"/>
                  </a:lnTo>
                  <a:lnTo>
                    <a:pt x="2217316" y="3060928"/>
                  </a:lnTo>
                  <a:lnTo>
                    <a:pt x="2222355" y="3060928"/>
                  </a:lnTo>
                  <a:lnTo>
                    <a:pt x="2227395" y="3060928"/>
                  </a:lnTo>
                  <a:lnTo>
                    <a:pt x="2232434" y="3060928"/>
                  </a:lnTo>
                  <a:lnTo>
                    <a:pt x="2237473" y="3060928"/>
                  </a:lnTo>
                  <a:lnTo>
                    <a:pt x="2242513" y="3060928"/>
                  </a:lnTo>
                  <a:lnTo>
                    <a:pt x="2247552" y="3060928"/>
                  </a:lnTo>
                  <a:lnTo>
                    <a:pt x="2252592" y="3060928"/>
                  </a:lnTo>
                  <a:lnTo>
                    <a:pt x="2257631" y="3060928"/>
                  </a:lnTo>
                  <a:lnTo>
                    <a:pt x="2262670" y="3060928"/>
                  </a:lnTo>
                  <a:lnTo>
                    <a:pt x="2267710" y="3060928"/>
                  </a:lnTo>
                  <a:lnTo>
                    <a:pt x="2272749" y="3060928"/>
                  </a:lnTo>
                  <a:lnTo>
                    <a:pt x="2277788" y="3060928"/>
                  </a:lnTo>
                  <a:lnTo>
                    <a:pt x="2282828" y="3060928"/>
                  </a:lnTo>
                  <a:lnTo>
                    <a:pt x="2287867" y="3060928"/>
                  </a:lnTo>
                  <a:lnTo>
                    <a:pt x="2292906" y="3060928"/>
                  </a:lnTo>
                  <a:lnTo>
                    <a:pt x="2297946" y="3060928"/>
                  </a:lnTo>
                  <a:lnTo>
                    <a:pt x="2302985" y="3060928"/>
                  </a:lnTo>
                  <a:lnTo>
                    <a:pt x="2308024" y="3060928"/>
                  </a:lnTo>
                  <a:lnTo>
                    <a:pt x="2313064" y="3060928"/>
                  </a:lnTo>
                  <a:lnTo>
                    <a:pt x="2318103" y="3060928"/>
                  </a:lnTo>
                  <a:lnTo>
                    <a:pt x="2323143" y="3060928"/>
                  </a:lnTo>
                  <a:lnTo>
                    <a:pt x="2328182" y="3060928"/>
                  </a:lnTo>
                  <a:lnTo>
                    <a:pt x="2333221" y="3060928"/>
                  </a:lnTo>
                  <a:lnTo>
                    <a:pt x="2338261" y="3060928"/>
                  </a:lnTo>
                  <a:lnTo>
                    <a:pt x="2343300" y="3060928"/>
                  </a:lnTo>
                  <a:lnTo>
                    <a:pt x="2348339" y="3060928"/>
                  </a:lnTo>
                  <a:lnTo>
                    <a:pt x="2353379" y="3060928"/>
                  </a:lnTo>
                  <a:lnTo>
                    <a:pt x="2358418" y="3060928"/>
                  </a:lnTo>
                  <a:lnTo>
                    <a:pt x="2363457" y="3060928"/>
                  </a:lnTo>
                  <a:lnTo>
                    <a:pt x="2368497" y="3060928"/>
                  </a:lnTo>
                  <a:lnTo>
                    <a:pt x="2373536" y="3060928"/>
                  </a:lnTo>
                  <a:lnTo>
                    <a:pt x="2378575" y="3060928"/>
                  </a:lnTo>
                  <a:lnTo>
                    <a:pt x="2383615" y="3060928"/>
                  </a:lnTo>
                  <a:lnTo>
                    <a:pt x="2388654" y="3060928"/>
                  </a:lnTo>
                  <a:lnTo>
                    <a:pt x="2393694" y="3060928"/>
                  </a:lnTo>
                  <a:lnTo>
                    <a:pt x="2398733" y="3060928"/>
                  </a:lnTo>
                  <a:lnTo>
                    <a:pt x="2403772" y="3060928"/>
                  </a:lnTo>
                  <a:lnTo>
                    <a:pt x="2408812" y="3060928"/>
                  </a:lnTo>
                  <a:lnTo>
                    <a:pt x="2413851" y="3060928"/>
                  </a:lnTo>
                  <a:lnTo>
                    <a:pt x="2418890" y="3060928"/>
                  </a:lnTo>
                  <a:lnTo>
                    <a:pt x="2423930" y="3060928"/>
                  </a:lnTo>
                  <a:lnTo>
                    <a:pt x="2428969" y="3060928"/>
                  </a:lnTo>
                  <a:lnTo>
                    <a:pt x="2434008" y="3060928"/>
                  </a:lnTo>
                  <a:lnTo>
                    <a:pt x="2439048" y="3060928"/>
                  </a:lnTo>
                  <a:lnTo>
                    <a:pt x="2444087" y="3060928"/>
                  </a:lnTo>
                  <a:lnTo>
                    <a:pt x="2449126" y="3060928"/>
                  </a:lnTo>
                  <a:lnTo>
                    <a:pt x="2454166" y="3060928"/>
                  </a:lnTo>
                  <a:lnTo>
                    <a:pt x="2459205" y="3060928"/>
                  </a:lnTo>
                  <a:lnTo>
                    <a:pt x="2464245" y="3060928"/>
                  </a:lnTo>
                  <a:lnTo>
                    <a:pt x="2469284" y="3060928"/>
                  </a:lnTo>
                  <a:lnTo>
                    <a:pt x="2474323" y="3060928"/>
                  </a:lnTo>
                  <a:lnTo>
                    <a:pt x="2479363" y="3060928"/>
                  </a:lnTo>
                  <a:lnTo>
                    <a:pt x="2484402" y="3060928"/>
                  </a:lnTo>
                  <a:lnTo>
                    <a:pt x="2489441" y="3060928"/>
                  </a:lnTo>
                  <a:lnTo>
                    <a:pt x="2494481" y="3060928"/>
                  </a:lnTo>
                  <a:lnTo>
                    <a:pt x="2499520" y="3060928"/>
                  </a:lnTo>
                  <a:lnTo>
                    <a:pt x="2504559" y="3060928"/>
                  </a:lnTo>
                  <a:lnTo>
                    <a:pt x="2509599" y="3060928"/>
                  </a:lnTo>
                  <a:lnTo>
                    <a:pt x="2514638" y="3060928"/>
                  </a:lnTo>
                  <a:lnTo>
                    <a:pt x="2519677" y="3060928"/>
                  </a:lnTo>
                  <a:lnTo>
                    <a:pt x="2524717" y="3060928"/>
                  </a:lnTo>
                  <a:lnTo>
                    <a:pt x="2529756" y="3060928"/>
                  </a:lnTo>
                  <a:lnTo>
                    <a:pt x="2534795" y="3060928"/>
                  </a:lnTo>
                  <a:lnTo>
                    <a:pt x="2539835" y="3060928"/>
                  </a:lnTo>
                  <a:lnTo>
                    <a:pt x="2544874" y="3060928"/>
                  </a:lnTo>
                  <a:lnTo>
                    <a:pt x="2549914" y="3060928"/>
                  </a:lnTo>
                  <a:lnTo>
                    <a:pt x="2554953" y="3060928"/>
                  </a:lnTo>
                  <a:lnTo>
                    <a:pt x="2559992" y="3060928"/>
                  </a:lnTo>
                  <a:lnTo>
                    <a:pt x="2565032" y="3060928"/>
                  </a:lnTo>
                  <a:lnTo>
                    <a:pt x="2570071" y="3060928"/>
                  </a:lnTo>
                  <a:lnTo>
                    <a:pt x="2575110" y="3060928"/>
                  </a:lnTo>
                  <a:lnTo>
                    <a:pt x="2570071" y="3060928"/>
                  </a:lnTo>
                  <a:lnTo>
                    <a:pt x="2565032" y="3060928"/>
                  </a:lnTo>
                  <a:lnTo>
                    <a:pt x="2559992" y="3060928"/>
                  </a:lnTo>
                  <a:lnTo>
                    <a:pt x="2554953" y="3060928"/>
                  </a:lnTo>
                  <a:lnTo>
                    <a:pt x="2549914" y="3060928"/>
                  </a:lnTo>
                  <a:lnTo>
                    <a:pt x="2544874" y="3060928"/>
                  </a:lnTo>
                  <a:lnTo>
                    <a:pt x="2539835" y="3060928"/>
                  </a:lnTo>
                  <a:lnTo>
                    <a:pt x="2534795" y="3060928"/>
                  </a:lnTo>
                  <a:lnTo>
                    <a:pt x="2529756" y="3060928"/>
                  </a:lnTo>
                  <a:lnTo>
                    <a:pt x="2524717" y="3060928"/>
                  </a:lnTo>
                  <a:lnTo>
                    <a:pt x="2519677" y="3060928"/>
                  </a:lnTo>
                  <a:lnTo>
                    <a:pt x="2514638" y="3060928"/>
                  </a:lnTo>
                  <a:lnTo>
                    <a:pt x="2509599" y="3060928"/>
                  </a:lnTo>
                  <a:lnTo>
                    <a:pt x="2504559" y="3060928"/>
                  </a:lnTo>
                  <a:lnTo>
                    <a:pt x="2499520" y="3060928"/>
                  </a:lnTo>
                  <a:lnTo>
                    <a:pt x="2494481" y="3060928"/>
                  </a:lnTo>
                  <a:lnTo>
                    <a:pt x="2489441" y="3060928"/>
                  </a:lnTo>
                  <a:lnTo>
                    <a:pt x="2484402" y="3060928"/>
                  </a:lnTo>
                  <a:lnTo>
                    <a:pt x="2479363" y="3060928"/>
                  </a:lnTo>
                  <a:lnTo>
                    <a:pt x="2474323" y="3060928"/>
                  </a:lnTo>
                  <a:lnTo>
                    <a:pt x="2469284" y="3060928"/>
                  </a:lnTo>
                  <a:lnTo>
                    <a:pt x="2464245" y="3060928"/>
                  </a:lnTo>
                  <a:lnTo>
                    <a:pt x="2459205" y="3060928"/>
                  </a:lnTo>
                  <a:lnTo>
                    <a:pt x="2454166" y="3060928"/>
                  </a:lnTo>
                  <a:lnTo>
                    <a:pt x="2449126" y="3060928"/>
                  </a:lnTo>
                  <a:lnTo>
                    <a:pt x="2444087" y="3060928"/>
                  </a:lnTo>
                  <a:lnTo>
                    <a:pt x="2439048" y="3060928"/>
                  </a:lnTo>
                  <a:lnTo>
                    <a:pt x="2434008" y="3060928"/>
                  </a:lnTo>
                  <a:lnTo>
                    <a:pt x="2428969" y="3060928"/>
                  </a:lnTo>
                  <a:lnTo>
                    <a:pt x="2423930" y="3060928"/>
                  </a:lnTo>
                  <a:lnTo>
                    <a:pt x="2418890" y="3060928"/>
                  </a:lnTo>
                  <a:lnTo>
                    <a:pt x="2413851" y="3060928"/>
                  </a:lnTo>
                  <a:lnTo>
                    <a:pt x="2408812" y="3060928"/>
                  </a:lnTo>
                  <a:lnTo>
                    <a:pt x="2403772" y="3060928"/>
                  </a:lnTo>
                  <a:lnTo>
                    <a:pt x="2398733" y="3060928"/>
                  </a:lnTo>
                  <a:lnTo>
                    <a:pt x="2393694" y="3060928"/>
                  </a:lnTo>
                  <a:lnTo>
                    <a:pt x="2388654" y="3060928"/>
                  </a:lnTo>
                  <a:lnTo>
                    <a:pt x="2383615" y="3060928"/>
                  </a:lnTo>
                  <a:lnTo>
                    <a:pt x="2378575" y="3060928"/>
                  </a:lnTo>
                  <a:lnTo>
                    <a:pt x="2373536" y="3060928"/>
                  </a:lnTo>
                  <a:lnTo>
                    <a:pt x="2368497" y="3060928"/>
                  </a:lnTo>
                  <a:lnTo>
                    <a:pt x="2363457" y="3060928"/>
                  </a:lnTo>
                  <a:lnTo>
                    <a:pt x="2358418" y="3060928"/>
                  </a:lnTo>
                  <a:lnTo>
                    <a:pt x="2353379" y="3060928"/>
                  </a:lnTo>
                  <a:lnTo>
                    <a:pt x="2348339" y="3060928"/>
                  </a:lnTo>
                  <a:lnTo>
                    <a:pt x="2343300" y="3060928"/>
                  </a:lnTo>
                  <a:lnTo>
                    <a:pt x="2338261" y="3060928"/>
                  </a:lnTo>
                  <a:lnTo>
                    <a:pt x="2333221" y="3060928"/>
                  </a:lnTo>
                  <a:lnTo>
                    <a:pt x="2328182" y="3060928"/>
                  </a:lnTo>
                  <a:lnTo>
                    <a:pt x="2323143" y="3060928"/>
                  </a:lnTo>
                  <a:lnTo>
                    <a:pt x="2318103" y="3060928"/>
                  </a:lnTo>
                  <a:lnTo>
                    <a:pt x="2313064" y="3060928"/>
                  </a:lnTo>
                  <a:lnTo>
                    <a:pt x="2308024" y="3060928"/>
                  </a:lnTo>
                  <a:lnTo>
                    <a:pt x="2302985" y="3060928"/>
                  </a:lnTo>
                  <a:lnTo>
                    <a:pt x="2297946" y="3060928"/>
                  </a:lnTo>
                  <a:lnTo>
                    <a:pt x="2292906" y="3060928"/>
                  </a:lnTo>
                  <a:lnTo>
                    <a:pt x="2287867" y="3060928"/>
                  </a:lnTo>
                  <a:lnTo>
                    <a:pt x="2282828" y="3060928"/>
                  </a:lnTo>
                  <a:lnTo>
                    <a:pt x="2277788" y="3060928"/>
                  </a:lnTo>
                  <a:lnTo>
                    <a:pt x="2272749" y="3060928"/>
                  </a:lnTo>
                  <a:lnTo>
                    <a:pt x="2267710" y="3060928"/>
                  </a:lnTo>
                  <a:lnTo>
                    <a:pt x="2262670" y="3060928"/>
                  </a:lnTo>
                  <a:lnTo>
                    <a:pt x="2257631" y="3060928"/>
                  </a:lnTo>
                  <a:lnTo>
                    <a:pt x="2252592" y="3060928"/>
                  </a:lnTo>
                  <a:lnTo>
                    <a:pt x="2247552" y="3060928"/>
                  </a:lnTo>
                  <a:lnTo>
                    <a:pt x="2242513" y="3060928"/>
                  </a:lnTo>
                  <a:lnTo>
                    <a:pt x="2237473" y="3060928"/>
                  </a:lnTo>
                  <a:lnTo>
                    <a:pt x="2232434" y="3060928"/>
                  </a:lnTo>
                  <a:lnTo>
                    <a:pt x="2227395" y="3060928"/>
                  </a:lnTo>
                  <a:lnTo>
                    <a:pt x="2222355" y="3060928"/>
                  </a:lnTo>
                  <a:lnTo>
                    <a:pt x="2217316" y="3060928"/>
                  </a:lnTo>
                  <a:lnTo>
                    <a:pt x="2212277" y="3060928"/>
                  </a:lnTo>
                  <a:lnTo>
                    <a:pt x="2207237" y="3060928"/>
                  </a:lnTo>
                  <a:lnTo>
                    <a:pt x="2202198" y="3060928"/>
                  </a:lnTo>
                  <a:lnTo>
                    <a:pt x="2197159" y="3060928"/>
                  </a:lnTo>
                  <a:lnTo>
                    <a:pt x="2192119" y="3060928"/>
                  </a:lnTo>
                  <a:lnTo>
                    <a:pt x="2187080" y="3060928"/>
                  </a:lnTo>
                  <a:lnTo>
                    <a:pt x="2182041" y="3060928"/>
                  </a:lnTo>
                  <a:lnTo>
                    <a:pt x="2177001" y="3060928"/>
                  </a:lnTo>
                  <a:lnTo>
                    <a:pt x="2171962" y="3060928"/>
                  </a:lnTo>
                  <a:lnTo>
                    <a:pt x="2166923" y="3060928"/>
                  </a:lnTo>
                  <a:lnTo>
                    <a:pt x="2161883" y="3060928"/>
                  </a:lnTo>
                  <a:lnTo>
                    <a:pt x="2156844" y="3060928"/>
                  </a:lnTo>
                  <a:lnTo>
                    <a:pt x="2151804" y="3060928"/>
                  </a:lnTo>
                  <a:lnTo>
                    <a:pt x="2146765" y="3060928"/>
                  </a:lnTo>
                  <a:lnTo>
                    <a:pt x="2141726" y="3060928"/>
                  </a:lnTo>
                  <a:lnTo>
                    <a:pt x="2136686" y="3060928"/>
                  </a:lnTo>
                  <a:lnTo>
                    <a:pt x="2131647" y="3060928"/>
                  </a:lnTo>
                  <a:lnTo>
                    <a:pt x="2126608" y="3060928"/>
                  </a:lnTo>
                  <a:lnTo>
                    <a:pt x="2121568" y="3060928"/>
                  </a:lnTo>
                  <a:lnTo>
                    <a:pt x="2116529" y="3060928"/>
                  </a:lnTo>
                  <a:lnTo>
                    <a:pt x="2111490" y="3060928"/>
                  </a:lnTo>
                  <a:lnTo>
                    <a:pt x="2106450" y="3060928"/>
                  </a:lnTo>
                  <a:lnTo>
                    <a:pt x="2101411" y="3060928"/>
                  </a:lnTo>
                  <a:lnTo>
                    <a:pt x="2096372" y="3060928"/>
                  </a:lnTo>
                  <a:lnTo>
                    <a:pt x="2091332" y="3060928"/>
                  </a:lnTo>
                  <a:lnTo>
                    <a:pt x="2086293" y="3060928"/>
                  </a:lnTo>
                  <a:lnTo>
                    <a:pt x="2081253" y="3060928"/>
                  </a:lnTo>
                  <a:lnTo>
                    <a:pt x="2076214" y="3060928"/>
                  </a:lnTo>
                  <a:lnTo>
                    <a:pt x="2071175" y="3060928"/>
                  </a:lnTo>
                  <a:lnTo>
                    <a:pt x="2066135" y="3060928"/>
                  </a:lnTo>
                  <a:lnTo>
                    <a:pt x="2061096" y="3060928"/>
                  </a:lnTo>
                  <a:lnTo>
                    <a:pt x="2056057" y="3060928"/>
                  </a:lnTo>
                  <a:lnTo>
                    <a:pt x="2051017" y="3060928"/>
                  </a:lnTo>
                  <a:lnTo>
                    <a:pt x="2045978" y="3060928"/>
                  </a:lnTo>
                  <a:lnTo>
                    <a:pt x="2040939" y="3060928"/>
                  </a:lnTo>
                  <a:lnTo>
                    <a:pt x="2035899" y="3060928"/>
                  </a:lnTo>
                  <a:lnTo>
                    <a:pt x="2030860" y="3060928"/>
                  </a:lnTo>
                  <a:lnTo>
                    <a:pt x="2025821" y="3060928"/>
                  </a:lnTo>
                  <a:lnTo>
                    <a:pt x="2020781" y="3060928"/>
                  </a:lnTo>
                  <a:lnTo>
                    <a:pt x="2015742" y="3060928"/>
                  </a:lnTo>
                  <a:lnTo>
                    <a:pt x="2010702" y="3060928"/>
                  </a:lnTo>
                  <a:lnTo>
                    <a:pt x="2005663" y="3060928"/>
                  </a:lnTo>
                  <a:lnTo>
                    <a:pt x="2000624" y="3060928"/>
                  </a:lnTo>
                  <a:lnTo>
                    <a:pt x="1995584" y="3060928"/>
                  </a:lnTo>
                  <a:lnTo>
                    <a:pt x="1990545" y="3060928"/>
                  </a:lnTo>
                  <a:lnTo>
                    <a:pt x="1985506" y="3060928"/>
                  </a:lnTo>
                  <a:lnTo>
                    <a:pt x="1980466" y="3060928"/>
                  </a:lnTo>
                  <a:lnTo>
                    <a:pt x="1975427" y="3060928"/>
                  </a:lnTo>
                  <a:lnTo>
                    <a:pt x="1970388" y="3060928"/>
                  </a:lnTo>
                  <a:lnTo>
                    <a:pt x="1965348" y="3060928"/>
                  </a:lnTo>
                  <a:lnTo>
                    <a:pt x="1960309" y="3060928"/>
                  </a:lnTo>
                  <a:lnTo>
                    <a:pt x="1955270" y="3060928"/>
                  </a:lnTo>
                  <a:lnTo>
                    <a:pt x="1950230" y="3060928"/>
                  </a:lnTo>
                  <a:lnTo>
                    <a:pt x="1945191" y="3060928"/>
                  </a:lnTo>
                  <a:lnTo>
                    <a:pt x="1940151" y="3060928"/>
                  </a:lnTo>
                  <a:lnTo>
                    <a:pt x="1935112" y="3060928"/>
                  </a:lnTo>
                  <a:lnTo>
                    <a:pt x="1930073" y="3060928"/>
                  </a:lnTo>
                  <a:lnTo>
                    <a:pt x="1925033" y="3060928"/>
                  </a:lnTo>
                  <a:lnTo>
                    <a:pt x="1919994" y="3060928"/>
                  </a:lnTo>
                  <a:lnTo>
                    <a:pt x="1914955" y="3060928"/>
                  </a:lnTo>
                  <a:lnTo>
                    <a:pt x="1909915" y="3060928"/>
                  </a:lnTo>
                  <a:lnTo>
                    <a:pt x="1904876" y="3060928"/>
                  </a:lnTo>
                  <a:lnTo>
                    <a:pt x="1899837" y="3060928"/>
                  </a:lnTo>
                  <a:lnTo>
                    <a:pt x="1894797" y="3060928"/>
                  </a:lnTo>
                  <a:lnTo>
                    <a:pt x="1889758" y="3060928"/>
                  </a:lnTo>
                  <a:lnTo>
                    <a:pt x="1884719" y="3060928"/>
                  </a:lnTo>
                  <a:lnTo>
                    <a:pt x="1879679" y="3060928"/>
                  </a:lnTo>
                  <a:lnTo>
                    <a:pt x="1874640" y="3060928"/>
                  </a:lnTo>
                  <a:lnTo>
                    <a:pt x="1869601" y="3060928"/>
                  </a:lnTo>
                  <a:lnTo>
                    <a:pt x="1864561" y="3060928"/>
                  </a:lnTo>
                  <a:lnTo>
                    <a:pt x="1859522" y="3060928"/>
                  </a:lnTo>
                  <a:lnTo>
                    <a:pt x="1854482" y="3060928"/>
                  </a:lnTo>
                  <a:lnTo>
                    <a:pt x="1849443" y="3060928"/>
                  </a:lnTo>
                  <a:lnTo>
                    <a:pt x="1844404" y="3060928"/>
                  </a:lnTo>
                  <a:lnTo>
                    <a:pt x="1839364" y="3060928"/>
                  </a:lnTo>
                  <a:lnTo>
                    <a:pt x="1834325" y="3060928"/>
                  </a:lnTo>
                  <a:lnTo>
                    <a:pt x="1829286" y="3060928"/>
                  </a:lnTo>
                  <a:lnTo>
                    <a:pt x="1824246" y="3060928"/>
                  </a:lnTo>
                  <a:lnTo>
                    <a:pt x="1819207" y="3060928"/>
                  </a:lnTo>
                  <a:lnTo>
                    <a:pt x="1814168" y="3060928"/>
                  </a:lnTo>
                  <a:lnTo>
                    <a:pt x="1809128" y="3060928"/>
                  </a:lnTo>
                  <a:lnTo>
                    <a:pt x="1804089" y="3060928"/>
                  </a:lnTo>
                  <a:lnTo>
                    <a:pt x="1799050" y="3060928"/>
                  </a:lnTo>
                  <a:lnTo>
                    <a:pt x="1794010" y="3060928"/>
                  </a:lnTo>
                  <a:lnTo>
                    <a:pt x="1788971" y="3060928"/>
                  </a:lnTo>
                  <a:lnTo>
                    <a:pt x="1783931" y="3060928"/>
                  </a:lnTo>
                  <a:lnTo>
                    <a:pt x="1778892" y="3060928"/>
                  </a:lnTo>
                  <a:lnTo>
                    <a:pt x="1773853" y="3060928"/>
                  </a:lnTo>
                  <a:lnTo>
                    <a:pt x="1768813" y="3060928"/>
                  </a:lnTo>
                  <a:lnTo>
                    <a:pt x="1763774" y="3060928"/>
                  </a:lnTo>
                  <a:lnTo>
                    <a:pt x="1758735" y="3060928"/>
                  </a:lnTo>
                  <a:lnTo>
                    <a:pt x="1753695" y="3060928"/>
                  </a:lnTo>
                  <a:lnTo>
                    <a:pt x="1748656" y="3060928"/>
                  </a:lnTo>
                  <a:lnTo>
                    <a:pt x="1743617" y="3060928"/>
                  </a:lnTo>
                  <a:lnTo>
                    <a:pt x="1738577" y="3060928"/>
                  </a:lnTo>
                  <a:lnTo>
                    <a:pt x="1733538" y="3060928"/>
                  </a:lnTo>
                  <a:lnTo>
                    <a:pt x="1728499" y="3060928"/>
                  </a:lnTo>
                  <a:lnTo>
                    <a:pt x="1723459" y="3060928"/>
                  </a:lnTo>
                  <a:lnTo>
                    <a:pt x="1718420" y="3060928"/>
                  </a:lnTo>
                  <a:lnTo>
                    <a:pt x="1713380" y="3060928"/>
                  </a:lnTo>
                  <a:lnTo>
                    <a:pt x="1708341" y="3060928"/>
                  </a:lnTo>
                  <a:lnTo>
                    <a:pt x="1703302" y="3060928"/>
                  </a:lnTo>
                  <a:lnTo>
                    <a:pt x="1698262" y="3060928"/>
                  </a:lnTo>
                  <a:lnTo>
                    <a:pt x="1693223" y="3060928"/>
                  </a:lnTo>
                  <a:lnTo>
                    <a:pt x="1688184" y="3060928"/>
                  </a:lnTo>
                  <a:lnTo>
                    <a:pt x="1683144" y="3060928"/>
                  </a:lnTo>
                  <a:lnTo>
                    <a:pt x="1678105" y="3060928"/>
                  </a:lnTo>
                  <a:lnTo>
                    <a:pt x="1673066" y="3060928"/>
                  </a:lnTo>
                  <a:lnTo>
                    <a:pt x="1668026" y="3060928"/>
                  </a:lnTo>
                  <a:lnTo>
                    <a:pt x="1662987" y="3060928"/>
                  </a:lnTo>
                  <a:lnTo>
                    <a:pt x="1657948" y="3060928"/>
                  </a:lnTo>
                  <a:lnTo>
                    <a:pt x="1652908" y="3060928"/>
                  </a:lnTo>
                  <a:lnTo>
                    <a:pt x="1647869" y="3060928"/>
                  </a:lnTo>
                  <a:lnTo>
                    <a:pt x="1642830" y="3060928"/>
                  </a:lnTo>
                  <a:lnTo>
                    <a:pt x="1637790" y="3060928"/>
                  </a:lnTo>
                  <a:lnTo>
                    <a:pt x="1632751" y="3060928"/>
                  </a:lnTo>
                  <a:lnTo>
                    <a:pt x="1627711" y="3060928"/>
                  </a:lnTo>
                  <a:lnTo>
                    <a:pt x="1622672" y="3060928"/>
                  </a:lnTo>
                  <a:lnTo>
                    <a:pt x="1617633" y="3060928"/>
                  </a:lnTo>
                  <a:lnTo>
                    <a:pt x="1612593" y="3060928"/>
                  </a:lnTo>
                  <a:lnTo>
                    <a:pt x="1607554" y="3060928"/>
                  </a:lnTo>
                  <a:lnTo>
                    <a:pt x="1602515" y="3060928"/>
                  </a:lnTo>
                  <a:lnTo>
                    <a:pt x="1597475" y="3060928"/>
                  </a:lnTo>
                  <a:lnTo>
                    <a:pt x="1592436" y="3060928"/>
                  </a:lnTo>
                  <a:lnTo>
                    <a:pt x="1587397" y="3060928"/>
                  </a:lnTo>
                  <a:lnTo>
                    <a:pt x="1582357" y="3060928"/>
                  </a:lnTo>
                  <a:lnTo>
                    <a:pt x="1577318" y="3060928"/>
                  </a:lnTo>
                  <a:lnTo>
                    <a:pt x="1572279" y="3060928"/>
                  </a:lnTo>
                  <a:lnTo>
                    <a:pt x="1567239" y="3060928"/>
                  </a:lnTo>
                  <a:lnTo>
                    <a:pt x="1562200" y="3060928"/>
                  </a:lnTo>
                  <a:lnTo>
                    <a:pt x="1557160" y="3060928"/>
                  </a:lnTo>
                  <a:lnTo>
                    <a:pt x="1552121" y="3060928"/>
                  </a:lnTo>
                  <a:lnTo>
                    <a:pt x="1547082" y="3060928"/>
                  </a:lnTo>
                  <a:lnTo>
                    <a:pt x="1542042" y="3060928"/>
                  </a:lnTo>
                  <a:lnTo>
                    <a:pt x="1537003" y="3060928"/>
                  </a:lnTo>
                  <a:lnTo>
                    <a:pt x="1531964" y="3060928"/>
                  </a:lnTo>
                  <a:lnTo>
                    <a:pt x="1526924" y="3060928"/>
                  </a:lnTo>
                  <a:lnTo>
                    <a:pt x="1521885" y="3060928"/>
                  </a:lnTo>
                  <a:lnTo>
                    <a:pt x="1516846" y="3060928"/>
                  </a:lnTo>
                  <a:lnTo>
                    <a:pt x="1511806" y="3060928"/>
                  </a:lnTo>
                  <a:lnTo>
                    <a:pt x="1506767" y="3060928"/>
                  </a:lnTo>
                  <a:lnTo>
                    <a:pt x="1501728" y="3060928"/>
                  </a:lnTo>
                  <a:lnTo>
                    <a:pt x="1496688" y="3060928"/>
                  </a:lnTo>
                  <a:lnTo>
                    <a:pt x="1491649" y="3060928"/>
                  </a:lnTo>
                  <a:lnTo>
                    <a:pt x="1486609" y="3060928"/>
                  </a:lnTo>
                  <a:lnTo>
                    <a:pt x="1481570" y="3060928"/>
                  </a:lnTo>
                  <a:lnTo>
                    <a:pt x="1476531" y="3060928"/>
                  </a:lnTo>
                  <a:lnTo>
                    <a:pt x="1471491" y="3060928"/>
                  </a:lnTo>
                  <a:lnTo>
                    <a:pt x="1466452" y="3060928"/>
                  </a:lnTo>
                  <a:lnTo>
                    <a:pt x="1461413" y="3060928"/>
                  </a:lnTo>
                  <a:lnTo>
                    <a:pt x="1456373" y="3060928"/>
                  </a:lnTo>
                  <a:lnTo>
                    <a:pt x="1451334" y="3060928"/>
                  </a:lnTo>
                  <a:lnTo>
                    <a:pt x="1446295" y="3060928"/>
                  </a:lnTo>
                  <a:lnTo>
                    <a:pt x="1441255" y="3060928"/>
                  </a:lnTo>
                  <a:lnTo>
                    <a:pt x="1436216" y="3060928"/>
                  </a:lnTo>
                  <a:lnTo>
                    <a:pt x="1431177" y="3060928"/>
                  </a:lnTo>
                  <a:lnTo>
                    <a:pt x="1426137" y="3060928"/>
                  </a:lnTo>
                  <a:lnTo>
                    <a:pt x="1421098" y="3060928"/>
                  </a:lnTo>
                  <a:lnTo>
                    <a:pt x="1416058" y="3060928"/>
                  </a:lnTo>
                  <a:lnTo>
                    <a:pt x="1411019" y="3060928"/>
                  </a:lnTo>
                  <a:lnTo>
                    <a:pt x="1405980" y="3060928"/>
                  </a:lnTo>
                  <a:lnTo>
                    <a:pt x="1400940" y="3060928"/>
                  </a:lnTo>
                  <a:lnTo>
                    <a:pt x="1395901" y="3060928"/>
                  </a:lnTo>
                  <a:lnTo>
                    <a:pt x="1390862" y="3060928"/>
                  </a:lnTo>
                  <a:lnTo>
                    <a:pt x="1385822" y="3060928"/>
                  </a:lnTo>
                  <a:lnTo>
                    <a:pt x="1380783" y="3060928"/>
                  </a:lnTo>
                  <a:lnTo>
                    <a:pt x="1375744" y="3060928"/>
                  </a:lnTo>
                  <a:lnTo>
                    <a:pt x="1370704" y="3060928"/>
                  </a:lnTo>
                  <a:lnTo>
                    <a:pt x="1365665" y="3060928"/>
                  </a:lnTo>
                  <a:lnTo>
                    <a:pt x="1360626" y="3060928"/>
                  </a:lnTo>
                  <a:lnTo>
                    <a:pt x="1355586" y="3060928"/>
                  </a:lnTo>
                  <a:lnTo>
                    <a:pt x="1350547" y="3060928"/>
                  </a:lnTo>
                  <a:lnTo>
                    <a:pt x="1345508" y="3060928"/>
                  </a:lnTo>
                  <a:lnTo>
                    <a:pt x="1340468" y="3060928"/>
                  </a:lnTo>
                  <a:lnTo>
                    <a:pt x="1335429" y="3060928"/>
                  </a:lnTo>
                  <a:lnTo>
                    <a:pt x="1330389" y="3060928"/>
                  </a:lnTo>
                  <a:lnTo>
                    <a:pt x="1325350" y="3060928"/>
                  </a:lnTo>
                  <a:lnTo>
                    <a:pt x="1320311" y="3060928"/>
                  </a:lnTo>
                  <a:lnTo>
                    <a:pt x="1315271" y="3060928"/>
                  </a:lnTo>
                  <a:lnTo>
                    <a:pt x="1310232" y="3060928"/>
                  </a:lnTo>
                  <a:lnTo>
                    <a:pt x="1305193" y="3060928"/>
                  </a:lnTo>
                  <a:lnTo>
                    <a:pt x="1300153" y="3060928"/>
                  </a:lnTo>
                  <a:lnTo>
                    <a:pt x="1295114" y="3060928"/>
                  </a:lnTo>
                  <a:lnTo>
                    <a:pt x="1290075" y="3060928"/>
                  </a:lnTo>
                  <a:lnTo>
                    <a:pt x="1285035" y="3060928"/>
                  </a:lnTo>
                  <a:lnTo>
                    <a:pt x="1279996" y="3060928"/>
                  </a:lnTo>
                  <a:lnTo>
                    <a:pt x="1274957" y="3060928"/>
                  </a:lnTo>
                  <a:lnTo>
                    <a:pt x="1269917" y="3060928"/>
                  </a:lnTo>
                  <a:lnTo>
                    <a:pt x="1264878" y="3060928"/>
                  </a:lnTo>
                  <a:lnTo>
                    <a:pt x="1259838" y="3060928"/>
                  </a:lnTo>
                  <a:lnTo>
                    <a:pt x="1254799" y="3060928"/>
                  </a:lnTo>
                  <a:lnTo>
                    <a:pt x="1249760" y="3060928"/>
                  </a:lnTo>
                  <a:lnTo>
                    <a:pt x="1244720" y="3060928"/>
                  </a:lnTo>
                  <a:lnTo>
                    <a:pt x="1239681" y="3060928"/>
                  </a:lnTo>
                  <a:lnTo>
                    <a:pt x="1234642" y="3060928"/>
                  </a:lnTo>
                  <a:lnTo>
                    <a:pt x="1229602" y="3060928"/>
                  </a:lnTo>
                  <a:lnTo>
                    <a:pt x="1224563" y="3060928"/>
                  </a:lnTo>
                  <a:lnTo>
                    <a:pt x="1219524" y="3060928"/>
                  </a:lnTo>
                  <a:lnTo>
                    <a:pt x="1214484" y="3060928"/>
                  </a:lnTo>
                  <a:lnTo>
                    <a:pt x="1209445" y="3060928"/>
                  </a:lnTo>
                  <a:lnTo>
                    <a:pt x="1204406" y="3060928"/>
                  </a:lnTo>
                  <a:lnTo>
                    <a:pt x="1199366" y="3060928"/>
                  </a:lnTo>
                  <a:lnTo>
                    <a:pt x="1194327" y="3060928"/>
                  </a:lnTo>
                  <a:lnTo>
                    <a:pt x="1189287" y="3060928"/>
                  </a:lnTo>
                  <a:lnTo>
                    <a:pt x="1184248" y="3060928"/>
                  </a:lnTo>
                  <a:lnTo>
                    <a:pt x="1179209" y="3060928"/>
                  </a:lnTo>
                  <a:lnTo>
                    <a:pt x="1174169" y="3060928"/>
                  </a:lnTo>
                  <a:lnTo>
                    <a:pt x="1169130" y="3060928"/>
                  </a:lnTo>
                  <a:lnTo>
                    <a:pt x="1164091" y="3060928"/>
                  </a:lnTo>
                  <a:lnTo>
                    <a:pt x="1159051" y="3060928"/>
                  </a:lnTo>
                  <a:lnTo>
                    <a:pt x="1154012" y="3060928"/>
                  </a:lnTo>
                  <a:lnTo>
                    <a:pt x="1148973" y="3060928"/>
                  </a:lnTo>
                  <a:lnTo>
                    <a:pt x="1143933" y="3060928"/>
                  </a:lnTo>
                  <a:lnTo>
                    <a:pt x="1138894" y="3060928"/>
                  </a:lnTo>
                  <a:lnTo>
                    <a:pt x="1133855" y="3060928"/>
                  </a:lnTo>
                  <a:lnTo>
                    <a:pt x="1128815" y="3060928"/>
                  </a:lnTo>
                  <a:lnTo>
                    <a:pt x="1123776" y="3060928"/>
                  </a:lnTo>
                  <a:lnTo>
                    <a:pt x="1118736" y="3060928"/>
                  </a:lnTo>
                  <a:lnTo>
                    <a:pt x="1113697" y="3060928"/>
                  </a:lnTo>
                  <a:lnTo>
                    <a:pt x="1108658" y="3060928"/>
                  </a:lnTo>
                  <a:lnTo>
                    <a:pt x="1103618" y="3060928"/>
                  </a:lnTo>
                  <a:lnTo>
                    <a:pt x="1098579" y="3060928"/>
                  </a:lnTo>
                  <a:lnTo>
                    <a:pt x="1093540" y="3060928"/>
                  </a:lnTo>
                  <a:lnTo>
                    <a:pt x="1088500" y="3060928"/>
                  </a:lnTo>
                  <a:lnTo>
                    <a:pt x="1083461" y="3060928"/>
                  </a:lnTo>
                  <a:lnTo>
                    <a:pt x="1078422" y="3060928"/>
                  </a:lnTo>
                  <a:lnTo>
                    <a:pt x="1073382" y="3060928"/>
                  </a:lnTo>
                  <a:lnTo>
                    <a:pt x="1068343" y="3060928"/>
                  </a:lnTo>
                  <a:lnTo>
                    <a:pt x="1063304" y="3060928"/>
                  </a:lnTo>
                  <a:lnTo>
                    <a:pt x="1058264" y="3060928"/>
                  </a:lnTo>
                  <a:lnTo>
                    <a:pt x="1053225" y="3060928"/>
                  </a:lnTo>
                  <a:lnTo>
                    <a:pt x="1048186" y="3060928"/>
                  </a:lnTo>
                  <a:lnTo>
                    <a:pt x="1043146" y="3060928"/>
                  </a:lnTo>
                  <a:lnTo>
                    <a:pt x="1038107" y="3060928"/>
                  </a:lnTo>
                  <a:lnTo>
                    <a:pt x="1033067" y="3060928"/>
                  </a:lnTo>
                  <a:lnTo>
                    <a:pt x="1028028" y="3060928"/>
                  </a:lnTo>
                  <a:lnTo>
                    <a:pt x="1022989" y="3060928"/>
                  </a:lnTo>
                  <a:lnTo>
                    <a:pt x="1017949" y="3060928"/>
                  </a:lnTo>
                  <a:lnTo>
                    <a:pt x="1012910" y="3060928"/>
                  </a:lnTo>
                  <a:lnTo>
                    <a:pt x="1007871" y="3060928"/>
                  </a:lnTo>
                  <a:lnTo>
                    <a:pt x="1002831" y="3060928"/>
                  </a:lnTo>
                  <a:lnTo>
                    <a:pt x="997792" y="3060928"/>
                  </a:lnTo>
                  <a:lnTo>
                    <a:pt x="992753" y="3060928"/>
                  </a:lnTo>
                  <a:lnTo>
                    <a:pt x="987713" y="3060928"/>
                  </a:lnTo>
                  <a:lnTo>
                    <a:pt x="982674" y="3060928"/>
                  </a:lnTo>
                  <a:lnTo>
                    <a:pt x="977635" y="3060928"/>
                  </a:lnTo>
                  <a:lnTo>
                    <a:pt x="972595" y="3060928"/>
                  </a:lnTo>
                  <a:lnTo>
                    <a:pt x="967556" y="3060928"/>
                  </a:lnTo>
                  <a:lnTo>
                    <a:pt x="962516" y="3060928"/>
                  </a:lnTo>
                  <a:lnTo>
                    <a:pt x="957477" y="3060928"/>
                  </a:lnTo>
                  <a:lnTo>
                    <a:pt x="952438" y="3060928"/>
                  </a:lnTo>
                  <a:lnTo>
                    <a:pt x="947398" y="3060928"/>
                  </a:lnTo>
                  <a:lnTo>
                    <a:pt x="942359" y="3060928"/>
                  </a:lnTo>
                  <a:lnTo>
                    <a:pt x="937320" y="3060928"/>
                  </a:lnTo>
                  <a:lnTo>
                    <a:pt x="932280" y="3060928"/>
                  </a:lnTo>
                  <a:lnTo>
                    <a:pt x="927241" y="3060928"/>
                  </a:lnTo>
                  <a:lnTo>
                    <a:pt x="922202" y="3060928"/>
                  </a:lnTo>
                  <a:lnTo>
                    <a:pt x="917162" y="3060928"/>
                  </a:lnTo>
                  <a:lnTo>
                    <a:pt x="912123" y="3060928"/>
                  </a:lnTo>
                  <a:lnTo>
                    <a:pt x="907084" y="3060928"/>
                  </a:lnTo>
                  <a:lnTo>
                    <a:pt x="902044" y="3060928"/>
                  </a:lnTo>
                  <a:lnTo>
                    <a:pt x="897005" y="3060928"/>
                  </a:lnTo>
                  <a:lnTo>
                    <a:pt x="891965" y="3060928"/>
                  </a:lnTo>
                  <a:lnTo>
                    <a:pt x="886926" y="3060928"/>
                  </a:lnTo>
                  <a:lnTo>
                    <a:pt x="881887" y="3060928"/>
                  </a:lnTo>
                  <a:lnTo>
                    <a:pt x="876847" y="3060928"/>
                  </a:lnTo>
                  <a:lnTo>
                    <a:pt x="871808" y="3060928"/>
                  </a:lnTo>
                  <a:lnTo>
                    <a:pt x="866769" y="3060928"/>
                  </a:lnTo>
                  <a:lnTo>
                    <a:pt x="861729" y="3060928"/>
                  </a:lnTo>
                  <a:lnTo>
                    <a:pt x="856690" y="3060928"/>
                  </a:lnTo>
                  <a:lnTo>
                    <a:pt x="851651" y="3060928"/>
                  </a:lnTo>
                  <a:lnTo>
                    <a:pt x="846611" y="3060928"/>
                  </a:lnTo>
                  <a:lnTo>
                    <a:pt x="841572" y="3060928"/>
                  </a:lnTo>
                  <a:lnTo>
                    <a:pt x="836533" y="3060928"/>
                  </a:lnTo>
                  <a:lnTo>
                    <a:pt x="831493" y="3060928"/>
                  </a:lnTo>
                  <a:lnTo>
                    <a:pt x="826454" y="3060928"/>
                  </a:lnTo>
                  <a:lnTo>
                    <a:pt x="821415" y="3060928"/>
                  </a:lnTo>
                  <a:lnTo>
                    <a:pt x="816375" y="3060928"/>
                  </a:lnTo>
                  <a:lnTo>
                    <a:pt x="811336" y="3060928"/>
                  </a:lnTo>
                  <a:lnTo>
                    <a:pt x="806296" y="3060928"/>
                  </a:lnTo>
                  <a:lnTo>
                    <a:pt x="801257" y="3060928"/>
                  </a:lnTo>
                  <a:lnTo>
                    <a:pt x="796218" y="3060928"/>
                  </a:lnTo>
                  <a:lnTo>
                    <a:pt x="791178" y="3060928"/>
                  </a:lnTo>
                  <a:lnTo>
                    <a:pt x="786139" y="3060928"/>
                  </a:lnTo>
                  <a:lnTo>
                    <a:pt x="781100" y="3060928"/>
                  </a:lnTo>
                  <a:lnTo>
                    <a:pt x="776060" y="3060928"/>
                  </a:lnTo>
                  <a:lnTo>
                    <a:pt x="771021" y="3060928"/>
                  </a:lnTo>
                  <a:lnTo>
                    <a:pt x="765982" y="3060928"/>
                  </a:lnTo>
                  <a:lnTo>
                    <a:pt x="760942" y="3060928"/>
                  </a:lnTo>
                  <a:lnTo>
                    <a:pt x="755903" y="3060928"/>
                  </a:lnTo>
                  <a:lnTo>
                    <a:pt x="750864" y="3060928"/>
                  </a:lnTo>
                  <a:lnTo>
                    <a:pt x="745824" y="3060928"/>
                  </a:lnTo>
                  <a:lnTo>
                    <a:pt x="740785" y="3060928"/>
                  </a:lnTo>
                  <a:lnTo>
                    <a:pt x="735745" y="3060928"/>
                  </a:lnTo>
                  <a:lnTo>
                    <a:pt x="730706" y="3060928"/>
                  </a:lnTo>
                  <a:lnTo>
                    <a:pt x="725667" y="3060928"/>
                  </a:lnTo>
                  <a:lnTo>
                    <a:pt x="720627" y="3060928"/>
                  </a:lnTo>
                  <a:lnTo>
                    <a:pt x="715588" y="3060928"/>
                  </a:lnTo>
                  <a:lnTo>
                    <a:pt x="710549" y="3060928"/>
                  </a:lnTo>
                  <a:lnTo>
                    <a:pt x="705509" y="3060928"/>
                  </a:lnTo>
                  <a:lnTo>
                    <a:pt x="700470" y="3060928"/>
                  </a:lnTo>
                  <a:lnTo>
                    <a:pt x="695431" y="3060928"/>
                  </a:lnTo>
                  <a:lnTo>
                    <a:pt x="690391" y="3060928"/>
                  </a:lnTo>
                  <a:lnTo>
                    <a:pt x="685352" y="3060928"/>
                  </a:lnTo>
                  <a:lnTo>
                    <a:pt x="680313" y="3060928"/>
                  </a:lnTo>
                  <a:lnTo>
                    <a:pt x="675273" y="3060928"/>
                  </a:lnTo>
                  <a:lnTo>
                    <a:pt x="670234" y="3060928"/>
                  </a:lnTo>
                  <a:lnTo>
                    <a:pt x="665194" y="3060928"/>
                  </a:lnTo>
                  <a:lnTo>
                    <a:pt x="660155" y="3060928"/>
                  </a:lnTo>
                  <a:lnTo>
                    <a:pt x="655116" y="3060928"/>
                  </a:lnTo>
                  <a:lnTo>
                    <a:pt x="650076" y="3060928"/>
                  </a:lnTo>
                  <a:lnTo>
                    <a:pt x="645037" y="3060928"/>
                  </a:lnTo>
                  <a:lnTo>
                    <a:pt x="639998" y="3060928"/>
                  </a:lnTo>
                  <a:lnTo>
                    <a:pt x="634958" y="3060928"/>
                  </a:lnTo>
                  <a:lnTo>
                    <a:pt x="629919" y="3060928"/>
                  </a:lnTo>
                  <a:lnTo>
                    <a:pt x="624880" y="3060928"/>
                  </a:lnTo>
                  <a:lnTo>
                    <a:pt x="619840" y="3060928"/>
                  </a:lnTo>
                  <a:lnTo>
                    <a:pt x="614801" y="3060928"/>
                  </a:lnTo>
                  <a:lnTo>
                    <a:pt x="609762" y="3060928"/>
                  </a:lnTo>
                  <a:lnTo>
                    <a:pt x="604722" y="3060928"/>
                  </a:lnTo>
                  <a:lnTo>
                    <a:pt x="599683" y="3060928"/>
                  </a:lnTo>
                  <a:lnTo>
                    <a:pt x="594643" y="3060928"/>
                  </a:lnTo>
                  <a:lnTo>
                    <a:pt x="589604" y="3060928"/>
                  </a:lnTo>
                  <a:lnTo>
                    <a:pt x="584565" y="3060928"/>
                  </a:lnTo>
                  <a:lnTo>
                    <a:pt x="579525" y="3060928"/>
                  </a:lnTo>
                  <a:lnTo>
                    <a:pt x="574486" y="3060928"/>
                  </a:lnTo>
                  <a:lnTo>
                    <a:pt x="569447" y="3060928"/>
                  </a:lnTo>
                  <a:lnTo>
                    <a:pt x="564407" y="3060928"/>
                  </a:lnTo>
                  <a:lnTo>
                    <a:pt x="559368" y="3060928"/>
                  </a:lnTo>
                  <a:lnTo>
                    <a:pt x="554329" y="3060928"/>
                  </a:lnTo>
                  <a:lnTo>
                    <a:pt x="549289" y="3060928"/>
                  </a:lnTo>
                  <a:lnTo>
                    <a:pt x="544250" y="3060928"/>
                  </a:lnTo>
                  <a:lnTo>
                    <a:pt x="539211" y="3060928"/>
                  </a:lnTo>
                  <a:lnTo>
                    <a:pt x="534171" y="3060928"/>
                  </a:lnTo>
                  <a:lnTo>
                    <a:pt x="529132" y="3060928"/>
                  </a:lnTo>
                  <a:lnTo>
                    <a:pt x="524093" y="3060928"/>
                  </a:lnTo>
                  <a:lnTo>
                    <a:pt x="519053" y="3060928"/>
                  </a:lnTo>
                  <a:lnTo>
                    <a:pt x="514014" y="3060928"/>
                  </a:lnTo>
                  <a:lnTo>
                    <a:pt x="508974" y="3060928"/>
                  </a:lnTo>
                  <a:lnTo>
                    <a:pt x="503935" y="3060928"/>
                  </a:lnTo>
                  <a:lnTo>
                    <a:pt x="498896" y="3060928"/>
                  </a:lnTo>
                  <a:lnTo>
                    <a:pt x="493856" y="3060928"/>
                  </a:lnTo>
                  <a:lnTo>
                    <a:pt x="488817" y="3060928"/>
                  </a:lnTo>
                  <a:lnTo>
                    <a:pt x="483778" y="3060928"/>
                  </a:lnTo>
                  <a:lnTo>
                    <a:pt x="478738" y="3060928"/>
                  </a:lnTo>
                  <a:lnTo>
                    <a:pt x="473699" y="3060928"/>
                  </a:lnTo>
                  <a:lnTo>
                    <a:pt x="468660" y="3060928"/>
                  </a:lnTo>
                  <a:lnTo>
                    <a:pt x="463620" y="3060928"/>
                  </a:lnTo>
                  <a:lnTo>
                    <a:pt x="458581" y="3060928"/>
                  </a:lnTo>
                  <a:lnTo>
                    <a:pt x="453542" y="3060928"/>
                  </a:lnTo>
                  <a:lnTo>
                    <a:pt x="448502" y="3060928"/>
                  </a:lnTo>
                  <a:lnTo>
                    <a:pt x="443463" y="3060928"/>
                  </a:lnTo>
                  <a:lnTo>
                    <a:pt x="438423" y="3060928"/>
                  </a:lnTo>
                  <a:lnTo>
                    <a:pt x="433384" y="3060928"/>
                  </a:lnTo>
                  <a:lnTo>
                    <a:pt x="428345" y="3060928"/>
                  </a:lnTo>
                  <a:lnTo>
                    <a:pt x="423305" y="3060928"/>
                  </a:lnTo>
                  <a:lnTo>
                    <a:pt x="418266" y="3060928"/>
                  </a:lnTo>
                  <a:lnTo>
                    <a:pt x="413227" y="3060928"/>
                  </a:lnTo>
                  <a:lnTo>
                    <a:pt x="408187" y="3060928"/>
                  </a:lnTo>
                  <a:lnTo>
                    <a:pt x="403148" y="3060928"/>
                  </a:lnTo>
                  <a:lnTo>
                    <a:pt x="398109" y="3060928"/>
                  </a:lnTo>
                  <a:lnTo>
                    <a:pt x="393069" y="3060928"/>
                  </a:lnTo>
                  <a:lnTo>
                    <a:pt x="388030" y="3060928"/>
                  </a:lnTo>
                  <a:lnTo>
                    <a:pt x="382991" y="3060928"/>
                  </a:lnTo>
                  <a:lnTo>
                    <a:pt x="377951" y="3060928"/>
                  </a:lnTo>
                  <a:lnTo>
                    <a:pt x="372912" y="3060928"/>
                  </a:lnTo>
                  <a:lnTo>
                    <a:pt x="367872" y="3060928"/>
                  </a:lnTo>
                  <a:lnTo>
                    <a:pt x="362833" y="3060928"/>
                  </a:lnTo>
                  <a:lnTo>
                    <a:pt x="357794" y="3060928"/>
                  </a:lnTo>
                  <a:lnTo>
                    <a:pt x="352754" y="3060928"/>
                  </a:lnTo>
                  <a:lnTo>
                    <a:pt x="347715" y="3060928"/>
                  </a:lnTo>
                  <a:lnTo>
                    <a:pt x="342676" y="3060928"/>
                  </a:lnTo>
                  <a:lnTo>
                    <a:pt x="337636" y="3060928"/>
                  </a:lnTo>
                  <a:lnTo>
                    <a:pt x="332597" y="3060928"/>
                  </a:lnTo>
                  <a:lnTo>
                    <a:pt x="327558" y="3060928"/>
                  </a:lnTo>
                  <a:lnTo>
                    <a:pt x="322518" y="3060928"/>
                  </a:lnTo>
                  <a:lnTo>
                    <a:pt x="317479" y="3060928"/>
                  </a:lnTo>
                  <a:lnTo>
                    <a:pt x="312440" y="3060928"/>
                  </a:lnTo>
                  <a:lnTo>
                    <a:pt x="307400" y="3060928"/>
                  </a:lnTo>
                  <a:lnTo>
                    <a:pt x="302361" y="3060928"/>
                  </a:lnTo>
                  <a:lnTo>
                    <a:pt x="297321" y="3060928"/>
                  </a:lnTo>
                  <a:lnTo>
                    <a:pt x="292282" y="3060928"/>
                  </a:lnTo>
                  <a:lnTo>
                    <a:pt x="287243" y="3060928"/>
                  </a:lnTo>
                  <a:lnTo>
                    <a:pt x="282203" y="3060928"/>
                  </a:lnTo>
                  <a:lnTo>
                    <a:pt x="277164" y="3060928"/>
                  </a:lnTo>
                  <a:lnTo>
                    <a:pt x="272125" y="3060928"/>
                  </a:lnTo>
                  <a:lnTo>
                    <a:pt x="267085" y="3060928"/>
                  </a:lnTo>
                  <a:lnTo>
                    <a:pt x="262046" y="3060928"/>
                  </a:lnTo>
                  <a:lnTo>
                    <a:pt x="257007" y="3060928"/>
                  </a:lnTo>
                  <a:lnTo>
                    <a:pt x="251967" y="3060928"/>
                  </a:lnTo>
                  <a:lnTo>
                    <a:pt x="246928" y="3060928"/>
                  </a:lnTo>
                  <a:lnTo>
                    <a:pt x="241889" y="3060928"/>
                  </a:lnTo>
                  <a:lnTo>
                    <a:pt x="236849" y="3060928"/>
                  </a:lnTo>
                  <a:lnTo>
                    <a:pt x="231810" y="3060928"/>
                  </a:lnTo>
                  <a:lnTo>
                    <a:pt x="226771" y="3060928"/>
                  </a:lnTo>
                  <a:lnTo>
                    <a:pt x="221731" y="3060928"/>
                  </a:lnTo>
                  <a:lnTo>
                    <a:pt x="216692" y="3060928"/>
                  </a:lnTo>
                  <a:lnTo>
                    <a:pt x="211652" y="3060928"/>
                  </a:lnTo>
                  <a:lnTo>
                    <a:pt x="206613" y="3060928"/>
                  </a:lnTo>
                  <a:lnTo>
                    <a:pt x="201574" y="3060928"/>
                  </a:lnTo>
                  <a:lnTo>
                    <a:pt x="196534" y="3060928"/>
                  </a:lnTo>
                  <a:lnTo>
                    <a:pt x="191495" y="3060928"/>
                  </a:lnTo>
                  <a:lnTo>
                    <a:pt x="186456" y="3060928"/>
                  </a:lnTo>
                  <a:lnTo>
                    <a:pt x="181416" y="3060928"/>
                  </a:lnTo>
                  <a:lnTo>
                    <a:pt x="176377" y="3060928"/>
                  </a:lnTo>
                  <a:lnTo>
                    <a:pt x="171338" y="3060928"/>
                  </a:lnTo>
                  <a:lnTo>
                    <a:pt x="166298" y="3060928"/>
                  </a:lnTo>
                  <a:lnTo>
                    <a:pt x="161259" y="3060928"/>
                  </a:lnTo>
                  <a:lnTo>
                    <a:pt x="156220" y="3060928"/>
                  </a:lnTo>
                  <a:lnTo>
                    <a:pt x="151180" y="3060928"/>
                  </a:lnTo>
                  <a:lnTo>
                    <a:pt x="146141" y="3060928"/>
                  </a:lnTo>
                  <a:lnTo>
                    <a:pt x="141101" y="3060928"/>
                  </a:lnTo>
                  <a:lnTo>
                    <a:pt x="136062" y="3060928"/>
                  </a:lnTo>
                  <a:lnTo>
                    <a:pt x="131023" y="3060928"/>
                  </a:lnTo>
                  <a:lnTo>
                    <a:pt x="125983" y="3060928"/>
                  </a:lnTo>
                  <a:lnTo>
                    <a:pt x="120944" y="3060928"/>
                  </a:lnTo>
                  <a:lnTo>
                    <a:pt x="115905" y="3060928"/>
                  </a:lnTo>
                  <a:lnTo>
                    <a:pt x="110865" y="3060928"/>
                  </a:lnTo>
                  <a:lnTo>
                    <a:pt x="105826" y="3060928"/>
                  </a:lnTo>
                  <a:lnTo>
                    <a:pt x="100787" y="3060928"/>
                  </a:lnTo>
                  <a:lnTo>
                    <a:pt x="95747" y="3060928"/>
                  </a:lnTo>
                  <a:lnTo>
                    <a:pt x="90708" y="3060928"/>
                  </a:lnTo>
                  <a:lnTo>
                    <a:pt x="85669" y="3060928"/>
                  </a:lnTo>
                  <a:lnTo>
                    <a:pt x="80629" y="3060928"/>
                  </a:lnTo>
                  <a:lnTo>
                    <a:pt x="75590" y="3060928"/>
                  </a:lnTo>
                  <a:lnTo>
                    <a:pt x="70550" y="3060928"/>
                  </a:lnTo>
                  <a:lnTo>
                    <a:pt x="65511" y="3060928"/>
                  </a:lnTo>
                  <a:lnTo>
                    <a:pt x="60472" y="3060928"/>
                  </a:lnTo>
                  <a:lnTo>
                    <a:pt x="55432" y="3060928"/>
                  </a:lnTo>
                  <a:lnTo>
                    <a:pt x="50393" y="3060928"/>
                  </a:lnTo>
                  <a:lnTo>
                    <a:pt x="45354" y="3060928"/>
                  </a:lnTo>
                  <a:lnTo>
                    <a:pt x="40314" y="3060928"/>
                  </a:lnTo>
                  <a:lnTo>
                    <a:pt x="35275" y="3060928"/>
                  </a:lnTo>
                  <a:lnTo>
                    <a:pt x="30236" y="3060928"/>
                  </a:lnTo>
                  <a:lnTo>
                    <a:pt x="25196" y="3060928"/>
                  </a:lnTo>
                  <a:lnTo>
                    <a:pt x="20157" y="3060928"/>
                  </a:lnTo>
                  <a:lnTo>
                    <a:pt x="15118" y="3060928"/>
                  </a:lnTo>
                  <a:lnTo>
                    <a:pt x="10078" y="3060928"/>
                  </a:lnTo>
                  <a:lnTo>
                    <a:pt x="5039" y="3060928"/>
                  </a:lnTo>
                  <a:lnTo>
                    <a:pt x="0" y="306092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575626" y="1945749"/>
              <a:ext cx="2575110" cy="3060928"/>
            </a:xfrm>
            <a:custGeom>
              <a:avLst/>
              <a:pathLst>
                <a:path w="2575110" h="3060928">
                  <a:moveTo>
                    <a:pt x="0" y="3043784"/>
                  </a:moveTo>
                  <a:lnTo>
                    <a:pt x="5039" y="3039830"/>
                  </a:lnTo>
                  <a:lnTo>
                    <a:pt x="10078" y="3035195"/>
                  </a:lnTo>
                  <a:lnTo>
                    <a:pt x="15118" y="3029814"/>
                  </a:lnTo>
                  <a:lnTo>
                    <a:pt x="20157" y="3023614"/>
                  </a:lnTo>
                  <a:lnTo>
                    <a:pt x="25196" y="3016538"/>
                  </a:lnTo>
                  <a:lnTo>
                    <a:pt x="30236" y="3008673"/>
                  </a:lnTo>
                  <a:lnTo>
                    <a:pt x="35275" y="3000100"/>
                  </a:lnTo>
                  <a:lnTo>
                    <a:pt x="40314" y="2990962"/>
                  </a:lnTo>
                  <a:lnTo>
                    <a:pt x="45354" y="2981461"/>
                  </a:lnTo>
                  <a:lnTo>
                    <a:pt x="50393" y="2971859"/>
                  </a:lnTo>
                  <a:lnTo>
                    <a:pt x="55432" y="2962466"/>
                  </a:lnTo>
                  <a:lnTo>
                    <a:pt x="60472" y="2953627"/>
                  </a:lnTo>
                  <a:lnTo>
                    <a:pt x="65511" y="2945696"/>
                  </a:lnTo>
                  <a:lnTo>
                    <a:pt x="70550" y="2939019"/>
                  </a:lnTo>
                  <a:lnTo>
                    <a:pt x="75590" y="2933905"/>
                  </a:lnTo>
                  <a:lnTo>
                    <a:pt x="80629" y="2930662"/>
                  </a:lnTo>
                  <a:lnTo>
                    <a:pt x="85669" y="2929546"/>
                  </a:lnTo>
                  <a:lnTo>
                    <a:pt x="90708" y="2930469"/>
                  </a:lnTo>
                  <a:lnTo>
                    <a:pt x="95747" y="2933371"/>
                  </a:lnTo>
                  <a:lnTo>
                    <a:pt x="100787" y="2938100"/>
                  </a:lnTo>
                  <a:lnTo>
                    <a:pt x="105826" y="2944420"/>
                  </a:lnTo>
                  <a:lnTo>
                    <a:pt x="110865" y="2952029"/>
                  </a:lnTo>
                  <a:lnTo>
                    <a:pt x="115905" y="2960570"/>
                  </a:lnTo>
                  <a:lnTo>
                    <a:pt x="120944" y="2969654"/>
                  </a:lnTo>
                  <a:lnTo>
                    <a:pt x="125983" y="2978875"/>
                  </a:lnTo>
                  <a:lnTo>
                    <a:pt x="131023" y="2987833"/>
                  </a:lnTo>
                  <a:lnTo>
                    <a:pt x="136062" y="2996146"/>
                  </a:lnTo>
                  <a:lnTo>
                    <a:pt x="141101" y="3003440"/>
                  </a:lnTo>
                  <a:lnTo>
                    <a:pt x="146141" y="3009364"/>
                  </a:lnTo>
                  <a:lnTo>
                    <a:pt x="151180" y="3013830"/>
                  </a:lnTo>
                  <a:lnTo>
                    <a:pt x="156220" y="3016779"/>
                  </a:lnTo>
                  <a:lnTo>
                    <a:pt x="161259" y="3018264"/>
                  </a:lnTo>
                  <a:lnTo>
                    <a:pt x="166298" y="3018442"/>
                  </a:lnTo>
                  <a:lnTo>
                    <a:pt x="171338" y="3017569"/>
                  </a:lnTo>
                  <a:lnTo>
                    <a:pt x="176377" y="3015976"/>
                  </a:lnTo>
                  <a:lnTo>
                    <a:pt x="181416" y="3014042"/>
                  </a:lnTo>
                  <a:lnTo>
                    <a:pt x="186456" y="3012164"/>
                  </a:lnTo>
                  <a:lnTo>
                    <a:pt x="191495" y="3010715"/>
                  </a:lnTo>
                  <a:lnTo>
                    <a:pt x="196534" y="3010014"/>
                  </a:lnTo>
                  <a:lnTo>
                    <a:pt x="201574" y="3010324"/>
                  </a:lnTo>
                  <a:lnTo>
                    <a:pt x="206613" y="3011805"/>
                  </a:lnTo>
                  <a:lnTo>
                    <a:pt x="211652" y="3014353"/>
                  </a:lnTo>
                  <a:lnTo>
                    <a:pt x="216692" y="3017834"/>
                  </a:lnTo>
                  <a:lnTo>
                    <a:pt x="221731" y="3022036"/>
                  </a:lnTo>
                  <a:lnTo>
                    <a:pt x="226771" y="3026698"/>
                  </a:lnTo>
                  <a:lnTo>
                    <a:pt x="231810" y="3031544"/>
                  </a:lnTo>
                  <a:lnTo>
                    <a:pt x="236849" y="3036307"/>
                  </a:lnTo>
                  <a:lnTo>
                    <a:pt x="241889" y="3040752"/>
                  </a:lnTo>
                  <a:lnTo>
                    <a:pt x="246928" y="3044692"/>
                  </a:lnTo>
                  <a:lnTo>
                    <a:pt x="251967" y="3047992"/>
                  </a:lnTo>
                  <a:lnTo>
                    <a:pt x="257007" y="3050566"/>
                  </a:lnTo>
                  <a:lnTo>
                    <a:pt x="262046" y="3052347"/>
                  </a:lnTo>
                  <a:lnTo>
                    <a:pt x="267085" y="3053291"/>
                  </a:lnTo>
                  <a:lnTo>
                    <a:pt x="272125" y="3053443"/>
                  </a:lnTo>
                  <a:lnTo>
                    <a:pt x="277164" y="3052777"/>
                  </a:lnTo>
                  <a:lnTo>
                    <a:pt x="282203" y="3051229"/>
                  </a:lnTo>
                  <a:lnTo>
                    <a:pt x="287243" y="3048681"/>
                  </a:lnTo>
                  <a:lnTo>
                    <a:pt x="292282" y="3044930"/>
                  </a:lnTo>
                  <a:lnTo>
                    <a:pt x="297321" y="3039676"/>
                  </a:lnTo>
                  <a:lnTo>
                    <a:pt x="302361" y="3032499"/>
                  </a:lnTo>
                  <a:lnTo>
                    <a:pt x="307400" y="3022848"/>
                  </a:lnTo>
                  <a:lnTo>
                    <a:pt x="312440" y="3010036"/>
                  </a:lnTo>
                  <a:lnTo>
                    <a:pt x="317479" y="2993253"/>
                  </a:lnTo>
                  <a:lnTo>
                    <a:pt x="322518" y="2971392"/>
                  </a:lnTo>
                  <a:lnTo>
                    <a:pt x="327558" y="2943176"/>
                  </a:lnTo>
                  <a:lnTo>
                    <a:pt x="332597" y="2908043"/>
                  </a:lnTo>
                  <a:lnTo>
                    <a:pt x="337636" y="2865247"/>
                  </a:lnTo>
                  <a:lnTo>
                    <a:pt x="342676" y="2814266"/>
                  </a:lnTo>
                  <a:lnTo>
                    <a:pt x="347715" y="2754863"/>
                  </a:lnTo>
                  <a:lnTo>
                    <a:pt x="352754" y="2687131"/>
                  </a:lnTo>
                  <a:lnTo>
                    <a:pt x="357794" y="2611522"/>
                  </a:lnTo>
                  <a:lnTo>
                    <a:pt x="362833" y="2528870"/>
                  </a:lnTo>
                  <a:lnTo>
                    <a:pt x="367872" y="2440391"/>
                  </a:lnTo>
                  <a:lnTo>
                    <a:pt x="372912" y="2347697"/>
                  </a:lnTo>
                  <a:lnTo>
                    <a:pt x="377951" y="2252793"/>
                  </a:lnTo>
                  <a:lnTo>
                    <a:pt x="382991" y="2158191"/>
                  </a:lnTo>
                  <a:lnTo>
                    <a:pt x="388030" y="2067174"/>
                  </a:lnTo>
                  <a:lnTo>
                    <a:pt x="393069" y="1982687"/>
                  </a:lnTo>
                  <a:lnTo>
                    <a:pt x="398109" y="1907559"/>
                  </a:lnTo>
                  <a:lnTo>
                    <a:pt x="403148" y="1844119"/>
                  </a:lnTo>
                  <a:lnTo>
                    <a:pt x="408187" y="1793766"/>
                  </a:lnTo>
                  <a:lnTo>
                    <a:pt x="413227" y="1756544"/>
                  </a:lnTo>
                  <a:lnTo>
                    <a:pt x="418266" y="1730781"/>
                  </a:lnTo>
                  <a:lnTo>
                    <a:pt x="423305" y="1712892"/>
                  </a:lnTo>
                  <a:lnTo>
                    <a:pt x="428345" y="1697396"/>
                  </a:lnTo>
                  <a:lnTo>
                    <a:pt x="433384" y="1677218"/>
                  </a:lnTo>
                  <a:lnTo>
                    <a:pt x="438423" y="1644285"/>
                  </a:lnTo>
                  <a:lnTo>
                    <a:pt x="443463" y="1589369"/>
                  </a:lnTo>
                  <a:lnTo>
                    <a:pt x="448502" y="1503843"/>
                  </a:lnTo>
                  <a:lnTo>
                    <a:pt x="453542" y="1385281"/>
                  </a:lnTo>
                  <a:lnTo>
                    <a:pt x="458581" y="1233580"/>
                  </a:lnTo>
                  <a:lnTo>
                    <a:pt x="463620" y="1052865"/>
                  </a:lnTo>
                  <a:lnTo>
                    <a:pt x="468660" y="851528"/>
                  </a:lnTo>
                  <a:lnTo>
                    <a:pt x="473699" y="641740"/>
                  </a:lnTo>
                  <a:lnTo>
                    <a:pt x="478738" y="438435"/>
                  </a:lnTo>
                  <a:lnTo>
                    <a:pt x="483778" y="257886"/>
                  </a:lnTo>
                  <a:lnTo>
                    <a:pt x="488817" y="116015"/>
                  </a:lnTo>
                  <a:lnTo>
                    <a:pt x="493856" y="26658"/>
                  </a:lnTo>
                  <a:lnTo>
                    <a:pt x="498896" y="0"/>
                  </a:lnTo>
                  <a:lnTo>
                    <a:pt x="503935" y="43883"/>
                  </a:lnTo>
                  <a:lnTo>
                    <a:pt x="508974" y="158958"/>
                  </a:lnTo>
                  <a:lnTo>
                    <a:pt x="514014" y="333859"/>
                  </a:lnTo>
                  <a:lnTo>
                    <a:pt x="519053" y="557532"/>
                  </a:lnTo>
                  <a:lnTo>
                    <a:pt x="524093" y="816316"/>
                  </a:lnTo>
                  <a:lnTo>
                    <a:pt x="529132" y="1095430"/>
                  </a:lnTo>
                  <a:lnTo>
                    <a:pt x="534171" y="1380397"/>
                  </a:lnTo>
                  <a:lnTo>
                    <a:pt x="539211" y="1658233"/>
                  </a:lnTo>
                  <a:lnTo>
                    <a:pt x="544250" y="1918322"/>
                  </a:lnTo>
                  <a:lnTo>
                    <a:pt x="549289" y="2152907"/>
                  </a:lnTo>
                  <a:lnTo>
                    <a:pt x="554329" y="2357232"/>
                  </a:lnTo>
                  <a:lnTo>
                    <a:pt x="559368" y="2529351"/>
                  </a:lnTo>
                  <a:lnTo>
                    <a:pt x="564407" y="2668604"/>
                  </a:lnTo>
                  <a:lnTo>
                    <a:pt x="569447" y="2777117"/>
                  </a:lnTo>
                  <a:lnTo>
                    <a:pt x="574486" y="2860529"/>
                  </a:lnTo>
                  <a:lnTo>
                    <a:pt x="579525" y="2922894"/>
                  </a:lnTo>
                  <a:lnTo>
                    <a:pt x="584565" y="2968241"/>
                  </a:lnTo>
                  <a:lnTo>
                    <a:pt x="589604" y="3000298"/>
                  </a:lnTo>
                  <a:lnTo>
                    <a:pt x="594643" y="3022321"/>
                  </a:lnTo>
                  <a:lnTo>
                    <a:pt x="599683" y="3037014"/>
                  </a:lnTo>
                  <a:lnTo>
                    <a:pt x="604722" y="3046530"/>
                  </a:lnTo>
                  <a:lnTo>
                    <a:pt x="609762" y="3052508"/>
                  </a:lnTo>
                  <a:lnTo>
                    <a:pt x="614801" y="3056149"/>
                  </a:lnTo>
                  <a:lnTo>
                    <a:pt x="619840" y="3058296"/>
                  </a:lnTo>
                  <a:lnTo>
                    <a:pt x="624880" y="3059503"/>
                  </a:lnTo>
                  <a:lnTo>
                    <a:pt x="629919" y="3060162"/>
                  </a:lnTo>
                  <a:lnTo>
                    <a:pt x="634958" y="3060528"/>
                  </a:lnTo>
                  <a:lnTo>
                    <a:pt x="639998" y="3060725"/>
                  </a:lnTo>
                  <a:lnTo>
                    <a:pt x="645037" y="3060828"/>
                  </a:lnTo>
                  <a:lnTo>
                    <a:pt x="650076" y="3060880"/>
                  </a:lnTo>
                  <a:lnTo>
                    <a:pt x="655116" y="3060906"/>
                  </a:lnTo>
                  <a:lnTo>
                    <a:pt x="660155" y="3060918"/>
                  </a:lnTo>
                  <a:lnTo>
                    <a:pt x="665194" y="3060923"/>
                  </a:lnTo>
                  <a:lnTo>
                    <a:pt x="670234" y="3060926"/>
                  </a:lnTo>
                  <a:lnTo>
                    <a:pt x="675273" y="3060927"/>
                  </a:lnTo>
                  <a:lnTo>
                    <a:pt x="680313" y="3060927"/>
                  </a:lnTo>
                  <a:lnTo>
                    <a:pt x="685352" y="3060927"/>
                  </a:lnTo>
                  <a:lnTo>
                    <a:pt x="690391" y="3060927"/>
                  </a:lnTo>
                  <a:lnTo>
                    <a:pt x="695431" y="3060928"/>
                  </a:lnTo>
                  <a:lnTo>
                    <a:pt x="700470" y="3060928"/>
                  </a:lnTo>
                  <a:lnTo>
                    <a:pt x="705509" y="3060928"/>
                  </a:lnTo>
                  <a:lnTo>
                    <a:pt x="710549" y="3060928"/>
                  </a:lnTo>
                  <a:lnTo>
                    <a:pt x="715588" y="3060928"/>
                  </a:lnTo>
                  <a:lnTo>
                    <a:pt x="720627" y="3060928"/>
                  </a:lnTo>
                  <a:lnTo>
                    <a:pt x="725667" y="3060928"/>
                  </a:lnTo>
                  <a:lnTo>
                    <a:pt x="730706" y="3060928"/>
                  </a:lnTo>
                  <a:lnTo>
                    <a:pt x="735745" y="3060928"/>
                  </a:lnTo>
                  <a:lnTo>
                    <a:pt x="740785" y="3060928"/>
                  </a:lnTo>
                  <a:lnTo>
                    <a:pt x="745824" y="3060928"/>
                  </a:lnTo>
                  <a:lnTo>
                    <a:pt x="750864" y="3060928"/>
                  </a:lnTo>
                  <a:lnTo>
                    <a:pt x="755903" y="3060928"/>
                  </a:lnTo>
                  <a:lnTo>
                    <a:pt x="760942" y="3060928"/>
                  </a:lnTo>
                  <a:lnTo>
                    <a:pt x="765982" y="3060928"/>
                  </a:lnTo>
                  <a:lnTo>
                    <a:pt x="771021" y="3060928"/>
                  </a:lnTo>
                  <a:lnTo>
                    <a:pt x="776060" y="3060928"/>
                  </a:lnTo>
                  <a:lnTo>
                    <a:pt x="781100" y="3060928"/>
                  </a:lnTo>
                  <a:lnTo>
                    <a:pt x="786139" y="3060928"/>
                  </a:lnTo>
                  <a:lnTo>
                    <a:pt x="791178" y="3060928"/>
                  </a:lnTo>
                  <a:lnTo>
                    <a:pt x="796218" y="3060928"/>
                  </a:lnTo>
                  <a:lnTo>
                    <a:pt x="801257" y="3060928"/>
                  </a:lnTo>
                  <a:lnTo>
                    <a:pt x="806296" y="3060928"/>
                  </a:lnTo>
                  <a:lnTo>
                    <a:pt x="811336" y="3060928"/>
                  </a:lnTo>
                  <a:lnTo>
                    <a:pt x="816375" y="3060928"/>
                  </a:lnTo>
                  <a:lnTo>
                    <a:pt x="821415" y="3060928"/>
                  </a:lnTo>
                  <a:lnTo>
                    <a:pt x="826454" y="3060928"/>
                  </a:lnTo>
                  <a:lnTo>
                    <a:pt x="831493" y="3060928"/>
                  </a:lnTo>
                  <a:lnTo>
                    <a:pt x="836533" y="3060928"/>
                  </a:lnTo>
                  <a:lnTo>
                    <a:pt x="841572" y="3060928"/>
                  </a:lnTo>
                  <a:lnTo>
                    <a:pt x="846611" y="3060928"/>
                  </a:lnTo>
                  <a:lnTo>
                    <a:pt x="851651" y="3060928"/>
                  </a:lnTo>
                  <a:lnTo>
                    <a:pt x="856690" y="3060928"/>
                  </a:lnTo>
                  <a:lnTo>
                    <a:pt x="861729" y="3060928"/>
                  </a:lnTo>
                  <a:lnTo>
                    <a:pt x="866769" y="3060928"/>
                  </a:lnTo>
                  <a:lnTo>
                    <a:pt x="871808" y="3060928"/>
                  </a:lnTo>
                  <a:lnTo>
                    <a:pt x="876847" y="3060928"/>
                  </a:lnTo>
                  <a:lnTo>
                    <a:pt x="881887" y="3060928"/>
                  </a:lnTo>
                  <a:lnTo>
                    <a:pt x="886926" y="3060928"/>
                  </a:lnTo>
                  <a:lnTo>
                    <a:pt x="891965" y="3060928"/>
                  </a:lnTo>
                  <a:lnTo>
                    <a:pt x="897005" y="3060928"/>
                  </a:lnTo>
                  <a:lnTo>
                    <a:pt x="902044" y="3060928"/>
                  </a:lnTo>
                  <a:lnTo>
                    <a:pt x="907084" y="3060928"/>
                  </a:lnTo>
                  <a:lnTo>
                    <a:pt x="912123" y="3060928"/>
                  </a:lnTo>
                  <a:lnTo>
                    <a:pt x="917162" y="3060928"/>
                  </a:lnTo>
                  <a:lnTo>
                    <a:pt x="922202" y="3060928"/>
                  </a:lnTo>
                  <a:lnTo>
                    <a:pt x="927241" y="3060928"/>
                  </a:lnTo>
                  <a:lnTo>
                    <a:pt x="932280" y="3060928"/>
                  </a:lnTo>
                  <a:lnTo>
                    <a:pt x="937320" y="3060928"/>
                  </a:lnTo>
                  <a:lnTo>
                    <a:pt x="942359" y="3060928"/>
                  </a:lnTo>
                  <a:lnTo>
                    <a:pt x="947398" y="3060928"/>
                  </a:lnTo>
                  <a:lnTo>
                    <a:pt x="952438" y="3060928"/>
                  </a:lnTo>
                  <a:lnTo>
                    <a:pt x="957477" y="3060928"/>
                  </a:lnTo>
                  <a:lnTo>
                    <a:pt x="962516" y="3060928"/>
                  </a:lnTo>
                  <a:lnTo>
                    <a:pt x="967556" y="3060928"/>
                  </a:lnTo>
                  <a:lnTo>
                    <a:pt x="972595" y="3060928"/>
                  </a:lnTo>
                  <a:lnTo>
                    <a:pt x="977635" y="3060928"/>
                  </a:lnTo>
                  <a:lnTo>
                    <a:pt x="982674" y="3060928"/>
                  </a:lnTo>
                  <a:lnTo>
                    <a:pt x="987713" y="3060928"/>
                  </a:lnTo>
                  <a:lnTo>
                    <a:pt x="992753" y="3060928"/>
                  </a:lnTo>
                  <a:lnTo>
                    <a:pt x="997792" y="3060928"/>
                  </a:lnTo>
                  <a:lnTo>
                    <a:pt x="1002831" y="3060928"/>
                  </a:lnTo>
                  <a:lnTo>
                    <a:pt x="1007871" y="3060928"/>
                  </a:lnTo>
                  <a:lnTo>
                    <a:pt x="1012910" y="3060928"/>
                  </a:lnTo>
                  <a:lnTo>
                    <a:pt x="1017949" y="3060928"/>
                  </a:lnTo>
                  <a:lnTo>
                    <a:pt x="1022989" y="3060928"/>
                  </a:lnTo>
                  <a:lnTo>
                    <a:pt x="1028028" y="3060928"/>
                  </a:lnTo>
                  <a:lnTo>
                    <a:pt x="1033067" y="3060928"/>
                  </a:lnTo>
                  <a:lnTo>
                    <a:pt x="1038107" y="3060928"/>
                  </a:lnTo>
                  <a:lnTo>
                    <a:pt x="1043146" y="3060928"/>
                  </a:lnTo>
                  <a:lnTo>
                    <a:pt x="1048186" y="3060928"/>
                  </a:lnTo>
                  <a:lnTo>
                    <a:pt x="1053225" y="3060928"/>
                  </a:lnTo>
                  <a:lnTo>
                    <a:pt x="1058264" y="3060928"/>
                  </a:lnTo>
                  <a:lnTo>
                    <a:pt x="1063304" y="3060928"/>
                  </a:lnTo>
                  <a:lnTo>
                    <a:pt x="1068343" y="3060928"/>
                  </a:lnTo>
                  <a:lnTo>
                    <a:pt x="1073382" y="3060928"/>
                  </a:lnTo>
                  <a:lnTo>
                    <a:pt x="1078422" y="3060928"/>
                  </a:lnTo>
                  <a:lnTo>
                    <a:pt x="1083461" y="3060928"/>
                  </a:lnTo>
                  <a:lnTo>
                    <a:pt x="1088500" y="3060928"/>
                  </a:lnTo>
                  <a:lnTo>
                    <a:pt x="1093540" y="3060928"/>
                  </a:lnTo>
                  <a:lnTo>
                    <a:pt x="1098579" y="3060928"/>
                  </a:lnTo>
                  <a:lnTo>
                    <a:pt x="1103618" y="3060928"/>
                  </a:lnTo>
                  <a:lnTo>
                    <a:pt x="1108658" y="3060928"/>
                  </a:lnTo>
                  <a:lnTo>
                    <a:pt x="1113697" y="3060928"/>
                  </a:lnTo>
                  <a:lnTo>
                    <a:pt x="1118736" y="3060928"/>
                  </a:lnTo>
                  <a:lnTo>
                    <a:pt x="1123776" y="3060928"/>
                  </a:lnTo>
                  <a:lnTo>
                    <a:pt x="1128815" y="3060928"/>
                  </a:lnTo>
                  <a:lnTo>
                    <a:pt x="1133855" y="3060928"/>
                  </a:lnTo>
                  <a:lnTo>
                    <a:pt x="1138894" y="3060928"/>
                  </a:lnTo>
                  <a:lnTo>
                    <a:pt x="1143933" y="3060928"/>
                  </a:lnTo>
                  <a:lnTo>
                    <a:pt x="1148973" y="3060928"/>
                  </a:lnTo>
                  <a:lnTo>
                    <a:pt x="1154012" y="3060928"/>
                  </a:lnTo>
                  <a:lnTo>
                    <a:pt x="1159051" y="3060928"/>
                  </a:lnTo>
                  <a:lnTo>
                    <a:pt x="1164091" y="3060928"/>
                  </a:lnTo>
                  <a:lnTo>
                    <a:pt x="1169130" y="3060928"/>
                  </a:lnTo>
                  <a:lnTo>
                    <a:pt x="1174169" y="3060928"/>
                  </a:lnTo>
                  <a:lnTo>
                    <a:pt x="1179209" y="3060928"/>
                  </a:lnTo>
                  <a:lnTo>
                    <a:pt x="1184248" y="3060928"/>
                  </a:lnTo>
                  <a:lnTo>
                    <a:pt x="1189287" y="3060928"/>
                  </a:lnTo>
                  <a:lnTo>
                    <a:pt x="1194327" y="3060928"/>
                  </a:lnTo>
                  <a:lnTo>
                    <a:pt x="1199366" y="3060928"/>
                  </a:lnTo>
                  <a:lnTo>
                    <a:pt x="1204406" y="3060928"/>
                  </a:lnTo>
                  <a:lnTo>
                    <a:pt x="1209445" y="3060928"/>
                  </a:lnTo>
                  <a:lnTo>
                    <a:pt x="1214484" y="3060928"/>
                  </a:lnTo>
                  <a:lnTo>
                    <a:pt x="1219524" y="3060928"/>
                  </a:lnTo>
                  <a:lnTo>
                    <a:pt x="1224563" y="3060928"/>
                  </a:lnTo>
                  <a:lnTo>
                    <a:pt x="1229602" y="3060928"/>
                  </a:lnTo>
                  <a:lnTo>
                    <a:pt x="1234642" y="3060928"/>
                  </a:lnTo>
                  <a:lnTo>
                    <a:pt x="1239681" y="3060928"/>
                  </a:lnTo>
                  <a:lnTo>
                    <a:pt x="1244720" y="3060928"/>
                  </a:lnTo>
                  <a:lnTo>
                    <a:pt x="1249760" y="3060928"/>
                  </a:lnTo>
                  <a:lnTo>
                    <a:pt x="1254799" y="3060928"/>
                  </a:lnTo>
                  <a:lnTo>
                    <a:pt x="1259838" y="3060928"/>
                  </a:lnTo>
                  <a:lnTo>
                    <a:pt x="1264878" y="3060928"/>
                  </a:lnTo>
                  <a:lnTo>
                    <a:pt x="1269917" y="3060928"/>
                  </a:lnTo>
                  <a:lnTo>
                    <a:pt x="1274957" y="3060928"/>
                  </a:lnTo>
                  <a:lnTo>
                    <a:pt x="1279996" y="3060928"/>
                  </a:lnTo>
                  <a:lnTo>
                    <a:pt x="1285035" y="3060928"/>
                  </a:lnTo>
                  <a:lnTo>
                    <a:pt x="1290075" y="3060928"/>
                  </a:lnTo>
                  <a:lnTo>
                    <a:pt x="1295114" y="3060928"/>
                  </a:lnTo>
                  <a:lnTo>
                    <a:pt x="1300153" y="3060928"/>
                  </a:lnTo>
                  <a:lnTo>
                    <a:pt x="1305193" y="3060928"/>
                  </a:lnTo>
                  <a:lnTo>
                    <a:pt x="1310232" y="3060928"/>
                  </a:lnTo>
                  <a:lnTo>
                    <a:pt x="1315271" y="3060928"/>
                  </a:lnTo>
                  <a:lnTo>
                    <a:pt x="1320311" y="3060928"/>
                  </a:lnTo>
                  <a:lnTo>
                    <a:pt x="1325350" y="3060928"/>
                  </a:lnTo>
                  <a:lnTo>
                    <a:pt x="1330389" y="3060928"/>
                  </a:lnTo>
                  <a:lnTo>
                    <a:pt x="1335429" y="3060928"/>
                  </a:lnTo>
                  <a:lnTo>
                    <a:pt x="1340468" y="3060928"/>
                  </a:lnTo>
                  <a:lnTo>
                    <a:pt x="1345508" y="3060928"/>
                  </a:lnTo>
                  <a:lnTo>
                    <a:pt x="1350547" y="3060928"/>
                  </a:lnTo>
                  <a:lnTo>
                    <a:pt x="1355586" y="3060928"/>
                  </a:lnTo>
                  <a:lnTo>
                    <a:pt x="1360626" y="3060928"/>
                  </a:lnTo>
                  <a:lnTo>
                    <a:pt x="1365665" y="3060928"/>
                  </a:lnTo>
                  <a:lnTo>
                    <a:pt x="1370704" y="3060928"/>
                  </a:lnTo>
                  <a:lnTo>
                    <a:pt x="1375744" y="3060928"/>
                  </a:lnTo>
                  <a:lnTo>
                    <a:pt x="1380783" y="3060928"/>
                  </a:lnTo>
                  <a:lnTo>
                    <a:pt x="1385822" y="3060928"/>
                  </a:lnTo>
                  <a:lnTo>
                    <a:pt x="1390862" y="3060928"/>
                  </a:lnTo>
                  <a:lnTo>
                    <a:pt x="1395901" y="3060928"/>
                  </a:lnTo>
                  <a:lnTo>
                    <a:pt x="1400940" y="3060928"/>
                  </a:lnTo>
                  <a:lnTo>
                    <a:pt x="1405980" y="3060928"/>
                  </a:lnTo>
                  <a:lnTo>
                    <a:pt x="1411019" y="3060928"/>
                  </a:lnTo>
                  <a:lnTo>
                    <a:pt x="1416058" y="3060928"/>
                  </a:lnTo>
                  <a:lnTo>
                    <a:pt x="1421098" y="3060928"/>
                  </a:lnTo>
                  <a:lnTo>
                    <a:pt x="1426137" y="3060928"/>
                  </a:lnTo>
                  <a:lnTo>
                    <a:pt x="1431177" y="3060928"/>
                  </a:lnTo>
                  <a:lnTo>
                    <a:pt x="1436216" y="3060928"/>
                  </a:lnTo>
                  <a:lnTo>
                    <a:pt x="1441255" y="3060928"/>
                  </a:lnTo>
                  <a:lnTo>
                    <a:pt x="1446295" y="3060928"/>
                  </a:lnTo>
                  <a:lnTo>
                    <a:pt x="1451334" y="3060928"/>
                  </a:lnTo>
                  <a:lnTo>
                    <a:pt x="1456373" y="3060928"/>
                  </a:lnTo>
                  <a:lnTo>
                    <a:pt x="1461413" y="3060928"/>
                  </a:lnTo>
                  <a:lnTo>
                    <a:pt x="1466452" y="3060928"/>
                  </a:lnTo>
                  <a:lnTo>
                    <a:pt x="1471491" y="3060928"/>
                  </a:lnTo>
                  <a:lnTo>
                    <a:pt x="1476531" y="3060928"/>
                  </a:lnTo>
                  <a:lnTo>
                    <a:pt x="1481570" y="3060928"/>
                  </a:lnTo>
                  <a:lnTo>
                    <a:pt x="1486609" y="3060928"/>
                  </a:lnTo>
                  <a:lnTo>
                    <a:pt x="1491649" y="3060928"/>
                  </a:lnTo>
                  <a:lnTo>
                    <a:pt x="1496688" y="3060928"/>
                  </a:lnTo>
                  <a:lnTo>
                    <a:pt x="1501728" y="3060928"/>
                  </a:lnTo>
                  <a:lnTo>
                    <a:pt x="1506767" y="3060928"/>
                  </a:lnTo>
                  <a:lnTo>
                    <a:pt x="1511806" y="3060928"/>
                  </a:lnTo>
                  <a:lnTo>
                    <a:pt x="1516846" y="3060928"/>
                  </a:lnTo>
                  <a:lnTo>
                    <a:pt x="1521885" y="3060928"/>
                  </a:lnTo>
                  <a:lnTo>
                    <a:pt x="1526924" y="3060928"/>
                  </a:lnTo>
                  <a:lnTo>
                    <a:pt x="1531964" y="3060928"/>
                  </a:lnTo>
                  <a:lnTo>
                    <a:pt x="1537003" y="3060928"/>
                  </a:lnTo>
                  <a:lnTo>
                    <a:pt x="1542042" y="3060928"/>
                  </a:lnTo>
                  <a:lnTo>
                    <a:pt x="1547082" y="3060928"/>
                  </a:lnTo>
                  <a:lnTo>
                    <a:pt x="1552121" y="3060928"/>
                  </a:lnTo>
                  <a:lnTo>
                    <a:pt x="1557160" y="3060928"/>
                  </a:lnTo>
                  <a:lnTo>
                    <a:pt x="1562200" y="3060928"/>
                  </a:lnTo>
                  <a:lnTo>
                    <a:pt x="1567239" y="3060928"/>
                  </a:lnTo>
                  <a:lnTo>
                    <a:pt x="1572279" y="3060928"/>
                  </a:lnTo>
                  <a:lnTo>
                    <a:pt x="1577318" y="3060928"/>
                  </a:lnTo>
                  <a:lnTo>
                    <a:pt x="1582357" y="3060928"/>
                  </a:lnTo>
                  <a:lnTo>
                    <a:pt x="1587397" y="3060928"/>
                  </a:lnTo>
                  <a:lnTo>
                    <a:pt x="1592436" y="3060928"/>
                  </a:lnTo>
                  <a:lnTo>
                    <a:pt x="1597475" y="3060928"/>
                  </a:lnTo>
                  <a:lnTo>
                    <a:pt x="1602515" y="3060928"/>
                  </a:lnTo>
                  <a:lnTo>
                    <a:pt x="1607554" y="3060928"/>
                  </a:lnTo>
                  <a:lnTo>
                    <a:pt x="1612593" y="3060928"/>
                  </a:lnTo>
                  <a:lnTo>
                    <a:pt x="1617633" y="3060928"/>
                  </a:lnTo>
                  <a:lnTo>
                    <a:pt x="1622672" y="3060928"/>
                  </a:lnTo>
                  <a:lnTo>
                    <a:pt x="1627711" y="3060928"/>
                  </a:lnTo>
                  <a:lnTo>
                    <a:pt x="1632751" y="3060928"/>
                  </a:lnTo>
                  <a:lnTo>
                    <a:pt x="1637790" y="3060928"/>
                  </a:lnTo>
                  <a:lnTo>
                    <a:pt x="1642830" y="3060928"/>
                  </a:lnTo>
                  <a:lnTo>
                    <a:pt x="1647869" y="3060928"/>
                  </a:lnTo>
                  <a:lnTo>
                    <a:pt x="1652908" y="3060928"/>
                  </a:lnTo>
                  <a:lnTo>
                    <a:pt x="1657948" y="3060928"/>
                  </a:lnTo>
                  <a:lnTo>
                    <a:pt x="1662987" y="3060928"/>
                  </a:lnTo>
                  <a:lnTo>
                    <a:pt x="1668026" y="3060928"/>
                  </a:lnTo>
                  <a:lnTo>
                    <a:pt x="1673066" y="3060928"/>
                  </a:lnTo>
                  <a:lnTo>
                    <a:pt x="1678105" y="3060928"/>
                  </a:lnTo>
                  <a:lnTo>
                    <a:pt x="1683144" y="3060928"/>
                  </a:lnTo>
                  <a:lnTo>
                    <a:pt x="1688184" y="3060928"/>
                  </a:lnTo>
                  <a:lnTo>
                    <a:pt x="1693223" y="3060928"/>
                  </a:lnTo>
                  <a:lnTo>
                    <a:pt x="1698262" y="3060928"/>
                  </a:lnTo>
                  <a:lnTo>
                    <a:pt x="1703302" y="3060928"/>
                  </a:lnTo>
                  <a:lnTo>
                    <a:pt x="1708341" y="3060928"/>
                  </a:lnTo>
                  <a:lnTo>
                    <a:pt x="1713380" y="3060928"/>
                  </a:lnTo>
                  <a:lnTo>
                    <a:pt x="1718420" y="3060928"/>
                  </a:lnTo>
                  <a:lnTo>
                    <a:pt x="1723459" y="3060928"/>
                  </a:lnTo>
                  <a:lnTo>
                    <a:pt x="1728499" y="3060928"/>
                  </a:lnTo>
                  <a:lnTo>
                    <a:pt x="1733538" y="3060928"/>
                  </a:lnTo>
                  <a:lnTo>
                    <a:pt x="1738577" y="3060928"/>
                  </a:lnTo>
                  <a:lnTo>
                    <a:pt x="1743617" y="3060928"/>
                  </a:lnTo>
                  <a:lnTo>
                    <a:pt x="1748656" y="3060928"/>
                  </a:lnTo>
                  <a:lnTo>
                    <a:pt x="1753695" y="3060928"/>
                  </a:lnTo>
                  <a:lnTo>
                    <a:pt x="1758735" y="3060928"/>
                  </a:lnTo>
                  <a:lnTo>
                    <a:pt x="1763774" y="3060928"/>
                  </a:lnTo>
                  <a:lnTo>
                    <a:pt x="1768813" y="3060928"/>
                  </a:lnTo>
                  <a:lnTo>
                    <a:pt x="1773853" y="3060928"/>
                  </a:lnTo>
                  <a:lnTo>
                    <a:pt x="1778892" y="3060928"/>
                  </a:lnTo>
                  <a:lnTo>
                    <a:pt x="1783931" y="3060928"/>
                  </a:lnTo>
                  <a:lnTo>
                    <a:pt x="1788971" y="3060928"/>
                  </a:lnTo>
                  <a:lnTo>
                    <a:pt x="1794010" y="3060928"/>
                  </a:lnTo>
                  <a:lnTo>
                    <a:pt x="1799050" y="3060928"/>
                  </a:lnTo>
                  <a:lnTo>
                    <a:pt x="1804089" y="3060928"/>
                  </a:lnTo>
                  <a:lnTo>
                    <a:pt x="1809128" y="3060928"/>
                  </a:lnTo>
                  <a:lnTo>
                    <a:pt x="1814168" y="3060928"/>
                  </a:lnTo>
                  <a:lnTo>
                    <a:pt x="1819207" y="3060928"/>
                  </a:lnTo>
                  <a:lnTo>
                    <a:pt x="1824246" y="3060928"/>
                  </a:lnTo>
                  <a:lnTo>
                    <a:pt x="1829286" y="3060928"/>
                  </a:lnTo>
                  <a:lnTo>
                    <a:pt x="1834325" y="3060928"/>
                  </a:lnTo>
                  <a:lnTo>
                    <a:pt x="1839364" y="3060928"/>
                  </a:lnTo>
                  <a:lnTo>
                    <a:pt x="1844404" y="3060928"/>
                  </a:lnTo>
                  <a:lnTo>
                    <a:pt x="1849443" y="3060928"/>
                  </a:lnTo>
                  <a:lnTo>
                    <a:pt x="1854482" y="3060928"/>
                  </a:lnTo>
                  <a:lnTo>
                    <a:pt x="1859522" y="3060928"/>
                  </a:lnTo>
                  <a:lnTo>
                    <a:pt x="1864561" y="3060928"/>
                  </a:lnTo>
                  <a:lnTo>
                    <a:pt x="1869601" y="3060928"/>
                  </a:lnTo>
                  <a:lnTo>
                    <a:pt x="1874640" y="3060928"/>
                  </a:lnTo>
                  <a:lnTo>
                    <a:pt x="1879679" y="3060928"/>
                  </a:lnTo>
                  <a:lnTo>
                    <a:pt x="1884719" y="3060928"/>
                  </a:lnTo>
                  <a:lnTo>
                    <a:pt x="1889758" y="3060928"/>
                  </a:lnTo>
                  <a:lnTo>
                    <a:pt x="1894797" y="3060928"/>
                  </a:lnTo>
                  <a:lnTo>
                    <a:pt x="1899837" y="3060928"/>
                  </a:lnTo>
                  <a:lnTo>
                    <a:pt x="1904876" y="3060928"/>
                  </a:lnTo>
                  <a:lnTo>
                    <a:pt x="1909915" y="3060928"/>
                  </a:lnTo>
                  <a:lnTo>
                    <a:pt x="1914955" y="3060928"/>
                  </a:lnTo>
                  <a:lnTo>
                    <a:pt x="1919994" y="3060928"/>
                  </a:lnTo>
                  <a:lnTo>
                    <a:pt x="1925033" y="3060928"/>
                  </a:lnTo>
                  <a:lnTo>
                    <a:pt x="1930073" y="3060928"/>
                  </a:lnTo>
                  <a:lnTo>
                    <a:pt x="1935112" y="3060928"/>
                  </a:lnTo>
                  <a:lnTo>
                    <a:pt x="1940151" y="3060928"/>
                  </a:lnTo>
                  <a:lnTo>
                    <a:pt x="1945191" y="3060928"/>
                  </a:lnTo>
                  <a:lnTo>
                    <a:pt x="1950230" y="3060928"/>
                  </a:lnTo>
                  <a:lnTo>
                    <a:pt x="1955270" y="3060928"/>
                  </a:lnTo>
                  <a:lnTo>
                    <a:pt x="1960309" y="3060928"/>
                  </a:lnTo>
                  <a:lnTo>
                    <a:pt x="1965348" y="3060928"/>
                  </a:lnTo>
                  <a:lnTo>
                    <a:pt x="1970388" y="3060928"/>
                  </a:lnTo>
                  <a:lnTo>
                    <a:pt x="1975427" y="3060928"/>
                  </a:lnTo>
                  <a:lnTo>
                    <a:pt x="1980466" y="3060928"/>
                  </a:lnTo>
                  <a:lnTo>
                    <a:pt x="1985506" y="3060928"/>
                  </a:lnTo>
                  <a:lnTo>
                    <a:pt x="1990545" y="3060928"/>
                  </a:lnTo>
                  <a:lnTo>
                    <a:pt x="1995584" y="3060928"/>
                  </a:lnTo>
                  <a:lnTo>
                    <a:pt x="2000624" y="3060928"/>
                  </a:lnTo>
                  <a:lnTo>
                    <a:pt x="2005663" y="3060928"/>
                  </a:lnTo>
                  <a:lnTo>
                    <a:pt x="2010702" y="3060928"/>
                  </a:lnTo>
                  <a:lnTo>
                    <a:pt x="2015742" y="3060928"/>
                  </a:lnTo>
                  <a:lnTo>
                    <a:pt x="2020781" y="3060928"/>
                  </a:lnTo>
                  <a:lnTo>
                    <a:pt x="2025821" y="3060928"/>
                  </a:lnTo>
                  <a:lnTo>
                    <a:pt x="2030860" y="3060928"/>
                  </a:lnTo>
                  <a:lnTo>
                    <a:pt x="2035899" y="3060928"/>
                  </a:lnTo>
                  <a:lnTo>
                    <a:pt x="2040939" y="3060928"/>
                  </a:lnTo>
                  <a:lnTo>
                    <a:pt x="2045978" y="3060928"/>
                  </a:lnTo>
                  <a:lnTo>
                    <a:pt x="2051017" y="3060928"/>
                  </a:lnTo>
                  <a:lnTo>
                    <a:pt x="2056057" y="3060928"/>
                  </a:lnTo>
                  <a:lnTo>
                    <a:pt x="2061096" y="3060928"/>
                  </a:lnTo>
                  <a:lnTo>
                    <a:pt x="2066135" y="3060928"/>
                  </a:lnTo>
                  <a:lnTo>
                    <a:pt x="2071175" y="3060928"/>
                  </a:lnTo>
                  <a:lnTo>
                    <a:pt x="2076214" y="3060928"/>
                  </a:lnTo>
                  <a:lnTo>
                    <a:pt x="2081253" y="3060928"/>
                  </a:lnTo>
                  <a:lnTo>
                    <a:pt x="2086293" y="3060928"/>
                  </a:lnTo>
                  <a:lnTo>
                    <a:pt x="2091332" y="3060928"/>
                  </a:lnTo>
                  <a:lnTo>
                    <a:pt x="2096372" y="3060928"/>
                  </a:lnTo>
                  <a:lnTo>
                    <a:pt x="2101411" y="3060928"/>
                  </a:lnTo>
                  <a:lnTo>
                    <a:pt x="2106450" y="3060928"/>
                  </a:lnTo>
                  <a:lnTo>
                    <a:pt x="2111490" y="3060928"/>
                  </a:lnTo>
                  <a:lnTo>
                    <a:pt x="2116529" y="3060928"/>
                  </a:lnTo>
                  <a:lnTo>
                    <a:pt x="2121568" y="3060928"/>
                  </a:lnTo>
                  <a:lnTo>
                    <a:pt x="2126608" y="3060928"/>
                  </a:lnTo>
                  <a:lnTo>
                    <a:pt x="2131647" y="3060928"/>
                  </a:lnTo>
                  <a:lnTo>
                    <a:pt x="2136686" y="3060928"/>
                  </a:lnTo>
                  <a:lnTo>
                    <a:pt x="2141726" y="3060928"/>
                  </a:lnTo>
                  <a:lnTo>
                    <a:pt x="2146765" y="3060928"/>
                  </a:lnTo>
                  <a:lnTo>
                    <a:pt x="2151804" y="3060928"/>
                  </a:lnTo>
                  <a:lnTo>
                    <a:pt x="2156844" y="3060928"/>
                  </a:lnTo>
                  <a:lnTo>
                    <a:pt x="2161883" y="3060928"/>
                  </a:lnTo>
                  <a:lnTo>
                    <a:pt x="2166923" y="3060928"/>
                  </a:lnTo>
                  <a:lnTo>
                    <a:pt x="2171962" y="3060928"/>
                  </a:lnTo>
                  <a:lnTo>
                    <a:pt x="2177001" y="3060928"/>
                  </a:lnTo>
                  <a:lnTo>
                    <a:pt x="2182041" y="3060928"/>
                  </a:lnTo>
                  <a:lnTo>
                    <a:pt x="2187080" y="3060928"/>
                  </a:lnTo>
                  <a:lnTo>
                    <a:pt x="2192119" y="3060928"/>
                  </a:lnTo>
                  <a:lnTo>
                    <a:pt x="2197159" y="3060928"/>
                  </a:lnTo>
                  <a:lnTo>
                    <a:pt x="2202198" y="3060928"/>
                  </a:lnTo>
                  <a:lnTo>
                    <a:pt x="2207237" y="3060928"/>
                  </a:lnTo>
                  <a:lnTo>
                    <a:pt x="2212277" y="3060928"/>
                  </a:lnTo>
                  <a:lnTo>
                    <a:pt x="2217316" y="3060928"/>
                  </a:lnTo>
                  <a:lnTo>
                    <a:pt x="2222355" y="3060928"/>
                  </a:lnTo>
                  <a:lnTo>
                    <a:pt x="2227395" y="3060928"/>
                  </a:lnTo>
                  <a:lnTo>
                    <a:pt x="2232434" y="3060928"/>
                  </a:lnTo>
                  <a:lnTo>
                    <a:pt x="2237473" y="3060928"/>
                  </a:lnTo>
                  <a:lnTo>
                    <a:pt x="2242513" y="3060928"/>
                  </a:lnTo>
                  <a:lnTo>
                    <a:pt x="2247552" y="3060928"/>
                  </a:lnTo>
                  <a:lnTo>
                    <a:pt x="2252592" y="3060928"/>
                  </a:lnTo>
                  <a:lnTo>
                    <a:pt x="2257631" y="3060928"/>
                  </a:lnTo>
                  <a:lnTo>
                    <a:pt x="2262670" y="3060928"/>
                  </a:lnTo>
                  <a:lnTo>
                    <a:pt x="2267710" y="3060928"/>
                  </a:lnTo>
                  <a:lnTo>
                    <a:pt x="2272749" y="3060928"/>
                  </a:lnTo>
                  <a:lnTo>
                    <a:pt x="2277788" y="3060928"/>
                  </a:lnTo>
                  <a:lnTo>
                    <a:pt x="2282828" y="3060928"/>
                  </a:lnTo>
                  <a:lnTo>
                    <a:pt x="2287867" y="3060928"/>
                  </a:lnTo>
                  <a:lnTo>
                    <a:pt x="2292906" y="3060928"/>
                  </a:lnTo>
                  <a:lnTo>
                    <a:pt x="2297946" y="3060928"/>
                  </a:lnTo>
                  <a:lnTo>
                    <a:pt x="2302985" y="3060928"/>
                  </a:lnTo>
                  <a:lnTo>
                    <a:pt x="2308024" y="3060928"/>
                  </a:lnTo>
                  <a:lnTo>
                    <a:pt x="2313064" y="3060928"/>
                  </a:lnTo>
                  <a:lnTo>
                    <a:pt x="2318103" y="3060928"/>
                  </a:lnTo>
                  <a:lnTo>
                    <a:pt x="2323143" y="3060928"/>
                  </a:lnTo>
                  <a:lnTo>
                    <a:pt x="2328182" y="3060928"/>
                  </a:lnTo>
                  <a:lnTo>
                    <a:pt x="2333221" y="3060928"/>
                  </a:lnTo>
                  <a:lnTo>
                    <a:pt x="2338261" y="3060928"/>
                  </a:lnTo>
                  <a:lnTo>
                    <a:pt x="2343300" y="3060928"/>
                  </a:lnTo>
                  <a:lnTo>
                    <a:pt x="2348339" y="3060928"/>
                  </a:lnTo>
                  <a:lnTo>
                    <a:pt x="2353379" y="3060928"/>
                  </a:lnTo>
                  <a:lnTo>
                    <a:pt x="2358418" y="3060928"/>
                  </a:lnTo>
                  <a:lnTo>
                    <a:pt x="2363457" y="3060928"/>
                  </a:lnTo>
                  <a:lnTo>
                    <a:pt x="2368497" y="3060928"/>
                  </a:lnTo>
                  <a:lnTo>
                    <a:pt x="2373536" y="3060928"/>
                  </a:lnTo>
                  <a:lnTo>
                    <a:pt x="2378575" y="3060928"/>
                  </a:lnTo>
                  <a:lnTo>
                    <a:pt x="2383615" y="3060928"/>
                  </a:lnTo>
                  <a:lnTo>
                    <a:pt x="2388654" y="3060928"/>
                  </a:lnTo>
                  <a:lnTo>
                    <a:pt x="2393694" y="3060928"/>
                  </a:lnTo>
                  <a:lnTo>
                    <a:pt x="2398733" y="3060928"/>
                  </a:lnTo>
                  <a:lnTo>
                    <a:pt x="2403772" y="3060928"/>
                  </a:lnTo>
                  <a:lnTo>
                    <a:pt x="2408812" y="3060928"/>
                  </a:lnTo>
                  <a:lnTo>
                    <a:pt x="2413851" y="3060928"/>
                  </a:lnTo>
                  <a:lnTo>
                    <a:pt x="2418890" y="3060928"/>
                  </a:lnTo>
                  <a:lnTo>
                    <a:pt x="2423930" y="3060928"/>
                  </a:lnTo>
                  <a:lnTo>
                    <a:pt x="2428969" y="3060928"/>
                  </a:lnTo>
                  <a:lnTo>
                    <a:pt x="2434008" y="3060928"/>
                  </a:lnTo>
                  <a:lnTo>
                    <a:pt x="2439048" y="3060928"/>
                  </a:lnTo>
                  <a:lnTo>
                    <a:pt x="2444087" y="3060928"/>
                  </a:lnTo>
                  <a:lnTo>
                    <a:pt x="2449126" y="3060928"/>
                  </a:lnTo>
                  <a:lnTo>
                    <a:pt x="2454166" y="3060928"/>
                  </a:lnTo>
                  <a:lnTo>
                    <a:pt x="2459205" y="3060928"/>
                  </a:lnTo>
                  <a:lnTo>
                    <a:pt x="2464245" y="3060928"/>
                  </a:lnTo>
                  <a:lnTo>
                    <a:pt x="2469284" y="3060928"/>
                  </a:lnTo>
                  <a:lnTo>
                    <a:pt x="2474323" y="3060928"/>
                  </a:lnTo>
                  <a:lnTo>
                    <a:pt x="2479363" y="3060928"/>
                  </a:lnTo>
                  <a:lnTo>
                    <a:pt x="2484402" y="3060928"/>
                  </a:lnTo>
                  <a:lnTo>
                    <a:pt x="2489441" y="3060928"/>
                  </a:lnTo>
                  <a:lnTo>
                    <a:pt x="2494481" y="3060928"/>
                  </a:lnTo>
                  <a:lnTo>
                    <a:pt x="2499520" y="3060928"/>
                  </a:lnTo>
                  <a:lnTo>
                    <a:pt x="2504559" y="3060928"/>
                  </a:lnTo>
                  <a:lnTo>
                    <a:pt x="2509599" y="3060928"/>
                  </a:lnTo>
                  <a:lnTo>
                    <a:pt x="2514638" y="3060928"/>
                  </a:lnTo>
                  <a:lnTo>
                    <a:pt x="2519677" y="3060928"/>
                  </a:lnTo>
                  <a:lnTo>
                    <a:pt x="2524717" y="3060928"/>
                  </a:lnTo>
                  <a:lnTo>
                    <a:pt x="2529756" y="3060928"/>
                  </a:lnTo>
                  <a:lnTo>
                    <a:pt x="2534795" y="3060928"/>
                  </a:lnTo>
                  <a:lnTo>
                    <a:pt x="2539835" y="3060928"/>
                  </a:lnTo>
                  <a:lnTo>
                    <a:pt x="2544874" y="3060928"/>
                  </a:lnTo>
                  <a:lnTo>
                    <a:pt x="2549914" y="3060928"/>
                  </a:lnTo>
                  <a:lnTo>
                    <a:pt x="2554953" y="3060928"/>
                  </a:lnTo>
                  <a:lnTo>
                    <a:pt x="2559992" y="3060928"/>
                  </a:lnTo>
                  <a:lnTo>
                    <a:pt x="2565032" y="3060928"/>
                  </a:lnTo>
                  <a:lnTo>
                    <a:pt x="2570071" y="3060928"/>
                  </a:lnTo>
                  <a:lnTo>
                    <a:pt x="2575110" y="3060928"/>
                  </a:lnTo>
                </a:path>
              </a:pathLst>
            </a:custGeom>
            <a:ln w="27101" cap="flat">
              <a:solidFill>
                <a:srgbClr val="003B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g8"/>
            <p:cNvSpPr/>
            <p:nvPr/>
          </p:nvSpPr>
          <p:spPr>
            <a:xfrm>
              <a:off x="2575626" y="2986370"/>
              <a:ext cx="2575110" cy="2020306"/>
            </a:xfrm>
            <a:custGeom>
              <a:avLst/>
              <a:pathLst>
                <a:path w="2575110" h="2020306">
                  <a:moveTo>
                    <a:pt x="0" y="2018438"/>
                  </a:moveTo>
                  <a:lnTo>
                    <a:pt x="5039" y="2017820"/>
                  </a:lnTo>
                  <a:lnTo>
                    <a:pt x="10078" y="2017053"/>
                  </a:lnTo>
                  <a:lnTo>
                    <a:pt x="15118" y="2016144"/>
                  </a:lnTo>
                  <a:lnTo>
                    <a:pt x="20157" y="2015098"/>
                  </a:lnTo>
                  <a:lnTo>
                    <a:pt x="25196" y="2013925"/>
                  </a:lnTo>
                  <a:lnTo>
                    <a:pt x="30236" y="2012646"/>
                  </a:lnTo>
                  <a:lnTo>
                    <a:pt x="35275" y="2011287"/>
                  </a:lnTo>
                  <a:lnTo>
                    <a:pt x="40314" y="2009882"/>
                  </a:lnTo>
                  <a:lnTo>
                    <a:pt x="45354" y="2008466"/>
                  </a:lnTo>
                  <a:lnTo>
                    <a:pt x="50393" y="2007072"/>
                  </a:lnTo>
                  <a:lnTo>
                    <a:pt x="55432" y="2005727"/>
                  </a:lnTo>
                  <a:lnTo>
                    <a:pt x="60472" y="2004453"/>
                  </a:lnTo>
                  <a:lnTo>
                    <a:pt x="65511" y="2003250"/>
                  </a:lnTo>
                  <a:lnTo>
                    <a:pt x="70550" y="2002096"/>
                  </a:lnTo>
                  <a:lnTo>
                    <a:pt x="75590" y="2000957"/>
                  </a:lnTo>
                  <a:lnTo>
                    <a:pt x="80629" y="1999788"/>
                  </a:lnTo>
                  <a:lnTo>
                    <a:pt x="85669" y="1998539"/>
                  </a:lnTo>
                  <a:lnTo>
                    <a:pt x="90708" y="1997156"/>
                  </a:lnTo>
                  <a:lnTo>
                    <a:pt x="95747" y="1995594"/>
                  </a:lnTo>
                  <a:lnTo>
                    <a:pt x="100787" y="1993818"/>
                  </a:lnTo>
                  <a:lnTo>
                    <a:pt x="105826" y="1991810"/>
                  </a:lnTo>
                  <a:lnTo>
                    <a:pt x="110865" y="1989572"/>
                  </a:lnTo>
                  <a:lnTo>
                    <a:pt x="115905" y="1987119"/>
                  </a:lnTo>
                  <a:lnTo>
                    <a:pt x="120944" y="1984535"/>
                  </a:lnTo>
                  <a:lnTo>
                    <a:pt x="125983" y="1981906"/>
                  </a:lnTo>
                  <a:lnTo>
                    <a:pt x="131023" y="1979328"/>
                  </a:lnTo>
                  <a:lnTo>
                    <a:pt x="136062" y="1976912"/>
                  </a:lnTo>
                  <a:lnTo>
                    <a:pt x="141101" y="1974769"/>
                  </a:lnTo>
                  <a:lnTo>
                    <a:pt x="146141" y="1973010"/>
                  </a:lnTo>
                  <a:lnTo>
                    <a:pt x="151180" y="1971733"/>
                  </a:lnTo>
                  <a:lnTo>
                    <a:pt x="156220" y="1971019"/>
                  </a:lnTo>
                  <a:lnTo>
                    <a:pt x="161259" y="1970929"/>
                  </a:lnTo>
                  <a:lnTo>
                    <a:pt x="166298" y="1971517"/>
                  </a:lnTo>
                  <a:lnTo>
                    <a:pt x="171338" y="1972801"/>
                  </a:lnTo>
                  <a:lnTo>
                    <a:pt x="176377" y="1974686"/>
                  </a:lnTo>
                  <a:lnTo>
                    <a:pt x="181416" y="1977097"/>
                  </a:lnTo>
                  <a:lnTo>
                    <a:pt x="186456" y="1979938"/>
                  </a:lnTo>
                  <a:lnTo>
                    <a:pt x="191495" y="1983100"/>
                  </a:lnTo>
                  <a:lnTo>
                    <a:pt x="196534" y="1986461"/>
                  </a:lnTo>
                  <a:lnTo>
                    <a:pt x="201574" y="1989904"/>
                  </a:lnTo>
                  <a:lnTo>
                    <a:pt x="206613" y="1993313"/>
                  </a:lnTo>
                  <a:lnTo>
                    <a:pt x="211652" y="1996587"/>
                  </a:lnTo>
                  <a:lnTo>
                    <a:pt x="216692" y="1999639"/>
                  </a:lnTo>
                  <a:lnTo>
                    <a:pt x="221731" y="2002371"/>
                  </a:lnTo>
                  <a:lnTo>
                    <a:pt x="226771" y="2004738"/>
                  </a:lnTo>
                  <a:lnTo>
                    <a:pt x="231810" y="2006716"/>
                  </a:lnTo>
                  <a:lnTo>
                    <a:pt x="236849" y="2008277"/>
                  </a:lnTo>
                  <a:lnTo>
                    <a:pt x="241889" y="2009399"/>
                  </a:lnTo>
                  <a:lnTo>
                    <a:pt x="246928" y="2010059"/>
                  </a:lnTo>
                  <a:lnTo>
                    <a:pt x="251967" y="2010232"/>
                  </a:lnTo>
                  <a:lnTo>
                    <a:pt x="257007" y="2009892"/>
                  </a:lnTo>
                  <a:lnTo>
                    <a:pt x="262046" y="2009006"/>
                  </a:lnTo>
                  <a:lnTo>
                    <a:pt x="267085" y="2007540"/>
                  </a:lnTo>
                  <a:lnTo>
                    <a:pt x="272125" y="2005450"/>
                  </a:lnTo>
                  <a:lnTo>
                    <a:pt x="277164" y="2002636"/>
                  </a:lnTo>
                  <a:lnTo>
                    <a:pt x="282203" y="1999139"/>
                  </a:lnTo>
                  <a:lnTo>
                    <a:pt x="287243" y="1994943"/>
                  </a:lnTo>
                  <a:lnTo>
                    <a:pt x="292282" y="1990051"/>
                  </a:lnTo>
                  <a:lnTo>
                    <a:pt x="297321" y="1984484"/>
                  </a:lnTo>
                  <a:lnTo>
                    <a:pt x="302361" y="1978285"/>
                  </a:lnTo>
                  <a:lnTo>
                    <a:pt x="307400" y="1971526"/>
                  </a:lnTo>
                  <a:lnTo>
                    <a:pt x="312440" y="1964306"/>
                  </a:lnTo>
                  <a:lnTo>
                    <a:pt x="317479" y="1956754"/>
                  </a:lnTo>
                  <a:lnTo>
                    <a:pt x="322518" y="1949027"/>
                  </a:lnTo>
                  <a:lnTo>
                    <a:pt x="327558" y="1941326"/>
                  </a:lnTo>
                  <a:lnTo>
                    <a:pt x="332597" y="1933902"/>
                  </a:lnTo>
                  <a:lnTo>
                    <a:pt x="337636" y="1926980"/>
                  </a:lnTo>
                  <a:lnTo>
                    <a:pt x="342676" y="1920783"/>
                  </a:lnTo>
                  <a:lnTo>
                    <a:pt x="347715" y="1915526"/>
                  </a:lnTo>
                  <a:lnTo>
                    <a:pt x="352754" y="1911399"/>
                  </a:lnTo>
                  <a:lnTo>
                    <a:pt x="357794" y="1908558"/>
                  </a:lnTo>
                  <a:lnTo>
                    <a:pt x="362833" y="1907117"/>
                  </a:lnTo>
                  <a:lnTo>
                    <a:pt x="367872" y="1907138"/>
                  </a:lnTo>
                  <a:lnTo>
                    <a:pt x="372912" y="1908627"/>
                  </a:lnTo>
                  <a:lnTo>
                    <a:pt x="377951" y="1911533"/>
                  </a:lnTo>
                  <a:lnTo>
                    <a:pt x="382991" y="1915865"/>
                  </a:lnTo>
                  <a:lnTo>
                    <a:pt x="388030" y="1921315"/>
                  </a:lnTo>
                  <a:lnTo>
                    <a:pt x="393069" y="1927656"/>
                  </a:lnTo>
                  <a:lnTo>
                    <a:pt x="398109" y="1934654"/>
                  </a:lnTo>
                  <a:lnTo>
                    <a:pt x="403148" y="1942064"/>
                  </a:lnTo>
                  <a:lnTo>
                    <a:pt x="408187" y="1949638"/>
                  </a:lnTo>
                  <a:lnTo>
                    <a:pt x="413227" y="1957141"/>
                  </a:lnTo>
                  <a:lnTo>
                    <a:pt x="418266" y="1964354"/>
                  </a:lnTo>
                  <a:lnTo>
                    <a:pt x="423305" y="1971087"/>
                  </a:lnTo>
                  <a:lnTo>
                    <a:pt x="428345" y="1977181"/>
                  </a:lnTo>
                  <a:lnTo>
                    <a:pt x="433384" y="1982488"/>
                  </a:lnTo>
                  <a:lnTo>
                    <a:pt x="438423" y="1986871"/>
                  </a:lnTo>
                  <a:lnTo>
                    <a:pt x="443463" y="1990363"/>
                  </a:lnTo>
                  <a:lnTo>
                    <a:pt x="448502" y="1992968"/>
                  </a:lnTo>
                  <a:lnTo>
                    <a:pt x="453542" y="1994716"/>
                  </a:lnTo>
                  <a:lnTo>
                    <a:pt x="458581" y="1995663"/>
                  </a:lnTo>
                  <a:lnTo>
                    <a:pt x="463620" y="1995885"/>
                  </a:lnTo>
                  <a:lnTo>
                    <a:pt x="468660" y="1995473"/>
                  </a:lnTo>
                  <a:lnTo>
                    <a:pt x="473699" y="1994533"/>
                  </a:lnTo>
                  <a:lnTo>
                    <a:pt x="478738" y="1993175"/>
                  </a:lnTo>
                  <a:lnTo>
                    <a:pt x="483778" y="1991518"/>
                  </a:lnTo>
                  <a:lnTo>
                    <a:pt x="488817" y="1989682"/>
                  </a:lnTo>
                  <a:lnTo>
                    <a:pt x="493856" y="1987814"/>
                  </a:lnTo>
                  <a:lnTo>
                    <a:pt x="498896" y="1986038"/>
                  </a:lnTo>
                  <a:lnTo>
                    <a:pt x="503935" y="1984463"/>
                  </a:lnTo>
                  <a:lnTo>
                    <a:pt x="508974" y="1983185"/>
                  </a:lnTo>
                  <a:lnTo>
                    <a:pt x="514014" y="1982286"/>
                  </a:lnTo>
                  <a:lnTo>
                    <a:pt x="519053" y="1981827"/>
                  </a:lnTo>
                  <a:lnTo>
                    <a:pt x="524093" y="1981844"/>
                  </a:lnTo>
                  <a:lnTo>
                    <a:pt x="529132" y="1982348"/>
                  </a:lnTo>
                  <a:lnTo>
                    <a:pt x="534171" y="1983323"/>
                  </a:lnTo>
                  <a:lnTo>
                    <a:pt x="539211" y="1984732"/>
                  </a:lnTo>
                  <a:lnTo>
                    <a:pt x="544250" y="1986533"/>
                  </a:lnTo>
                  <a:lnTo>
                    <a:pt x="549289" y="1988592"/>
                  </a:lnTo>
                  <a:lnTo>
                    <a:pt x="554329" y="1990816"/>
                  </a:lnTo>
                  <a:lnTo>
                    <a:pt x="559368" y="1993109"/>
                  </a:lnTo>
                  <a:lnTo>
                    <a:pt x="564407" y="1995383"/>
                  </a:lnTo>
                  <a:lnTo>
                    <a:pt x="569447" y="1997558"/>
                  </a:lnTo>
                  <a:lnTo>
                    <a:pt x="574486" y="1999569"/>
                  </a:lnTo>
                  <a:lnTo>
                    <a:pt x="579525" y="2001366"/>
                  </a:lnTo>
                  <a:lnTo>
                    <a:pt x="584565" y="2002911"/>
                  </a:lnTo>
                  <a:lnTo>
                    <a:pt x="589604" y="2004180"/>
                  </a:lnTo>
                  <a:lnTo>
                    <a:pt x="594643" y="2005143"/>
                  </a:lnTo>
                  <a:lnTo>
                    <a:pt x="599683" y="2005781"/>
                  </a:lnTo>
                  <a:lnTo>
                    <a:pt x="604722" y="2006100"/>
                  </a:lnTo>
                  <a:lnTo>
                    <a:pt x="609762" y="2006078"/>
                  </a:lnTo>
                  <a:lnTo>
                    <a:pt x="614801" y="2005680"/>
                  </a:lnTo>
                  <a:lnTo>
                    <a:pt x="619840" y="2004858"/>
                  </a:lnTo>
                  <a:lnTo>
                    <a:pt x="624880" y="2003541"/>
                  </a:lnTo>
                  <a:lnTo>
                    <a:pt x="629919" y="2001639"/>
                  </a:lnTo>
                  <a:lnTo>
                    <a:pt x="634958" y="1999039"/>
                  </a:lnTo>
                  <a:lnTo>
                    <a:pt x="639998" y="1995601"/>
                  </a:lnTo>
                  <a:lnTo>
                    <a:pt x="645037" y="1991164"/>
                  </a:lnTo>
                  <a:lnTo>
                    <a:pt x="650076" y="1985406"/>
                  </a:lnTo>
                  <a:lnTo>
                    <a:pt x="655116" y="1978181"/>
                  </a:lnTo>
                  <a:lnTo>
                    <a:pt x="660155" y="1969295"/>
                  </a:lnTo>
                  <a:lnTo>
                    <a:pt x="665194" y="1958528"/>
                  </a:lnTo>
                  <a:lnTo>
                    <a:pt x="670234" y="1945668"/>
                  </a:lnTo>
                  <a:lnTo>
                    <a:pt x="675273" y="1930518"/>
                  </a:lnTo>
                  <a:lnTo>
                    <a:pt x="680313" y="1912909"/>
                  </a:lnTo>
                  <a:lnTo>
                    <a:pt x="685352" y="1892703"/>
                  </a:lnTo>
                  <a:lnTo>
                    <a:pt x="690391" y="1869806"/>
                  </a:lnTo>
                  <a:lnTo>
                    <a:pt x="695431" y="1844171"/>
                  </a:lnTo>
                  <a:lnTo>
                    <a:pt x="700470" y="1815733"/>
                  </a:lnTo>
                  <a:lnTo>
                    <a:pt x="705509" y="1784393"/>
                  </a:lnTo>
                  <a:lnTo>
                    <a:pt x="710549" y="1750524"/>
                  </a:lnTo>
                  <a:lnTo>
                    <a:pt x="715588" y="1714294"/>
                  </a:lnTo>
                  <a:lnTo>
                    <a:pt x="720627" y="1675902"/>
                  </a:lnTo>
                  <a:lnTo>
                    <a:pt x="725667" y="1635572"/>
                  </a:lnTo>
                  <a:lnTo>
                    <a:pt x="730706" y="1593538"/>
                  </a:lnTo>
                  <a:lnTo>
                    <a:pt x="735745" y="1550037"/>
                  </a:lnTo>
                  <a:lnTo>
                    <a:pt x="740785" y="1505291"/>
                  </a:lnTo>
                  <a:lnTo>
                    <a:pt x="745824" y="1459500"/>
                  </a:lnTo>
                  <a:lnTo>
                    <a:pt x="750864" y="1412828"/>
                  </a:lnTo>
                  <a:lnTo>
                    <a:pt x="755903" y="1365343"/>
                  </a:lnTo>
                  <a:lnTo>
                    <a:pt x="760942" y="1317126"/>
                  </a:lnTo>
                  <a:lnTo>
                    <a:pt x="765982" y="1268190"/>
                  </a:lnTo>
                  <a:lnTo>
                    <a:pt x="771021" y="1218462"/>
                  </a:lnTo>
                  <a:lnTo>
                    <a:pt x="776060" y="1167813"/>
                  </a:lnTo>
                  <a:lnTo>
                    <a:pt x="781100" y="1116080"/>
                  </a:lnTo>
                  <a:lnTo>
                    <a:pt x="786139" y="1063067"/>
                  </a:lnTo>
                  <a:lnTo>
                    <a:pt x="791178" y="1008569"/>
                  </a:lnTo>
                  <a:lnTo>
                    <a:pt x="796218" y="952383"/>
                  </a:lnTo>
                  <a:lnTo>
                    <a:pt x="801257" y="894332"/>
                  </a:lnTo>
                  <a:lnTo>
                    <a:pt x="806296" y="834277"/>
                  </a:lnTo>
                  <a:lnTo>
                    <a:pt x="811336" y="771909"/>
                  </a:lnTo>
                  <a:lnTo>
                    <a:pt x="816375" y="707512"/>
                  </a:lnTo>
                  <a:lnTo>
                    <a:pt x="821415" y="641261"/>
                  </a:lnTo>
                  <a:lnTo>
                    <a:pt x="826454" y="573471"/>
                  </a:lnTo>
                  <a:lnTo>
                    <a:pt x="831493" y="504623"/>
                  </a:lnTo>
                  <a:lnTo>
                    <a:pt x="836533" y="435377"/>
                  </a:lnTo>
                  <a:lnTo>
                    <a:pt x="841572" y="366593"/>
                  </a:lnTo>
                  <a:lnTo>
                    <a:pt x="846611" y="299332"/>
                  </a:lnTo>
                  <a:lnTo>
                    <a:pt x="851651" y="234848"/>
                  </a:lnTo>
                  <a:lnTo>
                    <a:pt x="856690" y="174574"/>
                  </a:lnTo>
                  <a:lnTo>
                    <a:pt x="861729" y="120429"/>
                  </a:lnTo>
                  <a:lnTo>
                    <a:pt x="866769" y="74575"/>
                  </a:lnTo>
                  <a:lnTo>
                    <a:pt x="871808" y="38237"/>
                  </a:lnTo>
                  <a:lnTo>
                    <a:pt x="876847" y="12938"/>
                  </a:lnTo>
                  <a:lnTo>
                    <a:pt x="881887" y="0"/>
                  </a:lnTo>
                  <a:lnTo>
                    <a:pt x="886926" y="471"/>
                  </a:lnTo>
                  <a:lnTo>
                    <a:pt x="891965" y="15062"/>
                  </a:lnTo>
                  <a:lnTo>
                    <a:pt x="897005" y="44098"/>
                  </a:lnTo>
                  <a:lnTo>
                    <a:pt x="902044" y="87497"/>
                  </a:lnTo>
                  <a:lnTo>
                    <a:pt x="907084" y="144761"/>
                  </a:lnTo>
                  <a:lnTo>
                    <a:pt x="912123" y="214993"/>
                  </a:lnTo>
                  <a:lnTo>
                    <a:pt x="917162" y="297811"/>
                  </a:lnTo>
                  <a:lnTo>
                    <a:pt x="922202" y="390593"/>
                  </a:lnTo>
                  <a:lnTo>
                    <a:pt x="927241" y="491174"/>
                  </a:lnTo>
                  <a:lnTo>
                    <a:pt x="932280" y="597574"/>
                  </a:lnTo>
                  <a:lnTo>
                    <a:pt x="937320" y="707777"/>
                  </a:lnTo>
                  <a:lnTo>
                    <a:pt x="942359" y="819799"/>
                  </a:lnTo>
                  <a:lnTo>
                    <a:pt x="947398" y="931750"/>
                  </a:lnTo>
                  <a:lnTo>
                    <a:pt x="952438" y="1041886"/>
                  </a:lnTo>
                  <a:lnTo>
                    <a:pt x="957477" y="1148655"/>
                  </a:lnTo>
                  <a:lnTo>
                    <a:pt x="962516" y="1250727"/>
                  </a:lnTo>
                  <a:lnTo>
                    <a:pt x="967556" y="1346882"/>
                  </a:lnTo>
                  <a:lnTo>
                    <a:pt x="972595" y="1435678"/>
                  </a:lnTo>
                  <a:lnTo>
                    <a:pt x="977635" y="1517186"/>
                  </a:lnTo>
                  <a:lnTo>
                    <a:pt x="982674" y="1591139"/>
                  </a:lnTo>
                  <a:lnTo>
                    <a:pt x="987713" y="1657470"/>
                  </a:lnTo>
                  <a:lnTo>
                    <a:pt x="992753" y="1716287"/>
                  </a:lnTo>
                  <a:lnTo>
                    <a:pt x="997792" y="1767846"/>
                  </a:lnTo>
                  <a:lnTo>
                    <a:pt x="1002831" y="1812523"/>
                  </a:lnTo>
                  <a:lnTo>
                    <a:pt x="1007871" y="1850788"/>
                  </a:lnTo>
                  <a:lnTo>
                    <a:pt x="1012910" y="1883177"/>
                  </a:lnTo>
                  <a:lnTo>
                    <a:pt x="1017949" y="1910265"/>
                  </a:lnTo>
                  <a:lnTo>
                    <a:pt x="1022989" y="1932392"/>
                  </a:lnTo>
                  <a:lnTo>
                    <a:pt x="1028028" y="1950320"/>
                  </a:lnTo>
                  <a:lnTo>
                    <a:pt x="1033067" y="1964853"/>
                  </a:lnTo>
                  <a:lnTo>
                    <a:pt x="1038107" y="1976515"/>
                  </a:lnTo>
                  <a:lnTo>
                    <a:pt x="1043146" y="1985788"/>
                  </a:lnTo>
                  <a:lnTo>
                    <a:pt x="1048186" y="1993102"/>
                  </a:lnTo>
                  <a:lnTo>
                    <a:pt x="1053225" y="1998835"/>
                  </a:lnTo>
                  <a:lnTo>
                    <a:pt x="1058264" y="2003311"/>
                  </a:lnTo>
                  <a:lnTo>
                    <a:pt x="1063304" y="2006803"/>
                  </a:lnTo>
                  <a:lnTo>
                    <a:pt x="1068343" y="2009534"/>
                  </a:lnTo>
                  <a:lnTo>
                    <a:pt x="1073382" y="2011684"/>
                  </a:lnTo>
                  <a:lnTo>
                    <a:pt x="1078422" y="2013356"/>
                  </a:lnTo>
                  <a:lnTo>
                    <a:pt x="1083461" y="2014709"/>
                  </a:lnTo>
                  <a:lnTo>
                    <a:pt x="1088500" y="2015813"/>
                  </a:lnTo>
                  <a:lnTo>
                    <a:pt x="1093540" y="2016720"/>
                  </a:lnTo>
                  <a:lnTo>
                    <a:pt x="1098579" y="2017468"/>
                  </a:lnTo>
                  <a:lnTo>
                    <a:pt x="1103618" y="2018084"/>
                  </a:lnTo>
                  <a:lnTo>
                    <a:pt x="1108658" y="2018589"/>
                  </a:lnTo>
                  <a:lnTo>
                    <a:pt x="1113697" y="2018999"/>
                  </a:lnTo>
                  <a:lnTo>
                    <a:pt x="1118736" y="2019328"/>
                  </a:lnTo>
                  <a:lnTo>
                    <a:pt x="1123776" y="2019587"/>
                  </a:lnTo>
                  <a:lnTo>
                    <a:pt x="1128815" y="2019787"/>
                  </a:lnTo>
                  <a:lnTo>
                    <a:pt x="1133855" y="2019936"/>
                  </a:lnTo>
                  <a:lnTo>
                    <a:pt x="1138894" y="2020047"/>
                  </a:lnTo>
                  <a:lnTo>
                    <a:pt x="1143933" y="2020129"/>
                  </a:lnTo>
                  <a:lnTo>
                    <a:pt x="1148973" y="2020187"/>
                  </a:lnTo>
                  <a:lnTo>
                    <a:pt x="1154012" y="2020228"/>
                  </a:lnTo>
                  <a:lnTo>
                    <a:pt x="1159051" y="2020256"/>
                  </a:lnTo>
                  <a:lnTo>
                    <a:pt x="1164091" y="2020275"/>
                  </a:lnTo>
                  <a:lnTo>
                    <a:pt x="1169130" y="2020287"/>
                  </a:lnTo>
                  <a:lnTo>
                    <a:pt x="1174169" y="2020295"/>
                  </a:lnTo>
                  <a:lnTo>
                    <a:pt x="1179209" y="2020300"/>
                  </a:lnTo>
                  <a:lnTo>
                    <a:pt x="1184248" y="2020302"/>
                  </a:lnTo>
                  <a:lnTo>
                    <a:pt x="1189287" y="2020304"/>
                  </a:lnTo>
                  <a:lnTo>
                    <a:pt x="1194327" y="2020305"/>
                  </a:lnTo>
                  <a:lnTo>
                    <a:pt x="1199366" y="2020306"/>
                  </a:lnTo>
                  <a:lnTo>
                    <a:pt x="1204406" y="2020306"/>
                  </a:lnTo>
                  <a:lnTo>
                    <a:pt x="1209445" y="2020306"/>
                  </a:lnTo>
                  <a:lnTo>
                    <a:pt x="1214484" y="2020306"/>
                  </a:lnTo>
                  <a:lnTo>
                    <a:pt x="1219524" y="2020306"/>
                  </a:lnTo>
                  <a:lnTo>
                    <a:pt x="1224563" y="2020306"/>
                  </a:lnTo>
                  <a:lnTo>
                    <a:pt x="1229602" y="2020306"/>
                  </a:lnTo>
                  <a:lnTo>
                    <a:pt x="1234642" y="2020306"/>
                  </a:lnTo>
                  <a:lnTo>
                    <a:pt x="1239681" y="2020306"/>
                  </a:lnTo>
                  <a:lnTo>
                    <a:pt x="1244720" y="2020306"/>
                  </a:lnTo>
                  <a:lnTo>
                    <a:pt x="1249760" y="2020306"/>
                  </a:lnTo>
                  <a:lnTo>
                    <a:pt x="1254799" y="2020306"/>
                  </a:lnTo>
                  <a:lnTo>
                    <a:pt x="1259838" y="2020306"/>
                  </a:lnTo>
                  <a:lnTo>
                    <a:pt x="1264878" y="2020306"/>
                  </a:lnTo>
                  <a:lnTo>
                    <a:pt x="1269917" y="2020306"/>
                  </a:lnTo>
                  <a:lnTo>
                    <a:pt x="1274957" y="2020306"/>
                  </a:lnTo>
                  <a:lnTo>
                    <a:pt x="1279996" y="2020306"/>
                  </a:lnTo>
                  <a:lnTo>
                    <a:pt x="1285035" y="2020306"/>
                  </a:lnTo>
                  <a:lnTo>
                    <a:pt x="1290075" y="2020306"/>
                  </a:lnTo>
                  <a:lnTo>
                    <a:pt x="1295114" y="2020306"/>
                  </a:lnTo>
                  <a:lnTo>
                    <a:pt x="1300153" y="2020306"/>
                  </a:lnTo>
                  <a:lnTo>
                    <a:pt x="1305193" y="2020306"/>
                  </a:lnTo>
                  <a:lnTo>
                    <a:pt x="1310232" y="2020306"/>
                  </a:lnTo>
                  <a:lnTo>
                    <a:pt x="1315271" y="2020306"/>
                  </a:lnTo>
                  <a:lnTo>
                    <a:pt x="1320311" y="2020306"/>
                  </a:lnTo>
                  <a:lnTo>
                    <a:pt x="1325350" y="2020306"/>
                  </a:lnTo>
                  <a:lnTo>
                    <a:pt x="1330389" y="2020306"/>
                  </a:lnTo>
                  <a:lnTo>
                    <a:pt x="1335429" y="2020306"/>
                  </a:lnTo>
                  <a:lnTo>
                    <a:pt x="1340468" y="2020306"/>
                  </a:lnTo>
                  <a:lnTo>
                    <a:pt x="1345508" y="2020306"/>
                  </a:lnTo>
                  <a:lnTo>
                    <a:pt x="1350547" y="2020306"/>
                  </a:lnTo>
                  <a:lnTo>
                    <a:pt x="1355586" y="2020306"/>
                  </a:lnTo>
                  <a:lnTo>
                    <a:pt x="1360626" y="2020306"/>
                  </a:lnTo>
                  <a:lnTo>
                    <a:pt x="1365665" y="2020306"/>
                  </a:lnTo>
                  <a:lnTo>
                    <a:pt x="1370704" y="2020306"/>
                  </a:lnTo>
                  <a:lnTo>
                    <a:pt x="1375744" y="2020306"/>
                  </a:lnTo>
                  <a:lnTo>
                    <a:pt x="1380783" y="2020306"/>
                  </a:lnTo>
                  <a:lnTo>
                    <a:pt x="1385822" y="2020306"/>
                  </a:lnTo>
                  <a:lnTo>
                    <a:pt x="1390862" y="2020306"/>
                  </a:lnTo>
                  <a:lnTo>
                    <a:pt x="1395901" y="2020306"/>
                  </a:lnTo>
                  <a:lnTo>
                    <a:pt x="1400940" y="2020306"/>
                  </a:lnTo>
                  <a:lnTo>
                    <a:pt x="1405980" y="2020306"/>
                  </a:lnTo>
                  <a:lnTo>
                    <a:pt x="1411019" y="2020306"/>
                  </a:lnTo>
                  <a:lnTo>
                    <a:pt x="1416058" y="2020306"/>
                  </a:lnTo>
                  <a:lnTo>
                    <a:pt x="1421098" y="2020306"/>
                  </a:lnTo>
                  <a:lnTo>
                    <a:pt x="1426137" y="2020306"/>
                  </a:lnTo>
                  <a:lnTo>
                    <a:pt x="1431177" y="2020306"/>
                  </a:lnTo>
                  <a:lnTo>
                    <a:pt x="1436216" y="2020306"/>
                  </a:lnTo>
                  <a:lnTo>
                    <a:pt x="1441255" y="2020306"/>
                  </a:lnTo>
                  <a:lnTo>
                    <a:pt x="1446295" y="2020306"/>
                  </a:lnTo>
                  <a:lnTo>
                    <a:pt x="1451334" y="2020306"/>
                  </a:lnTo>
                  <a:lnTo>
                    <a:pt x="1456373" y="2020306"/>
                  </a:lnTo>
                  <a:lnTo>
                    <a:pt x="1461413" y="2020306"/>
                  </a:lnTo>
                  <a:lnTo>
                    <a:pt x="1466452" y="2020306"/>
                  </a:lnTo>
                  <a:lnTo>
                    <a:pt x="1471491" y="2020306"/>
                  </a:lnTo>
                  <a:lnTo>
                    <a:pt x="1476531" y="2020306"/>
                  </a:lnTo>
                  <a:lnTo>
                    <a:pt x="1481570" y="2020306"/>
                  </a:lnTo>
                  <a:lnTo>
                    <a:pt x="1486609" y="2020306"/>
                  </a:lnTo>
                  <a:lnTo>
                    <a:pt x="1491649" y="2020306"/>
                  </a:lnTo>
                  <a:lnTo>
                    <a:pt x="1496688" y="2020306"/>
                  </a:lnTo>
                  <a:lnTo>
                    <a:pt x="1501728" y="2020306"/>
                  </a:lnTo>
                  <a:lnTo>
                    <a:pt x="1506767" y="2020306"/>
                  </a:lnTo>
                  <a:lnTo>
                    <a:pt x="1511806" y="2020306"/>
                  </a:lnTo>
                  <a:lnTo>
                    <a:pt x="1516846" y="2020306"/>
                  </a:lnTo>
                  <a:lnTo>
                    <a:pt x="1521885" y="2020306"/>
                  </a:lnTo>
                  <a:lnTo>
                    <a:pt x="1526924" y="2020306"/>
                  </a:lnTo>
                  <a:lnTo>
                    <a:pt x="1531964" y="2020306"/>
                  </a:lnTo>
                  <a:lnTo>
                    <a:pt x="1537003" y="2020306"/>
                  </a:lnTo>
                  <a:lnTo>
                    <a:pt x="1542042" y="2020306"/>
                  </a:lnTo>
                  <a:lnTo>
                    <a:pt x="1547082" y="2020306"/>
                  </a:lnTo>
                  <a:lnTo>
                    <a:pt x="1552121" y="2020306"/>
                  </a:lnTo>
                  <a:lnTo>
                    <a:pt x="1557160" y="2020306"/>
                  </a:lnTo>
                  <a:lnTo>
                    <a:pt x="1562200" y="2020306"/>
                  </a:lnTo>
                  <a:lnTo>
                    <a:pt x="1567239" y="2020306"/>
                  </a:lnTo>
                  <a:lnTo>
                    <a:pt x="1572279" y="2020306"/>
                  </a:lnTo>
                  <a:lnTo>
                    <a:pt x="1577318" y="2020306"/>
                  </a:lnTo>
                  <a:lnTo>
                    <a:pt x="1582357" y="2020306"/>
                  </a:lnTo>
                  <a:lnTo>
                    <a:pt x="1587397" y="2020306"/>
                  </a:lnTo>
                  <a:lnTo>
                    <a:pt x="1592436" y="2020306"/>
                  </a:lnTo>
                  <a:lnTo>
                    <a:pt x="1597475" y="2020306"/>
                  </a:lnTo>
                  <a:lnTo>
                    <a:pt x="1602515" y="2020306"/>
                  </a:lnTo>
                  <a:lnTo>
                    <a:pt x="1607554" y="2020306"/>
                  </a:lnTo>
                  <a:lnTo>
                    <a:pt x="1612593" y="2020306"/>
                  </a:lnTo>
                  <a:lnTo>
                    <a:pt x="1617633" y="2020306"/>
                  </a:lnTo>
                  <a:lnTo>
                    <a:pt x="1622672" y="2020306"/>
                  </a:lnTo>
                  <a:lnTo>
                    <a:pt x="1627711" y="2020306"/>
                  </a:lnTo>
                  <a:lnTo>
                    <a:pt x="1632751" y="2020306"/>
                  </a:lnTo>
                  <a:lnTo>
                    <a:pt x="1637790" y="2020306"/>
                  </a:lnTo>
                  <a:lnTo>
                    <a:pt x="1642830" y="2020306"/>
                  </a:lnTo>
                  <a:lnTo>
                    <a:pt x="1647869" y="2020306"/>
                  </a:lnTo>
                  <a:lnTo>
                    <a:pt x="1652908" y="2020306"/>
                  </a:lnTo>
                  <a:lnTo>
                    <a:pt x="1657948" y="2020306"/>
                  </a:lnTo>
                  <a:lnTo>
                    <a:pt x="1662987" y="2020306"/>
                  </a:lnTo>
                  <a:lnTo>
                    <a:pt x="1668026" y="2020306"/>
                  </a:lnTo>
                  <a:lnTo>
                    <a:pt x="1673066" y="2020306"/>
                  </a:lnTo>
                  <a:lnTo>
                    <a:pt x="1678105" y="2020306"/>
                  </a:lnTo>
                  <a:lnTo>
                    <a:pt x="1683144" y="2020306"/>
                  </a:lnTo>
                  <a:lnTo>
                    <a:pt x="1688184" y="2020306"/>
                  </a:lnTo>
                  <a:lnTo>
                    <a:pt x="1693223" y="2020306"/>
                  </a:lnTo>
                  <a:lnTo>
                    <a:pt x="1698262" y="2020306"/>
                  </a:lnTo>
                  <a:lnTo>
                    <a:pt x="1703302" y="2020306"/>
                  </a:lnTo>
                  <a:lnTo>
                    <a:pt x="1708341" y="2020306"/>
                  </a:lnTo>
                  <a:lnTo>
                    <a:pt x="1713380" y="2020306"/>
                  </a:lnTo>
                  <a:lnTo>
                    <a:pt x="1718420" y="2020306"/>
                  </a:lnTo>
                  <a:lnTo>
                    <a:pt x="1723459" y="2020306"/>
                  </a:lnTo>
                  <a:lnTo>
                    <a:pt x="1728499" y="2020306"/>
                  </a:lnTo>
                  <a:lnTo>
                    <a:pt x="1733538" y="2020306"/>
                  </a:lnTo>
                  <a:lnTo>
                    <a:pt x="1738577" y="2020306"/>
                  </a:lnTo>
                  <a:lnTo>
                    <a:pt x="1743617" y="2020306"/>
                  </a:lnTo>
                  <a:lnTo>
                    <a:pt x="1748656" y="2020306"/>
                  </a:lnTo>
                  <a:lnTo>
                    <a:pt x="1753695" y="2020306"/>
                  </a:lnTo>
                  <a:lnTo>
                    <a:pt x="1758735" y="2020306"/>
                  </a:lnTo>
                  <a:lnTo>
                    <a:pt x="1763774" y="2020306"/>
                  </a:lnTo>
                  <a:lnTo>
                    <a:pt x="1768813" y="2020306"/>
                  </a:lnTo>
                  <a:lnTo>
                    <a:pt x="1773853" y="2020306"/>
                  </a:lnTo>
                  <a:lnTo>
                    <a:pt x="1778892" y="2020306"/>
                  </a:lnTo>
                  <a:lnTo>
                    <a:pt x="1783931" y="2020306"/>
                  </a:lnTo>
                  <a:lnTo>
                    <a:pt x="1788971" y="2020306"/>
                  </a:lnTo>
                  <a:lnTo>
                    <a:pt x="1794010" y="2020306"/>
                  </a:lnTo>
                  <a:lnTo>
                    <a:pt x="1799050" y="2020306"/>
                  </a:lnTo>
                  <a:lnTo>
                    <a:pt x="1804089" y="2020306"/>
                  </a:lnTo>
                  <a:lnTo>
                    <a:pt x="1809128" y="2020306"/>
                  </a:lnTo>
                  <a:lnTo>
                    <a:pt x="1814168" y="2020306"/>
                  </a:lnTo>
                  <a:lnTo>
                    <a:pt x="1819207" y="2020306"/>
                  </a:lnTo>
                  <a:lnTo>
                    <a:pt x="1824246" y="2020306"/>
                  </a:lnTo>
                  <a:lnTo>
                    <a:pt x="1829286" y="2020306"/>
                  </a:lnTo>
                  <a:lnTo>
                    <a:pt x="1834325" y="2020306"/>
                  </a:lnTo>
                  <a:lnTo>
                    <a:pt x="1839364" y="2020306"/>
                  </a:lnTo>
                  <a:lnTo>
                    <a:pt x="1844404" y="2020306"/>
                  </a:lnTo>
                  <a:lnTo>
                    <a:pt x="1849443" y="2020306"/>
                  </a:lnTo>
                  <a:lnTo>
                    <a:pt x="1854482" y="2020306"/>
                  </a:lnTo>
                  <a:lnTo>
                    <a:pt x="1859522" y="2020306"/>
                  </a:lnTo>
                  <a:lnTo>
                    <a:pt x="1864561" y="2020306"/>
                  </a:lnTo>
                  <a:lnTo>
                    <a:pt x="1869601" y="2020306"/>
                  </a:lnTo>
                  <a:lnTo>
                    <a:pt x="1874640" y="2020306"/>
                  </a:lnTo>
                  <a:lnTo>
                    <a:pt x="1879679" y="2020306"/>
                  </a:lnTo>
                  <a:lnTo>
                    <a:pt x="1884719" y="2020306"/>
                  </a:lnTo>
                  <a:lnTo>
                    <a:pt x="1889758" y="2020306"/>
                  </a:lnTo>
                  <a:lnTo>
                    <a:pt x="1894797" y="2020306"/>
                  </a:lnTo>
                  <a:lnTo>
                    <a:pt x="1899837" y="2020306"/>
                  </a:lnTo>
                  <a:lnTo>
                    <a:pt x="1904876" y="2020306"/>
                  </a:lnTo>
                  <a:lnTo>
                    <a:pt x="1909915" y="2020306"/>
                  </a:lnTo>
                  <a:lnTo>
                    <a:pt x="1914955" y="2020306"/>
                  </a:lnTo>
                  <a:lnTo>
                    <a:pt x="1919994" y="2020306"/>
                  </a:lnTo>
                  <a:lnTo>
                    <a:pt x="1925033" y="2020306"/>
                  </a:lnTo>
                  <a:lnTo>
                    <a:pt x="1930073" y="2020306"/>
                  </a:lnTo>
                  <a:lnTo>
                    <a:pt x="1935112" y="2020306"/>
                  </a:lnTo>
                  <a:lnTo>
                    <a:pt x="1940151" y="2020306"/>
                  </a:lnTo>
                  <a:lnTo>
                    <a:pt x="1945191" y="2020306"/>
                  </a:lnTo>
                  <a:lnTo>
                    <a:pt x="1950230" y="2020306"/>
                  </a:lnTo>
                  <a:lnTo>
                    <a:pt x="1955270" y="2020306"/>
                  </a:lnTo>
                  <a:lnTo>
                    <a:pt x="1960309" y="2020306"/>
                  </a:lnTo>
                  <a:lnTo>
                    <a:pt x="1965348" y="2020306"/>
                  </a:lnTo>
                  <a:lnTo>
                    <a:pt x="1970388" y="2020306"/>
                  </a:lnTo>
                  <a:lnTo>
                    <a:pt x="1975427" y="2020306"/>
                  </a:lnTo>
                  <a:lnTo>
                    <a:pt x="1980466" y="2020306"/>
                  </a:lnTo>
                  <a:lnTo>
                    <a:pt x="1985506" y="2020306"/>
                  </a:lnTo>
                  <a:lnTo>
                    <a:pt x="1990545" y="2020306"/>
                  </a:lnTo>
                  <a:lnTo>
                    <a:pt x="1995584" y="2020306"/>
                  </a:lnTo>
                  <a:lnTo>
                    <a:pt x="2000624" y="2020306"/>
                  </a:lnTo>
                  <a:lnTo>
                    <a:pt x="2005663" y="2020306"/>
                  </a:lnTo>
                  <a:lnTo>
                    <a:pt x="2010702" y="2020306"/>
                  </a:lnTo>
                  <a:lnTo>
                    <a:pt x="2015742" y="2020306"/>
                  </a:lnTo>
                  <a:lnTo>
                    <a:pt x="2020781" y="2020306"/>
                  </a:lnTo>
                  <a:lnTo>
                    <a:pt x="2025821" y="2020306"/>
                  </a:lnTo>
                  <a:lnTo>
                    <a:pt x="2030860" y="2020306"/>
                  </a:lnTo>
                  <a:lnTo>
                    <a:pt x="2035899" y="2020306"/>
                  </a:lnTo>
                  <a:lnTo>
                    <a:pt x="2040939" y="2020306"/>
                  </a:lnTo>
                  <a:lnTo>
                    <a:pt x="2045978" y="2020306"/>
                  </a:lnTo>
                  <a:lnTo>
                    <a:pt x="2051017" y="2020306"/>
                  </a:lnTo>
                  <a:lnTo>
                    <a:pt x="2056057" y="2020306"/>
                  </a:lnTo>
                  <a:lnTo>
                    <a:pt x="2061096" y="2020306"/>
                  </a:lnTo>
                  <a:lnTo>
                    <a:pt x="2066135" y="2020306"/>
                  </a:lnTo>
                  <a:lnTo>
                    <a:pt x="2071175" y="2020306"/>
                  </a:lnTo>
                  <a:lnTo>
                    <a:pt x="2076214" y="2020306"/>
                  </a:lnTo>
                  <a:lnTo>
                    <a:pt x="2081253" y="2020306"/>
                  </a:lnTo>
                  <a:lnTo>
                    <a:pt x="2086293" y="2020306"/>
                  </a:lnTo>
                  <a:lnTo>
                    <a:pt x="2091332" y="2020306"/>
                  </a:lnTo>
                  <a:lnTo>
                    <a:pt x="2096372" y="2020306"/>
                  </a:lnTo>
                  <a:lnTo>
                    <a:pt x="2101411" y="2020306"/>
                  </a:lnTo>
                  <a:lnTo>
                    <a:pt x="2106450" y="2020306"/>
                  </a:lnTo>
                  <a:lnTo>
                    <a:pt x="2111490" y="2020306"/>
                  </a:lnTo>
                  <a:lnTo>
                    <a:pt x="2116529" y="2020306"/>
                  </a:lnTo>
                  <a:lnTo>
                    <a:pt x="2121568" y="2020306"/>
                  </a:lnTo>
                  <a:lnTo>
                    <a:pt x="2126608" y="2020306"/>
                  </a:lnTo>
                  <a:lnTo>
                    <a:pt x="2131647" y="2020306"/>
                  </a:lnTo>
                  <a:lnTo>
                    <a:pt x="2136686" y="2020306"/>
                  </a:lnTo>
                  <a:lnTo>
                    <a:pt x="2141726" y="2020306"/>
                  </a:lnTo>
                  <a:lnTo>
                    <a:pt x="2146765" y="2020306"/>
                  </a:lnTo>
                  <a:lnTo>
                    <a:pt x="2151804" y="2020306"/>
                  </a:lnTo>
                  <a:lnTo>
                    <a:pt x="2156844" y="2020306"/>
                  </a:lnTo>
                  <a:lnTo>
                    <a:pt x="2161883" y="2020306"/>
                  </a:lnTo>
                  <a:lnTo>
                    <a:pt x="2166923" y="2020306"/>
                  </a:lnTo>
                  <a:lnTo>
                    <a:pt x="2171962" y="2020306"/>
                  </a:lnTo>
                  <a:lnTo>
                    <a:pt x="2177001" y="2020306"/>
                  </a:lnTo>
                  <a:lnTo>
                    <a:pt x="2182041" y="2020306"/>
                  </a:lnTo>
                  <a:lnTo>
                    <a:pt x="2187080" y="2020306"/>
                  </a:lnTo>
                  <a:lnTo>
                    <a:pt x="2192119" y="2020306"/>
                  </a:lnTo>
                  <a:lnTo>
                    <a:pt x="2197159" y="2020306"/>
                  </a:lnTo>
                  <a:lnTo>
                    <a:pt x="2202198" y="2020306"/>
                  </a:lnTo>
                  <a:lnTo>
                    <a:pt x="2207237" y="2020306"/>
                  </a:lnTo>
                  <a:lnTo>
                    <a:pt x="2212277" y="2020306"/>
                  </a:lnTo>
                  <a:lnTo>
                    <a:pt x="2217316" y="2020306"/>
                  </a:lnTo>
                  <a:lnTo>
                    <a:pt x="2222355" y="2020306"/>
                  </a:lnTo>
                  <a:lnTo>
                    <a:pt x="2227395" y="2020306"/>
                  </a:lnTo>
                  <a:lnTo>
                    <a:pt x="2232434" y="2020306"/>
                  </a:lnTo>
                  <a:lnTo>
                    <a:pt x="2237473" y="2020306"/>
                  </a:lnTo>
                  <a:lnTo>
                    <a:pt x="2242513" y="2020306"/>
                  </a:lnTo>
                  <a:lnTo>
                    <a:pt x="2247552" y="2020306"/>
                  </a:lnTo>
                  <a:lnTo>
                    <a:pt x="2252592" y="2020306"/>
                  </a:lnTo>
                  <a:lnTo>
                    <a:pt x="2257631" y="2020306"/>
                  </a:lnTo>
                  <a:lnTo>
                    <a:pt x="2262670" y="2020306"/>
                  </a:lnTo>
                  <a:lnTo>
                    <a:pt x="2267710" y="2020306"/>
                  </a:lnTo>
                  <a:lnTo>
                    <a:pt x="2272749" y="2020306"/>
                  </a:lnTo>
                  <a:lnTo>
                    <a:pt x="2277788" y="2020306"/>
                  </a:lnTo>
                  <a:lnTo>
                    <a:pt x="2282828" y="2020306"/>
                  </a:lnTo>
                  <a:lnTo>
                    <a:pt x="2287867" y="2020306"/>
                  </a:lnTo>
                  <a:lnTo>
                    <a:pt x="2292906" y="2020306"/>
                  </a:lnTo>
                  <a:lnTo>
                    <a:pt x="2297946" y="2020306"/>
                  </a:lnTo>
                  <a:lnTo>
                    <a:pt x="2302985" y="2020306"/>
                  </a:lnTo>
                  <a:lnTo>
                    <a:pt x="2308024" y="2020306"/>
                  </a:lnTo>
                  <a:lnTo>
                    <a:pt x="2313064" y="2020306"/>
                  </a:lnTo>
                  <a:lnTo>
                    <a:pt x="2318103" y="2020306"/>
                  </a:lnTo>
                  <a:lnTo>
                    <a:pt x="2323143" y="2020306"/>
                  </a:lnTo>
                  <a:lnTo>
                    <a:pt x="2328182" y="2020306"/>
                  </a:lnTo>
                  <a:lnTo>
                    <a:pt x="2333221" y="2020306"/>
                  </a:lnTo>
                  <a:lnTo>
                    <a:pt x="2338261" y="2020306"/>
                  </a:lnTo>
                  <a:lnTo>
                    <a:pt x="2343300" y="2020306"/>
                  </a:lnTo>
                  <a:lnTo>
                    <a:pt x="2348339" y="2020306"/>
                  </a:lnTo>
                  <a:lnTo>
                    <a:pt x="2353379" y="2020306"/>
                  </a:lnTo>
                  <a:lnTo>
                    <a:pt x="2358418" y="2020306"/>
                  </a:lnTo>
                  <a:lnTo>
                    <a:pt x="2363457" y="2020306"/>
                  </a:lnTo>
                  <a:lnTo>
                    <a:pt x="2368497" y="2020306"/>
                  </a:lnTo>
                  <a:lnTo>
                    <a:pt x="2373536" y="2020306"/>
                  </a:lnTo>
                  <a:lnTo>
                    <a:pt x="2378575" y="2020306"/>
                  </a:lnTo>
                  <a:lnTo>
                    <a:pt x="2383615" y="2020306"/>
                  </a:lnTo>
                  <a:lnTo>
                    <a:pt x="2388654" y="2020306"/>
                  </a:lnTo>
                  <a:lnTo>
                    <a:pt x="2393694" y="2020306"/>
                  </a:lnTo>
                  <a:lnTo>
                    <a:pt x="2398733" y="2020306"/>
                  </a:lnTo>
                  <a:lnTo>
                    <a:pt x="2403772" y="2020306"/>
                  </a:lnTo>
                  <a:lnTo>
                    <a:pt x="2408812" y="2020306"/>
                  </a:lnTo>
                  <a:lnTo>
                    <a:pt x="2413851" y="2020306"/>
                  </a:lnTo>
                  <a:lnTo>
                    <a:pt x="2418890" y="2020306"/>
                  </a:lnTo>
                  <a:lnTo>
                    <a:pt x="2423930" y="2020306"/>
                  </a:lnTo>
                  <a:lnTo>
                    <a:pt x="2428969" y="2020306"/>
                  </a:lnTo>
                  <a:lnTo>
                    <a:pt x="2434008" y="2020306"/>
                  </a:lnTo>
                  <a:lnTo>
                    <a:pt x="2439048" y="2020306"/>
                  </a:lnTo>
                  <a:lnTo>
                    <a:pt x="2444087" y="2020306"/>
                  </a:lnTo>
                  <a:lnTo>
                    <a:pt x="2449126" y="2020306"/>
                  </a:lnTo>
                  <a:lnTo>
                    <a:pt x="2454166" y="2020306"/>
                  </a:lnTo>
                  <a:lnTo>
                    <a:pt x="2459205" y="2020306"/>
                  </a:lnTo>
                  <a:lnTo>
                    <a:pt x="2464245" y="2020306"/>
                  </a:lnTo>
                  <a:lnTo>
                    <a:pt x="2469284" y="2020306"/>
                  </a:lnTo>
                  <a:lnTo>
                    <a:pt x="2474323" y="2020306"/>
                  </a:lnTo>
                  <a:lnTo>
                    <a:pt x="2479363" y="2020306"/>
                  </a:lnTo>
                  <a:lnTo>
                    <a:pt x="2484402" y="2020306"/>
                  </a:lnTo>
                  <a:lnTo>
                    <a:pt x="2489441" y="2020306"/>
                  </a:lnTo>
                  <a:lnTo>
                    <a:pt x="2494481" y="2020306"/>
                  </a:lnTo>
                  <a:lnTo>
                    <a:pt x="2499520" y="2020306"/>
                  </a:lnTo>
                  <a:lnTo>
                    <a:pt x="2504559" y="2020306"/>
                  </a:lnTo>
                  <a:lnTo>
                    <a:pt x="2509599" y="2020306"/>
                  </a:lnTo>
                  <a:lnTo>
                    <a:pt x="2514638" y="2020306"/>
                  </a:lnTo>
                  <a:lnTo>
                    <a:pt x="2519677" y="2020306"/>
                  </a:lnTo>
                  <a:lnTo>
                    <a:pt x="2524717" y="2020306"/>
                  </a:lnTo>
                  <a:lnTo>
                    <a:pt x="2529756" y="2020306"/>
                  </a:lnTo>
                  <a:lnTo>
                    <a:pt x="2534795" y="2020306"/>
                  </a:lnTo>
                  <a:lnTo>
                    <a:pt x="2539835" y="2020306"/>
                  </a:lnTo>
                  <a:lnTo>
                    <a:pt x="2544874" y="2020306"/>
                  </a:lnTo>
                  <a:lnTo>
                    <a:pt x="2549914" y="2020306"/>
                  </a:lnTo>
                  <a:lnTo>
                    <a:pt x="2554953" y="2020306"/>
                  </a:lnTo>
                  <a:lnTo>
                    <a:pt x="2559992" y="2020306"/>
                  </a:lnTo>
                  <a:lnTo>
                    <a:pt x="2565032" y="2020306"/>
                  </a:lnTo>
                  <a:lnTo>
                    <a:pt x="2570071" y="2020306"/>
                  </a:lnTo>
                  <a:lnTo>
                    <a:pt x="2575110" y="2020306"/>
                  </a:lnTo>
                  <a:lnTo>
                    <a:pt x="2570071" y="2020306"/>
                  </a:lnTo>
                  <a:lnTo>
                    <a:pt x="2565032" y="2020306"/>
                  </a:lnTo>
                  <a:lnTo>
                    <a:pt x="2559992" y="2020306"/>
                  </a:lnTo>
                  <a:lnTo>
                    <a:pt x="2554953" y="2020306"/>
                  </a:lnTo>
                  <a:lnTo>
                    <a:pt x="2549914" y="2020306"/>
                  </a:lnTo>
                  <a:lnTo>
                    <a:pt x="2544874" y="2020306"/>
                  </a:lnTo>
                  <a:lnTo>
                    <a:pt x="2539835" y="2020306"/>
                  </a:lnTo>
                  <a:lnTo>
                    <a:pt x="2534795" y="2020306"/>
                  </a:lnTo>
                  <a:lnTo>
                    <a:pt x="2529756" y="2020306"/>
                  </a:lnTo>
                  <a:lnTo>
                    <a:pt x="2524717" y="2020306"/>
                  </a:lnTo>
                  <a:lnTo>
                    <a:pt x="2519677" y="2020306"/>
                  </a:lnTo>
                  <a:lnTo>
                    <a:pt x="2514638" y="2020306"/>
                  </a:lnTo>
                  <a:lnTo>
                    <a:pt x="2509599" y="2020306"/>
                  </a:lnTo>
                  <a:lnTo>
                    <a:pt x="2504559" y="2020306"/>
                  </a:lnTo>
                  <a:lnTo>
                    <a:pt x="2499520" y="2020306"/>
                  </a:lnTo>
                  <a:lnTo>
                    <a:pt x="2494481" y="2020306"/>
                  </a:lnTo>
                  <a:lnTo>
                    <a:pt x="2489441" y="2020306"/>
                  </a:lnTo>
                  <a:lnTo>
                    <a:pt x="2484402" y="2020306"/>
                  </a:lnTo>
                  <a:lnTo>
                    <a:pt x="2479363" y="2020306"/>
                  </a:lnTo>
                  <a:lnTo>
                    <a:pt x="2474323" y="2020306"/>
                  </a:lnTo>
                  <a:lnTo>
                    <a:pt x="2469284" y="2020306"/>
                  </a:lnTo>
                  <a:lnTo>
                    <a:pt x="2464245" y="2020306"/>
                  </a:lnTo>
                  <a:lnTo>
                    <a:pt x="2459205" y="2020306"/>
                  </a:lnTo>
                  <a:lnTo>
                    <a:pt x="2454166" y="2020306"/>
                  </a:lnTo>
                  <a:lnTo>
                    <a:pt x="2449126" y="2020306"/>
                  </a:lnTo>
                  <a:lnTo>
                    <a:pt x="2444087" y="2020306"/>
                  </a:lnTo>
                  <a:lnTo>
                    <a:pt x="2439048" y="2020306"/>
                  </a:lnTo>
                  <a:lnTo>
                    <a:pt x="2434008" y="2020306"/>
                  </a:lnTo>
                  <a:lnTo>
                    <a:pt x="2428969" y="2020306"/>
                  </a:lnTo>
                  <a:lnTo>
                    <a:pt x="2423930" y="2020306"/>
                  </a:lnTo>
                  <a:lnTo>
                    <a:pt x="2418890" y="2020306"/>
                  </a:lnTo>
                  <a:lnTo>
                    <a:pt x="2413851" y="2020306"/>
                  </a:lnTo>
                  <a:lnTo>
                    <a:pt x="2408812" y="2020306"/>
                  </a:lnTo>
                  <a:lnTo>
                    <a:pt x="2403772" y="2020306"/>
                  </a:lnTo>
                  <a:lnTo>
                    <a:pt x="2398733" y="2020306"/>
                  </a:lnTo>
                  <a:lnTo>
                    <a:pt x="2393694" y="2020306"/>
                  </a:lnTo>
                  <a:lnTo>
                    <a:pt x="2388654" y="2020306"/>
                  </a:lnTo>
                  <a:lnTo>
                    <a:pt x="2383615" y="2020306"/>
                  </a:lnTo>
                  <a:lnTo>
                    <a:pt x="2378575" y="2020306"/>
                  </a:lnTo>
                  <a:lnTo>
                    <a:pt x="2373536" y="2020306"/>
                  </a:lnTo>
                  <a:lnTo>
                    <a:pt x="2368497" y="2020306"/>
                  </a:lnTo>
                  <a:lnTo>
                    <a:pt x="2363457" y="2020306"/>
                  </a:lnTo>
                  <a:lnTo>
                    <a:pt x="2358418" y="2020306"/>
                  </a:lnTo>
                  <a:lnTo>
                    <a:pt x="2353379" y="2020306"/>
                  </a:lnTo>
                  <a:lnTo>
                    <a:pt x="2348339" y="2020306"/>
                  </a:lnTo>
                  <a:lnTo>
                    <a:pt x="2343300" y="2020306"/>
                  </a:lnTo>
                  <a:lnTo>
                    <a:pt x="2338261" y="2020306"/>
                  </a:lnTo>
                  <a:lnTo>
                    <a:pt x="2333221" y="2020306"/>
                  </a:lnTo>
                  <a:lnTo>
                    <a:pt x="2328182" y="2020306"/>
                  </a:lnTo>
                  <a:lnTo>
                    <a:pt x="2323143" y="2020306"/>
                  </a:lnTo>
                  <a:lnTo>
                    <a:pt x="2318103" y="2020306"/>
                  </a:lnTo>
                  <a:lnTo>
                    <a:pt x="2313064" y="2020306"/>
                  </a:lnTo>
                  <a:lnTo>
                    <a:pt x="2308024" y="2020306"/>
                  </a:lnTo>
                  <a:lnTo>
                    <a:pt x="2302985" y="2020306"/>
                  </a:lnTo>
                  <a:lnTo>
                    <a:pt x="2297946" y="2020306"/>
                  </a:lnTo>
                  <a:lnTo>
                    <a:pt x="2292906" y="2020306"/>
                  </a:lnTo>
                  <a:lnTo>
                    <a:pt x="2287867" y="2020306"/>
                  </a:lnTo>
                  <a:lnTo>
                    <a:pt x="2282828" y="2020306"/>
                  </a:lnTo>
                  <a:lnTo>
                    <a:pt x="2277788" y="2020306"/>
                  </a:lnTo>
                  <a:lnTo>
                    <a:pt x="2272749" y="2020306"/>
                  </a:lnTo>
                  <a:lnTo>
                    <a:pt x="2267710" y="2020306"/>
                  </a:lnTo>
                  <a:lnTo>
                    <a:pt x="2262670" y="2020306"/>
                  </a:lnTo>
                  <a:lnTo>
                    <a:pt x="2257631" y="2020306"/>
                  </a:lnTo>
                  <a:lnTo>
                    <a:pt x="2252592" y="2020306"/>
                  </a:lnTo>
                  <a:lnTo>
                    <a:pt x="2247552" y="2020306"/>
                  </a:lnTo>
                  <a:lnTo>
                    <a:pt x="2242513" y="2020306"/>
                  </a:lnTo>
                  <a:lnTo>
                    <a:pt x="2237473" y="2020306"/>
                  </a:lnTo>
                  <a:lnTo>
                    <a:pt x="2232434" y="2020306"/>
                  </a:lnTo>
                  <a:lnTo>
                    <a:pt x="2227395" y="2020306"/>
                  </a:lnTo>
                  <a:lnTo>
                    <a:pt x="2222355" y="2020306"/>
                  </a:lnTo>
                  <a:lnTo>
                    <a:pt x="2217316" y="2020306"/>
                  </a:lnTo>
                  <a:lnTo>
                    <a:pt x="2212277" y="2020306"/>
                  </a:lnTo>
                  <a:lnTo>
                    <a:pt x="2207237" y="2020306"/>
                  </a:lnTo>
                  <a:lnTo>
                    <a:pt x="2202198" y="2020306"/>
                  </a:lnTo>
                  <a:lnTo>
                    <a:pt x="2197159" y="2020306"/>
                  </a:lnTo>
                  <a:lnTo>
                    <a:pt x="2192119" y="2020306"/>
                  </a:lnTo>
                  <a:lnTo>
                    <a:pt x="2187080" y="2020306"/>
                  </a:lnTo>
                  <a:lnTo>
                    <a:pt x="2182041" y="2020306"/>
                  </a:lnTo>
                  <a:lnTo>
                    <a:pt x="2177001" y="2020306"/>
                  </a:lnTo>
                  <a:lnTo>
                    <a:pt x="2171962" y="2020306"/>
                  </a:lnTo>
                  <a:lnTo>
                    <a:pt x="2166923" y="2020306"/>
                  </a:lnTo>
                  <a:lnTo>
                    <a:pt x="2161883" y="2020306"/>
                  </a:lnTo>
                  <a:lnTo>
                    <a:pt x="2156844" y="2020306"/>
                  </a:lnTo>
                  <a:lnTo>
                    <a:pt x="2151804" y="2020306"/>
                  </a:lnTo>
                  <a:lnTo>
                    <a:pt x="2146765" y="2020306"/>
                  </a:lnTo>
                  <a:lnTo>
                    <a:pt x="2141726" y="2020306"/>
                  </a:lnTo>
                  <a:lnTo>
                    <a:pt x="2136686" y="2020306"/>
                  </a:lnTo>
                  <a:lnTo>
                    <a:pt x="2131647" y="2020306"/>
                  </a:lnTo>
                  <a:lnTo>
                    <a:pt x="2126608" y="2020306"/>
                  </a:lnTo>
                  <a:lnTo>
                    <a:pt x="2121568" y="2020306"/>
                  </a:lnTo>
                  <a:lnTo>
                    <a:pt x="2116529" y="2020306"/>
                  </a:lnTo>
                  <a:lnTo>
                    <a:pt x="2111490" y="2020306"/>
                  </a:lnTo>
                  <a:lnTo>
                    <a:pt x="2106450" y="2020306"/>
                  </a:lnTo>
                  <a:lnTo>
                    <a:pt x="2101411" y="2020306"/>
                  </a:lnTo>
                  <a:lnTo>
                    <a:pt x="2096372" y="2020306"/>
                  </a:lnTo>
                  <a:lnTo>
                    <a:pt x="2091332" y="2020306"/>
                  </a:lnTo>
                  <a:lnTo>
                    <a:pt x="2086293" y="2020306"/>
                  </a:lnTo>
                  <a:lnTo>
                    <a:pt x="2081253" y="2020306"/>
                  </a:lnTo>
                  <a:lnTo>
                    <a:pt x="2076214" y="2020306"/>
                  </a:lnTo>
                  <a:lnTo>
                    <a:pt x="2071175" y="2020306"/>
                  </a:lnTo>
                  <a:lnTo>
                    <a:pt x="2066135" y="2020306"/>
                  </a:lnTo>
                  <a:lnTo>
                    <a:pt x="2061096" y="2020306"/>
                  </a:lnTo>
                  <a:lnTo>
                    <a:pt x="2056057" y="2020306"/>
                  </a:lnTo>
                  <a:lnTo>
                    <a:pt x="2051017" y="2020306"/>
                  </a:lnTo>
                  <a:lnTo>
                    <a:pt x="2045978" y="2020306"/>
                  </a:lnTo>
                  <a:lnTo>
                    <a:pt x="2040939" y="2020306"/>
                  </a:lnTo>
                  <a:lnTo>
                    <a:pt x="2035899" y="2020306"/>
                  </a:lnTo>
                  <a:lnTo>
                    <a:pt x="2030860" y="2020306"/>
                  </a:lnTo>
                  <a:lnTo>
                    <a:pt x="2025821" y="2020306"/>
                  </a:lnTo>
                  <a:lnTo>
                    <a:pt x="2020781" y="2020306"/>
                  </a:lnTo>
                  <a:lnTo>
                    <a:pt x="2015742" y="2020306"/>
                  </a:lnTo>
                  <a:lnTo>
                    <a:pt x="2010702" y="2020306"/>
                  </a:lnTo>
                  <a:lnTo>
                    <a:pt x="2005663" y="2020306"/>
                  </a:lnTo>
                  <a:lnTo>
                    <a:pt x="2000624" y="2020306"/>
                  </a:lnTo>
                  <a:lnTo>
                    <a:pt x="1995584" y="2020306"/>
                  </a:lnTo>
                  <a:lnTo>
                    <a:pt x="1990545" y="2020306"/>
                  </a:lnTo>
                  <a:lnTo>
                    <a:pt x="1985506" y="2020306"/>
                  </a:lnTo>
                  <a:lnTo>
                    <a:pt x="1980466" y="2020306"/>
                  </a:lnTo>
                  <a:lnTo>
                    <a:pt x="1975427" y="2020306"/>
                  </a:lnTo>
                  <a:lnTo>
                    <a:pt x="1970388" y="2020306"/>
                  </a:lnTo>
                  <a:lnTo>
                    <a:pt x="1965348" y="2020306"/>
                  </a:lnTo>
                  <a:lnTo>
                    <a:pt x="1960309" y="2020306"/>
                  </a:lnTo>
                  <a:lnTo>
                    <a:pt x="1955270" y="2020306"/>
                  </a:lnTo>
                  <a:lnTo>
                    <a:pt x="1950230" y="2020306"/>
                  </a:lnTo>
                  <a:lnTo>
                    <a:pt x="1945191" y="2020306"/>
                  </a:lnTo>
                  <a:lnTo>
                    <a:pt x="1940151" y="2020306"/>
                  </a:lnTo>
                  <a:lnTo>
                    <a:pt x="1935112" y="2020306"/>
                  </a:lnTo>
                  <a:lnTo>
                    <a:pt x="1930073" y="2020306"/>
                  </a:lnTo>
                  <a:lnTo>
                    <a:pt x="1925033" y="2020306"/>
                  </a:lnTo>
                  <a:lnTo>
                    <a:pt x="1919994" y="2020306"/>
                  </a:lnTo>
                  <a:lnTo>
                    <a:pt x="1914955" y="2020306"/>
                  </a:lnTo>
                  <a:lnTo>
                    <a:pt x="1909915" y="2020306"/>
                  </a:lnTo>
                  <a:lnTo>
                    <a:pt x="1904876" y="2020306"/>
                  </a:lnTo>
                  <a:lnTo>
                    <a:pt x="1899837" y="2020306"/>
                  </a:lnTo>
                  <a:lnTo>
                    <a:pt x="1894797" y="2020306"/>
                  </a:lnTo>
                  <a:lnTo>
                    <a:pt x="1889758" y="2020306"/>
                  </a:lnTo>
                  <a:lnTo>
                    <a:pt x="1884719" y="2020306"/>
                  </a:lnTo>
                  <a:lnTo>
                    <a:pt x="1879679" y="2020306"/>
                  </a:lnTo>
                  <a:lnTo>
                    <a:pt x="1874640" y="2020306"/>
                  </a:lnTo>
                  <a:lnTo>
                    <a:pt x="1869601" y="2020306"/>
                  </a:lnTo>
                  <a:lnTo>
                    <a:pt x="1864561" y="2020306"/>
                  </a:lnTo>
                  <a:lnTo>
                    <a:pt x="1859522" y="2020306"/>
                  </a:lnTo>
                  <a:lnTo>
                    <a:pt x="1854482" y="2020306"/>
                  </a:lnTo>
                  <a:lnTo>
                    <a:pt x="1849443" y="2020306"/>
                  </a:lnTo>
                  <a:lnTo>
                    <a:pt x="1844404" y="2020306"/>
                  </a:lnTo>
                  <a:lnTo>
                    <a:pt x="1839364" y="2020306"/>
                  </a:lnTo>
                  <a:lnTo>
                    <a:pt x="1834325" y="2020306"/>
                  </a:lnTo>
                  <a:lnTo>
                    <a:pt x="1829286" y="2020306"/>
                  </a:lnTo>
                  <a:lnTo>
                    <a:pt x="1824246" y="2020306"/>
                  </a:lnTo>
                  <a:lnTo>
                    <a:pt x="1819207" y="2020306"/>
                  </a:lnTo>
                  <a:lnTo>
                    <a:pt x="1814168" y="2020306"/>
                  </a:lnTo>
                  <a:lnTo>
                    <a:pt x="1809128" y="2020306"/>
                  </a:lnTo>
                  <a:lnTo>
                    <a:pt x="1804089" y="2020306"/>
                  </a:lnTo>
                  <a:lnTo>
                    <a:pt x="1799050" y="2020306"/>
                  </a:lnTo>
                  <a:lnTo>
                    <a:pt x="1794010" y="2020306"/>
                  </a:lnTo>
                  <a:lnTo>
                    <a:pt x="1788971" y="2020306"/>
                  </a:lnTo>
                  <a:lnTo>
                    <a:pt x="1783931" y="2020306"/>
                  </a:lnTo>
                  <a:lnTo>
                    <a:pt x="1778892" y="2020306"/>
                  </a:lnTo>
                  <a:lnTo>
                    <a:pt x="1773853" y="2020306"/>
                  </a:lnTo>
                  <a:lnTo>
                    <a:pt x="1768813" y="2020306"/>
                  </a:lnTo>
                  <a:lnTo>
                    <a:pt x="1763774" y="2020306"/>
                  </a:lnTo>
                  <a:lnTo>
                    <a:pt x="1758735" y="2020306"/>
                  </a:lnTo>
                  <a:lnTo>
                    <a:pt x="1753695" y="2020306"/>
                  </a:lnTo>
                  <a:lnTo>
                    <a:pt x="1748656" y="2020306"/>
                  </a:lnTo>
                  <a:lnTo>
                    <a:pt x="1743617" y="2020306"/>
                  </a:lnTo>
                  <a:lnTo>
                    <a:pt x="1738577" y="2020306"/>
                  </a:lnTo>
                  <a:lnTo>
                    <a:pt x="1733538" y="2020306"/>
                  </a:lnTo>
                  <a:lnTo>
                    <a:pt x="1728499" y="2020306"/>
                  </a:lnTo>
                  <a:lnTo>
                    <a:pt x="1723459" y="2020306"/>
                  </a:lnTo>
                  <a:lnTo>
                    <a:pt x="1718420" y="2020306"/>
                  </a:lnTo>
                  <a:lnTo>
                    <a:pt x="1713380" y="2020306"/>
                  </a:lnTo>
                  <a:lnTo>
                    <a:pt x="1708341" y="2020306"/>
                  </a:lnTo>
                  <a:lnTo>
                    <a:pt x="1703302" y="2020306"/>
                  </a:lnTo>
                  <a:lnTo>
                    <a:pt x="1698262" y="2020306"/>
                  </a:lnTo>
                  <a:lnTo>
                    <a:pt x="1693223" y="2020306"/>
                  </a:lnTo>
                  <a:lnTo>
                    <a:pt x="1688184" y="2020306"/>
                  </a:lnTo>
                  <a:lnTo>
                    <a:pt x="1683144" y="2020306"/>
                  </a:lnTo>
                  <a:lnTo>
                    <a:pt x="1678105" y="2020306"/>
                  </a:lnTo>
                  <a:lnTo>
                    <a:pt x="1673066" y="2020306"/>
                  </a:lnTo>
                  <a:lnTo>
                    <a:pt x="1668026" y="2020306"/>
                  </a:lnTo>
                  <a:lnTo>
                    <a:pt x="1662987" y="2020306"/>
                  </a:lnTo>
                  <a:lnTo>
                    <a:pt x="1657948" y="2020306"/>
                  </a:lnTo>
                  <a:lnTo>
                    <a:pt x="1652908" y="2020306"/>
                  </a:lnTo>
                  <a:lnTo>
                    <a:pt x="1647869" y="2020306"/>
                  </a:lnTo>
                  <a:lnTo>
                    <a:pt x="1642830" y="2020306"/>
                  </a:lnTo>
                  <a:lnTo>
                    <a:pt x="1637790" y="2020306"/>
                  </a:lnTo>
                  <a:lnTo>
                    <a:pt x="1632751" y="2020306"/>
                  </a:lnTo>
                  <a:lnTo>
                    <a:pt x="1627711" y="2020306"/>
                  </a:lnTo>
                  <a:lnTo>
                    <a:pt x="1622672" y="2020306"/>
                  </a:lnTo>
                  <a:lnTo>
                    <a:pt x="1617633" y="2020306"/>
                  </a:lnTo>
                  <a:lnTo>
                    <a:pt x="1612593" y="2020306"/>
                  </a:lnTo>
                  <a:lnTo>
                    <a:pt x="1607554" y="2020306"/>
                  </a:lnTo>
                  <a:lnTo>
                    <a:pt x="1602515" y="2020306"/>
                  </a:lnTo>
                  <a:lnTo>
                    <a:pt x="1597475" y="2020306"/>
                  </a:lnTo>
                  <a:lnTo>
                    <a:pt x="1592436" y="2020306"/>
                  </a:lnTo>
                  <a:lnTo>
                    <a:pt x="1587397" y="2020306"/>
                  </a:lnTo>
                  <a:lnTo>
                    <a:pt x="1582357" y="2020306"/>
                  </a:lnTo>
                  <a:lnTo>
                    <a:pt x="1577318" y="2020306"/>
                  </a:lnTo>
                  <a:lnTo>
                    <a:pt x="1572279" y="2020306"/>
                  </a:lnTo>
                  <a:lnTo>
                    <a:pt x="1567239" y="2020306"/>
                  </a:lnTo>
                  <a:lnTo>
                    <a:pt x="1562200" y="2020306"/>
                  </a:lnTo>
                  <a:lnTo>
                    <a:pt x="1557160" y="2020306"/>
                  </a:lnTo>
                  <a:lnTo>
                    <a:pt x="1552121" y="2020306"/>
                  </a:lnTo>
                  <a:lnTo>
                    <a:pt x="1547082" y="2020306"/>
                  </a:lnTo>
                  <a:lnTo>
                    <a:pt x="1542042" y="2020306"/>
                  </a:lnTo>
                  <a:lnTo>
                    <a:pt x="1537003" y="2020306"/>
                  </a:lnTo>
                  <a:lnTo>
                    <a:pt x="1531964" y="2020306"/>
                  </a:lnTo>
                  <a:lnTo>
                    <a:pt x="1526924" y="2020306"/>
                  </a:lnTo>
                  <a:lnTo>
                    <a:pt x="1521885" y="2020306"/>
                  </a:lnTo>
                  <a:lnTo>
                    <a:pt x="1516846" y="2020306"/>
                  </a:lnTo>
                  <a:lnTo>
                    <a:pt x="1511806" y="2020306"/>
                  </a:lnTo>
                  <a:lnTo>
                    <a:pt x="1506767" y="2020306"/>
                  </a:lnTo>
                  <a:lnTo>
                    <a:pt x="1501728" y="2020306"/>
                  </a:lnTo>
                  <a:lnTo>
                    <a:pt x="1496688" y="2020306"/>
                  </a:lnTo>
                  <a:lnTo>
                    <a:pt x="1491649" y="2020306"/>
                  </a:lnTo>
                  <a:lnTo>
                    <a:pt x="1486609" y="2020306"/>
                  </a:lnTo>
                  <a:lnTo>
                    <a:pt x="1481570" y="2020306"/>
                  </a:lnTo>
                  <a:lnTo>
                    <a:pt x="1476531" y="2020306"/>
                  </a:lnTo>
                  <a:lnTo>
                    <a:pt x="1471491" y="2020306"/>
                  </a:lnTo>
                  <a:lnTo>
                    <a:pt x="1466452" y="2020306"/>
                  </a:lnTo>
                  <a:lnTo>
                    <a:pt x="1461413" y="2020306"/>
                  </a:lnTo>
                  <a:lnTo>
                    <a:pt x="1456373" y="2020306"/>
                  </a:lnTo>
                  <a:lnTo>
                    <a:pt x="1451334" y="2020306"/>
                  </a:lnTo>
                  <a:lnTo>
                    <a:pt x="1446295" y="2020306"/>
                  </a:lnTo>
                  <a:lnTo>
                    <a:pt x="1441255" y="2020306"/>
                  </a:lnTo>
                  <a:lnTo>
                    <a:pt x="1436216" y="2020306"/>
                  </a:lnTo>
                  <a:lnTo>
                    <a:pt x="1431177" y="2020306"/>
                  </a:lnTo>
                  <a:lnTo>
                    <a:pt x="1426137" y="2020306"/>
                  </a:lnTo>
                  <a:lnTo>
                    <a:pt x="1421098" y="2020306"/>
                  </a:lnTo>
                  <a:lnTo>
                    <a:pt x="1416058" y="2020306"/>
                  </a:lnTo>
                  <a:lnTo>
                    <a:pt x="1411019" y="2020306"/>
                  </a:lnTo>
                  <a:lnTo>
                    <a:pt x="1405980" y="2020306"/>
                  </a:lnTo>
                  <a:lnTo>
                    <a:pt x="1400940" y="2020306"/>
                  </a:lnTo>
                  <a:lnTo>
                    <a:pt x="1395901" y="2020306"/>
                  </a:lnTo>
                  <a:lnTo>
                    <a:pt x="1390862" y="2020306"/>
                  </a:lnTo>
                  <a:lnTo>
                    <a:pt x="1385822" y="2020306"/>
                  </a:lnTo>
                  <a:lnTo>
                    <a:pt x="1380783" y="2020306"/>
                  </a:lnTo>
                  <a:lnTo>
                    <a:pt x="1375744" y="2020306"/>
                  </a:lnTo>
                  <a:lnTo>
                    <a:pt x="1370704" y="2020306"/>
                  </a:lnTo>
                  <a:lnTo>
                    <a:pt x="1365665" y="2020306"/>
                  </a:lnTo>
                  <a:lnTo>
                    <a:pt x="1360626" y="2020306"/>
                  </a:lnTo>
                  <a:lnTo>
                    <a:pt x="1355586" y="2020306"/>
                  </a:lnTo>
                  <a:lnTo>
                    <a:pt x="1350547" y="2020306"/>
                  </a:lnTo>
                  <a:lnTo>
                    <a:pt x="1345508" y="2020306"/>
                  </a:lnTo>
                  <a:lnTo>
                    <a:pt x="1340468" y="2020306"/>
                  </a:lnTo>
                  <a:lnTo>
                    <a:pt x="1335429" y="2020306"/>
                  </a:lnTo>
                  <a:lnTo>
                    <a:pt x="1330389" y="2020306"/>
                  </a:lnTo>
                  <a:lnTo>
                    <a:pt x="1325350" y="2020306"/>
                  </a:lnTo>
                  <a:lnTo>
                    <a:pt x="1320311" y="2020306"/>
                  </a:lnTo>
                  <a:lnTo>
                    <a:pt x="1315271" y="2020306"/>
                  </a:lnTo>
                  <a:lnTo>
                    <a:pt x="1310232" y="2020306"/>
                  </a:lnTo>
                  <a:lnTo>
                    <a:pt x="1305193" y="2020306"/>
                  </a:lnTo>
                  <a:lnTo>
                    <a:pt x="1300153" y="2020306"/>
                  </a:lnTo>
                  <a:lnTo>
                    <a:pt x="1295114" y="2020306"/>
                  </a:lnTo>
                  <a:lnTo>
                    <a:pt x="1290075" y="2020306"/>
                  </a:lnTo>
                  <a:lnTo>
                    <a:pt x="1285035" y="2020306"/>
                  </a:lnTo>
                  <a:lnTo>
                    <a:pt x="1279996" y="2020306"/>
                  </a:lnTo>
                  <a:lnTo>
                    <a:pt x="1274957" y="2020306"/>
                  </a:lnTo>
                  <a:lnTo>
                    <a:pt x="1269917" y="2020306"/>
                  </a:lnTo>
                  <a:lnTo>
                    <a:pt x="1264878" y="2020306"/>
                  </a:lnTo>
                  <a:lnTo>
                    <a:pt x="1259838" y="2020306"/>
                  </a:lnTo>
                  <a:lnTo>
                    <a:pt x="1254799" y="2020306"/>
                  </a:lnTo>
                  <a:lnTo>
                    <a:pt x="1249760" y="2020306"/>
                  </a:lnTo>
                  <a:lnTo>
                    <a:pt x="1244720" y="2020306"/>
                  </a:lnTo>
                  <a:lnTo>
                    <a:pt x="1239681" y="2020306"/>
                  </a:lnTo>
                  <a:lnTo>
                    <a:pt x="1234642" y="2020306"/>
                  </a:lnTo>
                  <a:lnTo>
                    <a:pt x="1229602" y="2020306"/>
                  </a:lnTo>
                  <a:lnTo>
                    <a:pt x="1224563" y="2020306"/>
                  </a:lnTo>
                  <a:lnTo>
                    <a:pt x="1219524" y="2020306"/>
                  </a:lnTo>
                  <a:lnTo>
                    <a:pt x="1214484" y="2020306"/>
                  </a:lnTo>
                  <a:lnTo>
                    <a:pt x="1209445" y="2020306"/>
                  </a:lnTo>
                  <a:lnTo>
                    <a:pt x="1204406" y="2020306"/>
                  </a:lnTo>
                  <a:lnTo>
                    <a:pt x="1199366" y="2020306"/>
                  </a:lnTo>
                  <a:lnTo>
                    <a:pt x="1194327" y="2020306"/>
                  </a:lnTo>
                  <a:lnTo>
                    <a:pt x="1189287" y="2020306"/>
                  </a:lnTo>
                  <a:lnTo>
                    <a:pt x="1184248" y="2020306"/>
                  </a:lnTo>
                  <a:lnTo>
                    <a:pt x="1179209" y="2020306"/>
                  </a:lnTo>
                  <a:lnTo>
                    <a:pt x="1174169" y="2020306"/>
                  </a:lnTo>
                  <a:lnTo>
                    <a:pt x="1169130" y="2020306"/>
                  </a:lnTo>
                  <a:lnTo>
                    <a:pt x="1164091" y="2020306"/>
                  </a:lnTo>
                  <a:lnTo>
                    <a:pt x="1159051" y="2020306"/>
                  </a:lnTo>
                  <a:lnTo>
                    <a:pt x="1154012" y="2020306"/>
                  </a:lnTo>
                  <a:lnTo>
                    <a:pt x="1148973" y="2020306"/>
                  </a:lnTo>
                  <a:lnTo>
                    <a:pt x="1143933" y="2020306"/>
                  </a:lnTo>
                  <a:lnTo>
                    <a:pt x="1138894" y="2020306"/>
                  </a:lnTo>
                  <a:lnTo>
                    <a:pt x="1133855" y="2020306"/>
                  </a:lnTo>
                  <a:lnTo>
                    <a:pt x="1128815" y="2020306"/>
                  </a:lnTo>
                  <a:lnTo>
                    <a:pt x="1123776" y="2020306"/>
                  </a:lnTo>
                  <a:lnTo>
                    <a:pt x="1118736" y="2020306"/>
                  </a:lnTo>
                  <a:lnTo>
                    <a:pt x="1113697" y="2020306"/>
                  </a:lnTo>
                  <a:lnTo>
                    <a:pt x="1108658" y="2020306"/>
                  </a:lnTo>
                  <a:lnTo>
                    <a:pt x="1103618" y="2020306"/>
                  </a:lnTo>
                  <a:lnTo>
                    <a:pt x="1098579" y="2020306"/>
                  </a:lnTo>
                  <a:lnTo>
                    <a:pt x="1093540" y="2020306"/>
                  </a:lnTo>
                  <a:lnTo>
                    <a:pt x="1088500" y="2020306"/>
                  </a:lnTo>
                  <a:lnTo>
                    <a:pt x="1083461" y="2020306"/>
                  </a:lnTo>
                  <a:lnTo>
                    <a:pt x="1078422" y="2020306"/>
                  </a:lnTo>
                  <a:lnTo>
                    <a:pt x="1073382" y="2020306"/>
                  </a:lnTo>
                  <a:lnTo>
                    <a:pt x="1068343" y="2020306"/>
                  </a:lnTo>
                  <a:lnTo>
                    <a:pt x="1063304" y="2020306"/>
                  </a:lnTo>
                  <a:lnTo>
                    <a:pt x="1058264" y="2020306"/>
                  </a:lnTo>
                  <a:lnTo>
                    <a:pt x="1053225" y="2020306"/>
                  </a:lnTo>
                  <a:lnTo>
                    <a:pt x="1048186" y="2020306"/>
                  </a:lnTo>
                  <a:lnTo>
                    <a:pt x="1043146" y="2020306"/>
                  </a:lnTo>
                  <a:lnTo>
                    <a:pt x="1038107" y="2020306"/>
                  </a:lnTo>
                  <a:lnTo>
                    <a:pt x="1033067" y="2020306"/>
                  </a:lnTo>
                  <a:lnTo>
                    <a:pt x="1028028" y="2020306"/>
                  </a:lnTo>
                  <a:lnTo>
                    <a:pt x="1022989" y="2020306"/>
                  </a:lnTo>
                  <a:lnTo>
                    <a:pt x="1017949" y="2020306"/>
                  </a:lnTo>
                  <a:lnTo>
                    <a:pt x="1012910" y="2020306"/>
                  </a:lnTo>
                  <a:lnTo>
                    <a:pt x="1007871" y="2020306"/>
                  </a:lnTo>
                  <a:lnTo>
                    <a:pt x="1002831" y="2020306"/>
                  </a:lnTo>
                  <a:lnTo>
                    <a:pt x="997792" y="2020306"/>
                  </a:lnTo>
                  <a:lnTo>
                    <a:pt x="992753" y="2020306"/>
                  </a:lnTo>
                  <a:lnTo>
                    <a:pt x="987713" y="2020306"/>
                  </a:lnTo>
                  <a:lnTo>
                    <a:pt x="982674" y="2020306"/>
                  </a:lnTo>
                  <a:lnTo>
                    <a:pt x="977635" y="2020306"/>
                  </a:lnTo>
                  <a:lnTo>
                    <a:pt x="972595" y="2020306"/>
                  </a:lnTo>
                  <a:lnTo>
                    <a:pt x="967556" y="2020306"/>
                  </a:lnTo>
                  <a:lnTo>
                    <a:pt x="962516" y="2020306"/>
                  </a:lnTo>
                  <a:lnTo>
                    <a:pt x="957477" y="2020306"/>
                  </a:lnTo>
                  <a:lnTo>
                    <a:pt x="952438" y="2020306"/>
                  </a:lnTo>
                  <a:lnTo>
                    <a:pt x="947398" y="2020306"/>
                  </a:lnTo>
                  <a:lnTo>
                    <a:pt x="942359" y="2020306"/>
                  </a:lnTo>
                  <a:lnTo>
                    <a:pt x="937320" y="2020306"/>
                  </a:lnTo>
                  <a:lnTo>
                    <a:pt x="932280" y="2020306"/>
                  </a:lnTo>
                  <a:lnTo>
                    <a:pt x="927241" y="2020306"/>
                  </a:lnTo>
                  <a:lnTo>
                    <a:pt x="922202" y="2020306"/>
                  </a:lnTo>
                  <a:lnTo>
                    <a:pt x="917162" y="2020306"/>
                  </a:lnTo>
                  <a:lnTo>
                    <a:pt x="912123" y="2020306"/>
                  </a:lnTo>
                  <a:lnTo>
                    <a:pt x="907084" y="2020306"/>
                  </a:lnTo>
                  <a:lnTo>
                    <a:pt x="902044" y="2020306"/>
                  </a:lnTo>
                  <a:lnTo>
                    <a:pt x="897005" y="2020306"/>
                  </a:lnTo>
                  <a:lnTo>
                    <a:pt x="891965" y="2020306"/>
                  </a:lnTo>
                  <a:lnTo>
                    <a:pt x="886926" y="2020306"/>
                  </a:lnTo>
                  <a:lnTo>
                    <a:pt x="881887" y="2020306"/>
                  </a:lnTo>
                  <a:lnTo>
                    <a:pt x="876847" y="2020306"/>
                  </a:lnTo>
                  <a:lnTo>
                    <a:pt x="871808" y="2020306"/>
                  </a:lnTo>
                  <a:lnTo>
                    <a:pt x="866769" y="2020306"/>
                  </a:lnTo>
                  <a:lnTo>
                    <a:pt x="861729" y="2020306"/>
                  </a:lnTo>
                  <a:lnTo>
                    <a:pt x="856690" y="2020306"/>
                  </a:lnTo>
                  <a:lnTo>
                    <a:pt x="851651" y="2020306"/>
                  </a:lnTo>
                  <a:lnTo>
                    <a:pt x="846611" y="2020306"/>
                  </a:lnTo>
                  <a:lnTo>
                    <a:pt x="841572" y="2020306"/>
                  </a:lnTo>
                  <a:lnTo>
                    <a:pt x="836533" y="2020306"/>
                  </a:lnTo>
                  <a:lnTo>
                    <a:pt x="831493" y="2020306"/>
                  </a:lnTo>
                  <a:lnTo>
                    <a:pt x="826454" y="2020306"/>
                  </a:lnTo>
                  <a:lnTo>
                    <a:pt x="821415" y="2020306"/>
                  </a:lnTo>
                  <a:lnTo>
                    <a:pt x="816375" y="2020306"/>
                  </a:lnTo>
                  <a:lnTo>
                    <a:pt x="811336" y="2020306"/>
                  </a:lnTo>
                  <a:lnTo>
                    <a:pt x="806296" y="2020306"/>
                  </a:lnTo>
                  <a:lnTo>
                    <a:pt x="801257" y="2020306"/>
                  </a:lnTo>
                  <a:lnTo>
                    <a:pt x="796218" y="2020306"/>
                  </a:lnTo>
                  <a:lnTo>
                    <a:pt x="791178" y="2020306"/>
                  </a:lnTo>
                  <a:lnTo>
                    <a:pt x="786139" y="2020306"/>
                  </a:lnTo>
                  <a:lnTo>
                    <a:pt x="781100" y="2020306"/>
                  </a:lnTo>
                  <a:lnTo>
                    <a:pt x="776060" y="2020306"/>
                  </a:lnTo>
                  <a:lnTo>
                    <a:pt x="771021" y="2020306"/>
                  </a:lnTo>
                  <a:lnTo>
                    <a:pt x="765982" y="2020306"/>
                  </a:lnTo>
                  <a:lnTo>
                    <a:pt x="760942" y="2020306"/>
                  </a:lnTo>
                  <a:lnTo>
                    <a:pt x="755903" y="2020306"/>
                  </a:lnTo>
                  <a:lnTo>
                    <a:pt x="750864" y="2020306"/>
                  </a:lnTo>
                  <a:lnTo>
                    <a:pt x="745824" y="2020306"/>
                  </a:lnTo>
                  <a:lnTo>
                    <a:pt x="740785" y="2020306"/>
                  </a:lnTo>
                  <a:lnTo>
                    <a:pt x="735745" y="2020306"/>
                  </a:lnTo>
                  <a:lnTo>
                    <a:pt x="730706" y="2020306"/>
                  </a:lnTo>
                  <a:lnTo>
                    <a:pt x="725667" y="2020306"/>
                  </a:lnTo>
                  <a:lnTo>
                    <a:pt x="720627" y="2020306"/>
                  </a:lnTo>
                  <a:lnTo>
                    <a:pt x="715588" y="2020306"/>
                  </a:lnTo>
                  <a:lnTo>
                    <a:pt x="710549" y="2020306"/>
                  </a:lnTo>
                  <a:lnTo>
                    <a:pt x="705509" y="2020306"/>
                  </a:lnTo>
                  <a:lnTo>
                    <a:pt x="700470" y="2020306"/>
                  </a:lnTo>
                  <a:lnTo>
                    <a:pt x="695431" y="2020306"/>
                  </a:lnTo>
                  <a:lnTo>
                    <a:pt x="690391" y="2020306"/>
                  </a:lnTo>
                  <a:lnTo>
                    <a:pt x="685352" y="2020306"/>
                  </a:lnTo>
                  <a:lnTo>
                    <a:pt x="680313" y="2020306"/>
                  </a:lnTo>
                  <a:lnTo>
                    <a:pt x="675273" y="2020306"/>
                  </a:lnTo>
                  <a:lnTo>
                    <a:pt x="670234" y="2020306"/>
                  </a:lnTo>
                  <a:lnTo>
                    <a:pt x="665194" y="2020306"/>
                  </a:lnTo>
                  <a:lnTo>
                    <a:pt x="660155" y="2020306"/>
                  </a:lnTo>
                  <a:lnTo>
                    <a:pt x="655116" y="2020306"/>
                  </a:lnTo>
                  <a:lnTo>
                    <a:pt x="650076" y="2020306"/>
                  </a:lnTo>
                  <a:lnTo>
                    <a:pt x="645037" y="2020306"/>
                  </a:lnTo>
                  <a:lnTo>
                    <a:pt x="639998" y="2020306"/>
                  </a:lnTo>
                  <a:lnTo>
                    <a:pt x="634958" y="2020306"/>
                  </a:lnTo>
                  <a:lnTo>
                    <a:pt x="629919" y="2020306"/>
                  </a:lnTo>
                  <a:lnTo>
                    <a:pt x="624880" y="2020306"/>
                  </a:lnTo>
                  <a:lnTo>
                    <a:pt x="619840" y="2020306"/>
                  </a:lnTo>
                  <a:lnTo>
                    <a:pt x="614801" y="2020306"/>
                  </a:lnTo>
                  <a:lnTo>
                    <a:pt x="609762" y="2020306"/>
                  </a:lnTo>
                  <a:lnTo>
                    <a:pt x="604722" y="2020306"/>
                  </a:lnTo>
                  <a:lnTo>
                    <a:pt x="599683" y="2020306"/>
                  </a:lnTo>
                  <a:lnTo>
                    <a:pt x="594643" y="2020306"/>
                  </a:lnTo>
                  <a:lnTo>
                    <a:pt x="589604" y="2020306"/>
                  </a:lnTo>
                  <a:lnTo>
                    <a:pt x="584565" y="2020306"/>
                  </a:lnTo>
                  <a:lnTo>
                    <a:pt x="579525" y="2020306"/>
                  </a:lnTo>
                  <a:lnTo>
                    <a:pt x="574486" y="2020306"/>
                  </a:lnTo>
                  <a:lnTo>
                    <a:pt x="569447" y="2020306"/>
                  </a:lnTo>
                  <a:lnTo>
                    <a:pt x="564407" y="2020306"/>
                  </a:lnTo>
                  <a:lnTo>
                    <a:pt x="559368" y="2020306"/>
                  </a:lnTo>
                  <a:lnTo>
                    <a:pt x="554329" y="2020306"/>
                  </a:lnTo>
                  <a:lnTo>
                    <a:pt x="549289" y="2020306"/>
                  </a:lnTo>
                  <a:lnTo>
                    <a:pt x="544250" y="2020306"/>
                  </a:lnTo>
                  <a:lnTo>
                    <a:pt x="539211" y="2020306"/>
                  </a:lnTo>
                  <a:lnTo>
                    <a:pt x="534171" y="2020306"/>
                  </a:lnTo>
                  <a:lnTo>
                    <a:pt x="529132" y="2020306"/>
                  </a:lnTo>
                  <a:lnTo>
                    <a:pt x="524093" y="2020306"/>
                  </a:lnTo>
                  <a:lnTo>
                    <a:pt x="519053" y="2020306"/>
                  </a:lnTo>
                  <a:lnTo>
                    <a:pt x="514014" y="2020306"/>
                  </a:lnTo>
                  <a:lnTo>
                    <a:pt x="508974" y="2020306"/>
                  </a:lnTo>
                  <a:lnTo>
                    <a:pt x="503935" y="2020306"/>
                  </a:lnTo>
                  <a:lnTo>
                    <a:pt x="498896" y="2020306"/>
                  </a:lnTo>
                  <a:lnTo>
                    <a:pt x="493856" y="2020306"/>
                  </a:lnTo>
                  <a:lnTo>
                    <a:pt x="488817" y="2020306"/>
                  </a:lnTo>
                  <a:lnTo>
                    <a:pt x="483778" y="2020306"/>
                  </a:lnTo>
                  <a:lnTo>
                    <a:pt x="478738" y="2020306"/>
                  </a:lnTo>
                  <a:lnTo>
                    <a:pt x="473699" y="2020306"/>
                  </a:lnTo>
                  <a:lnTo>
                    <a:pt x="468660" y="2020306"/>
                  </a:lnTo>
                  <a:lnTo>
                    <a:pt x="463620" y="2020306"/>
                  </a:lnTo>
                  <a:lnTo>
                    <a:pt x="458581" y="2020306"/>
                  </a:lnTo>
                  <a:lnTo>
                    <a:pt x="453542" y="2020306"/>
                  </a:lnTo>
                  <a:lnTo>
                    <a:pt x="448502" y="2020306"/>
                  </a:lnTo>
                  <a:lnTo>
                    <a:pt x="443463" y="2020306"/>
                  </a:lnTo>
                  <a:lnTo>
                    <a:pt x="438423" y="2020306"/>
                  </a:lnTo>
                  <a:lnTo>
                    <a:pt x="433384" y="2020306"/>
                  </a:lnTo>
                  <a:lnTo>
                    <a:pt x="428345" y="2020306"/>
                  </a:lnTo>
                  <a:lnTo>
                    <a:pt x="423305" y="2020306"/>
                  </a:lnTo>
                  <a:lnTo>
                    <a:pt x="418266" y="2020306"/>
                  </a:lnTo>
                  <a:lnTo>
                    <a:pt x="413227" y="2020306"/>
                  </a:lnTo>
                  <a:lnTo>
                    <a:pt x="408187" y="2020306"/>
                  </a:lnTo>
                  <a:lnTo>
                    <a:pt x="403148" y="2020306"/>
                  </a:lnTo>
                  <a:lnTo>
                    <a:pt x="398109" y="2020306"/>
                  </a:lnTo>
                  <a:lnTo>
                    <a:pt x="393069" y="2020306"/>
                  </a:lnTo>
                  <a:lnTo>
                    <a:pt x="388030" y="2020306"/>
                  </a:lnTo>
                  <a:lnTo>
                    <a:pt x="382991" y="2020306"/>
                  </a:lnTo>
                  <a:lnTo>
                    <a:pt x="377951" y="2020306"/>
                  </a:lnTo>
                  <a:lnTo>
                    <a:pt x="372912" y="2020306"/>
                  </a:lnTo>
                  <a:lnTo>
                    <a:pt x="367872" y="2020306"/>
                  </a:lnTo>
                  <a:lnTo>
                    <a:pt x="362833" y="2020306"/>
                  </a:lnTo>
                  <a:lnTo>
                    <a:pt x="357794" y="2020306"/>
                  </a:lnTo>
                  <a:lnTo>
                    <a:pt x="352754" y="2020306"/>
                  </a:lnTo>
                  <a:lnTo>
                    <a:pt x="347715" y="2020306"/>
                  </a:lnTo>
                  <a:lnTo>
                    <a:pt x="342676" y="2020306"/>
                  </a:lnTo>
                  <a:lnTo>
                    <a:pt x="337636" y="2020306"/>
                  </a:lnTo>
                  <a:lnTo>
                    <a:pt x="332597" y="2020306"/>
                  </a:lnTo>
                  <a:lnTo>
                    <a:pt x="327558" y="2020306"/>
                  </a:lnTo>
                  <a:lnTo>
                    <a:pt x="322518" y="2020306"/>
                  </a:lnTo>
                  <a:lnTo>
                    <a:pt x="317479" y="2020306"/>
                  </a:lnTo>
                  <a:lnTo>
                    <a:pt x="312440" y="2020306"/>
                  </a:lnTo>
                  <a:lnTo>
                    <a:pt x="307400" y="2020306"/>
                  </a:lnTo>
                  <a:lnTo>
                    <a:pt x="302361" y="2020306"/>
                  </a:lnTo>
                  <a:lnTo>
                    <a:pt x="297321" y="2020306"/>
                  </a:lnTo>
                  <a:lnTo>
                    <a:pt x="292282" y="2020306"/>
                  </a:lnTo>
                  <a:lnTo>
                    <a:pt x="287243" y="2020306"/>
                  </a:lnTo>
                  <a:lnTo>
                    <a:pt x="282203" y="2020306"/>
                  </a:lnTo>
                  <a:lnTo>
                    <a:pt x="277164" y="2020306"/>
                  </a:lnTo>
                  <a:lnTo>
                    <a:pt x="272125" y="2020306"/>
                  </a:lnTo>
                  <a:lnTo>
                    <a:pt x="267085" y="2020306"/>
                  </a:lnTo>
                  <a:lnTo>
                    <a:pt x="262046" y="2020306"/>
                  </a:lnTo>
                  <a:lnTo>
                    <a:pt x="257007" y="2020306"/>
                  </a:lnTo>
                  <a:lnTo>
                    <a:pt x="251967" y="2020306"/>
                  </a:lnTo>
                  <a:lnTo>
                    <a:pt x="246928" y="2020306"/>
                  </a:lnTo>
                  <a:lnTo>
                    <a:pt x="241889" y="2020306"/>
                  </a:lnTo>
                  <a:lnTo>
                    <a:pt x="236849" y="2020306"/>
                  </a:lnTo>
                  <a:lnTo>
                    <a:pt x="231810" y="2020306"/>
                  </a:lnTo>
                  <a:lnTo>
                    <a:pt x="226771" y="2020306"/>
                  </a:lnTo>
                  <a:lnTo>
                    <a:pt x="221731" y="2020306"/>
                  </a:lnTo>
                  <a:lnTo>
                    <a:pt x="216692" y="2020306"/>
                  </a:lnTo>
                  <a:lnTo>
                    <a:pt x="211652" y="2020306"/>
                  </a:lnTo>
                  <a:lnTo>
                    <a:pt x="206613" y="2020306"/>
                  </a:lnTo>
                  <a:lnTo>
                    <a:pt x="201574" y="2020306"/>
                  </a:lnTo>
                  <a:lnTo>
                    <a:pt x="196534" y="2020306"/>
                  </a:lnTo>
                  <a:lnTo>
                    <a:pt x="191495" y="2020306"/>
                  </a:lnTo>
                  <a:lnTo>
                    <a:pt x="186456" y="2020306"/>
                  </a:lnTo>
                  <a:lnTo>
                    <a:pt x="181416" y="2020306"/>
                  </a:lnTo>
                  <a:lnTo>
                    <a:pt x="176377" y="2020306"/>
                  </a:lnTo>
                  <a:lnTo>
                    <a:pt x="171338" y="2020306"/>
                  </a:lnTo>
                  <a:lnTo>
                    <a:pt x="166298" y="2020306"/>
                  </a:lnTo>
                  <a:lnTo>
                    <a:pt x="161259" y="2020306"/>
                  </a:lnTo>
                  <a:lnTo>
                    <a:pt x="156220" y="2020306"/>
                  </a:lnTo>
                  <a:lnTo>
                    <a:pt x="151180" y="2020306"/>
                  </a:lnTo>
                  <a:lnTo>
                    <a:pt x="146141" y="2020306"/>
                  </a:lnTo>
                  <a:lnTo>
                    <a:pt x="141101" y="2020306"/>
                  </a:lnTo>
                  <a:lnTo>
                    <a:pt x="136062" y="2020306"/>
                  </a:lnTo>
                  <a:lnTo>
                    <a:pt x="131023" y="2020306"/>
                  </a:lnTo>
                  <a:lnTo>
                    <a:pt x="125983" y="2020306"/>
                  </a:lnTo>
                  <a:lnTo>
                    <a:pt x="120944" y="2020306"/>
                  </a:lnTo>
                  <a:lnTo>
                    <a:pt x="115905" y="2020306"/>
                  </a:lnTo>
                  <a:lnTo>
                    <a:pt x="110865" y="2020306"/>
                  </a:lnTo>
                  <a:lnTo>
                    <a:pt x="105826" y="2020306"/>
                  </a:lnTo>
                  <a:lnTo>
                    <a:pt x="100787" y="2020306"/>
                  </a:lnTo>
                  <a:lnTo>
                    <a:pt x="95747" y="2020306"/>
                  </a:lnTo>
                  <a:lnTo>
                    <a:pt x="90708" y="2020306"/>
                  </a:lnTo>
                  <a:lnTo>
                    <a:pt x="85669" y="2020306"/>
                  </a:lnTo>
                  <a:lnTo>
                    <a:pt x="80629" y="2020306"/>
                  </a:lnTo>
                  <a:lnTo>
                    <a:pt x="75590" y="2020306"/>
                  </a:lnTo>
                  <a:lnTo>
                    <a:pt x="70550" y="2020306"/>
                  </a:lnTo>
                  <a:lnTo>
                    <a:pt x="65511" y="2020306"/>
                  </a:lnTo>
                  <a:lnTo>
                    <a:pt x="60472" y="2020306"/>
                  </a:lnTo>
                  <a:lnTo>
                    <a:pt x="55432" y="2020306"/>
                  </a:lnTo>
                  <a:lnTo>
                    <a:pt x="50393" y="2020306"/>
                  </a:lnTo>
                  <a:lnTo>
                    <a:pt x="45354" y="2020306"/>
                  </a:lnTo>
                  <a:lnTo>
                    <a:pt x="40314" y="2020306"/>
                  </a:lnTo>
                  <a:lnTo>
                    <a:pt x="35275" y="2020306"/>
                  </a:lnTo>
                  <a:lnTo>
                    <a:pt x="30236" y="2020306"/>
                  </a:lnTo>
                  <a:lnTo>
                    <a:pt x="25196" y="2020306"/>
                  </a:lnTo>
                  <a:lnTo>
                    <a:pt x="20157" y="2020306"/>
                  </a:lnTo>
                  <a:lnTo>
                    <a:pt x="15118" y="2020306"/>
                  </a:lnTo>
                  <a:lnTo>
                    <a:pt x="10078" y="2020306"/>
                  </a:lnTo>
                  <a:lnTo>
                    <a:pt x="5039" y="2020306"/>
                  </a:lnTo>
                  <a:lnTo>
                    <a:pt x="0" y="2020306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575626" y="2986370"/>
              <a:ext cx="2575110" cy="2020306"/>
            </a:xfrm>
            <a:custGeom>
              <a:avLst/>
              <a:pathLst>
                <a:path w="2575110" h="2020306">
                  <a:moveTo>
                    <a:pt x="0" y="2018438"/>
                  </a:moveTo>
                  <a:lnTo>
                    <a:pt x="5039" y="2017820"/>
                  </a:lnTo>
                  <a:lnTo>
                    <a:pt x="10078" y="2017053"/>
                  </a:lnTo>
                  <a:lnTo>
                    <a:pt x="15118" y="2016144"/>
                  </a:lnTo>
                  <a:lnTo>
                    <a:pt x="20157" y="2015098"/>
                  </a:lnTo>
                  <a:lnTo>
                    <a:pt x="25196" y="2013925"/>
                  </a:lnTo>
                  <a:lnTo>
                    <a:pt x="30236" y="2012646"/>
                  </a:lnTo>
                  <a:lnTo>
                    <a:pt x="35275" y="2011287"/>
                  </a:lnTo>
                  <a:lnTo>
                    <a:pt x="40314" y="2009882"/>
                  </a:lnTo>
                  <a:lnTo>
                    <a:pt x="45354" y="2008466"/>
                  </a:lnTo>
                  <a:lnTo>
                    <a:pt x="50393" y="2007072"/>
                  </a:lnTo>
                  <a:lnTo>
                    <a:pt x="55432" y="2005727"/>
                  </a:lnTo>
                  <a:lnTo>
                    <a:pt x="60472" y="2004453"/>
                  </a:lnTo>
                  <a:lnTo>
                    <a:pt x="65511" y="2003250"/>
                  </a:lnTo>
                  <a:lnTo>
                    <a:pt x="70550" y="2002096"/>
                  </a:lnTo>
                  <a:lnTo>
                    <a:pt x="75590" y="2000957"/>
                  </a:lnTo>
                  <a:lnTo>
                    <a:pt x="80629" y="1999788"/>
                  </a:lnTo>
                  <a:lnTo>
                    <a:pt x="85669" y="1998539"/>
                  </a:lnTo>
                  <a:lnTo>
                    <a:pt x="90708" y="1997156"/>
                  </a:lnTo>
                  <a:lnTo>
                    <a:pt x="95747" y="1995594"/>
                  </a:lnTo>
                  <a:lnTo>
                    <a:pt x="100787" y="1993818"/>
                  </a:lnTo>
                  <a:lnTo>
                    <a:pt x="105826" y="1991810"/>
                  </a:lnTo>
                  <a:lnTo>
                    <a:pt x="110865" y="1989572"/>
                  </a:lnTo>
                  <a:lnTo>
                    <a:pt x="115905" y="1987119"/>
                  </a:lnTo>
                  <a:lnTo>
                    <a:pt x="120944" y="1984535"/>
                  </a:lnTo>
                  <a:lnTo>
                    <a:pt x="125983" y="1981906"/>
                  </a:lnTo>
                  <a:lnTo>
                    <a:pt x="131023" y="1979328"/>
                  </a:lnTo>
                  <a:lnTo>
                    <a:pt x="136062" y="1976912"/>
                  </a:lnTo>
                  <a:lnTo>
                    <a:pt x="141101" y="1974769"/>
                  </a:lnTo>
                  <a:lnTo>
                    <a:pt x="146141" y="1973010"/>
                  </a:lnTo>
                  <a:lnTo>
                    <a:pt x="151180" y="1971733"/>
                  </a:lnTo>
                  <a:lnTo>
                    <a:pt x="156220" y="1971019"/>
                  </a:lnTo>
                  <a:lnTo>
                    <a:pt x="161259" y="1970929"/>
                  </a:lnTo>
                  <a:lnTo>
                    <a:pt x="166298" y="1971517"/>
                  </a:lnTo>
                  <a:lnTo>
                    <a:pt x="171338" y="1972801"/>
                  </a:lnTo>
                  <a:lnTo>
                    <a:pt x="176377" y="1974686"/>
                  </a:lnTo>
                  <a:lnTo>
                    <a:pt x="181416" y="1977097"/>
                  </a:lnTo>
                  <a:lnTo>
                    <a:pt x="186456" y="1979938"/>
                  </a:lnTo>
                  <a:lnTo>
                    <a:pt x="191495" y="1983100"/>
                  </a:lnTo>
                  <a:lnTo>
                    <a:pt x="196534" y="1986461"/>
                  </a:lnTo>
                  <a:lnTo>
                    <a:pt x="201574" y="1989904"/>
                  </a:lnTo>
                  <a:lnTo>
                    <a:pt x="206613" y="1993313"/>
                  </a:lnTo>
                  <a:lnTo>
                    <a:pt x="211652" y="1996587"/>
                  </a:lnTo>
                  <a:lnTo>
                    <a:pt x="216692" y="1999639"/>
                  </a:lnTo>
                  <a:lnTo>
                    <a:pt x="221731" y="2002371"/>
                  </a:lnTo>
                  <a:lnTo>
                    <a:pt x="226771" y="2004738"/>
                  </a:lnTo>
                  <a:lnTo>
                    <a:pt x="231810" y="2006716"/>
                  </a:lnTo>
                  <a:lnTo>
                    <a:pt x="236849" y="2008277"/>
                  </a:lnTo>
                  <a:lnTo>
                    <a:pt x="241889" y="2009399"/>
                  </a:lnTo>
                  <a:lnTo>
                    <a:pt x="246928" y="2010059"/>
                  </a:lnTo>
                  <a:lnTo>
                    <a:pt x="251967" y="2010232"/>
                  </a:lnTo>
                  <a:lnTo>
                    <a:pt x="257007" y="2009892"/>
                  </a:lnTo>
                  <a:lnTo>
                    <a:pt x="262046" y="2009006"/>
                  </a:lnTo>
                  <a:lnTo>
                    <a:pt x="267085" y="2007540"/>
                  </a:lnTo>
                  <a:lnTo>
                    <a:pt x="272125" y="2005450"/>
                  </a:lnTo>
                  <a:lnTo>
                    <a:pt x="277164" y="2002636"/>
                  </a:lnTo>
                  <a:lnTo>
                    <a:pt x="282203" y="1999139"/>
                  </a:lnTo>
                  <a:lnTo>
                    <a:pt x="287243" y="1994943"/>
                  </a:lnTo>
                  <a:lnTo>
                    <a:pt x="292282" y="1990051"/>
                  </a:lnTo>
                  <a:lnTo>
                    <a:pt x="297321" y="1984484"/>
                  </a:lnTo>
                  <a:lnTo>
                    <a:pt x="302361" y="1978285"/>
                  </a:lnTo>
                  <a:lnTo>
                    <a:pt x="307400" y="1971526"/>
                  </a:lnTo>
                  <a:lnTo>
                    <a:pt x="312440" y="1964306"/>
                  </a:lnTo>
                  <a:lnTo>
                    <a:pt x="317479" y="1956754"/>
                  </a:lnTo>
                  <a:lnTo>
                    <a:pt x="322518" y="1949027"/>
                  </a:lnTo>
                  <a:lnTo>
                    <a:pt x="327558" y="1941326"/>
                  </a:lnTo>
                  <a:lnTo>
                    <a:pt x="332597" y="1933902"/>
                  </a:lnTo>
                  <a:lnTo>
                    <a:pt x="337636" y="1926980"/>
                  </a:lnTo>
                  <a:lnTo>
                    <a:pt x="342676" y="1920783"/>
                  </a:lnTo>
                  <a:lnTo>
                    <a:pt x="347715" y="1915526"/>
                  </a:lnTo>
                  <a:lnTo>
                    <a:pt x="352754" y="1911399"/>
                  </a:lnTo>
                  <a:lnTo>
                    <a:pt x="357794" y="1908558"/>
                  </a:lnTo>
                  <a:lnTo>
                    <a:pt x="362833" y="1907117"/>
                  </a:lnTo>
                  <a:lnTo>
                    <a:pt x="367872" y="1907138"/>
                  </a:lnTo>
                  <a:lnTo>
                    <a:pt x="372912" y="1908627"/>
                  </a:lnTo>
                  <a:lnTo>
                    <a:pt x="377951" y="1911533"/>
                  </a:lnTo>
                  <a:lnTo>
                    <a:pt x="382991" y="1915865"/>
                  </a:lnTo>
                  <a:lnTo>
                    <a:pt x="388030" y="1921315"/>
                  </a:lnTo>
                  <a:lnTo>
                    <a:pt x="393069" y="1927656"/>
                  </a:lnTo>
                  <a:lnTo>
                    <a:pt x="398109" y="1934654"/>
                  </a:lnTo>
                  <a:lnTo>
                    <a:pt x="403148" y="1942064"/>
                  </a:lnTo>
                  <a:lnTo>
                    <a:pt x="408187" y="1949638"/>
                  </a:lnTo>
                  <a:lnTo>
                    <a:pt x="413227" y="1957141"/>
                  </a:lnTo>
                  <a:lnTo>
                    <a:pt x="418266" y="1964354"/>
                  </a:lnTo>
                  <a:lnTo>
                    <a:pt x="423305" y="1971087"/>
                  </a:lnTo>
                  <a:lnTo>
                    <a:pt x="428345" y="1977181"/>
                  </a:lnTo>
                  <a:lnTo>
                    <a:pt x="433384" y="1982488"/>
                  </a:lnTo>
                  <a:lnTo>
                    <a:pt x="438423" y="1986871"/>
                  </a:lnTo>
                  <a:lnTo>
                    <a:pt x="443463" y="1990363"/>
                  </a:lnTo>
                  <a:lnTo>
                    <a:pt x="448502" y="1992968"/>
                  </a:lnTo>
                  <a:lnTo>
                    <a:pt x="453542" y="1994716"/>
                  </a:lnTo>
                  <a:lnTo>
                    <a:pt x="458581" y="1995663"/>
                  </a:lnTo>
                  <a:lnTo>
                    <a:pt x="463620" y="1995885"/>
                  </a:lnTo>
                  <a:lnTo>
                    <a:pt x="468660" y="1995473"/>
                  </a:lnTo>
                  <a:lnTo>
                    <a:pt x="473699" y="1994533"/>
                  </a:lnTo>
                  <a:lnTo>
                    <a:pt x="478738" y="1993175"/>
                  </a:lnTo>
                  <a:lnTo>
                    <a:pt x="483778" y="1991518"/>
                  </a:lnTo>
                  <a:lnTo>
                    <a:pt x="488817" y="1989682"/>
                  </a:lnTo>
                  <a:lnTo>
                    <a:pt x="493856" y="1987814"/>
                  </a:lnTo>
                  <a:lnTo>
                    <a:pt x="498896" y="1986038"/>
                  </a:lnTo>
                  <a:lnTo>
                    <a:pt x="503935" y="1984463"/>
                  </a:lnTo>
                  <a:lnTo>
                    <a:pt x="508974" y="1983185"/>
                  </a:lnTo>
                  <a:lnTo>
                    <a:pt x="514014" y="1982286"/>
                  </a:lnTo>
                  <a:lnTo>
                    <a:pt x="519053" y="1981827"/>
                  </a:lnTo>
                  <a:lnTo>
                    <a:pt x="524093" y="1981844"/>
                  </a:lnTo>
                  <a:lnTo>
                    <a:pt x="529132" y="1982348"/>
                  </a:lnTo>
                  <a:lnTo>
                    <a:pt x="534171" y="1983323"/>
                  </a:lnTo>
                  <a:lnTo>
                    <a:pt x="539211" y="1984732"/>
                  </a:lnTo>
                  <a:lnTo>
                    <a:pt x="544250" y="1986533"/>
                  </a:lnTo>
                  <a:lnTo>
                    <a:pt x="549289" y="1988592"/>
                  </a:lnTo>
                  <a:lnTo>
                    <a:pt x="554329" y="1990816"/>
                  </a:lnTo>
                  <a:lnTo>
                    <a:pt x="559368" y="1993109"/>
                  </a:lnTo>
                  <a:lnTo>
                    <a:pt x="564407" y="1995383"/>
                  </a:lnTo>
                  <a:lnTo>
                    <a:pt x="569447" y="1997558"/>
                  </a:lnTo>
                  <a:lnTo>
                    <a:pt x="574486" y="1999569"/>
                  </a:lnTo>
                  <a:lnTo>
                    <a:pt x="579525" y="2001366"/>
                  </a:lnTo>
                  <a:lnTo>
                    <a:pt x="584565" y="2002911"/>
                  </a:lnTo>
                  <a:lnTo>
                    <a:pt x="589604" y="2004180"/>
                  </a:lnTo>
                  <a:lnTo>
                    <a:pt x="594643" y="2005143"/>
                  </a:lnTo>
                  <a:lnTo>
                    <a:pt x="599683" y="2005781"/>
                  </a:lnTo>
                  <a:lnTo>
                    <a:pt x="604722" y="2006100"/>
                  </a:lnTo>
                  <a:lnTo>
                    <a:pt x="609762" y="2006078"/>
                  </a:lnTo>
                  <a:lnTo>
                    <a:pt x="614801" y="2005680"/>
                  </a:lnTo>
                  <a:lnTo>
                    <a:pt x="619840" y="2004858"/>
                  </a:lnTo>
                  <a:lnTo>
                    <a:pt x="624880" y="2003541"/>
                  </a:lnTo>
                  <a:lnTo>
                    <a:pt x="629919" y="2001639"/>
                  </a:lnTo>
                  <a:lnTo>
                    <a:pt x="634958" y="1999039"/>
                  </a:lnTo>
                  <a:lnTo>
                    <a:pt x="639998" y="1995601"/>
                  </a:lnTo>
                  <a:lnTo>
                    <a:pt x="645037" y="1991164"/>
                  </a:lnTo>
                  <a:lnTo>
                    <a:pt x="650076" y="1985406"/>
                  </a:lnTo>
                  <a:lnTo>
                    <a:pt x="655116" y="1978181"/>
                  </a:lnTo>
                  <a:lnTo>
                    <a:pt x="660155" y="1969295"/>
                  </a:lnTo>
                  <a:lnTo>
                    <a:pt x="665194" y="1958528"/>
                  </a:lnTo>
                  <a:lnTo>
                    <a:pt x="670234" y="1945668"/>
                  </a:lnTo>
                  <a:lnTo>
                    <a:pt x="675273" y="1930518"/>
                  </a:lnTo>
                  <a:lnTo>
                    <a:pt x="680313" y="1912909"/>
                  </a:lnTo>
                  <a:lnTo>
                    <a:pt x="685352" y="1892703"/>
                  </a:lnTo>
                  <a:lnTo>
                    <a:pt x="690391" y="1869806"/>
                  </a:lnTo>
                  <a:lnTo>
                    <a:pt x="695431" y="1844171"/>
                  </a:lnTo>
                  <a:lnTo>
                    <a:pt x="700470" y="1815733"/>
                  </a:lnTo>
                  <a:lnTo>
                    <a:pt x="705509" y="1784393"/>
                  </a:lnTo>
                  <a:lnTo>
                    <a:pt x="710549" y="1750524"/>
                  </a:lnTo>
                  <a:lnTo>
                    <a:pt x="715588" y="1714294"/>
                  </a:lnTo>
                  <a:lnTo>
                    <a:pt x="720627" y="1675902"/>
                  </a:lnTo>
                  <a:lnTo>
                    <a:pt x="725667" y="1635572"/>
                  </a:lnTo>
                  <a:lnTo>
                    <a:pt x="730706" y="1593538"/>
                  </a:lnTo>
                  <a:lnTo>
                    <a:pt x="735745" y="1550037"/>
                  </a:lnTo>
                  <a:lnTo>
                    <a:pt x="740785" y="1505291"/>
                  </a:lnTo>
                  <a:lnTo>
                    <a:pt x="745824" y="1459500"/>
                  </a:lnTo>
                  <a:lnTo>
                    <a:pt x="750864" y="1412828"/>
                  </a:lnTo>
                  <a:lnTo>
                    <a:pt x="755903" y="1365343"/>
                  </a:lnTo>
                  <a:lnTo>
                    <a:pt x="760942" y="1317126"/>
                  </a:lnTo>
                  <a:lnTo>
                    <a:pt x="765982" y="1268190"/>
                  </a:lnTo>
                  <a:lnTo>
                    <a:pt x="771021" y="1218462"/>
                  </a:lnTo>
                  <a:lnTo>
                    <a:pt x="776060" y="1167813"/>
                  </a:lnTo>
                  <a:lnTo>
                    <a:pt x="781100" y="1116080"/>
                  </a:lnTo>
                  <a:lnTo>
                    <a:pt x="786139" y="1063067"/>
                  </a:lnTo>
                  <a:lnTo>
                    <a:pt x="791178" y="1008569"/>
                  </a:lnTo>
                  <a:lnTo>
                    <a:pt x="796218" y="952383"/>
                  </a:lnTo>
                  <a:lnTo>
                    <a:pt x="801257" y="894332"/>
                  </a:lnTo>
                  <a:lnTo>
                    <a:pt x="806296" y="834277"/>
                  </a:lnTo>
                  <a:lnTo>
                    <a:pt x="811336" y="771909"/>
                  </a:lnTo>
                  <a:lnTo>
                    <a:pt x="816375" y="707512"/>
                  </a:lnTo>
                  <a:lnTo>
                    <a:pt x="821415" y="641261"/>
                  </a:lnTo>
                  <a:lnTo>
                    <a:pt x="826454" y="573471"/>
                  </a:lnTo>
                  <a:lnTo>
                    <a:pt x="831493" y="504623"/>
                  </a:lnTo>
                  <a:lnTo>
                    <a:pt x="836533" y="435377"/>
                  </a:lnTo>
                  <a:lnTo>
                    <a:pt x="841572" y="366593"/>
                  </a:lnTo>
                  <a:lnTo>
                    <a:pt x="846611" y="299332"/>
                  </a:lnTo>
                  <a:lnTo>
                    <a:pt x="851651" y="234848"/>
                  </a:lnTo>
                  <a:lnTo>
                    <a:pt x="856690" y="174574"/>
                  </a:lnTo>
                  <a:lnTo>
                    <a:pt x="861729" y="120429"/>
                  </a:lnTo>
                  <a:lnTo>
                    <a:pt x="866769" y="74575"/>
                  </a:lnTo>
                  <a:lnTo>
                    <a:pt x="871808" y="38237"/>
                  </a:lnTo>
                  <a:lnTo>
                    <a:pt x="876847" y="12938"/>
                  </a:lnTo>
                  <a:lnTo>
                    <a:pt x="881887" y="0"/>
                  </a:lnTo>
                  <a:lnTo>
                    <a:pt x="886926" y="471"/>
                  </a:lnTo>
                  <a:lnTo>
                    <a:pt x="891965" y="15062"/>
                  </a:lnTo>
                  <a:lnTo>
                    <a:pt x="897005" y="44098"/>
                  </a:lnTo>
                  <a:lnTo>
                    <a:pt x="902044" y="87497"/>
                  </a:lnTo>
                  <a:lnTo>
                    <a:pt x="907084" y="144761"/>
                  </a:lnTo>
                  <a:lnTo>
                    <a:pt x="912123" y="214993"/>
                  </a:lnTo>
                  <a:lnTo>
                    <a:pt x="917162" y="297811"/>
                  </a:lnTo>
                  <a:lnTo>
                    <a:pt x="922202" y="390593"/>
                  </a:lnTo>
                  <a:lnTo>
                    <a:pt x="927241" y="491174"/>
                  </a:lnTo>
                  <a:lnTo>
                    <a:pt x="932280" y="597574"/>
                  </a:lnTo>
                  <a:lnTo>
                    <a:pt x="937320" y="707777"/>
                  </a:lnTo>
                  <a:lnTo>
                    <a:pt x="942359" y="819799"/>
                  </a:lnTo>
                  <a:lnTo>
                    <a:pt x="947398" y="931750"/>
                  </a:lnTo>
                  <a:lnTo>
                    <a:pt x="952438" y="1041886"/>
                  </a:lnTo>
                  <a:lnTo>
                    <a:pt x="957477" y="1148655"/>
                  </a:lnTo>
                  <a:lnTo>
                    <a:pt x="962516" y="1250727"/>
                  </a:lnTo>
                  <a:lnTo>
                    <a:pt x="967556" y="1346882"/>
                  </a:lnTo>
                  <a:lnTo>
                    <a:pt x="972595" y="1435678"/>
                  </a:lnTo>
                  <a:lnTo>
                    <a:pt x="977635" y="1517186"/>
                  </a:lnTo>
                  <a:lnTo>
                    <a:pt x="982674" y="1591139"/>
                  </a:lnTo>
                  <a:lnTo>
                    <a:pt x="987713" y="1657470"/>
                  </a:lnTo>
                  <a:lnTo>
                    <a:pt x="992753" y="1716287"/>
                  </a:lnTo>
                  <a:lnTo>
                    <a:pt x="997792" y="1767846"/>
                  </a:lnTo>
                  <a:lnTo>
                    <a:pt x="1002831" y="1812523"/>
                  </a:lnTo>
                  <a:lnTo>
                    <a:pt x="1007871" y="1850788"/>
                  </a:lnTo>
                  <a:lnTo>
                    <a:pt x="1012910" y="1883177"/>
                  </a:lnTo>
                  <a:lnTo>
                    <a:pt x="1017949" y="1910265"/>
                  </a:lnTo>
                  <a:lnTo>
                    <a:pt x="1022989" y="1932392"/>
                  </a:lnTo>
                  <a:lnTo>
                    <a:pt x="1028028" y="1950320"/>
                  </a:lnTo>
                  <a:lnTo>
                    <a:pt x="1033067" y="1964853"/>
                  </a:lnTo>
                  <a:lnTo>
                    <a:pt x="1038107" y="1976515"/>
                  </a:lnTo>
                  <a:lnTo>
                    <a:pt x="1043146" y="1985788"/>
                  </a:lnTo>
                  <a:lnTo>
                    <a:pt x="1048186" y="1993102"/>
                  </a:lnTo>
                  <a:lnTo>
                    <a:pt x="1053225" y="1998835"/>
                  </a:lnTo>
                  <a:lnTo>
                    <a:pt x="1058264" y="2003311"/>
                  </a:lnTo>
                  <a:lnTo>
                    <a:pt x="1063304" y="2006803"/>
                  </a:lnTo>
                  <a:lnTo>
                    <a:pt x="1068343" y="2009534"/>
                  </a:lnTo>
                  <a:lnTo>
                    <a:pt x="1073382" y="2011684"/>
                  </a:lnTo>
                  <a:lnTo>
                    <a:pt x="1078422" y="2013356"/>
                  </a:lnTo>
                  <a:lnTo>
                    <a:pt x="1083461" y="2014709"/>
                  </a:lnTo>
                  <a:lnTo>
                    <a:pt x="1088500" y="2015813"/>
                  </a:lnTo>
                  <a:lnTo>
                    <a:pt x="1093540" y="2016720"/>
                  </a:lnTo>
                  <a:lnTo>
                    <a:pt x="1098579" y="2017468"/>
                  </a:lnTo>
                  <a:lnTo>
                    <a:pt x="1103618" y="2018084"/>
                  </a:lnTo>
                  <a:lnTo>
                    <a:pt x="1108658" y="2018589"/>
                  </a:lnTo>
                  <a:lnTo>
                    <a:pt x="1113697" y="2018999"/>
                  </a:lnTo>
                  <a:lnTo>
                    <a:pt x="1118736" y="2019328"/>
                  </a:lnTo>
                  <a:lnTo>
                    <a:pt x="1123776" y="2019587"/>
                  </a:lnTo>
                  <a:lnTo>
                    <a:pt x="1128815" y="2019787"/>
                  </a:lnTo>
                  <a:lnTo>
                    <a:pt x="1133855" y="2019936"/>
                  </a:lnTo>
                  <a:lnTo>
                    <a:pt x="1138894" y="2020047"/>
                  </a:lnTo>
                  <a:lnTo>
                    <a:pt x="1143933" y="2020129"/>
                  </a:lnTo>
                  <a:lnTo>
                    <a:pt x="1148973" y="2020187"/>
                  </a:lnTo>
                  <a:lnTo>
                    <a:pt x="1154012" y="2020228"/>
                  </a:lnTo>
                  <a:lnTo>
                    <a:pt x="1159051" y="2020256"/>
                  </a:lnTo>
                  <a:lnTo>
                    <a:pt x="1164091" y="2020275"/>
                  </a:lnTo>
                  <a:lnTo>
                    <a:pt x="1169130" y="2020287"/>
                  </a:lnTo>
                  <a:lnTo>
                    <a:pt x="1174169" y="2020295"/>
                  </a:lnTo>
                  <a:lnTo>
                    <a:pt x="1179209" y="2020300"/>
                  </a:lnTo>
                  <a:lnTo>
                    <a:pt x="1184248" y="2020302"/>
                  </a:lnTo>
                  <a:lnTo>
                    <a:pt x="1189287" y="2020304"/>
                  </a:lnTo>
                  <a:lnTo>
                    <a:pt x="1194327" y="2020305"/>
                  </a:lnTo>
                  <a:lnTo>
                    <a:pt x="1199366" y="2020306"/>
                  </a:lnTo>
                  <a:lnTo>
                    <a:pt x="1204406" y="2020306"/>
                  </a:lnTo>
                  <a:lnTo>
                    <a:pt x="1209445" y="2020306"/>
                  </a:lnTo>
                  <a:lnTo>
                    <a:pt x="1214484" y="2020306"/>
                  </a:lnTo>
                  <a:lnTo>
                    <a:pt x="1219524" y="2020306"/>
                  </a:lnTo>
                  <a:lnTo>
                    <a:pt x="1224563" y="2020306"/>
                  </a:lnTo>
                  <a:lnTo>
                    <a:pt x="1229602" y="2020306"/>
                  </a:lnTo>
                  <a:lnTo>
                    <a:pt x="1234642" y="2020306"/>
                  </a:lnTo>
                  <a:lnTo>
                    <a:pt x="1239681" y="2020306"/>
                  </a:lnTo>
                  <a:lnTo>
                    <a:pt x="1244720" y="2020306"/>
                  </a:lnTo>
                  <a:lnTo>
                    <a:pt x="1249760" y="2020306"/>
                  </a:lnTo>
                  <a:lnTo>
                    <a:pt x="1254799" y="2020306"/>
                  </a:lnTo>
                  <a:lnTo>
                    <a:pt x="1259838" y="2020306"/>
                  </a:lnTo>
                  <a:lnTo>
                    <a:pt x="1264878" y="2020306"/>
                  </a:lnTo>
                  <a:lnTo>
                    <a:pt x="1269917" y="2020306"/>
                  </a:lnTo>
                  <a:lnTo>
                    <a:pt x="1274957" y="2020306"/>
                  </a:lnTo>
                  <a:lnTo>
                    <a:pt x="1279996" y="2020306"/>
                  </a:lnTo>
                  <a:lnTo>
                    <a:pt x="1285035" y="2020306"/>
                  </a:lnTo>
                  <a:lnTo>
                    <a:pt x="1290075" y="2020306"/>
                  </a:lnTo>
                  <a:lnTo>
                    <a:pt x="1295114" y="2020306"/>
                  </a:lnTo>
                  <a:lnTo>
                    <a:pt x="1300153" y="2020306"/>
                  </a:lnTo>
                  <a:lnTo>
                    <a:pt x="1305193" y="2020306"/>
                  </a:lnTo>
                  <a:lnTo>
                    <a:pt x="1310232" y="2020306"/>
                  </a:lnTo>
                  <a:lnTo>
                    <a:pt x="1315271" y="2020306"/>
                  </a:lnTo>
                  <a:lnTo>
                    <a:pt x="1320311" y="2020306"/>
                  </a:lnTo>
                  <a:lnTo>
                    <a:pt x="1325350" y="2020306"/>
                  </a:lnTo>
                  <a:lnTo>
                    <a:pt x="1330389" y="2020306"/>
                  </a:lnTo>
                  <a:lnTo>
                    <a:pt x="1335429" y="2020306"/>
                  </a:lnTo>
                  <a:lnTo>
                    <a:pt x="1340468" y="2020306"/>
                  </a:lnTo>
                  <a:lnTo>
                    <a:pt x="1345508" y="2020306"/>
                  </a:lnTo>
                  <a:lnTo>
                    <a:pt x="1350547" y="2020306"/>
                  </a:lnTo>
                  <a:lnTo>
                    <a:pt x="1355586" y="2020306"/>
                  </a:lnTo>
                  <a:lnTo>
                    <a:pt x="1360626" y="2020306"/>
                  </a:lnTo>
                  <a:lnTo>
                    <a:pt x="1365665" y="2020306"/>
                  </a:lnTo>
                  <a:lnTo>
                    <a:pt x="1370704" y="2020306"/>
                  </a:lnTo>
                  <a:lnTo>
                    <a:pt x="1375744" y="2020306"/>
                  </a:lnTo>
                  <a:lnTo>
                    <a:pt x="1380783" y="2020306"/>
                  </a:lnTo>
                  <a:lnTo>
                    <a:pt x="1385822" y="2020306"/>
                  </a:lnTo>
                  <a:lnTo>
                    <a:pt x="1390862" y="2020306"/>
                  </a:lnTo>
                  <a:lnTo>
                    <a:pt x="1395901" y="2020306"/>
                  </a:lnTo>
                  <a:lnTo>
                    <a:pt x="1400940" y="2020306"/>
                  </a:lnTo>
                  <a:lnTo>
                    <a:pt x="1405980" y="2020306"/>
                  </a:lnTo>
                  <a:lnTo>
                    <a:pt x="1411019" y="2020306"/>
                  </a:lnTo>
                  <a:lnTo>
                    <a:pt x="1416058" y="2020306"/>
                  </a:lnTo>
                  <a:lnTo>
                    <a:pt x="1421098" y="2020306"/>
                  </a:lnTo>
                  <a:lnTo>
                    <a:pt x="1426137" y="2020306"/>
                  </a:lnTo>
                  <a:lnTo>
                    <a:pt x="1431177" y="2020306"/>
                  </a:lnTo>
                  <a:lnTo>
                    <a:pt x="1436216" y="2020306"/>
                  </a:lnTo>
                  <a:lnTo>
                    <a:pt x="1441255" y="2020306"/>
                  </a:lnTo>
                  <a:lnTo>
                    <a:pt x="1446295" y="2020306"/>
                  </a:lnTo>
                  <a:lnTo>
                    <a:pt x="1451334" y="2020306"/>
                  </a:lnTo>
                  <a:lnTo>
                    <a:pt x="1456373" y="2020306"/>
                  </a:lnTo>
                  <a:lnTo>
                    <a:pt x="1461413" y="2020306"/>
                  </a:lnTo>
                  <a:lnTo>
                    <a:pt x="1466452" y="2020306"/>
                  </a:lnTo>
                  <a:lnTo>
                    <a:pt x="1471491" y="2020306"/>
                  </a:lnTo>
                  <a:lnTo>
                    <a:pt x="1476531" y="2020306"/>
                  </a:lnTo>
                  <a:lnTo>
                    <a:pt x="1481570" y="2020306"/>
                  </a:lnTo>
                  <a:lnTo>
                    <a:pt x="1486609" y="2020306"/>
                  </a:lnTo>
                  <a:lnTo>
                    <a:pt x="1491649" y="2020306"/>
                  </a:lnTo>
                  <a:lnTo>
                    <a:pt x="1496688" y="2020306"/>
                  </a:lnTo>
                  <a:lnTo>
                    <a:pt x="1501728" y="2020306"/>
                  </a:lnTo>
                  <a:lnTo>
                    <a:pt x="1506767" y="2020306"/>
                  </a:lnTo>
                  <a:lnTo>
                    <a:pt x="1511806" y="2020306"/>
                  </a:lnTo>
                  <a:lnTo>
                    <a:pt x="1516846" y="2020306"/>
                  </a:lnTo>
                  <a:lnTo>
                    <a:pt x="1521885" y="2020306"/>
                  </a:lnTo>
                  <a:lnTo>
                    <a:pt x="1526924" y="2020306"/>
                  </a:lnTo>
                  <a:lnTo>
                    <a:pt x="1531964" y="2020306"/>
                  </a:lnTo>
                  <a:lnTo>
                    <a:pt x="1537003" y="2020306"/>
                  </a:lnTo>
                  <a:lnTo>
                    <a:pt x="1542042" y="2020306"/>
                  </a:lnTo>
                  <a:lnTo>
                    <a:pt x="1547082" y="2020306"/>
                  </a:lnTo>
                  <a:lnTo>
                    <a:pt x="1552121" y="2020306"/>
                  </a:lnTo>
                  <a:lnTo>
                    <a:pt x="1557160" y="2020306"/>
                  </a:lnTo>
                  <a:lnTo>
                    <a:pt x="1562200" y="2020306"/>
                  </a:lnTo>
                  <a:lnTo>
                    <a:pt x="1567239" y="2020306"/>
                  </a:lnTo>
                  <a:lnTo>
                    <a:pt x="1572279" y="2020306"/>
                  </a:lnTo>
                  <a:lnTo>
                    <a:pt x="1577318" y="2020306"/>
                  </a:lnTo>
                  <a:lnTo>
                    <a:pt x="1582357" y="2020306"/>
                  </a:lnTo>
                  <a:lnTo>
                    <a:pt x="1587397" y="2020306"/>
                  </a:lnTo>
                  <a:lnTo>
                    <a:pt x="1592436" y="2020306"/>
                  </a:lnTo>
                  <a:lnTo>
                    <a:pt x="1597475" y="2020306"/>
                  </a:lnTo>
                  <a:lnTo>
                    <a:pt x="1602515" y="2020306"/>
                  </a:lnTo>
                  <a:lnTo>
                    <a:pt x="1607554" y="2020306"/>
                  </a:lnTo>
                  <a:lnTo>
                    <a:pt x="1612593" y="2020306"/>
                  </a:lnTo>
                  <a:lnTo>
                    <a:pt x="1617633" y="2020306"/>
                  </a:lnTo>
                  <a:lnTo>
                    <a:pt x="1622672" y="2020306"/>
                  </a:lnTo>
                  <a:lnTo>
                    <a:pt x="1627711" y="2020306"/>
                  </a:lnTo>
                  <a:lnTo>
                    <a:pt x="1632751" y="2020306"/>
                  </a:lnTo>
                  <a:lnTo>
                    <a:pt x="1637790" y="2020306"/>
                  </a:lnTo>
                  <a:lnTo>
                    <a:pt x="1642830" y="2020306"/>
                  </a:lnTo>
                  <a:lnTo>
                    <a:pt x="1647869" y="2020306"/>
                  </a:lnTo>
                  <a:lnTo>
                    <a:pt x="1652908" y="2020306"/>
                  </a:lnTo>
                  <a:lnTo>
                    <a:pt x="1657948" y="2020306"/>
                  </a:lnTo>
                  <a:lnTo>
                    <a:pt x="1662987" y="2020306"/>
                  </a:lnTo>
                  <a:lnTo>
                    <a:pt x="1668026" y="2020306"/>
                  </a:lnTo>
                  <a:lnTo>
                    <a:pt x="1673066" y="2020306"/>
                  </a:lnTo>
                  <a:lnTo>
                    <a:pt x="1678105" y="2020306"/>
                  </a:lnTo>
                  <a:lnTo>
                    <a:pt x="1683144" y="2020306"/>
                  </a:lnTo>
                  <a:lnTo>
                    <a:pt x="1688184" y="2020306"/>
                  </a:lnTo>
                  <a:lnTo>
                    <a:pt x="1693223" y="2020306"/>
                  </a:lnTo>
                  <a:lnTo>
                    <a:pt x="1698262" y="2020306"/>
                  </a:lnTo>
                  <a:lnTo>
                    <a:pt x="1703302" y="2020306"/>
                  </a:lnTo>
                  <a:lnTo>
                    <a:pt x="1708341" y="2020306"/>
                  </a:lnTo>
                  <a:lnTo>
                    <a:pt x="1713380" y="2020306"/>
                  </a:lnTo>
                  <a:lnTo>
                    <a:pt x="1718420" y="2020306"/>
                  </a:lnTo>
                  <a:lnTo>
                    <a:pt x="1723459" y="2020306"/>
                  </a:lnTo>
                  <a:lnTo>
                    <a:pt x="1728499" y="2020306"/>
                  </a:lnTo>
                  <a:lnTo>
                    <a:pt x="1733538" y="2020306"/>
                  </a:lnTo>
                  <a:lnTo>
                    <a:pt x="1738577" y="2020306"/>
                  </a:lnTo>
                  <a:lnTo>
                    <a:pt x="1743617" y="2020306"/>
                  </a:lnTo>
                  <a:lnTo>
                    <a:pt x="1748656" y="2020306"/>
                  </a:lnTo>
                  <a:lnTo>
                    <a:pt x="1753695" y="2020306"/>
                  </a:lnTo>
                  <a:lnTo>
                    <a:pt x="1758735" y="2020306"/>
                  </a:lnTo>
                  <a:lnTo>
                    <a:pt x="1763774" y="2020306"/>
                  </a:lnTo>
                  <a:lnTo>
                    <a:pt x="1768813" y="2020306"/>
                  </a:lnTo>
                  <a:lnTo>
                    <a:pt x="1773853" y="2020306"/>
                  </a:lnTo>
                  <a:lnTo>
                    <a:pt x="1778892" y="2020306"/>
                  </a:lnTo>
                  <a:lnTo>
                    <a:pt x="1783931" y="2020306"/>
                  </a:lnTo>
                  <a:lnTo>
                    <a:pt x="1788971" y="2020306"/>
                  </a:lnTo>
                  <a:lnTo>
                    <a:pt x="1794010" y="2020306"/>
                  </a:lnTo>
                  <a:lnTo>
                    <a:pt x="1799050" y="2020306"/>
                  </a:lnTo>
                  <a:lnTo>
                    <a:pt x="1804089" y="2020306"/>
                  </a:lnTo>
                  <a:lnTo>
                    <a:pt x="1809128" y="2020306"/>
                  </a:lnTo>
                  <a:lnTo>
                    <a:pt x="1814168" y="2020306"/>
                  </a:lnTo>
                  <a:lnTo>
                    <a:pt x="1819207" y="2020306"/>
                  </a:lnTo>
                  <a:lnTo>
                    <a:pt x="1824246" y="2020306"/>
                  </a:lnTo>
                  <a:lnTo>
                    <a:pt x="1829286" y="2020306"/>
                  </a:lnTo>
                  <a:lnTo>
                    <a:pt x="1834325" y="2020306"/>
                  </a:lnTo>
                  <a:lnTo>
                    <a:pt x="1839364" y="2020306"/>
                  </a:lnTo>
                  <a:lnTo>
                    <a:pt x="1844404" y="2020306"/>
                  </a:lnTo>
                  <a:lnTo>
                    <a:pt x="1849443" y="2020306"/>
                  </a:lnTo>
                  <a:lnTo>
                    <a:pt x="1854482" y="2020306"/>
                  </a:lnTo>
                  <a:lnTo>
                    <a:pt x="1859522" y="2020306"/>
                  </a:lnTo>
                  <a:lnTo>
                    <a:pt x="1864561" y="2020306"/>
                  </a:lnTo>
                  <a:lnTo>
                    <a:pt x="1869601" y="2020306"/>
                  </a:lnTo>
                  <a:lnTo>
                    <a:pt x="1874640" y="2020306"/>
                  </a:lnTo>
                  <a:lnTo>
                    <a:pt x="1879679" y="2020306"/>
                  </a:lnTo>
                  <a:lnTo>
                    <a:pt x="1884719" y="2020306"/>
                  </a:lnTo>
                  <a:lnTo>
                    <a:pt x="1889758" y="2020306"/>
                  </a:lnTo>
                  <a:lnTo>
                    <a:pt x="1894797" y="2020306"/>
                  </a:lnTo>
                  <a:lnTo>
                    <a:pt x="1899837" y="2020306"/>
                  </a:lnTo>
                  <a:lnTo>
                    <a:pt x="1904876" y="2020306"/>
                  </a:lnTo>
                  <a:lnTo>
                    <a:pt x="1909915" y="2020306"/>
                  </a:lnTo>
                  <a:lnTo>
                    <a:pt x="1914955" y="2020306"/>
                  </a:lnTo>
                  <a:lnTo>
                    <a:pt x="1919994" y="2020306"/>
                  </a:lnTo>
                  <a:lnTo>
                    <a:pt x="1925033" y="2020306"/>
                  </a:lnTo>
                  <a:lnTo>
                    <a:pt x="1930073" y="2020306"/>
                  </a:lnTo>
                  <a:lnTo>
                    <a:pt x="1935112" y="2020306"/>
                  </a:lnTo>
                  <a:lnTo>
                    <a:pt x="1940151" y="2020306"/>
                  </a:lnTo>
                  <a:lnTo>
                    <a:pt x="1945191" y="2020306"/>
                  </a:lnTo>
                  <a:lnTo>
                    <a:pt x="1950230" y="2020306"/>
                  </a:lnTo>
                  <a:lnTo>
                    <a:pt x="1955270" y="2020306"/>
                  </a:lnTo>
                  <a:lnTo>
                    <a:pt x="1960309" y="2020306"/>
                  </a:lnTo>
                  <a:lnTo>
                    <a:pt x="1965348" y="2020306"/>
                  </a:lnTo>
                  <a:lnTo>
                    <a:pt x="1970388" y="2020306"/>
                  </a:lnTo>
                  <a:lnTo>
                    <a:pt x="1975427" y="2020306"/>
                  </a:lnTo>
                  <a:lnTo>
                    <a:pt x="1980466" y="2020306"/>
                  </a:lnTo>
                  <a:lnTo>
                    <a:pt x="1985506" y="2020306"/>
                  </a:lnTo>
                  <a:lnTo>
                    <a:pt x="1990545" y="2020306"/>
                  </a:lnTo>
                  <a:lnTo>
                    <a:pt x="1995584" y="2020306"/>
                  </a:lnTo>
                  <a:lnTo>
                    <a:pt x="2000624" y="2020306"/>
                  </a:lnTo>
                  <a:lnTo>
                    <a:pt x="2005663" y="2020306"/>
                  </a:lnTo>
                  <a:lnTo>
                    <a:pt x="2010702" y="2020306"/>
                  </a:lnTo>
                  <a:lnTo>
                    <a:pt x="2015742" y="2020306"/>
                  </a:lnTo>
                  <a:lnTo>
                    <a:pt x="2020781" y="2020306"/>
                  </a:lnTo>
                  <a:lnTo>
                    <a:pt x="2025821" y="2020306"/>
                  </a:lnTo>
                  <a:lnTo>
                    <a:pt x="2030860" y="2020306"/>
                  </a:lnTo>
                  <a:lnTo>
                    <a:pt x="2035899" y="2020306"/>
                  </a:lnTo>
                  <a:lnTo>
                    <a:pt x="2040939" y="2020306"/>
                  </a:lnTo>
                  <a:lnTo>
                    <a:pt x="2045978" y="2020306"/>
                  </a:lnTo>
                  <a:lnTo>
                    <a:pt x="2051017" y="2020306"/>
                  </a:lnTo>
                  <a:lnTo>
                    <a:pt x="2056057" y="2020306"/>
                  </a:lnTo>
                  <a:lnTo>
                    <a:pt x="2061096" y="2020306"/>
                  </a:lnTo>
                  <a:lnTo>
                    <a:pt x="2066135" y="2020306"/>
                  </a:lnTo>
                  <a:lnTo>
                    <a:pt x="2071175" y="2020306"/>
                  </a:lnTo>
                  <a:lnTo>
                    <a:pt x="2076214" y="2020306"/>
                  </a:lnTo>
                  <a:lnTo>
                    <a:pt x="2081253" y="2020306"/>
                  </a:lnTo>
                  <a:lnTo>
                    <a:pt x="2086293" y="2020306"/>
                  </a:lnTo>
                  <a:lnTo>
                    <a:pt x="2091332" y="2020306"/>
                  </a:lnTo>
                  <a:lnTo>
                    <a:pt x="2096372" y="2020306"/>
                  </a:lnTo>
                  <a:lnTo>
                    <a:pt x="2101411" y="2020306"/>
                  </a:lnTo>
                  <a:lnTo>
                    <a:pt x="2106450" y="2020306"/>
                  </a:lnTo>
                  <a:lnTo>
                    <a:pt x="2111490" y="2020306"/>
                  </a:lnTo>
                  <a:lnTo>
                    <a:pt x="2116529" y="2020306"/>
                  </a:lnTo>
                  <a:lnTo>
                    <a:pt x="2121568" y="2020306"/>
                  </a:lnTo>
                  <a:lnTo>
                    <a:pt x="2126608" y="2020306"/>
                  </a:lnTo>
                  <a:lnTo>
                    <a:pt x="2131647" y="2020306"/>
                  </a:lnTo>
                  <a:lnTo>
                    <a:pt x="2136686" y="2020306"/>
                  </a:lnTo>
                  <a:lnTo>
                    <a:pt x="2141726" y="2020306"/>
                  </a:lnTo>
                  <a:lnTo>
                    <a:pt x="2146765" y="2020306"/>
                  </a:lnTo>
                  <a:lnTo>
                    <a:pt x="2151804" y="2020306"/>
                  </a:lnTo>
                  <a:lnTo>
                    <a:pt x="2156844" y="2020306"/>
                  </a:lnTo>
                  <a:lnTo>
                    <a:pt x="2161883" y="2020306"/>
                  </a:lnTo>
                  <a:lnTo>
                    <a:pt x="2166923" y="2020306"/>
                  </a:lnTo>
                  <a:lnTo>
                    <a:pt x="2171962" y="2020306"/>
                  </a:lnTo>
                  <a:lnTo>
                    <a:pt x="2177001" y="2020306"/>
                  </a:lnTo>
                  <a:lnTo>
                    <a:pt x="2182041" y="2020306"/>
                  </a:lnTo>
                  <a:lnTo>
                    <a:pt x="2187080" y="2020306"/>
                  </a:lnTo>
                  <a:lnTo>
                    <a:pt x="2192119" y="2020306"/>
                  </a:lnTo>
                  <a:lnTo>
                    <a:pt x="2197159" y="2020306"/>
                  </a:lnTo>
                  <a:lnTo>
                    <a:pt x="2202198" y="2020306"/>
                  </a:lnTo>
                  <a:lnTo>
                    <a:pt x="2207237" y="2020306"/>
                  </a:lnTo>
                  <a:lnTo>
                    <a:pt x="2212277" y="2020306"/>
                  </a:lnTo>
                  <a:lnTo>
                    <a:pt x="2217316" y="2020306"/>
                  </a:lnTo>
                  <a:lnTo>
                    <a:pt x="2222355" y="2020306"/>
                  </a:lnTo>
                  <a:lnTo>
                    <a:pt x="2227395" y="2020306"/>
                  </a:lnTo>
                  <a:lnTo>
                    <a:pt x="2232434" y="2020306"/>
                  </a:lnTo>
                  <a:lnTo>
                    <a:pt x="2237473" y="2020306"/>
                  </a:lnTo>
                  <a:lnTo>
                    <a:pt x="2242513" y="2020306"/>
                  </a:lnTo>
                  <a:lnTo>
                    <a:pt x="2247552" y="2020306"/>
                  </a:lnTo>
                  <a:lnTo>
                    <a:pt x="2252592" y="2020306"/>
                  </a:lnTo>
                  <a:lnTo>
                    <a:pt x="2257631" y="2020306"/>
                  </a:lnTo>
                  <a:lnTo>
                    <a:pt x="2262670" y="2020306"/>
                  </a:lnTo>
                  <a:lnTo>
                    <a:pt x="2267710" y="2020306"/>
                  </a:lnTo>
                  <a:lnTo>
                    <a:pt x="2272749" y="2020306"/>
                  </a:lnTo>
                  <a:lnTo>
                    <a:pt x="2277788" y="2020306"/>
                  </a:lnTo>
                  <a:lnTo>
                    <a:pt x="2282828" y="2020306"/>
                  </a:lnTo>
                  <a:lnTo>
                    <a:pt x="2287867" y="2020306"/>
                  </a:lnTo>
                  <a:lnTo>
                    <a:pt x="2292906" y="2020306"/>
                  </a:lnTo>
                  <a:lnTo>
                    <a:pt x="2297946" y="2020306"/>
                  </a:lnTo>
                  <a:lnTo>
                    <a:pt x="2302985" y="2020306"/>
                  </a:lnTo>
                  <a:lnTo>
                    <a:pt x="2308024" y="2020306"/>
                  </a:lnTo>
                  <a:lnTo>
                    <a:pt x="2313064" y="2020306"/>
                  </a:lnTo>
                  <a:lnTo>
                    <a:pt x="2318103" y="2020306"/>
                  </a:lnTo>
                  <a:lnTo>
                    <a:pt x="2323143" y="2020306"/>
                  </a:lnTo>
                  <a:lnTo>
                    <a:pt x="2328182" y="2020306"/>
                  </a:lnTo>
                  <a:lnTo>
                    <a:pt x="2333221" y="2020306"/>
                  </a:lnTo>
                  <a:lnTo>
                    <a:pt x="2338261" y="2020306"/>
                  </a:lnTo>
                  <a:lnTo>
                    <a:pt x="2343300" y="2020306"/>
                  </a:lnTo>
                  <a:lnTo>
                    <a:pt x="2348339" y="2020306"/>
                  </a:lnTo>
                  <a:lnTo>
                    <a:pt x="2353379" y="2020306"/>
                  </a:lnTo>
                  <a:lnTo>
                    <a:pt x="2358418" y="2020306"/>
                  </a:lnTo>
                  <a:lnTo>
                    <a:pt x="2363457" y="2020306"/>
                  </a:lnTo>
                  <a:lnTo>
                    <a:pt x="2368497" y="2020306"/>
                  </a:lnTo>
                  <a:lnTo>
                    <a:pt x="2373536" y="2020306"/>
                  </a:lnTo>
                  <a:lnTo>
                    <a:pt x="2378575" y="2020306"/>
                  </a:lnTo>
                  <a:lnTo>
                    <a:pt x="2383615" y="2020306"/>
                  </a:lnTo>
                  <a:lnTo>
                    <a:pt x="2388654" y="2020306"/>
                  </a:lnTo>
                  <a:lnTo>
                    <a:pt x="2393694" y="2020306"/>
                  </a:lnTo>
                  <a:lnTo>
                    <a:pt x="2398733" y="2020306"/>
                  </a:lnTo>
                  <a:lnTo>
                    <a:pt x="2403772" y="2020306"/>
                  </a:lnTo>
                  <a:lnTo>
                    <a:pt x="2408812" y="2020306"/>
                  </a:lnTo>
                  <a:lnTo>
                    <a:pt x="2413851" y="2020306"/>
                  </a:lnTo>
                  <a:lnTo>
                    <a:pt x="2418890" y="2020306"/>
                  </a:lnTo>
                  <a:lnTo>
                    <a:pt x="2423930" y="2020306"/>
                  </a:lnTo>
                  <a:lnTo>
                    <a:pt x="2428969" y="2020306"/>
                  </a:lnTo>
                  <a:lnTo>
                    <a:pt x="2434008" y="2020306"/>
                  </a:lnTo>
                  <a:lnTo>
                    <a:pt x="2439048" y="2020306"/>
                  </a:lnTo>
                  <a:lnTo>
                    <a:pt x="2444087" y="2020306"/>
                  </a:lnTo>
                  <a:lnTo>
                    <a:pt x="2449126" y="2020306"/>
                  </a:lnTo>
                  <a:lnTo>
                    <a:pt x="2454166" y="2020306"/>
                  </a:lnTo>
                  <a:lnTo>
                    <a:pt x="2459205" y="2020306"/>
                  </a:lnTo>
                  <a:lnTo>
                    <a:pt x="2464245" y="2020306"/>
                  </a:lnTo>
                  <a:lnTo>
                    <a:pt x="2469284" y="2020306"/>
                  </a:lnTo>
                  <a:lnTo>
                    <a:pt x="2474323" y="2020306"/>
                  </a:lnTo>
                  <a:lnTo>
                    <a:pt x="2479363" y="2020306"/>
                  </a:lnTo>
                  <a:lnTo>
                    <a:pt x="2484402" y="2020306"/>
                  </a:lnTo>
                  <a:lnTo>
                    <a:pt x="2489441" y="2020306"/>
                  </a:lnTo>
                  <a:lnTo>
                    <a:pt x="2494481" y="2020306"/>
                  </a:lnTo>
                  <a:lnTo>
                    <a:pt x="2499520" y="2020306"/>
                  </a:lnTo>
                  <a:lnTo>
                    <a:pt x="2504559" y="2020306"/>
                  </a:lnTo>
                  <a:lnTo>
                    <a:pt x="2509599" y="2020306"/>
                  </a:lnTo>
                  <a:lnTo>
                    <a:pt x="2514638" y="2020306"/>
                  </a:lnTo>
                  <a:lnTo>
                    <a:pt x="2519677" y="2020306"/>
                  </a:lnTo>
                  <a:lnTo>
                    <a:pt x="2524717" y="2020306"/>
                  </a:lnTo>
                  <a:lnTo>
                    <a:pt x="2529756" y="2020306"/>
                  </a:lnTo>
                  <a:lnTo>
                    <a:pt x="2534795" y="2020306"/>
                  </a:lnTo>
                  <a:lnTo>
                    <a:pt x="2539835" y="2020306"/>
                  </a:lnTo>
                  <a:lnTo>
                    <a:pt x="2544874" y="2020306"/>
                  </a:lnTo>
                  <a:lnTo>
                    <a:pt x="2549914" y="2020306"/>
                  </a:lnTo>
                  <a:lnTo>
                    <a:pt x="2554953" y="2020306"/>
                  </a:lnTo>
                  <a:lnTo>
                    <a:pt x="2559992" y="2020306"/>
                  </a:lnTo>
                  <a:lnTo>
                    <a:pt x="2565032" y="2020306"/>
                  </a:lnTo>
                  <a:lnTo>
                    <a:pt x="2570071" y="2020306"/>
                  </a:lnTo>
                  <a:lnTo>
                    <a:pt x="2575110" y="2020306"/>
                  </a:lnTo>
                </a:path>
              </a:pathLst>
            </a:custGeom>
            <a:ln w="2710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10"/>
            <p:cNvSpPr/>
            <p:nvPr/>
          </p:nvSpPr>
          <p:spPr>
            <a:xfrm>
              <a:off x="2575626" y="3625320"/>
              <a:ext cx="2575110" cy="1381357"/>
            </a:xfrm>
            <a:custGeom>
              <a:avLst/>
              <a:pathLst>
                <a:path w="2575110" h="1381357">
                  <a:moveTo>
                    <a:pt x="0" y="1381357"/>
                  </a:moveTo>
                  <a:lnTo>
                    <a:pt x="5039" y="1381357"/>
                  </a:lnTo>
                  <a:lnTo>
                    <a:pt x="10078" y="1381357"/>
                  </a:lnTo>
                  <a:lnTo>
                    <a:pt x="15118" y="1381357"/>
                  </a:lnTo>
                  <a:lnTo>
                    <a:pt x="20157" y="1381357"/>
                  </a:lnTo>
                  <a:lnTo>
                    <a:pt x="25196" y="1381357"/>
                  </a:lnTo>
                  <a:lnTo>
                    <a:pt x="30236" y="1381357"/>
                  </a:lnTo>
                  <a:lnTo>
                    <a:pt x="35275" y="1381357"/>
                  </a:lnTo>
                  <a:lnTo>
                    <a:pt x="40314" y="1381356"/>
                  </a:lnTo>
                  <a:lnTo>
                    <a:pt x="45354" y="1381356"/>
                  </a:lnTo>
                  <a:lnTo>
                    <a:pt x="50393" y="1381356"/>
                  </a:lnTo>
                  <a:lnTo>
                    <a:pt x="55432" y="1381355"/>
                  </a:lnTo>
                  <a:lnTo>
                    <a:pt x="60472" y="1381355"/>
                  </a:lnTo>
                  <a:lnTo>
                    <a:pt x="65511" y="1381353"/>
                  </a:lnTo>
                  <a:lnTo>
                    <a:pt x="70550" y="1381352"/>
                  </a:lnTo>
                  <a:lnTo>
                    <a:pt x="75590" y="1381349"/>
                  </a:lnTo>
                  <a:lnTo>
                    <a:pt x="80629" y="1381345"/>
                  </a:lnTo>
                  <a:lnTo>
                    <a:pt x="85669" y="1381339"/>
                  </a:lnTo>
                  <a:lnTo>
                    <a:pt x="90708" y="1381332"/>
                  </a:lnTo>
                  <a:lnTo>
                    <a:pt x="95747" y="1381321"/>
                  </a:lnTo>
                  <a:lnTo>
                    <a:pt x="100787" y="1381307"/>
                  </a:lnTo>
                  <a:lnTo>
                    <a:pt x="105826" y="1381287"/>
                  </a:lnTo>
                  <a:lnTo>
                    <a:pt x="110865" y="1381260"/>
                  </a:lnTo>
                  <a:lnTo>
                    <a:pt x="115905" y="1381224"/>
                  </a:lnTo>
                  <a:lnTo>
                    <a:pt x="120944" y="1381178"/>
                  </a:lnTo>
                  <a:lnTo>
                    <a:pt x="125983" y="1381118"/>
                  </a:lnTo>
                  <a:lnTo>
                    <a:pt x="131023" y="1381043"/>
                  </a:lnTo>
                  <a:lnTo>
                    <a:pt x="136062" y="1380950"/>
                  </a:lnTo>
                  <a:lnTo>
                    <a:pt x="141101" y="1380835"/>
                  </a:lnTo>
                  <a:lnTo>
                    <a:pt x="146141" y="1380694"/>
                  </a:lnTo>
                  <a:lnTo>
                    <a:pt x="151180" y="1380522"/>
                  </a:lnTo>
                  <a:lnTo>
                    <a:pt x="156220" y="1380317"/>
                  </a:lnTo>
                  <a:lnTo>
                    <a:pt x="161259" y="1380079"/>
                  </a:lnTo>
                  <a:lnTo>
                    <a:pt x="166298" y="1379805"/>
                  </a:lnTo>
                  <a:lnTo>
                    <a:pt x="171338" y="1379494"/>
                  </a:lnTo>
                  <a:lnTo>
                    <a:pt x="176377" y="1379146"/>
                  </a:lnTo>
                  <a:lnTo>
                    <a:pt x="181416" y="1378761"/>
                  </a:lnTo>
                  <a:lnTo>
                    <a:pt x="186456" y="1378340"/>
                  </a:lnTo>
                  <a:lnTo>
                    <a:pt x="191495" y="1377884"/>
                  </a:lnTo>
                  <a:lnTo>
                    <a:pt x="196534" y="1377402"/>
                  </a:lnTo>
                  <a:lnTo>
                    <a:pt x="201574" y="1376898"/>
                  </a:lnTo>
                  <a:lnTo>
                    <a:pt x="206613" y="1376380"/>
                  </a:lnTo>
                  <a:lnTo>
                    <a:pt x="211652" y="1375854"/>
                  </a:lnTo>
                  <a:lnTo>
                    <a:pt x="216692" y="1375325"/>
                  </a:lnTo>
                  <a:lnTo>
                    <a:pt x="221731" y="1374800"/>
                  </a:lnTo>
                  <a:lnTo>
                    <a:pt x="226771" y="1374284"/>
                  </a:lnTo>
                  <a:lnTo>
                    <a:pt x="231810" y="1373785"/>
                  </a:lnTo>
                  <a:lnTo>
                    <a:pt x="236849" y="1373303"/>
                  </a:lnTo>
                  <a:lnTo>
                    <a:pt x="241889" y="1372839"/>
                  </a:lnTo>
                  <a:lnTo>
                    <a:pt x="246928" y="1372392"/>
                  </a:lnTo>
                  <a:lnTo>
                    <a:pt x="251967" y="1371961"/>
                  </a:lnTo>
                  <a:lnTo>
                    <a:pt x="257007" y="1371540"/>
                  </a:lnTo>
                  <a:lnTo>
                    <a:pt x="262046" y="1371124"/>
                  </a:lnTo>
                  <a:lnTo>
                    <a:pt x="267085" y="1370709"/>
                  </a:lnTo>
                  <a:lnTo>
                    <a:pt x="272125" y="1370285"/>
                  </a:lnTo>
                  <a:lnTo>
                    <a:pt x="277164" y="1369846"/>
                  </a:lnTo>
                  <a:lnTo>
                    <a:pt x="282203" y="1369385"/>
                  </a:lnTo>
                  <a:lnTo>
                    <a:pt x="287243" y="1368899"/>
                  </a:lnTo>
                  <a:lnTo>
                    <a:pt x="292282" y="1368385"/>
                  </a:lnTo>
                  <a:lnTo>
                    <a:pt x="297321" y="1367840"/>
                  </a:lnTo>
                  <a:lnTo>
                    <a:pt x="302361" y="1367263"/>
                  </a:lnTo>
                  <a:lnTo>
                    <a:pt x="307400" y="1366657"/>
                  </a:lnTo>
                  <a:lnTo>
                    <a:pt x="312440" y="1366020"/>
                  </a:lnTo>
                  <a:lnTo>
                    <a:pt x="317479" y="1365360"/>
                  </a:lnTo>
                  <a:lnTo>
                    <a:pt x="322518" y="1364681"/>
                  </a:lnTo>
                  <a:lnTo>
                    <a:pt x="327558" y="1363989"/>
                  </a:lnTo>
                  <a:lnTo>
                    <a:pt x="332597" y="1363287"/>
                  </a:lnTo>
                  <a:lnTo>
                    <a:pt x="337636" y="1362579"/>
                  </a:lnTo>
                  <a:lnTo>
                    <a:pt x="342676" y="1361868"/>
                  </a:lnTo>
                  <a:lnTo>
                    <a:pt x="347715" y="1361155"/>
                  </a:lnTo>
                  <a:lnTo>
                    <a:pt x="352754" y="1360441"/>
                  </a:lnTo>
                  <a:lnTo>
                    <a:pt x="357794" y="1359724"/>
                  </a:lnTo>
                  <a:lnTo>
                    <a:pt x="362833" y="1359004"/>
                  </a:lnTo>
                  <a:lnTo>
                    <a:pt x="367872" y="1358276"/>
                  </a:lnTo>
                  <a:lnTo>
                    <a:pt x="372912" y="1357540"/>
                  </a:lnTo>
                  <a:lnTo>
                    <a:pt x="377951" y="1356793"/>
                  </a:lnTo>
                  <a:lnTo>
                    <a:pt x="382991" y="1356035"/>
                  </a:lnTo>
                  <a:lnTo>
                    <a:pt x="388030" y="1355266"/>
                  </a:lnTo>
                  <a:lnTo>
                    <a:pt x="393069" y="1354490"/>
                  </a:lnTo>
                  <a:lnTo>
                    <a:pt x="398109" y="1353713"/>
                  </a:lnTo>
                  <a:lnTo>
                    <a:pt x="403148" y="1352946"/>
                  </a:lnTo>
                  <a:lnTo>
                    <a:pt x="408187" y="1352200"/>
                  </a:lnTo>
                  <a:lnTo>
                    <a:pt x="413227" y="1351490"/>
                  </a:lnTo>
                  <a:lnTo>
                    <a:pt x="418266" y="1350829"/>
                  </a:lnTo>
                  <a:lnTo>
                    <a:pt x="423305" y="1350235"/>
                  </a:lnTo>
                  <a:lnTo>
                    <a:pt x="428345" y="1349725"/>
                  </a:lnTo>
                  <a:lnTo>
                    <a:pt x="433384" y="1349324"/>
                  </a:lnTo>
                  <a:lnTo>
                    <a:pt x="438423" y="1349053"/>
                  </a:lnTo>
                  <a:lnTo>
                    <a:pt x="443463" y="1348914"/>
                  </a:lnTo>
                  <a:lnTo>
                    <a:pt x="448502" y="1348916"/>
                  </a:lnTo>
                  <a:lnTo>
                    <a:pt x="453542" y="1349064"/>
                  </a:lnTo>
                  <a:lnTo>
                    <a:pt x="458581" y="1349359"/>
                  </a:lnTo>
                  <a:lnTo>
                    <a:pt x="463620" y="1349801"/>
                  </a:lnTo>
                  <a:lnTo>
                    <a:pt x="468660" y="1350382"/>
                  </a:lnTo>
                  <a:lnTo>
                    <a:pt x="473699" y="1351103"/>
                  </a:lnTo>
                  <a:lnTo>
                    <a:pt x="478738" y="1351952"/>
                  </a:lnTo>
                  <a:lnTo>
                    <a:pt x="483778" y="1352901"/>
                  </a:lnTo>
                  <a:lnTo>
                    <a:pt x="488817" y="1353937"/>
                  </a:lnTo>
                  <a:lnTo>
                    <a:pt x="493856" y="1355044"/>
                  </a:lnTo>
                  <a:lnTo>
                    <a:pt x="498896" y="1356206"/>
                  </a:lnTo>
                  <a:lnTo>
                    <a:pt x="503935" y="1357408"/>
                  </a:lnTo>
                  <a:lnTo>
                    <a:pt x="508974" y="1358637"/>
                  </a:lnTo>
                  <a:lnTo>
                    <a:pt x="514014" y="1359878"/>
                  </a:lnTo>
                  <a:lnTo>
                    <a:pt x="519053" y="1361115"/>
                  </a:lnTo>
                  <a:lnTo>
                    <a:pt x="524093" y="1362333"/>
                  </a:lnTo>
                  <a:lnTo>
                    <a:pt x="529132" y="1363521"/>
                  </a:lnTo>
                  <a:lnTo>
                    <a:pt x="534171" y="1364664"/>
                  </a:lnTo>
                  <a:lnTo>
                    <a:pt x="539211" y="1365749"/>
                  </a:lnTo>
                  <a:lnTo>
                    <a:pt x="544250" y="1366760"/>
                  </a:lnTo>
                  <a:lnTo>
                    <a:pt x="549289" y="1367681"/>
                  </a:lnTo>
                  <a:lnTo>
                    <a:pt x="554329" y="1368490"/>
                  </a:lnTo>
                  <a:lnTo>
                    <a:pt x="559368" y="1369153"/>
                  </a:lnTo>
                  <a:lnTo>
                    <a:pt x="564407" y="1369662"/>
                  </a:lnTo>
                  <a:lnTo>
                    <a:pt x="569447" y="1369999"/>
                  </a:lnTo>
                  <a:lnTo>
                    <a:pt x="574486" y="1370145"/>
                  </a:lnTo>
                  <a:lnTo>
                    <a:pt x="579525" y="1370081"/>
                  </a:lnTo>
                  <a:lnTo>
                    <a:pt x="584565" y="1369790"/>
                  </a:lnTo>
                  <a:lnTo>
                    <a:pt x="589604" y="1369258"/>
                  </a:lnTo>
                  <a:lnTo>
                    <a:pt x="594643" y="1368466"/>
                  </a:lnTo>
                  <a:lnTo>
                    <a:pt x="599683" y="1367374"/>
                  </a:lnTo>
                  <a:lnTo>
                    <a:pt x="604722" y="1366015"/>
                  </a:lnTo>
                  <a:lnTo>
                    <a:pt x="609762" y="1364390"/>
                  </a:lnTo>
                  <a:lnTo>
                    <a:pt x="614801" y="1362504"/>
                  </a:lnTo>
                  <a:lnTo>
                    <a:pt x="619840" y="1360369"/>
                  </a:lnTo>
                  <a:lnTo>
                    <a:pt x="624880" y="1357998"/>
                  </a:lnTo>
                  <a:lnTo>
                    <a:pt x="629919" y="1355411"/>
                  </a:lnTo>
                  <a:lnTo>
                    <a:pt x="634958" y="1352629"/>
                  </a:lnTo>
                  <a:lnTo>
                    <a:pt x="639998" y="1349664"/>
                  </a:lnTo>
                  <a:lnTo>
                    <a:pt x="645037" y="1346578"/>
                  </a:lnTo>
                  <a:lnTo>
                    <a:pt x="650076" y="1343409"/>
                  </a:lnTo>
                  <a:lnTo>
                    <a:pt x="655116" y="1340198"/>
                  </a:lnTo>
                  <a:lnTo>
                    <a:pt x="660155" y="1336985"/>
                  </a:lnTo>
                  <a:lnTo>
                    <a:pt x="665194" y="1333817"/>
                  </a:lnTo>
                  <a:lnTo>
                    <a:pt x="670234" y="1330737"/>
                  </a:lnTo>
                  <a:lnTo>
                    <a:pt x="675273" y="1327791"/>
                  </a:lnTo>
                  <a:lnTo>
                    <a:pt x="680313" y="1325061"/>
                  </a:lnTo>
                  <a:lnTo>
                    <a:pt x="685352" y="1322569"/>
                  </a:lnTo>
                  <a:lnTo>
                    <a:pt x="690391" y="1320353"/>
                  </a:lnTo>
                  <a:lnTo>
                    <a:pt x="695431" y="1318444"/>
                  </a:lnTo>
                  <a:lnTo>
                    <a:pt x="700470" y="1316869"/>
                  </a:lnTo>
                  <a:lnTo>
                    <a:pt x="705509" y="1315648"/>
                  </a:lnTo>
                  <a:lnTo>
                    <a:pt x="710549" y="1314794"/>
                  </a:lnTo>
                  <a:lnTo>
                    <a:pt x="715588" y="1314311"/>
                  </a:lnTo>
                  <a:lnTo>
                    <a:pt x="720627" y="1314246"/>
                  </a:lnTo>
                  <a:lnTo>
                    <a:pt x="725667" y="1314538"/>
                  </a:lnTo>
                  <a:lnTo>
                    <a:pt x="730706" y="1315155"/>
                  </a:lnTo>
                  <a:lnTo>
                    <a:pt x="735745" y="1316068"/>
                  </a:lnTo>
                  <a:lnTo>
                    <a:pt x="740785" y="1317242"/>
                  </a:lnTo>
                  <a:lnTo>
                    <a:pt x="745824" y="1318640"/>
                  </a:lnTo>
                  <a:lnTo>
                    <a:pt x="750864" y="1320222"/>
                  </a:lnTo>
                  <a:lnTo>
                    <a:pt x="755903" y="1321949"/>
                  </a:lnTo>
                  <a:lnTo>
                    <a:pt x="760942" y="1323787"/>
                  </a:lnTo>
                  <a:lnTo>
                    <a:pt x="765982" y="1325684"/>
                  </a:lnTo>
                  <a:lnTo>
                    <a:pt x="771021" y="1327605"/>
                  </a:lnTo>
                  <a:lnTo>
                    <a:pt x="776060" y="1329521"/>
                  </a:lnTo>
                  <a:lnTo>
                    <a:pt x="781100" y="1331412"/>
                  </a:lnTo>
                  <a:lnTo>
                    <a:pt x="786139" y="1333258"/>
                  </a:lnTo>
                  <a:lnTo>
                    <a:pt x="791178" y="1335046"/>
                  </a:lnTo>
                  <a:lnTo>
                    <a:pt x="796218" y="1336766"/>
                  </a:lnTo>
                  <a:lnTo>
                    <a:pt x="801257" y="1338403"/>
                  </a:lnTo>
                  <a:lnTo>
                    <a:pt x="806296" y="1339956"/>
                  </a:lnTo>
                  <a:lnTo>
                    <a:pt x="811336" y="1341427"/>
                  </a:lnTo>
                  <a:lnTo>
                    <a:pt x="816375" y="1342816"/>
                  </a:lnTo>
                  <a:lnTo>
                    <a:pt x="821415" y="1344120"/>
                  </a:lnTo>
                  <a:lnTo>
                    <a:pt x="826454" y="1345337"/>
                  </a:lnTo>
                  <a:lnTo>
                    <a:pt x="831493" y="1346463"/>
                  </a:lnTo>
                  <a:lnTo>
                    <a:pt x="836533" y="1347495"/>
                  </a:lnTo>
                  <a:lnTo>
                    <a:pt x="841572" y="1348418"/>
                  </a:lnTo>
                  <a:lnTo>
                    <a:pt x="846611" y="1349226"/>
                  </a:lnTo>
                  <a:lnTo>
                    <a:pt x="851651" y="1349923"/>
                  </a:lnTo>
                  <a:lnTo>
                    <a:pt x="856690" y="1350503"/>
                  </a:lnTo>
                  <a:lnTo>
                    <a:pt x="861729" y="1350965"/>
                  </a:lnTo>
                  <a:lnTo>
                    <a:pt x="866769" y="1351309"/>
                  </a:lnTo>
                  <a:lnTo>
                    <a:pt x="871808" y="1351538"/>
                  </a:lnTo>
                  <a:lnTo>
                    <a:pt x="876847" y="1351658"/>
                  </a:lnTo>
                  <a:lnTo>
                    <a:pt x="881887" y="1351675"/>
                  </a:lnTo>
                  <a:lnTo>
                    <a:pt x="886926" y="1351606"/>
                  </a:lnTo>
                  <a:lnTo>
                    <a:pt x="891965" y="1351479"/>
                  </a:lnTo>
                  <a:lnTo>
                    <a:pt x="897005" y="1351318"/>
                  </a:lnTo>
                  <a:lnTo>
                    <a:pt x="902044" y="1351144"/>
                  </a:lnTo>
                  <a:lnTo>
                    <a:pt x="907084" y="1350984"/>
                  </a:lnTo>
                  <a:lnTo>
                    <a:pt x="912123" y="1350859"/>
                  </a:lnTo>
                  <a:lnTo>
                    <a:pt x="917162" y="1350791"/>
                  </a:lnTo>
                  <a:lnTo>
                    <a:pt x="922202" y="1350805"/>
                  </a:lnTo>
                  <a:lnTo>
                    <a:pt x="927241" y="1350919"/>
                  </a:lnTo>
                  <a:lnTo>
                    <a:pt x="932280" y="1351130"/>
                  </a:lnTo>
                  <a:lnTo>
                    <a:pt x="937320" y="1351436"/>
                  </a:lnTo>
                  <a:lnTo>
                    <a:pt x="942359" y="1351829"/>
                  </a:lnTo>
                  <a:lnTo>
                    <a:pt x="947398" y="1352293"/>
                  </a:lnTo>
                  <a:lnTo>
                    <a:pt x="952438" y="1352807"/>
                  </a:lnTo>
                  <a:lnTo>
                    <a:pt x="957477" y="1353345"/>
                  </a:lnTo>
                  <a:lnTo>
                    <a:pt x="962516" y="1353875"/>
                  </a:lnTo>
                  <a:lnTo>
                    <a:pt x="967556" y="1354347"/>
                  </a:lnTo>
                  <a:lnTo>
                    <a:pt x="972595" y="1354727"/>
                  </a:lnTo>
                  <a:lnTo>
                    <a:pt x="977635" y="1354974"/>
                  </a:lnTo>
                  <a:lnTo>
                    <a:pt x="982674" y="1355052"/>
                  </a:lnTo>
                  <a:lnTo>
                    <a:pt x="987713" y="1354924"/>
                  </a:lnTo>
                  <a:lnTo>
                    <a:pt x="992753" y="1354553"/>
                  </a:lnTo>
                  <a:lnTo>
                    <a:pt x="997792" y="1353906"/>
                  </a:lnTo>
                  <a:lnTo>
                    <a:pt x="1002831" y="1352940"/>
                  </a:lnTo>
                  <a:lnTo>
                    <a:pt x="1007871" y="1351580"/>
                  </a:lnTo>
                  <a:lnTo>
                    <a:pt x="1012910" y="1349838"/>
                  </a:lnTo>
                  <a:lnTo>
                    <a:pt x="1017949" y="1347685"/>
                  </a:lnTo>
                  <a:lnTo>
                    <a:pt x="1022989" y="1345091"/>
                  </a:lnTo>
                  <a:lnTo>
                    <a:pt x="1028028" y="1342029"/>
                  </a:lnTo>
                  <a:lnTo>
                    <a:pt x="1033067" y="1338466"/>
                  </a:lnTo>
                  <a:lnTo>
                    <a:pt x="1038107" y="1334372"/>
                  </a:lnTo>
                  <a:lnTo>
                    <a:pt x="1043146" y="1329709"/>
                  </a:lnTo>
                  <a:lnTo>
                    <a:pt x="1048186" y="1324353"/>
                  </a:lnTo>
                  <a:lnTo>
                    <a:pt x="1053225" y="1318357"/>
                  </a:lnTo>
                  <a:lnTo>
                    <a:pt x="1058264" y="1311688"/>
                  </a:lnTo>
                  <a:lnTo>
                    <a:pt x="1063304" y="1304315"/>
                  </a:lnTo>
                  <a:lnTo>
                    <a:pt x="1068343" y="1296205"/>
                  </a:lnTo>
                  <a:lnTo>
                    <a:pt x="1073382" y="1287327"/>
                  </a:lnTo>
                  <a:lnTo>
                    <a:pt x="1078422" y="1277650"/>
                  </a:lnTo>
                  <a:lnTo>
                    <a:pt x="1083461" y="1267143"/>
                  </a:lnTo>
                  <a:lnTo>
                    <a:pt x="1088500" y="1255628"/>
                  </a:lnTo>
                  <a:lnTo>
                    <a:pt x="1093540" y="1243202"/>
                  </a:lnTo>
                  <a:lnTo>
                    <a:pt x="1098579" y="1229831"/>
                  </a:lnTo>
                  <a:lnTo>
                    <a:pt x="1103618" y="1215477"/>
                  </a:lnTo>
                  <a:lnTo>
                    <a:pt x="1108658" y="1200096"/>
                  </a:lnTo>
                  <a:lnTo>
                    <a:pt x="1113697" y="1183644"/>
                  </a:lnTo>
                  <a:lnTo>
                    <a:pt x="1118736" y="1166071"/>
                  </a:lnTo>
                  <a:lnTo>
                    <a:pt x="1123776" y="1147327"/>
                  </a:lnTo>
                  <a:lnTo>
                    <a:pt x="1128815" y="1127170"/>
                  </a:lnTo>
                  <a:lnTo>
                    <a:pt x="1133855" y="1105692"/>
                  </a:lnTo>
                  <a:lnTo>
                    <a:pt x="1138894" y="1082871"/>
                  </a:lnTo>
                  <a:lnTo>
                    <a:pt x="1143933" y="1058667"/>
                  </a:lnTo>
                  <a:lnTo>
                    <a:pt x="1148973" y="1033048"/>
                  </a:lnTo>
                  <a:lnTo>
                    <a:pt x="1154012" y="1005997"/>
                  </a:lnTo>
                  <a:lnTo>
                    <a:pt x="1159051" y="977509"/>
                  </a:lnTo>
                  <a:lnTo>
                    <a:pt x="1164091" y="947596"/>
                  </a:lnTo>
                  <a:lnTo>
                    <a:pt x="1169130" y="916119"/>
                  </a:lnTo>
                  <a:lnTo>
                    <a:pt x="1174169" y="883279"/>
                  </a:lnTo>
                  <a:lnTo>
                    <a:pt x="1179209" y="849206"/>
                  </a:lnTo>
                  <a:lnTo>
                    <a:pt x="1184248" y="813999"/>
                  </a:lnTo>
                  <a:lnTo>
                    <a:pt x="1189287" y="777772"/>
                  </a:lnTo>
                  <a:lnTo>
                    <a:pt x="1194327" y="740654"/>
                  </a:lnTo>
                  <a:lnTo>
                    <a:pt x="1199366" y="702781"/>
                  </a:lnTo>
                  <a:lnTo>
                    <a:pt x="1204406" y="664302"/>
                  </a:lnTo>
                  <a:lnTo>
                    <a:pt x="1209445" y="625340"/>
                  </a:lnTo>
                  <a:lnTo>
                    <a:pt x="1214484" y="586119"/>
                  </a:lnTo>
                  <a:lnTo>
                    <a:pt x="1219524" y="546819"/>
                  </a:lnTo>
                  <a:lnTo>
                    <a:pt x="1224563" y="507595"/>
                  </a:lnTo>
                  <a:lnTo>
                    <a:pt x="1229602" y="468603"/>
                  </a:lnTo>
                  <a:lnTo>
                    <a:pt x="1234642" y="429998"/>
                  </a:lnTo>
                  <a:lnTo>
                    <a:pt x="1239681" y="391937"/>
                  </a:lnTo>
                  <a:lnTo>
                    <a:pt x="1244720" y="354575"/>
                  </a:lnTo>
                  <a:lnTo>
                    <a:pt x="1249760" y="318175"/>
                  </a:lnTo>
                  <a:lnTo>
                    <a:pt x="1254799" y="282916"/>
                  </a:lnTo>
                  <a:lnTo>
                    <a:pt x="1259838" y="248908"/>
                  </a:lnTo>
                  <a:lnTo>
                    <a:pt x="1264878" y="216319"/>
                  </a:lnTo>
                  <a:lnTo>
                    <a:pt x="1269917" y="185320"/>
                  </a:lnTo>
                  <a:lnTo>
                    <a:pt x="1274957" y="156085"/>
                  </a:lnTo>
                  <a:lnTo>
                    <a:pt x="1279996" y="128786"/>
                  </a:lnTo>
                  <a:lnTo>
                    <a:pt x="1285035" y="103592"/>
                  </a:lnTo>
                  <a:lnTo>
                    <a:pt x="1290075" y="80872"/>
                  </a:lnTo>
                  <a:lnTo>
                    <a:pt x="1295114" y="60829"/>
                  </a:lnTo>
                  <a:lnTo>
                    <a:pt x="1300153" y="43419"/>
                  </a:lnTo>
                  <a:lnTo>
                    <a:pt x="1305193" y="28775"/>
                  </a:lnTo>
                  <a:lnTo>
                    <a:pt x="1310232" y="17014"/>
                  </a:lnTo>
                  <a:lnTo>
                    <a:pt x="1315271" y="8241"/>
                  </a:lnTo>
                  <a:lnTo>
                    <a:pt x="1320311" y="2545"/>
                  </a:lnTo>
                  <a:lnTo>
                    <a:pt x="1325350" y="0"/>
                  </a:lnTo>
                  <a:lnTo>
                    <a:pt x="1330389" y="876"/>
                  </a:lnTo>
                  <a:lnTo>
                    <a:pt x="1335429" y="5319"/>
                  </a:lnTo>
                  <a:lnTo>
                    <a:pt x="1340468" y="13023"/>
                  </a:lnTo>
                  <a:lnTo>
                    <a:pt x="1345508" y="23980"/>
                  </a:lnTo>
                  <a:lnTo>
                    <a:pt x="1350547" y="38165"/>
                  </a:lnTo>
                  <a:lnTo>
                    <a:pt x="1355586" y="55534"/>
                  </a:lnTo>
                  <a:lnTo>
                    <a:pt x="1360626" y="76027"/>
                  </a:lnTo>
                  <a:lnTo>
                    <a:pt x="1365665" y="99569"/>
                  </a:lnTo>
                  <a:lnTo>
                    <a:pt x="1370704" y="126207"/>
                  </a:lnTo>
                  <a:lnTo>
                    <a:pt x="1375744" y="155977"/>
                  </a:lnTo>
                  <a:lnTo>
                    <a:pt x="1380783" y="188406"/>
                  </a:lnTo>
                  <a:lnTo>
                    <a:pt x="1385822" y="223342"/>
                  </a:lnTo>
                  <a:lnTo>
                    <a:pt x="1390862" y="260616"/>
                  </a:lnTo>
                  <a:lnTo>
                    <a:pt x="1395901" y="300042"/>
                  </a:lnTo>
                  <a:lnTo>
                    <a:pt x="1400940" y="341421"/>
                  </a:lnTo>
                  <a:lnTo>
                    <a:pt x="1405980" y="384532"/>
                  </a:lnTo>
                  <a:lnTo>
                    <a:pt x="1411019" y="429185"/>
                  </a:lnTo>
                  <a:lnTo>
                    <a:pt x="1416058" y="475178"/>
                  </a:lnTo>
                  <a:lnTo>
                    <a:pt x="1421098" y="522048"/>
                  </a:lnTo>
                  <a:lnTo>
                    <a:pt x="1426137" y="569513"/>
                  </a:lnTo>
                  <a:lnTo>
                    <a:pt x="1431177" y="617285"/>
                  </a:lnTo>
                  <a:lnTo>
                    <a:pt x="1436216" y="665075"/>
                  </a:lnTo>
                  <a:lnTo>
                    <a:pt x="1441255" y="712590"/>
                  </a:lnTo>
                  <a:lnTo>
                    <a:pt x="1446295" y="759544"/>
                  </a:lnTo>
                  <a:lnTo>
                    <a:pt x="1451334" y="805638"/>
                  </a:lnTo>
                  <a:lnTo>
                    <a:pt x="1456373" y="850410"/>
                  </a:lnTo>
                  <a:lnTo>
                    <a:pt x="1461413" y="893748"/>
                  </a:lnTo>
                  <a:lnTo>
                    <a:pt x="1466452" y="935447"/>
                  </a:lnTo>
                  <a:lnTo>
                    <a:pt x="1471491" y="975324"/>
                  </a:lnTo>
                  <a:lnTo>
                    <a:pt x="1476531" y="1013227"/>
                  </a:lnTo>
                  <a:lnTo>
                    <a:pt x="1481570" y="1049034"/>
                  </a:lnTo>
                  <a:lnTo>
                    <a:pt x="1486609" y="1082652"/>
                  </a:lnTo>
                  <a:lnTo>
                    <a:pt x="1491649" y="1114012"/>
                  </a:lnTo>
                  <a:lnTo>
                    <a:pt x="1496688" y="1142724"/>
                  </a:lnTo>
                  <a:lnTo>
                    <a:pt x="1501728" y="1169164"/>
                  </a:lnTo>
                  <a:lnTo>
                    <a:pt x="1506767" y="1193373"/>
                  </a:lnTo>
                  <a:lnTo>
                    <a:pt x="1511806" y="1215409"/>
                  </a:lnTo>
                  <a:lnTo>
                    <a:pt x="1516846" y="1235351"/>
                  </a:lnTo>
                  <a:lnTo>
                    <a:pt x="1521885" y="1253294"/>
                  </a:lnTo>
                  <a:lnTo>
                    <a:pt x="1526924" y="1269345"/>
                  </a:lnTo>
                  <a:lnTo>
                    <a:pt x="1531964" y="1283622"/>
                  </a:lnTo>
                  <a:lnTo>
                    <a:pt x="1537003" y="1296028"/>
                  </a:lnTo>
                  <a:lnTo>
                    <a:pt x="1542042" y="1306947"/>
                  </a:lnTo>
                  <a:lnTo>
                    <a:pt x="1547082" y="1316530"/>
                  </a:lnTo>
                  <a:lnTo>
                    <a:pt x="1552121" y="1324907"/>
                  </a:lnTo>
                  <a:lnTo>
                    <a:pt x="1557160" y="1332204"/>
                  </a:lnTo>
                  <a:lnTo>
                    <a:pt x="1562200" y="1338541"/>
                  </a:lnTo>
                  <a:lnTo>
                    <a:pt x="1567239" y="1344031"/>
                  </a:lnTo>
                  <a:lnTo>
                    <a:pt x="1572279" y="1348782"/>
                  </a:lnTo>
                  <a:lnTo>
                    <a:pt x="1577318" y="1352820"/>
                  </a:lnTo>
                  <a:lnTo>
                    <a:pt x="1582357" y="1356319"/>
                  </a:lnTo>
                  <a:lnTo>
                    <a:pt x="1587397" y="1359369"/>
                  </a:lnTo>
                  <a:lnTo>
                    <a:pt x="1592436" y="1362037"/>
                  </a:lnTo>
                  <a:lnTo>
                    <a:pt x="1597475" y="1364379"/>
                  </a:lnTo>
                  <a:lnTo>
                    <a:pt x="1602515" y="1366443"/>
                  </a:lnTo>
                  <a:lnTo>
                    <a:pt x="1607554" y="1368270"/>
                  </a:lnTo>
                  <a:lnTo>
                    <a:pt x="1612593" y="1369895"/>
                  </a:lnTo>
                  <a:lnTo>
                    <a:pt x="1617633" y="1371328"/>
                  </a:lnTo>
                  <a:lnTo>
                    <a:pt x="1622672" y="1372607"/>
                  </a:lnTo>
                  <a:lnTo>
                    <a:pt x="1627711" y="1373757"/>
                  </a:lnTo>
                  <a:lnTo>
                    <a:pt x="1632751" y="1374790"/>
                  </a:lnTo>
                  <a:lnTo>
                    <a:pt x="1637790" y="1375715"/>
                  </a:lnTo>
                  <a:lnTo>
                    <a:pt x="1642830" y="1376543"/>
                  </a:lnTo>
                  <a:lnTo>
                    <a:pt x="1647869" y="1377279"/>
                  </a:lnTo>
                  <a:lnTo>
                    <a:pt x="1652908" y="1377931"/>
                  </a:lnTo>
                  <a:lnTo>
                    <a:pt x="1657948" y="1378496"/>
                  </a:lnTo>
                  <a:lnTo>
                    <a:pt x="1662987" y="1378986"/>
                  </a:lnTo>
                  <a:lnTo>
                    <a:pt x="1668026" y="1379409"/>
                  </a:lnTo>
                  <a:lnTo>
                    <a:pt x="1673066" y="1379773"/>
                  </a:lnTo>
                  <a:lnTo>
                    <a:pt x="1678105" y="1380081"/>
                  </a:lnTo>
                  <a:lnTo>
                    <a:pt x="1683144" y="1380341"/>
                  </a:lnTo>
                  <a:lnTo>
                    <a:pt x="1688184" y="1380557"/>
                  </a:lnTo>
                  <a:lnTo>
                    <a:pt x="1693223" y="1380734"/>
                  </a:lnTo>
                  <a:lnTo>
                    <a:pt x="1698262" y="1380875"/>
                  </a:lnTo>
                  <a:lnTo>
                    <a:pt x="1703302" y="1380987"/>
                  </a:lnTo>
                  <a:lnTo>
                    <a:pt x="1708341" y="1381076"/>
                  </a:lnTo>
                  <a:lnTo>
                    <a:pt x="1713380" y="1381147"/>
                  </a:lnTo>
                  <a:lnTo>
                    <a:pt x="1718420" y="1381201"/>
                  </a:lnTo>
                  <a:lnTo>
                    <a:pt x="1723459" y="1381243"/>
                  </a:lnTo>
                  <a:lnTo>
                    <a:pt x="1728499" y="1381275"/>
                  </a:lnTo>
                  <a:lnTo>
                    <a:pt x="1733538" y="1381299"/>
                  </a:lnTo>
                  <a:lnTo>
                    <a:pt x="1738577" y="1381316"/>
                  </a:lnTo>
                  <a:lnTo>
                    <a:pt x="1743617" y="1381328"/>
                  </a:lnTo>
                  <a:lnTo>
                    <a:pt x="1748656" y="1381337"/>
                  </a:lnTo>
                  <a:lnTo>
                    <a:pt x="1753695" y="1381343"/>
                  </a:lnTo>
                  <a:lnTo>
                    <a:pt x="1758735" y="1381348"/>
                  </a:lnTo>
                  <a:lnTo>
                    <a:pt x="1763774" y="1381351"/>
                  </a:lnTo>
                  <a:lnTo>
                    <a:pt x="1768813" y="1381353"/>
                  </a:lnTo>
                  <a:lnTo>
                    <a:pt x="1773853" y="1381354"/>
                  </a:lnTo>
                  <a:lnTo>
                    <a:pt x="1778892" y="1381355"/>
                  </a:lnTo>
                  <a:lnTo>
                    <a:pt x="1783931" y="1381356"/>
                  </a:lnTo>
                  <a:lnTo>
                    <a:pt x="1788971" y="1381356"/>
                  </a:lnTo>
                  <a:lnTo>
                    <a:pt x="1794010" y="1381356"/>
                  </a:lnTo>
                  <a:lnTo>
                    <a:pt x="1799050" y="1381357"/>
                  </a:lnTo>
                  <a:lnTo>
                    <a:pt x="1804089" y="1381357"/>
                  </a:lnTo>
                  <a:lnTo>
                    <a:pt x="1809128" y="1381357"/>
                  </a:lnTo>
                  <a:lnTo>
                    <a:pt x="1814168" y="1381357"/>
                  </a:lnTo>
                  <a:lnTo>
                    <a:pt x="1819207" y="1381357"/>
                  </a:lnTo>
                  <a:lnTo>
                    <a:pt x="1824246" y="1381357"/>
                  </a:lnTo>
                  <a:lnTo>
                    <a:pt x="1829286" y="1381357"/>
                  </a:lnTo>
                  <a:lnTo>
                    <a:pt x="1834325" y="1381357"/>
                  </a:lnTo>
                  <a:lnTo>
                    <a:pt x="1839364" y="1381357"/>
                  </a:lnTo>
                  <a:lnTo>
                    <a:pt x="1844404" y="1381357"/>
                  </a:lnTo>
                  <a:lnTo>
                    <a:pt x="1849443" y="1381357"/>
                  </a:lnTo>
                  <a:lnTo>
                    <a:pt x="1854482" y="1381357"/>
                  </a:lnTo>
                  <a:lnTo>
                    <a:pt x="1859522" y="1381357"/>
                  </a:lnTo>
                  <a:lnTo>
                    <a:pt x="1864561" y="1381357"/>
                  </a:lnTo>
                  <a:lnTo>
                    <a:pt x="1869601" y="1381357"/>
                  </a:lnTo>
                  <a:lnTo>
                    <a:pt x="1874640" y="1381357"/>
                  </a:lnTo>
                  <a:lnTo>
                    <a:pt x="1879679" y="1381357"/>
                  </a:lnTo>
                  <a:lnTo>
                    <a:pt x="1884719" y="1381357"/>
                  </a:lnTo>
                  <a:lnTo>
                    <a:pt x="1889758" y="1381357"/>
                  </a:lnTo>
                  <a:lnTo>
                    <a:pt x="1894797" y="1381357"/>
                  </a:lnTo>
                  <a:lnTo>
                    <a:pt x="1899837" y="1381357"/>
                  </a:lnTo>
                  <a:lnTo>
                    <a:pt x="1904876" y="1381357"/>
                  </a:lnTo>
                  <a:lnTo>
                    <a:pt x="1909915" y="1381357"/>
                  </a:lnTo>
                  <a:lnTo>
                    <a:pt x="1914955" y="1381357"/>
                  </a:lnTo>
                  <a:lnTo>
                    <a:pt x="1919994" y="1381357"/>
                  </a:lnTo>
                  <a:lnTo>
                    <a:pt x="1925033" y="1381357"/>
                  </a:lnTo>
                  <a:lnTo>
                    <a:pt x="1930073" y="1381357"/>
                  </a:lnTo>
                  <a:lnTo>
                    <a:pt x="1935112" y="1381357"/>
                  </a:lnTo>
                  <a:lnTo>
                    <a:pt x="1940151" y="1381357"/>
                  </a:lnTo>
                  <a:lnTo>
                    <a:pt x="1945191" y="1381357"/>
                  </a:lnTo>
                  <a:lnTo>
                    <a:pt x="1950230" y="1381357"/>
                  </a:lnTo>
                  <a:lnTo>
                    <a:pt x="1955270" y="1381357"/>
                  </a:lnTo>
                  <a:lnTo>
                    <a:pt x="1960309" y="1381357"/>
                  </a:lnTo>
                  <a:lnTo>
                    <a:pt x="1965348" y="1381357"/>
                  </a:lnTo>
                  <a:lnTo>
                    <a:pt x="1970388" y="1381357"/>
                  </a:lnTo>
                  <a:lnTo>
                    <a:pt x="1975427" y="1381357"/>
                  </a:lnTo>
                  <a:lnTo>
                    <a:pt x="1980466" y="1381357"/>
                  </a:lnTo>
                  <a:lnTo>
                    <a:pt x="1985506" y="1381357"/>
                  </a:lnTo>
                  <a:lnTo>
                    <a:pt x="1990545" y="1381357"/>
                  </a:lnTo>
                  <a:lnTo>
                    <a:pt x="1995584" y="1381357"/>
                  </a:lnTo>
                  <a:lnTo>
                    <a:pt x="2000624" y="1381357"/>
                  </a:lnTo>
                  <a:lnTo>
                    <a:pt x="2005663" y="1381357"/>
                  </a:lnTo>
                  <a:lnTo>
                    <a:pt x="2010702" y="1381357"/>
                  </a:lnTo>
                  <a:lnTo>
                    <a:pt x="2015742" y="1381357"/>
                  </a:lnTo>
                  <a:lnTo>
                    <a:pt x="2020781" y="1381357"/>
                  </a:lnTo>
                  <a:lnTo>
                    <a:pt x="2025821" y="1381357"/>
                  </a:lnTo>
                  <a:lnTo>
                    <a:pt x="2030860" y="1381357"/>
                  </a:lnTo>
                  <a:lnTo>
                    <a:pt x="2035899" y="1381357"/>
                  </a:lnTo>
                  <a:lnTo>
                    <a:pt x="2040939" y="1381357"/>
                  </a:lnTo>
                  <a:lnTo>
                    <a:pt x="2045978" y="1381357"/>
                  </a:lnTo>
                  <a:lnTo>
                    <a:pt x="2051017" y="1381357"/>
                  </a:lnTo>
                  <a:lnTo>
                    <a:pt x="2056057" y="1381357"/>
                  </a:lnTo>
                  <a:lnTo>
                    <a:pt x="2061096" y="1381357"/>
                  </a:lnTo>
                  <a:lnTo>
                    <a:pt x="2066135" y="1381357"/>
                  </a:lnTo>
                  <a:lnTo>
                    <a:pt x="2071175" y="1381357"/>
                  </a:lnTo>
                  <a:lnTo>
                    <a:pt x="2076214" y="1381357"/>
                  </a:lnTo>
                  <a:lnTo>
                    <a:pt x="2081253" y="1381357"/>
                  </a:lnTo>
                  <a:lnTo>
                    <a:pt x="2086293" y="1381357"/>
                  </a:lnTo>
                  <a:lnTo>
                    <a:pt x="2091332" y="1381357"/>
                  </a:lnTo>
                  <a:lnTo>
                    <a:pt x="2096372" y="1381357"/>
                  </a:lnTo>
                  <a:lnTo>
                    <a:pt x="2101411" y="1381357"/>
                  </a:lnTo>
                  <a:lnTo>
                    <a:pt x="2106450" y="1381357"/>
                  </a:lnTo>
                  <a:lnTo>
                    <a:pt x="2111490" y="1381357"/>
                  </a:lnTo>
                  <a:lnTo>
                    <a:pt x="2116529" y="1381357"/>
                  </a:lnTo>
                  <a:lnTo>
                    <a:pt x="2121568" y="1381357"/>
                  </a:lnTo>
                  <a:lnTo>
                    <a:pt x="2126608" y="1381357"/>
                  </a:lnTo>
                  <a:lnTo>
                    <a:pt x="2131647" y="1381357"/>
                  </a:lnTo>
                  <a:lnTo>
                    <a:pt x="2136686" y="1381357"/>
                  </a:lnTo>
                  <a:lnTo>
                    <a:pt x="2141726" y="1381357"/>
                  </a:lnTo>
                  <a:lnTo>
                    <a:pt x="2146765" y="1381357"/>
                  </a:lnTo>
                  <a:lnTo>
                    <a:pt x="2151804" y="1381357"/>
                  </a:lnTo>
                  <a:lnTo>
                    <a:pt x="2156844" y="1381357"/>
                  </a:lnTo>
                  <a:lnTo>
                    <a:pt x="2161883" y="1381357"/>
                  </a:lnTo>
                  <a:lnTo>
                    <a:pt x="2166923" y="1381357"/>
                  </a:lnTo>
                  <a:lnTo>
                    <a:pt x="2171962" y="1381357"/>
                  </a:lnTo>
                  <a:lnTo>
                    <a:pt x="2177001" y="1381357"/>
                  </a:lnTo>
                  <a:lnTo>
                    <a:pt x="2182041" y="1381357"/>
                  </a:lnTo>
                  <a:lnTo>
                    <a:pt x="2187080" y="1381357"/>
                  </a:lnTo>
                  <a:lnTo>
                    <a:pt x="2192119" y="1381357"/>
                  </a:lnTo>
                  <a:lnTo>
                    <a:pt x="2197159" y="1381357"/>
                  </a:lnTo>
                  <a:lnTo>
                    <a:pt x="2202198" y="1381357"/>
                  </a:lnTo>
                  <a:lnTo>
                    <a:pt x="2207237" y="1381357"/>
                  </a:lnTo>
                  <a:lnTo>
                    <a:pt x="2212277" y="1381357"/>
                  </a:lnTo>
                  <a:lnTo>
                    <a:pt x="2217316" y="1381357"/>
                  </a:lnTo>
                  <a:lnTo>
                    <a:pt x="2222355" y="1381357"/>
                  </a:lnTo>
                  <a:lnTo>
                    <a:pt x="2227395" y="1381357"/>
                  </a:lnTo>
                  <a:lnTo>
                    <a:pt x="2232434" y="1381357"/>
                  </a:lnTo>
                  <a:lnTo>
                    <a:pt x="2237473" y="1381357"/>
                  </a:lnTo>
                  <a:lnTo>
                    <a:pt x="2242513" y="1381357"/>
                  </a:lnTo>
                  <a:lnTo>
                    <a:pt x="2247552" y="1381357"/>
                  </a:lnTo>
                  <a:lnTo>
                    <a:pt x="2252592" y="1381357"/>
                  </a:lnTo>
                  <a:lnTo>
                    <a:pt x="2257631" y="1381357"/>
                  </a:lnTo>
                  <a:lnTo>
                    <a:pt x="2262670" y="1381357"/>
                  </a:lnTo>
                  <a:lnTo>
                    <a:pt x="2267710" y="1381357"/>
                  </a:lnTo>
                  <a:lnTo>
                    <a:pt x="2272749" y="1381357"/>
                  </a:lnTo>
                  <a:lnTo>
                    <a:pt x="2277788" y="1381357"/>
                  </a:lnTo>
                  <a:lnTo>
                    <a:pt x="2282828" y="1381357"/>
                  </a:lnTo>
                  <a:lnTo>
                    <a:pt x="2287867" y="1381357"/>
                  </a:lnTo>
                  <a:lnTo>
                    <a:pt x="2292906" y="1381357"/>
                  </a:lnTo>
                  <a:lnTo>
                    <a:pt x="2297946" y="1381357"/>
                  </a:lnTo>
                  <a:lnTo>
                    <a:pt x="2302985" y="1381357"/>
                  </a:lnTo>
                  <a:lnTo>
                    <a:pt x="2308024" y="1381357"/>
                  </a:lnTo>
                  <a:lnTo>
                    <a:pt x="2313064" y="1381357"/>
                  </a:lnTo>
                  <a:lnTo>
                    <a:pt x="2318103" y="1381357"/>
                  </a:lnTo>
                  <a:lnTo>
                    <a:pt x="2323143" y="1381357"/>
                  </a:lnTo>
                  <a:lnTo>
                    <a:pt x="2328182" y="1381357"/>
                  </a:lnTo>
                  <a:lnTo>
                    <a:pt x="2333221" y="1381357"/>
                  </a:lnTo>
                  <a:lnTo>
                    <a:pt x="2338261" y="1381357"/>
                  </a:lnTo>
                  <a:lnTo>
                    <a:pt x="2343300" y="1381357"/>
                  </a:lnTo>
                  <a:lnTo>
                    <a:pt x="2348339" y="1381357"/>
                  </a:lnTo>
                  <a:lnTo>
                    <a:pt x="2353379" y="1381357"/>
                  </a:lnTo>
                  <a:lnTo>
                    <a:pt x="2358418" y="1381357"/>
                  </a:lnTo>
                  <a:lnTo>
                    <a:pt x="2363457" y="1381357"/>
                  </a:lnTo>
                  <a:lnTo>
                    <a:pt x="2368497" y="1381357"/>
                  </a:lnTo>
                  <a:lnTo>
                    <a:pt x="2373536" y="1381357"/>
                  </a:lnTo>
                  <a:lnTo>
                    <a:pt x="2378575" y="1381357"/>
                  </a:lnTo>
                  <a:lnTo>
                    <a:pt x="2383615" y="1381357"/>
                  </a:lnTo>
                  <a:lnTo>
                    <a:pt x="2388654" y="1381357"/>
                  </a:lnTo>
                  <a:lnTo>
                    <a:pt x="2393694" y="1381357"/>
                  </a:lnTo>
                  <a:lnTo>
                    <a:pt x="2398733" y="1381357"/>
                  </a:lnTo>
                  <a:lnTo>
                    <a:pt x="2403772" y="1381357"/>
                  </a:lnTo>
                  <a:lnTo>
                    <a:pt x="2408812" y="1381357"/>
                  </a:lnTo>
                  <a:lnTo>
                    <a:pt x="2413851" y="1381357"/>
                  </a:lnTo>
                  <a:lnTo>
                    <a:pt x="2418890" y="1381357"/>
                  </a:lnTo>
                  <a:lnTo>
                    <a:pt x="2423930" y="1381357"/>
                  </a:lnTo>
                  <a:lnTo>
                    <a:pt x="2428969" y="1381357"/>
                  </a:lnTo>
                  <a:lnTo>
                    <a:pt x="2434008" y="1381357"/>
                  </a:lnTo>
                  <a:lnTo>
                    <a:pt x="2439048" y="1381357"/>
                  </a:lnTo>
                  <a:lnTo>
                    <a:pt x="2444087" y="1381357"/>
                  </a:lnTo>
                  <a:lnTo>
                    <a:pt x="2449126" y="1381357"/>
                  </a:lnTo>
                  <a:lnTo>
                    <a:pt x="2454166" y="1381357"/>
                  </a:lnTo>
                  <a:lnTo>
                    <a:pt x="2459205" y="1381357"/>
                  </a:lnTo>
                  <a:lnTo>
                    <a:pt x="2464245" y="1381357"/>
                  </a:lnTo>
                  <a:lnTo>
                    <a:pt x="2469284" y="1381357"/>
                  </a:lnTo>
                  <a:lnTo>
                    <a:pt x="2474323" y="1381357"/>
                  </a:lnTo>
                  <a:lnTo>
                    <a:pt x="2479363" y="1381357"/>
                  </a:lnTo>
                  <a:lnTo>
                    <a:pt x="2484402" y="1381357"/>
                  </a:lnTo>
                  <a:lnTo>
                    <a:pt x="2489441" y="1381357"/>
                  </a:lnTo>
                  <a:lnTo>
                    <a:pt x="2494481" y="1381357"/>
                  </a:lnTo>
                  <a:lnTo>
                    <a:pt x="2499520" y="1381357"/>
                  </a:lnTo>
                  <a:lnTo>
                    <a:pt x="2504559" y="1381357"/>
                  </a:lnTo>
                  <a:lnTo>
                    <a:pt x="2509599" y="1381357"/>
                  </a:lnTo>
                  <a:lnTo>
                    <a:pt x="2514638" y="1381357"/>
                  </a:lnTo>
                  <a:lnTo>
                    <a:pt x="2519677" y="1381357"/>
                  </a:lnTo>
                  <a:lnTo>
                    <a:pt x="2524717" y="1381357"/>
                  </a:lnTo>
                  <a:lnTo>
                    <a:pt x="2529756" y="1381357"/>
                  </a:lnTo>
                  <a:lnTo>
                    <a:pt x="2534795" y="1381357"/>
                  </a:lnTo>
                  <a:lnTo>
                    <a:pt x="2539835" y="1381357"/>
                  </a:lnTo>
                  <a:lnTo>
                    <a:pt x="2544874" y="1381357"/>
                  </a:lnTo>
                  <a:lnTo>
                    <a:pt x="2549914" y="1381357"/>
                  </a:lnTo>
                  <a:lnTo>
                    <a:pt x="2554953" y="1381357"/>
                  </a:lnTo>
                  <a:lnTo>
                    <a:pt x="2559992" y="1381357"/>
                  </a:lnTo>
                  <a:lnTo>
                    <a:pt x="2565032" y="1381357"/>
                  </a:lnTo>
                  <a:lnTo>
                    <a:pt x="2570071" y="1381357"/>
                  </a:lnTo>
                  <a:lnTo>
                    <a:pt x="2575110" y="1381357"/>
                  </a:lnTo>
                  <a:lnTo>
                    <a:pt x="2570071" y="1381357"/>
                  </a:lnTo>
                  <a:lnTo>
                    <a:pt x="2565032" y="1381357"/>
                  </a:lnTo>
                  <a:lnTo>
                    <a:pt x="2559992" y="1381357"/>
                  </a:lnTo>
                  <a:lnTo>
                    <a:pt x="2554953" y="1381357"/>
                  </a:lnTo>
                  <a:lnTo>
                    <a:pt x="2549914" y="1381357"/>
                  </a:lnTo>
                  <a:lnTo>
                    <a:pt x="2544874" y="1381357"/>
                  </a:lnTo>
                  <a:lnTo>
                    <a:pt x="2539835" y="1381357"/>
                  </a:lnTo>
                  <a:lnTo>
                    <a:pt x="2534795" y="1381357"/>
                  </a:lnTo>
                  <a:lnTo>
                    <a:pt x="2529756" y="1381357"/>
                  </a:lnTo>
                  <a:lnTo>
                    <a:pt x="2524717" y="1381357"/>
                  </a:lnTo>
                  <a:lnTo>
                    <a:pt x="2519677" y="1381357"/>
                  </a:lnTo>
                  <a:lnTo>
                    <a:pt x="2514638" y="1381357"/>
                  </a:lnTo>
                  <a:lnTo>
                    <a:pt x="2509599" y="1381357"/>
                  </a:lnTo>
                  <a:lnTo>
                    <a:pt x="2504559" y="1381357"/>
                  </a:lnTo>
                  <a:lnTo>
                    <a:pt x="2499520" y="1381357"/>
                  </a:lnTo>
                  <a:lnTo>
                    <a:pt x="2494481" y="1381357"/>
                  </a:lnTo>
                  <a:lnTo>
                    <a:pt x="2489441" y="1381357"/>
                  </a:lnTo>
                  <a:lnTo>
                    <a:pt x="2484402" y="1381357"/>
                  </a:lnTo>
                  <a:lnTo>
                    <a:pt x="2479363" y="1381357"/>
                  </a:lnTo>
                  <a:lnTo>
                    <a:pt x="2474323" y="1381357"/>
                  </a:lnTo>
                  <a:lnTo>
                    <a:pt x="2469284" y="1381357"/>
                  </a:lnTo>
                  <a:lnTo>
                    <a:pt x="2464245" y="1381357"/>
                  </a:lnTo>
                  <a:lnTo>
                    <a:pt x="2459205" y="1381357"/>
                  </a:lnTo>
                  <a:lnTo>
                    <a:pt x="2454166" y="1381357"/>
                  </a:lnTo>
                  <a:lnTo>
                    <a:pt x="2449126" y="1381357"/>
                  </a:lnTo>
                  <a:lnTo>
                    <a:pt x="2444087" y="1381357"/>
                  </a:lnTo>
                  <a:lnTo>
                    <a:pt x="2439048" y="1381357"/>
                  </a:lnTo>
                  <a:lnTo>
                    <a:pt x="2434008" y="1381357"/>
                  </a:lnTo>
                  <a:lnTo>
                    <a:pt x="2428969" y="1381357"/>
                  </a:lnTo>
                  <a:lnTo>
                    <a:pt x="2423930" y="1381357"/>
                  </a:lnTo>
                  <a:lnTo>
                    <a:pt x="2418890" y="1381357"/>
                  </a:lnTo>
                  <a:lnTo>
                    <a:pt x="2413851" y="1381357"/>
                  </a:lnTo>
                  <a:lnTo>
                    <a:pt x="2408812" y="1381357"/>
                  </a:lnTo>
                  <a:lnTo>
                    <a:pt x="2403772" y="1381357"/>
                  </a:lnTo>
                  <a:lnTo>
                    <a:pt x="2398733" y="1381357"/>
                  </a:lnTo>
                  <a:lnTo>
                    <a:pt x="2393694" y="1381357"/>
                  </a:lnTo>
                  <a:lnTo>
                    <a:pt x="2388654" y="1381357"/>
                  </a:lnTo>
                  <a:lnTo>
                    <a:pt x="2383615" y="1381357"/>
                  </a:lnTo>
                  <a:lnTo>
                    <a:pt x="2378575" y="1381357"/>
                  </a:lnTo>
                  <a:lnTo>
                    <a:pt x="2373536" y="1381357"/>
                  </a:lnTo>
                  <a:lnTo>
                    <a:pt x="2368497" y="1381357"/>
                  </a:lnTo>
                  <a:lnTo>
                    <a:pt x="2363457" y="1381357"/>
                  </a:lnTo>
                  <a:lnTo>
                    <a:pt x="2358418" y="1381357"/>
                  </a:lnTo>
                  <a:lnTo>
                    <a:pt x="2353379" y="1381357"/>
                  </a:lnTo>
                  <a:lnTo>
                    <a:pt x="2348339" y="1381357"/>
                  </a:lnTo>
                  <a:lnTo>
                    <a:pt x="2343300" y="1381357"/>
                  </a:lnTo>
                  <a:lnTo>
                    <a:pt x="2338261" y="1381357"/>
                  </a:lnTo>
                  <a:lnTo>
                    <a:pt x="2333221" y="1381357"/>
                  </a:lnTo>
                  <a:lnTo>
                    <a:pt x="2328182" y="1381357"/>
                  </a:lnTo>
                  <a:lnTo>
                    <a:pt x="2323143" y="1381357"/>
                  </a:lnTo>
                  <a:lnTo>
                    <a:pt x="2318103" y="1381357"/>
                  </a:lnTo>
                  <a:lnTo>
                    <a:pt x="2313064" y="1381357"/>
                  </a:lnTo>
                  <a:lnTo>
                    <a:pt x="2308024" y="1381357"/>
                  </a:lnTo>
                  <a:lnTo>
                    <a:pt x="2302985" y="1381357"/>
                  </a:lnTo>
                  <a:lnTo>
                    <a:pt x="2297946" y="1381357"/>
                  </a:lnTo>
                  <a:lnTo>
                    <a:pt x="2292906" y="1381357"/>
                  </a:lnTo>
                  <a:lnTo>
                    <a:pt x="2287867" y="1381357"/>
                  </a:lnTo>
                  <a:lnTo>
                    <a:pt x="2282828" y="1381357"/>
                  </a:lnTo>
                  <a:lnTo>
                    <a:pt x="2277788" y="1381357"/>
                  </a:lnTo>
                  <a:lnTo>
                    <a:pt x="2272749" y="1381357"/>
                  </a:lnTo>
                  <a:lnTo>
                    <a:pt x="2267710" y="1381357"/>
                  </a:lnTo>
                  <a:lnTo>
                    <a:pt x="2262670" y="1381357"/>
                  </a:lnTo>
                  <a:lnTo>
                    <a:pt x="2257631" y="1381357"/>
                  </a:lnTo>
                  <a:lnTo>
                    <a:pt x="2252592" y="1381357"/>
                  </a:lnTo>
                  <a:lnTo>
                    <a:pt x="2247552" y="1381357"/>
                  </a:lnTo>
                  <a:lnTo>
                    <a:pt x="2242513" y="1381357"/>
                  </a:lnTo>
                  <a:lnTo>
                    <a:pt x="2237473" y="1381357"/>
                  </a:lnTo>
                  <a:lnTo>
                    <a:pt x="2232434" y="1381357"/>
                  </a:lnTo>
                  <a:lnTo>
                    <a:pt x="2227395" y="1381357"/>
                  </a:lnTo>
                  <a:lnTo>
                    <a:pt x="2222355" y="1381357"/>
                  </a:lnTo>
                  <a:lnTo>
                    <a:pt x="2217316" y="1381357"/>
                  </a:lnTo>
                  <a:lnTo>
                    <a:pt x="2212277" y="1381357"/>
                  </a:lnTo>
                  <a:lnTo>
                    <a:pt x="2207237" y="1381357"/>
                  </a:lnTo>
                  <a:lnTo>
                    <a:pt x="2202198" y="1381357"/>
                  </a:lnTo>
                  <a:lnTo>
                    <a:pt x="2197159" y="1381357"/>
                  </a:lnTo>
                  <a:lnTo>
                    <a:pt x="2192119" y="1381357"/>
                  </a:lnTo>
                  <a:lnTo>
                    <a:pt x="2187080" y="1381357"/>
                  </a:lnTo>
                  <a:lnTo>
                    <a:pt x="2182041" y="1381357"/>
                  </a:lnTo>
                  <a:lnTo>
                    <a:pt x="2177001" y="1381357"/>
                  </a:lnTo>
                  <a:lnTo>
                    <a:pt x="2171962" y="1381357"/>
                  </a:lnTo>
                  <a:lnTo>
                    <a:pt x="2166923" y="1381357"/>
                  </a:lnTo>
                  <a:lnTo>
                    <a:pt x="2161883" y="1381357"/>
                  </a:lnTo>
                  <a:lnTo>
                    <a:pt x="2156844" y="1381357"/>
                  </a:lnTo>
                  <a:lnTo>
                    <a:pt x="2151804" y="1381357"/>
                  </a:lnTo>
                  <a:lnTo>
                    <a:pt x="2146765" y="1381357"/>
                  </a:lnTo>
                  <a:lnTo>
                    <a:pt x="2141726" y="1381357"/>
                  </a:lnTo>
                  <a:lnTo>
                    <a:pt x="2136686" y="1381357"/>
                  </a:lnTo>
                  <a:lnTo>
                    <a:pt x="2131647" y="1381357"/>
                  </a:lnTo>
                  <a:lnTo>
                    <a:pt x="2126608" y="1381357"/>
                  </a:lnTo>
                  <a:lnTo>
                    <a:pt x="2121568" y="1381357"/>
                  </a:lnTo>
                  <a:lnTo>
                    <a:pt x="2116529" y="1381357"/>
                  </a:lnTo>
                  <a:lnTo>
                    <a:pt x="2111490" y="1381357"/>
                  </a:lnTo>
                  <a:lnTo>
                    <a:pt x="2106450" y="1381357"/>
                  </a:lnTo>
                  <a:lnTo>
                    <a:pt x="2101411" y="1381357"/>
                  </a:lnTo>
                  <a:lnTo>
                    <a:pt x="2096372" y="1381357"/>
                  </a:lnTo>
                  <a:lnTo>
                    <a:pt x="2091332" y="1381357"/>
                  </a:lnTo>
                  <a:lnTo>
                    <a:pt x="2086293" y="1381357"/>
                  </a:lnTo>
                  <a:lnTo>
                    <a:pt x="2081253" y="1381357"/>
                  </a:lnTo>
                  <a:lnTo>
                    <a:pt x="2076214" y="1381357"/>
                  </a:lnTo>
                  <a:lnTo>
                    <a:pt x="2071175" y="1381357"/>
                  </a:lnTo>
                  <a:lnTo>
                    <a:pt x="2066135" y="1381357"/>
                  </a:lnTo>
                  <a:lnTo>
                    <a:pt x="2061096" y="1381357"/>
                  </a:lnTo>
                  <a:lnTo>
                    <a:pt x="2056057" y="1381357"/>
                  </a:lnTo>
                  <a:lnTo>
                    <a:pt x="2051017" y="1381357"/>
                  </a:lnTo>
                  <a:lnTo>
                    <a:pt x="2045978" y="1381357"/>
                  </a:lnTo>
                  <a:lnTo>
                    <a:pt x="2040939" y="1381357"/>
                  </a:lnTo>
                  <a:lnTo>
                    <a:pt x="2035899" y="1381357"/>
                  </a:lnTo>
                  <a:lnTo>
                    <a:pt x="2030860" y="1381357"/>
                  </a:lnTo>
                  <a:lnTo>
                    <a:pt x="2025821" y="1381357"/>
                  </a:lnTo>
                  <a:lnTo>
                    <a:pt x="2020781" y="1381357"/>
                  </a:lnTo>
                  <a:lnTo>
                    <a:pt x="2015742" y="1381357"/>
                  </a:lnTo>
                  <a:lnTo>
                    <a:pt x="2010702" y="1381357"/>
                  </a:lnTo>
                  <a:lnTo>
                    <a:pt x="2005663" y="1381357"/>
                  </a:lnTo>
                  <a:lnTo>
                    <a:pt x="2000624" y="1381357"/>
                  </a:lnTo>
                  <a:lnTo>
                    <a:pt x="1995584" y="1381357"/>
                  </a:lnTo>
                  <a:lnTo>
                    <a:pt x="1990545" y="1381357"/>
                  </a:lnTo>
                  <a:lnTo>
                    <a:pt x="1985506" y="1381357"/>
                  </a:lnTo>
                  <a:lnTo>
                    <a:pt x="1980466" y="1381357"/>
                  </a:lnTo>
                  <a:lnTo>
                    <a:pt x="1975427" y="1381357"/>
                  </a:lnTo>
                  <a:lnTo>
                    <a:pt x="1970388" y="1381357"/>
                  </a:lnTo>
                  <a:lnTo>
                    <a:pt x="1965348" y="1381357"/>
                  </a:lnTo>
                  <a:lnTo>
                    <a:pt x="1960309" y="1381357"/>
                  </a:lnTo>
                  <a:lnTo>
                    <a:pt x="1955270" y="1381357"/>
                  </a:lnTo>
                  <a:lnTo>
                    <a:pt x="1950230" y="1381357"/>
                  </a:lnTo>
                  <a:lnTo>
                    <a:pt x="1945191" y="1381357"/>
                  </a:lnTo>
                  <a:lnTo>
                    <a:pt x="1940151" y="1381357"/>
                  </a:lnTo>
                  <a:lnTo>
                    <a:pt x="1935112" y="1381357"/>
                  </a:lnTo>
                  <a:lnTo>
                    <a:pt x="1930073" y="1381357"/>
                  </a:lnTo>
                  <a:lnTo>
                    <a:pt x="1925033" y="1381357"/>
                  </a:lnTo>
                  <a:lnTo>
                    <a:pt x="1919994" y="1381357"/>
                  </a:lnTo>
                  <a:lnTo>
                    <a:pt x="1914955" y="1381357"/>
                  </a:lnTo>
                  <a:lnTo>
                    <a:pt x="1909915" y="1381357"/>
                  </a:lnTo>
                  <a:lnTo>
                    <a:pt x="1904876" y="1381357"/>
                  </a:lnTo>
                  <a:lnTo>
                    <a:pt x="1899837" y="1381357"/>
                  </a:lnTo>
                  <a:lnTo>
                    <a:pt x="1894797" y="1381357"/>
                  </a:lnTo>
                  <a:lnTo>
                    <a:pt x="1889758" y="1381357"/>
                  </a:lnTo>
                  <a:lnTo>
                    <a:pt x="1884719" y="1381357"/>
                  </a:lnTo>
                  <a:lnTo>
                    <a:pt x="1879679" y="1381357"/>
                  </a:lnTo>
                  <a:lnTo>
                    <a:pt x="1874640" y="1381357"/>
                  </a:lnTo>
                  <a:lnTo>
                    <a:pt x="1869601" y="1381357"/>
                  </a:lnTo>
                  <a:lnTo>
                    <a:pt x="1864561" y="1381357"/>
                  </a:lnTo>
                  <a:lnTo>
                    <a:pt x="1859522" y="1381357"/>
                  </a:lnTo>
                  <a:lnTo>
                    <a:pt x="1854482" y="1381357"/>
                  </a:lnTo>
                  <a:lnTo>
                    <a:pt x="1849443" y="1381357"/>
                  </a:lnTo>
                  <a:lnTo>
                    <a:pt x="1844404" y="1381357"/>
                  </a:lnTo>
                  <a:lnTo>
                    <a:pt x="1839364" y="1381357"/>
                  </a:lnTo>
                  <a:lnTo>
                    <a:pt x="1834325" y="1381357"/>
                  </a:lnTo>
                  <a:lnTo>
                    <a:pt x="1829286" y="1381357"/>
                  </a:lnTo>
                  <a:lnTo>
                    <a:pt x="1824246" y="1381357"/>
                  </a:lnTo>
                  <a:lnTo>
                    <a:pt x="1819207" y="1381357"/>
                  </a:lnTo>
                  <a:lnTo>
                    <a:pt x="1814168" y="1381357"/>
                  </a:lnTo>
                  <a:lnTo>
                    <a:pt x="1809128" y="1381357"/>
                  </a:lnTo>
                  <a:lnTo>
                    <a:pt x="1804089" y="1381357"/>
                  </a:lnTo>
                  <a:lnTo>
                    <a:pt x="1799050" y="1381357"/>
                  </a:lnTo>
                  <a:lnTo>
                    <a:pt x="1794010" y="1381357"/>
                  </a:lnTo>
                  <a:lnTo>
                    <a:pt x="1788971" y="1381357"/>
                  </a:lnTo>
                  <a:lnTo>
                    <a:pt x="1783931" y="1381357"/>
                  </a:lnTo>
                  <a:lnTo>
                    <a:pt x="1778892" y="1381357"/>
                  </a:lnTo>
                  <a:lnTo>
                    <a:pt x="1773853" y="1381357"/>
                  </a:lnTo>
                  <a:lnTo>
                    <a:pt x="1768813" y="1381357"/>
                  </a:lnTo>
                  <a:lnTo>
                    <a:pt x="1763774" y="1381357"/>
                  </a:lnTo>
                  <a:lnTo>
                    <a:pt x="1758735" y="1381357"/>
                  </a:lnTo>
                  <a:lnTo>
                    <a:pt x="1753695" y="1381357"/>
                  </a:lnTo>
                  <a:lnTo>
                    <a:pt x="1748656" y="1381357"/>
                  </a:lnTo>
                  <a:lnTo>
                    <a:pt x="1743617" y="1381357"/>
                  </a:lnTo>
                  <a:lnTo>
                    <a:pt x="1738577" y="1381357"/>
                  </a:lnTo>
                  <a:lnTo>
                    <a:pt x="1733538" y="1381357"/>
                  </a:lnTo>
                  <a:lnTo>
                    <a:pt x="1728499" y="1381357"/>
                  </a:lnTo>
                  <a:lnTo>
                    <a:pt x="1723459" y="1381357"/>
                  </a:lnTo>
                  <a:lnTo>
                    <a:pt x="1718420" y="1381357"/>
                  </a:lnTo>
                  <a:lnTo>
                    <a:pt x="1713380" y="1381357"/>
                  </a:lnTo>
                  <a:lnTo>
                    <a:pt x="1708341" y="1381357"/>
                  </a:lnTo>
                  <a:lnTo>
                    <a:pt x="1703302" y="1381357"/>
                  </a:lnTo>
                  <a:lnTo>
                    <a:pt x="1698262" y="1381357"/>
                  </a:lnTo>
                  <a:lnTo>
                    <a:pt x="1693223" y="1381357"/>
                  </a:lnTo>
                  <a:lnTo>
                    <a:pt x="1688184" y="1381357"/>
                  </a:lnTo>
                  <a:lnTo>
                    <a:pt x="1683144" y="1381357"/>
                  </a:lnTo>
                  <a:lnTo>
                    <a:pt x="1678105" y="1381357"/>
                  </a:lnTo>
                  <a:lnTo>
                    <a:pt x="1673066" y="1381357"/>
                  </a:lnTo>
                  <a:lnTo>
                    <a:pt x="1668026" y="1381357"/>
                  </a:lnTo>
                  <a:lnTo>
                    <a:pt x="1662987" y="1381357"/>
                  </a:lnTo>
                  <a:lnTo>
                    <a:pt x="1657948" y="1381357"/>
                  </a:lnTo>
                  <a:lnTo>
                    <a:pt x="1652908" y="1381357"/>
                  </a:lnTo>
                  <a:lnTo>
                    <a:pt x="1647869" y="1381357"/>
                  </a:lnTo>
                  <a:lnTo>
                    <a:pt x="1642830" y="1381357"/>
                  </a:lnTo>
                  <a:lnTo>
                    <a:pt x="1637790" y="1381357"/>
                  </a:lnTo>
                  <a:lnTo>
                    <a:pt x="1632751" y="1381357"/>
                  </a:lnTo>
                  <a:lnTo>
                    <a:pt x="1627711" y="1381357"/>
                  </a:lnTo>
                  <a:lnTo>
                    <a:pt x="1622672" y="1381357"/>
                  </a:lnTo>
                  <a:lnTo>
                    <a:pt x="1617633" y="1381357"/>
                  </a:lnTo>
                  <a:lnTo>
                    <a:pt x="1612593" y="1381357"/>
                  </a:lnTo>
                  <a:lnTo>
                    <a:pt x="1607554" y="1381357"/>
                  </a:lnTo>
                  <a:lnTo>
                    <a:pt x="1602515" y="1381357"/>
                  </a:lnTo>
                  <a:lnTo>
                    <a:pt x="1597475" y="1381357"/>
                  </a:lnTo>
                  <a:lnTo>
                    <a:pt x="1592436" y="1381357"/>
                  </a:lnTo>
                  <a:lnTo>
                    <a:pt x="1587397" y="1381357"/>
                  </a:lnTo>
                  <a:lnTo>
                    <a:pt x="1582357" y="1381357"/>
                  </a:lnTo>
                  <a:lnTo>
                    <a:pt x="1577318" y="1381357"/>
                  </a:lnTo>
                  <a:lnTo>
                    <a:pt x="1572279" y="1381357"/>
                  </a:lnTo>
                  <a:lnTo>
                    <a:pt x="1567239" y="1381357"/>
                  </a:lnTo>
                  <a:lnTo>
                    <a:pt x="1562200" y="1381357"/>
                  </a:lnTo>
                  <a:lnTo>
                    <a:pt x="1557160" y="1381357"/>
                  </a:lnTo>
                  <a:lnTo>
                    <a:pt x="1552121" y="1381357"/>
                  </a:lnTo>
                  <a:lnTo>
                    <a:pt x="1547082" y="1381357"/>
                  </a:lnTo>
                  <a:lnTo>
                    <a:pt x="1542042" y="1381357"/>
                  </a:lnTo>
                  <a:lnTo>
                    <a:pt x="1537003" y="1381357"/>
                  </a:lnTo>
                  <a:lnTo>
                    <a:pt x="1531964" y="1381357"/>
                  </a:lnTo>
                  <a:lnTo>
                    <a:pt x="1526924" y="1381357"/>
                  </a:lnTo>
                  <a:lnTo>
                    <a:pt x="1521885" y="1381357"/>
                  </a:lnTo>
                  <a:lnTo>
                    <a:pt x="1516846" y="1381357"/>
                  </a:lnTo>
                  <a:lnTo>
                    <a:pt x="1511806" y="1381357"/>
                  </a:lnTo>
                  <a:lnTo>
                    <a:pt x="1506767" y="1381357"/>
                  </a:lnTo>
                  <a:lnTo>
                    <a:pt x="1501728" y="1381357"/>
                  </a:lnTo>
                  <a:lnTo>
                    <a:pt x="1496688" y="1381357"/>
                  </a:lnTo>
                  <a:lnTo>
                    <a:pt x="1491649" y="1381357"/>
                  </a:lnTo>
                  <a:lnTo>
                    <a:pt x="1486609" y="1381357"/>
                  </a:lnTo>
                  <a:lnTo>
                    <a:pt x="1481570" y="1381357"/>
                  </a:lnTo>
                  <a:lnTo>
                    <a:pt x="1476531" y="1381357"/>
                  </a:lnTo>
                  <a:lnTo>
                    <a:pt x="1471491" y="1381357"/>
                  </a:lnTo>
                  <a:lnTo>
                    <a:pt x="1466452" y="1381357"/>
                  </a:lnTo>
                  <a:lnTo>
                    <a:pt x="1461413" y="1381357"/>
                  </a:lnTo>
                  <a:lnTo>
                    <a:pt x="1456373" y="1381357"/>
                  </a:lnTo>
                  <a:lnTo>
                    <a:pt x="1451334" y="1381357"/>
                  </a:lnTo>
                  <a:lnTo>
                    <a:pt x="1446295" y="1381357"/>
                  </a:lnTo>
                  <a:lnTo>
                    <a:pt x="1441255" y="1381357"/>
                  </a:lnTo>
                  <a:lnTo>
                    <a:pt x="1436216" y="1381357"/>
                  </a:lnTo>
                  <a:lnTo>
                    <a:pt x="1431177" y="1381357"/>
                  </a:lnTo>
                  <a:lnTo>
                    <a:pt x="1426137" y="1381357"/>
                  </a:lnTo>
                  <a:lnTo>
                    <a:pt x="1421098" y="1381357"/>
                  </a:lnTo>
                  <a:lnTo>
                    <a:pt x="1416058" y="1381357"/>
                  </a:lnTo>
                  <a:lnTo>
                    <a:pt x="1411019" y="1381357"/>
                  </a:lnTo>
                  <a:lnTo>
                    <a:pt x="1405980" y="1381357"/>
                  </a:lnTo>
                  <a:lnTo>
                    <a:pt x="1400940" y="1381357"/>
                  </a:lnTo>
                  <a:lnTo>
                    <a:pt x="1395901" y="1381357"/>
                  </a:lnTo>
                  <a:lnTo>
                    <a:pt x="1390862" y="1381357"/>
                  </a:lnTo>
                  <a:lnTo>
                    <a:pt x="1385822" y="1381357"/>
                  </a:lnTo>
                  <a:lnTo>
                    <a:pt x="1380783" y="1381357"/>
                  </a:lnTo>
                  <a:lnTo>
                    <a:pt x="1375744" y="1381357"/>
                  </a:lnTo>
                  <a:lnTo>
                    <a:pt x="1370704" y="1381357"/>
                  </a:lnTo>
                  <a:lnTo>
                    <a:pt x="1365665" y="1381357"/>
                  </a:lnTo>
                  <a:lnTo>
                    <a:pt x="1360626" y="1381357"/>
                  </a:lnTo>
                  <a:lnTo>
                    <a:pt x="1355586" y="1381357"/>
                  </a:lnTo>
                  <a:lnTo>
                    <a:pt x="1350547" y="1381357"/>
                  </a:lnTo>
                  <a:lnTo>
                    <a:pt x="1345508" y="1381357"/>
                  </a:lnTo>
                  <a:lnTo>
                    <a:pt x="1340468" y="1381357"/>
                  </a:lnTo>
                  <a:lnTo>
                    <a:pt x="1335429" y="1381357"/>
                  </a:lnTo>
                  <a:lnTo>
                    <a:pt x="1330389" y="1381357"/>
                  </a:lnTo>
                  <a:lnTo>
                    <a:pt x="1325350" y="1381357"/>
                  </a:lnTo>
                  <a:lnTo>
                    <a:pt x="1320311" y="1381357"/>
                  </a:lnTo>
                  <a:lnTo>
                    <a:pt x="1315271" y="1381357"/>
                  </a:lnTo>
                  <a:lnTo>
                    <a:pt x="1310232" y="1381357"/>
                  </a:lnTo>
                  <a:lnTo>
                    <a:pt x="1305193" y="1381357"/>
                  </a:lnTo>
                  <a:lnTo>
                    <a:pt x="1300153" y="1381357"/>
                  </a:lnTo>
                  <a:lnTo>
                    <a:pt x="1295114" y="1381357"/>
                  </a:lnTo>
                  <a:lnTo>
                    <a:pt x="1290075" y="1381357"/>
                  </a:lnTo>
                  <a:lnTo>
                    <a:pt x="1285035" y="1381357"/>
                  </a:lnTo>
                  <a:lnTo>
                    <a:pt x="1279996" y="1381357"/>
                  </a:lnTo>
                  <a:lnTo>
                    <a:pt x="1274957" y="1381357"/>
                  </a:lnTo>
                  <a:lnTo>
                    <a:pt x="1269917" y="1381357"/>
                  </a:lnTo>
                  <a:lnTo>
                    <a:pt x="1264878" y="1381357"/>
                  </a:lnTo>
                  <a:lnTo>
                    <a:pt x="1259838" y="1381357"/>
                  </a:lnTo>
                  <a:lnTo>
                    <a:pt x="1254799" y="1381357"/>
                  </a:lnTo>
                  <a:lnTo>
                    <a:pt x="1249760" y="1381357"/>
                  </a:lnTo>
                  <a:lnTo>
                    <a:pt x="1244720" y="1381357"/>
                  </a:lnTo>
                  <a:lnTo>
                    <a:pt x="1239681" y="1381357"/>
                  </a:lnTo>
                  <a:lnTo>
                    <a:pt x="1234642" y="1381357"/>
                  </a:lnTo>
                  <a:lnTo>
                    <a:pt x="1229602" y="1381357"/>
                  </a:lnTo>
                  <a:lnTo>
                    <a:pt x="1224563" y="1381357"/>
                  </a:lnTo>
                  <a:lnTo>
                    <a:pt x="1219524" y="1381357"/>
                  </a:lnTo>
                  <a:lnTo>
                    <a:pt x="1214484" y="1381357"/>
                  </a:lnTo>
                  <a:lnTo>
                    <a:pt x="1209445" y="1381357"/>
                  </a:lnTo>
                  <a:lnTo>
                    <a:pt x="1204406" y="1381357"/>
                  </a:lnTo>
                  <a:lnTo>
                    <a:pt x="1199366" y="1381357"/>
                  </a:lnTo>
                  <a:lnTo>
                    <a:pt x="1194327" y="1381357"/>
                  </a:lnTo>
                  <a:lnTo>
                    <a:pt x="1189287" y="1381357"/>
                  </a:lnTo>
                  <a:lnTo>
                    <a:pt x="1184248" y="1381357"/>
                  </a:lnTo>
                  <a:lnTo>
                    <a:pt x="1179209" y="1381357"/>
                  </a:lnTo>
                  <a:lnTo>
                    <a:pt x="1174169" y="1381357"/>
                  </a:lnTo>
                  <a:lnTo>
                    <a:pt x="1169130" y="1381357"/>
                  </a:lnTo>
                  <a:lnTo>
                    <a:pt x="1164091" y="1381357"/>
                  </a:lnTo>
                  <a:lnTo>
                    <a:pt x="1159051" y="1381357"/>
                  </a:lnTo>
                  <a:lnTo>
                    <a:pt x="1154012" y="1381357"/>
                  </a:lnTo>
                  <a:lnTo>
                    <a:pt x="1148973" y="1381357"/>
                  </a:lnTo>
                  <a:lnTo>
                    <a:pt x="1143933" y="1381357"/>
                  </a:lnTo>
                  <a:lnTo>
                    <a:pt x="1138894" y="1381357"/>
                  </a:lnTo>
                  <a:lnTo>
                    <a:pt x="1133855" y="1381357"/>
                  </a:lnTo>
                  <a:lnTo>
                    <a:pt x="1128815" y="1381357"/>
                  </a:lnTo>
                  <a:lnTo>
                    <a:pt x="1123776" y="1381357"/>
                  </a:lnTo>
                  <a:lnTo>
                    <a:pt x="1118736" y="1381357"/>
                  </a:lnTo>
                  <a:lnTo>
                    <a:pt x="1113697" y="1381357"/>
                  </a:lnTo>
                  <a:lnTo>
                    <a:pt x="1108658" y="1381357"/>
                  </a:lnTo>
                  <a:lnTo>
                    <a:pt x="1103618" y="1381357"/>
                  </a:lnTo>
                  <a:lnTo>
                    <a:pt x="1098579" y="1381357"/>
                  </a:lnTo>
                  <a:lnTo>
                    <a:pt x="1093540" y="1381357"/>
                  </a:lnTo>
                  <a:lnTo>
                    <a:pt x="1088500" y="1381357"/>
                  </a:lnTo>
                  <a:lnTo>
                    <a:pt x="1083461" y="1381357"/>
                  </a:lnTo>
                  <a:lnTo>
                    <a:pt x="1078422" y="1381357"/>
                  </a:lnTo>
                  <a:lnTo>
                    <a:pt x="1073382" y="1381357"/>
                  </a:lnTo>
                  <a:lnTo>
                    <a:pt x="1068343" y="1381357"/>
                  </a:lnTo>
                  <a:lnTo>
                    <a:pt x="1063304" y="1381357"/>
                  </a:lnTo>
                  <a:lnTo>
                    <a:pt x="1058264" y="1381357"/>
                  </a:lnTo>
                  <a:lnTo>
                    <a:pt x="1053225" y="1381357"/>
                  </a:lnTo>
                  <a:lnTo>
                    <a:pt x="1048186" y="1381357"/>
                  </a:lnTo>
                  <a:lnTo>
                    <a:pt x="1043146" y="1381357"/>
                  </a:lnTo>
                  <a:lnTo>
                    <a:pt x="1038107" y="1381357"/>
                  </a:lnTo>
                  <a:lnTo>
                    <a:pt x="1033067" y="1381357"/>
                  </a:lnTo>
                  <a:lnTo>
                    <a:pt x="1028028" y="1381357"/>
                  </a:lnTo>
                  <a:lnTo>
                    <a:pt x="1022989" y="1381357"/>
                  </a:lnTo>
                  <a:lnTo>
                    <a:pt x="1017949" y="1381357"/>
                  </a:lnTo>
                  <a:lnTo>
                    <a:pt x="1012910" y="1381357"/>
                  </a:lnTo>
                  <a:lnTo>
                    <a:pt x="1007871" y="1381357"/>
                  </a:lnTo>
                  <a:lnTo>
                    <a:pt x="1002831" y="1381357"/>
                  </a:lnTo>
                  <a:lnTo>
                    <a:pt x="997792" y="1381357"/>
                  </a:lnTo>
                  <a:lnTo>
                    <a:pt x="992753" y="1381357"/>
                  </a:lnTo>
                  <a:lnTo>
                    <a:pt x="987713" y="1381357"/>
                  </a:lnTo>
                  <a:lnTo>
                    <a:pt x="982674" y="1381357"/>
                  </a:lnTo>
                  <a:lnTo>
                    <a:pt x="977635" y="1381357"/>
                  </a:lnTo>
                  <a:lnTo>
                    <a:pt x="972595" y="1381357"/>
                  </a:lnTo>
                  <a:lnTo>
                    <a:pt x="967556" y="1381357"/>
                  </a:lnTo>
                  <a:lnTo>
                    <a:pt x="962516" y="1381357"/>
                  </a:lnTo>
                  <a:lnTo>
                    <a:pt x="957477" y="1381357"/>
                  </a:lnTo>
                  <a:lnTo>
                    <a:pt x="952438" y="1381357"/>
                  </a:lnTo>
                  <a:lnTo>
                    <a:pt x="947398" y="1381357"/>
                  </a:lnTo>
                  <a:lnTo>
                    <a:pt x="942359" y="1381357"/>
                  </a:lnTo>
                  <a:lnTo>
                    <a:pt x="937320" y="1381357"/>
                  </a:lnTo>
                  <a:lnTo>
                    <a:pt x="932280" y="1381357"/>
                  </a:lnTo>
                  <a:lnTo>
                    <a:pt x="927241" y="1381357"/>
                  </a:lnTo>
                  <a:lnTo>
                    <a:pt x="922202" y="1381357"/>
                  </a:lnTo>
                  <a:lnTo>
                    <a:pt x="917162" y="1381357"/>
                  </a:lnTo>
                  <a:lnTo>
                    <a:pt x="912123" y="1381357"/>
                  </a:lnTo>
                  <a:lnTo>
                    <a:pt x="907084" y="1381357"/>
                  </a:lnTo>
                  <a:lnTo>
                    <a:pt x="902044" y="1381357"/>
                  </a:lnTo>
                  <a:lnTo>
                    <a:pt x="897005" y="1381357"/>
                  </a:lnTo>
                  <a:lnTo>
                    <a:pt x="891965" y="1381357"/>
                  </a:lnTo>
                  <a:lnTo>
                    <a:pt x="886926" y="1381357"/>
                  </a:lnTo>
                  <a:lnTo>
                    <a:pt x="881887" y="1381357"/>
                  </a:lnTo>
                  <a:lnTo>
                    <a:pt x="876847" y="1381357"/>
                  </a:lnTo>
                  <a:lnTo>
                    <a:pt x="871808" y="1381357"/>
                  </a:lnTo>
                  <a:lnTo>
                    <a:pt x="866769" y="1381357"/>
                  </a:lnTo>
                  <a:lnTo>
                    <a:pt x="861729" y="1381357"/>
                  </a:lnTo>
                  <a:lnTo>
                    <a:pt x="856690" y="1381357"/>
                  </a:lnTo>
                  <a:lnTo>
                    <a:pt x="851651" y="1381357"/>
                  </a:lnTo>
                  <a:lnTo>
                    <a:pt x="846611" y="1381357"/>
                  </a:lnTo>
                  <a:lnTo>
                    <a:pt x="841572" y="1381357"/>
                  </a:lnTo>
                  <a:lnTo>
                    <a:pt x="836533" y="1381357"/>
                  </a:lnTo>
                  <a:lnTo>
                    <a:pt x="831493" y="1381357"/>
                  </a:lnTo>
                  <a:lnTo>
                    <a:pt x="826454" y="1381357"/>
                  </a:lnTo>
                  <a:lnTo>
                    <a:pt x="821415" y="1381357"/>
                  </a:lnTo>
                  <a:lnTo>
                    <a:pt x="816375" y="1381357"/>
                  </a:lnTo>
                  <a:lnTo>
                    <a:pt x="811336" y="1381357"/>
                  </a:lnTo>
                  <a:lnTo>
                    <a:pt x="806296" y="1381357"/>
                  </a:lnTo>
                  <a:lnTo>
                    <a:pt x="801257" y="1381357"/>
                  </a:lnTo>
                  <a:lnTo>
                    <a:pt x="796218" y="1381357"/>
                  </a:lnTo>
                  <a:lnTo>
                    <a:pt x="791178" y="1381357"/>
                  </a:lnTo>
                  <a:lnTo>
                    <a:pt x="786139" y="1381357"/>
                  </a:lnTo>
                  <a:lnTo>
                    <a:pt x="781100" y="1381357"/>
                  </a:lnTo>
                  <a:lnTo>
                    <a:pt x="776060" y="1381357"/>
                  </a:lnTo>
                  <a:lnTo>
                    <a:pt x="771021" y="1381357"/>
                  </a:lnTo>
                  <a:lnTo>
                    <a:pt x="765982" y="1381357"/>
                  </a:lnTo>
                  <a:lnTo>
                    <a:pt x="760942" y="1381357"/>
                  </a:lnTo>
                  <a:lnTo>
                    <a:pt x="755903" y="1381357"/>
                  </a:lnTo>
                  <a:lnTo>
                    <a:pt x="750864" y="1381357"/>
                  </a:lnTo>
                  <a:lnTo>
                    <a:pt x="745824" y="1381357"/>
                  </a:lnTo>
                  <a:lnTo>
                    <a:pt x="740785" y="1381357"/>
                  </a:lnTo>
                  <a:lnTo>
                    <a:pt x="735745" y="1381357"/>
                  </a:lnTo>
                  <a:lnTo>
                    <a:pt x="730706" y="1381357"/>
                  </a:lnTo>
                  <a:lnTo>
                    <a:pt x="725667" y="1381357"/>
                  </a:lnTo>
                  <a:lnTo>
                    <a:pt x="720627" y="1381357"/>
                  </a:lnTo>
                  <a:lnTo>
                    <a:pt x="715588" y="1381357"/>
                  </a:lnTo>
                  <a:lnTo>
                    <a:pt x="710549" y="1381357"/>
                  </a:lnTo>
                  <a:lnTo>
                    <a:pt x="705509" y="1381357"/>
                  </a:lnTo>
                  <a:lnTo>
                    <a:pt x="700470" y="1381357"/>
                  </a:lnTo>
                  <a:lnTo>
                    <a:pt x="695431" y="1381357"/>
                  </a:lnTo>
                  <a:lnTo>
                    <a:pt x="690391" y="1381357"/>
                  </a:lnTo>
                  <a:lnTo>
                    <a:pt x="685352" y="1381357"/>
                  </a:lnTo>
                  <a:lnTo>
                    <a:pt x="680313" y="1381357"/>
                  </a:lnTo>
                  <a:lnTo>
                    <a:pt x="675273" y="1381357"/>
                  </a:lnTo>
                  <a:lnTo>
                    <a:pt x="670234" y="1381357"/>
                  </a:lnTo>
                  <a:lnTo>
                    <a:pt x="665194" y="1381357"/>
                  </a:lnTo>
                  <a:lnTo>
                    <a:pt x="660155" y="1381357"/>
                  </a:lnTo>
                  <a:lnTo>
                    <a:pt x="655116" y="1381357"/>
                  </a:lnTo>
                  <a:lnTo>
                    <a:pt x="650076" y="1381357"/>
                  </a:lnTo>
                  <a:lnTo>
                    <a:pt x="645037" y="1381357"/>
                  </a:lnTo>
                  <a:lnTo>
                    <a:pt x="639998" y="1381357"/>
                  </a:lnTo>
                  <a:lnTo>
                    <a:pt x="634958" y="1381357"/>
                  </a:lnTo>
                  <a:lnTo>
                    <a:pt x="629919" y="1381357"/>
                  </a:lnTo>
                  <a:lnTo>
                    <a:pt x="624880" y="1381357"/>
                  </a:lnTo>
                  <a:lnTo>
                    <a:pt x="619840" y="1381357"/>
                  </a:lnTo>
                  <a:lnTo>
                    <a:pt x="614801" y="1381357"/>
                  </a:lnTo>
                  <a:lnTo>
                    <a:pt x="609762" y="1381357"/>
                  </a:lnTo>
                  <a:lnTo>
                    <a:pt x="604722" y="1381357"/>
                  </a:lnTo>
                  <a:lnTo>
                    <a:pt x="599683" y="1381357"/>
                  </a:lnTo>
                  <a:lnTo>
                    <a:pt x="594643" y="1381357"/>
                  </a:lnTo>
                  <a:lnTo>
                    <a:pt x="589604" y="1381357"/>
                  </a:lnTo>
                  <a:lnTo>
                    <a:pt x="584565" y="1381357"/>
                  </a:lnTo>
                  <a:lnTo>
                    <a:pt x="579525" y="1381357"/>
                  </a:lnTo>
                  <a:lnTo>
                    <a:pt x="574486" y="1381357"/>
                  </a:lnTo>
                  <a:lnTo>
                    <a:pt x="569447" y="1381357"/>
                  </a:lnTo>
                  <a:lnTo>
                    <a:pt x="564407" y="1381357"/>
                  </a:lnTo>
                  <a:lnTo>
                    <a:pt x="559368" y="1381357"/>
                  </a:lnTo>
                  <a:lnTo>
                    <a:pt x="554329" y="1381357"/>
                  </a:lnTo>
                  <a:lnTo>
                    <a:pt x="549289" y="1381357"/>
                  </a:lnTo>
                  <a:lnTo>
                    <a:pt x="544250" y="1381357"/>
                  </a:lnTo>
                  <a:lnTo>
                    <a:pt x="539211" y="1381357"/>
                  </a:lnTo>
                  <a:lnTo>
                    <a:pt x="534171" y="1381357"/>
                  </a:lnTo>
                  <a:lnTo>
                    <a:pt x="529132" y="1381357"/>
                  </a:lnTo>
                  <a:lnTo>
                    <a:pt x="524093" y="1381357"/>
                  </a:lnTo>
                  <a:lnTo>
                    <a:pt x="519053" y="1381357"/>
                  </a:lnTo>
                  <a:lnTo>
                    <a:pt x="514014" y="1381357"/>
                  </a:lnTo>
                  <a:lnTo>
                    <a:pt x="508974" y="1381357"/>
                  </a:lnTo>
                  <a:lnTo>
                    <a:pt x="503935" y="1381357"/>
                  </a:lnTo>
                  <a:lnTo>
                    <a:pt x="498896" y="1381357"/>
                  </a:lnTo>
                  <a:lnTo>
                    <a:pt x="493856" y="1381357"/>
                  </a:lnTo>
                  <a:lnTo>
                    <a:pt x="488817" y="1381357"/>
                  </a:lnTo>
                  <a:lnTo>
                    <a:pt x="483778" y="1381357"/>
                  </a:lnTo>
                  <a:lnTo>
                    <a:pt x="478738" y="1381357"/>
                  </a:lnTo>
                  <a:lnTo>
                    <a:pt x="473699" y="1381357"/>
                  </a:lnTo>
                  <a:lnTo>
                    <a:pt x="468660" y="1381357"/>
                  </a:lnTo>
                  <a:lnTo>
                    <a:pt x="463620" y="1381357"/>
                  </a:lnTo>
                  <a:lnTo>
                    <a:pt x="458581" y="1381357"/>
                  </a:lnTo>
                  <a:lnTo>
                    <a:pt x="453542" y="1381357"/>
                  </a:lnTo>
                  <a:lnTo>
                    <a:pt x="448502" y="1381357"/>
                  </a:lnTo>
                  <a:lnTo>
                    <a:pt x="443463" y="1381357"/>
                  </a:lnTo>
                  <a:lnTo>
                    <a:pt x="438423" y="1381357"/>
                  </a:lnTo>
                  <a:lnTo>
                    <a:pt x="433384" y="1381357"/>
                  </a:lnTo>
                  <a:lnTo>
                    <a:pt x="428345" y="1381357"/>
                  </a:lnTo>
                  <a:lnTo>
                    <a:pt x="423305" y="1381357"/>
                  </a:lnTo>
                  <a:lnTo>
                    <a:pt x="418266" y="1381357"/>
                  </a:lnTo>
                  <a:lnTo>
                    <a:pt x="413227" y="1381357"/>
                  </a:lnTo>
                  <a:lnTo>
                    <a:pt x="408187" y="1381357"/>
                  </a:lnTo>
                  <a:lnTo>
                    <a:pt x="403148" y="1381357"/>
                  </a:lnTo>
                  <a:lnTo>
                    <a:pt x="398109" y="1381357"/>
                  </a:lnTo>
                  <a:lnTo>
                    <a:pt x="393069" y="1381357"/>
                  </a:lnTo>
                  <a:lnTo>
                    <a:pt x="388030" y="1381357"/>
                  </a:lnTo>
                  <a:lnTo>
                    <a:pt x="382991" y="1381357"/>
                  </a:lnTo>
                  <a:lnTo>
                    <a:pt x="377951" y="1381357"/>
                  </a:lnTo>
                  <a:lnTo>
                    <a:pt x="372912" y="1381357"/>
                  </a:lnTo>
                  <a:lnTo>
                    <a:pt x="367872" y="1381357"/>
                  </a:lnTo>
                  <a:lnTo>
                    <a:pt x="362833" y="1381357"/>
                  </a:lnTo>
                  <a:lnTo>
                    <a:pt x="357794" y="1381357"/>
                  </a:lnTo>
                  <a:lnTo>
                    <a:pt x="352754" y="1381357"/>
                  </a:lnTo>
                  <a:lnTo>
                    <a:pt x="347715" y="1381357"/>
                  </a:lnTo>
                  <a:lnTo>
                    <a:pt x="342676" y="1381357"/>
                  </a:lnTo>
                  <a:lnTo>
                    <a:pt x="337636" y="1381357"/>
                  </a:lnTo>
                  <a:lnTo>
                    <a:pt x="332597" y="1381357"/>
                  </a:lnTo>
                  <a:lnTo>
                    <a:pt x="327558" y="1381357"/>
                  </a:lnTo>
                  <a:lnTo>
                    <a:pt x="322518" y="1381357"/>
                  </a:lnTo>
                  <a:lnTo>
                    <a:pt x="317479" y="1381357"/>
                  </a:lnTo>
                  <a:lnTo>
                    <a:pt x="312440" y="1381357"/>
                  </a:lnTo>
                  <a:lnTo>
                    <a:pt x="307400" y="1381357"/>
                  </a:lnTo>
                  <a:lnTo>
                    <a:pt x="302361" y="1381357"/>
                  </a:lnTo>
                  <a:lnTo>
                    <a:pt x="297321" y="1381357"/>
                  </a:lnTo>
                  <a:lnTo>
                    <a:pt x="292282" y="1381357"/>
                  </a:lnTo>
                  <a:lnTo>
                    <a:pt x="287243" y="1381357"/>
                  </a:lnTo>
                  <a:lnTo>
                    <a:pt x="282203" y="1381357"/>
                  </a:lnTo>
                  <a:lnTo>
                    <a:pt x="277164" y="1381357"/>
                  </a:lnTo>
                  <a:lnTo>
                    <a:pt x="272125" y="1381357"/>
                  </a:lnTo>
                  <a:lnTo>
                    <a:pt x="267085" y="1381357"/>
                  </a:lnTo>
                  <a:lnTo>
                    <a:pt x="262046" y="1381357"/>
                  </a:lnTo>
                  <a:lnTo>
                    <a:pt x="257007" y="1381357"/>
                  </a:lnTo>
                  <a:lnTo>
                    <a:pt x="251967" y="1381357"/>
                  </a:lnTo>
                  <a:lnTo>
                    <a:pt x="246928" y="1381357"/>
                  </a:lnTo>
                  <a:lnTo>
                    <a:pt x="241889" y="1381357"/>
                  </a:lnTo>
                  <a:lnTo>
                    <a:pt x="236849" y="1381357"/>
                  </a:lnTo>
                  <a:lnTo>
                    <a:pt x="231810" y="1381357"/>
                  </a:lnTo>
                  <a:lnTo>
                    <a:pt x="226771" y="1381357"/>
                  </a:lnTo>
                  <a:lnTo>
                    <a:pt x="221731" y="1381357"/>
                  </a:lnTo>
                  <a:lnTo>
                    <a:pt x="216692" y="1381357"/>
                  </a:lnTo>
                  <a:lnTo>
                    <a:pt x="211652" y="1381357"/>
                  </a:lnTo>
                  <a:lnTo>
                    <a:pt x="206613" y="1381357"/>
                  </a:lnTo>
                  <a:lnTo>
                    <a:pt x="201574" y="1381357"/>
                  </a:lnTo>
                  <a:lnTo>
                    <a:pt x="196534" y="1381357"/>
                  </a:lnTo>
                  <a:lnTo>
                    <a:pt x="191495" y="1381357"/>
                  </a:lnTo>
                  <a:lnTo>
                    <a:pt x="186456" y="1381357"/>
                  </a:lnTo>
                  <a:lnTo>
                    <a:pt x="181416" y="1381357"/>
                  </a:lnTo>
                  <a:lnTo>
                    <a:pt x="176377" y="1381357"/>
                  </a:lnTo>
                  <a:lnTo>
                    <a:pt x="171338" y="1381357"/>
                  </a:lnTo>
                  <a:lnTo>
                    <a:pt x="166298" y="1381357"/>
                  </a:lnTo>
                  <a:lnTo>
                    <a:pt x="161259" y="1381357"/>
                  </a:lnTo>
                  <a:lnTo>
                    <a:pt x="156220" y="1381357"/>
                  </a:lnTo>
                  <a:lnTo>
                    <a:pt x="151180" y="1381357"/>
                  </a:lnTo>
                  <a:lnTo>
                    <a:pt x="146141" y="1381357"/>
                  </a:lnTo>
                  <a:lnTo>
                    <a:pt x="141101" y="1381357"/>
                  </a:lnTo>
                  <a:lnTo>
                    <a:pt x="136062" y="1381357"/>
                  </a:lnTo>
                  <a:lnTo>
                    <a:pt x="131023" y="1381357"/>
                  </a:lnTo>
                  <a:lnTo>
                    <a:pt x="125983" y="1381357"/>
                  </a:lnTo>
                  <a:lnTo>
                    <a:pt x="120944" y="1381357"/>
                  </a:lnTo>
                  <a:lnTo>
                    <a:pt x="115905" y="1381357"/>
                  </a:lnTo>
                  <a:lnTo>
                    <a:pt x="110865" y="1381357"/>
                  </a:lnTo>
                  <a:lnTo>
                    <a:pt x="105826" y="1381357"/>
                  </a:lnTo>
                  <a:lnTo>
                    <a:pt x="100787" y="1381357"/>
                  </a:lnTo>
                  <a:lnTo>
                    <a:pt x="95747" y="1381357"/>
                  </a:lnTo>
                  <a:lnTo>
                    <a:pt x="90708" y="1381357"/>
                  </a:lnTo>
                  <a:lnTo>
                    <a:pt x="85669" y="1381357"/>
                  </a:lnTo>
                  <a:lnTo>
                    <a:pt x="80629" y="1381357"/>
                  </a:lnTo>
                  <a:lnTo>
                    <a:pt x="75590" y="1381357"/>
                  </a:lnTo>
                  <a:lnTo>
                    <a:pt x="70550" y="1381357"/>
                  </a:lnTo>
                  <a:lnTo>
                    <a:pt x="65511" y="1381357"/>
                  </a:lnTo>
                  <a:lnTo>
                    <a:pt x="60472" y="1381357"/>
                  </a:lnTo>
                  <a:lnTo>
                    <a:pt x="55432" y="1381357"/>
                  </a:lnTo>
                  <a:lnTo>
                    <a:pt x="50393" y="1381357"/>
                  </a:lnTo>
                  <a:lnTo>
                    <a:pt x="45354" y="1381357"/>
                  </a:lnTo>
                  <a:lnTo>
                    <a:pt x="40314" y="1381357"/>
                  </a:lnTo>
                  <a:lnTo>
                    <a:pt x="35275" y="1381357"/>
                  </a:lnTo>
                  <a:lnTo>
                    <a:pt x="30236" y="1381357"/>
                  </a:lnTo>
                  <a:lnTo>
                    <a:pt x="25196" y="1381357"/>
                  </a:lnTo>
                  <a:lnTo>
                    <a:pt x="20157" y="1381357"/>
                  </a:lnTo>
                  <a:lnTo>
                    <a:pt x="15118" y="1381357"/>
                  </a:lnTo>
                  <a:lnTo>
                    <a:pt x="10078" y="1381357"/>
                  </a:lnTo>
                  <a:lnTo>
                    <a:pt x="5039" y="138135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575626" y="3625320"/>
              <a:ext cx="2575110" cy="1381357"/>
            </a:xfrm>
            <a:custGeom>
              <a:avLst/>
              <a:pathLst>
                <a:path w="2575110" h="1381357">
                  <a:moveTo>
                    <a:pt x="0" y="1381357"/>
                  </a:moveTo>
                  <a:lnTo>
                    <a:pt x="5039" y="1381357"/>
                  </a:lnTo>
                  <a:lnTo>
                    <a:pt x="10078" y="1381357"/>
                  </a:lnTo>
                  <a:lnTo>
                    <a:pt x="15118" y="1381357"/>
                  </a:lnTo>
                  <a:lnTo>
                    <a:pt x="20157" y="1381357"/>
                  </a:lnTo>
                  <a:lnTo>
                    <a:pt x="25196" y="1381357"/>
                  </a:lnTo>
                  <a:lnTo>
                    <a:pt x="30236" y="1381357"/>
                  </a:lnTo>
                  <a:lnTo>
                    <a:pt x="35275" y="1381357"/>
                  </a:lnTo>
                  <a:lnTo>
                    <a:pt x="40314" y="1381356"/>
                  </a:lnTo>
                  <a:lnTo>
                    <a:pt x="45354" y="1381356"/>
                  </a:lnTo>
                  <a:lnTo>
                    <a:pt x="50393" y="1381356"/>
                  </a:lnTo>
                  <a:lnTo>
                    <a:pt x="55432" y="1381355"/>
                  </a:lnTo>
                  <a:lnTo>
                    <a:pt x="60472" y="1381355"/>
                  </a:lnTo>
                  <a:lnTo>
                    <a:pt x="65511" y="1381353"/>
                  </a:lnTo>
                  <a:lnTo>
                    <a:pt x="70550" y="1381352"/>
                  </a:lnTo>
                  <a:lnTo>
                    <a:pt x="75590" y="1381349"/>
                  </a:lnTo>
                  <a:lnTo>
                    <a:pt x="80629" y="1381345"/>
                  </a:lnTo>
                  <a:lnTo>
                    <a:pt x="85669" y="1381339"/>
                  </a:lnTo>
                  <a:lnTo>
                    <a:pt x="90708" y="1381332"/>
                  </a:lnTo>
                  <a:lnTo>
                    <a:pt x="95747" y="1381321"/>
                  </a:lnTo>
                  <a:lnTo>
                    <a:pt x="100787" y="1381307"/>
                  </a:lnTo>
                  <a:lnTo>
                    <a:pt x="105826" y="1381287"/>
                  </a:lnTo>
                  <a:lnTo>
                    <a:pt x="110865" y="1381260"/>
                  </a:lnTo>
                  <a:lnTo>
                    <a:pt x="115905" y="1381224"/>
                  </a:lnTo>
                  <a:lnTo>
                    <a:pt x="120944" y="1381178"/>
                  </a:lnTo>
                  <a:lnTo>
                    <a:pt x="125983" y="1381118"/>
                  </a:lnTo>
                  <a:lnTo>
                    <a:pt x="131023" y="1381043"/>
                  </a:lnTo>
                  <a:lnTo>
                    <a:pt x="136062" y="1380950"/>
                  </a:lnTo>
                  <a:lnTo>
                    <a:pt x="141101" y="1380835"/>
                  </a:lnTo>
                  <a:lnTo>
                    <a:pt x="146141" y="1380694"/>
                  </a:lnTo>
                  <a:lnTo>
                    <a:pt x="151180" y="1380522"/>
                  </a:lnTo>
                  <a:lnTo>
                    <a:pt x="156220" y="1380317"/>
                  </a:lnTo>
                  <a:lnTo>
                    <a:pt x="161259" y="1380079"/>
                  </a:lnTo>
                  <a:lnTo>
                    <a:pt x="166298" y="1379805"/>
                  </a:lnTo>
                  <a:lnTo>
                    <a:pt x="171338" y="1379494"/>
                  </a:lnTo>
                  <a:lnTo>
                    <a:pt x="176377" y="1379146"/>
                  </a:lnTo>
                  <a:lnTo>
                    <a:pt x="181416" y="1378761"/>
                  </a:lnTo>
                  <a:lnTo>
                    <a:pt x="186456" y="1378340"/>
                  </a:lnTo>
                  <a:lnTo>
                    <a:pt x="191495" y="1377884"/>
                  </a:lnTo>
                  <a:lnTo>
                    <a:pt x="196534" y="1377402"/>
                  </a:lnTo>
                  <a:lnTo>
                    <a:pt x="201574" y="1376898"/>
                  </a:lnTo>
                  <a:lnTo>
                    <a:pt x="206613" y="1376380"/>
                  </a:lnTo>
                  <a:lnTo>
                    <a:pt x="211652" y="1375854"/>
                  </a:lnTo>
                  <a:lnTo>
                    <a:pt x="216692" y="1375325"/>
                  </a:lnTo>
                  <a:lnTo>
                    <a:pt x="221731" y="1374800"/>
                  </a:lnTo>
                  <a:lnTo>
                    <a:pt x="226771" y="1374284"/>
                  </a:lnTo>
                  <a:lnTo>
                    <a:pt x="231810" y="1373785"/>
                  </a:lnTo>
                  <a:lnTo>
                    <a:pt x="236849" y="1373303"/>
                  </a:lnTo>
                  <a:lnTo>
                    <a:pt x="241889" y="1372839"/>
                  </a:lnTo>
                  <a:lnTo>
                    <a:pt x="246928" y="1372392"/>
                  </a:lnTo>
                  <a:lnTo>
                    <a:pt x="251967" y="1371961"/>
                  </a:lnTo>
                  <a:lnTo>
                    <a:pt x="257007" y="1371540"/>
                  </a:lnTo>
                  <a:lnTo>
                    <a:pt x="262046" y="1371124"/>
                  </a:lnTo>
                  <a:lnTo>
                    <a:pt x="267085" y="1370709"/>
                  </a:lnTo>
                  <a:lnTo>
                    <a:pt x="272125" y="1370285"/>
                  </a:lnTo>
                  <a:lnTo>
                    <a:pt x="277164" y="1369846"/>
                  </a:lnTo>
                  <a:lnTo>
                    <a:pt x="282203" y="1369385"/>
                  </a:lnTo>
                  <a:lnTo>
                    <a:pt x="287243" y="1368899"/>
                  </a:lnTo>
                  <a:lnTo>
                    <a:pt x="292282" y="1368385"/>
                  </a:lnTo>
                  <a:lnTo>
                    <a:pt x="297321" y="1367840"/>
                  </a:lnTo>
                  <a:lnTo>
                    <a:pt x="302361" y="1367263"/>
                  </a:lnTo>
                  <a:lnTo>
                    <a:pt x="307400" y="1366657"/>
                  </a:lnTo>
                  <a:lnTo>
                    <a:pt x="312440" y="1366020"/>
                  </a:lnTo>
                  <a:lnTo>
                    <a:pt x="317479" y="1365360"/>
                  </a:lnTo>
                  <a:lnTo>
                    <a:pt x="322518" y="1364681"/>
                  </a:lnTo>
                  <a:lnTo>
                    <a:pt x="327558" y="1363989"/>
                  </a:lnTo>
                  <a:lnTo>
                    <a:pt x="332597" y="1363287"/>
                  </a:lnTo>
                  <a:lnTo>
                    <a:pt x="337636" y="1362579"/>
                  </a:lnTo>
                  <a:lnTo>
                    <a:pt x="342676" y="1361868"/>
                  </a:lnTo>
                  <a:lnTo>
                    <a:pt x="347715" y="1361155"/>
                  </a:lnTo>
                  <a:lnTo>
                    <a:pt x="352754" y="1360441"/>
                  </a:lnTo>
                  <a:lnTo>
                    <a:pt x="357794" y="1359724"/>
                  </a:lnTo>
                  <a:lnTo>
                    <a:pt x="362833" y="1359004"/>
                  </a:lnTo>
                  <a:lnTo>
                    <a:pt x="367872" y="1358276"/>
                  </a:lnTo>
                  <a:lnTo>
                    <a:pt x="372912" y="1357540"/>
                  </a:lnTo>
                  <a:lnTo>
                    <a:pt x="377951" y="1356793"/>
                  </a:lnTo>
                  <a:lnTo>
                    <a:pt x="382991" y="1356035"/>
                  </a:lnTo>
                  <a:lnTo>
                    <a:pt x="388030" y="1355266"/>
                  </a:lnTo>
                  <a:lnTo>
                    <a:pt x="393069" y="1354490"/>
                  </a:lnTo>
                  <a:lnTo>
                    <a:pt x="398109" y="1353713"/>
                  </a:lnTo>
                  <a:lnTo>
                    <a:pt x="403148" y="1352946"/>
                  </a:lnTo>
                  <a:lnTo>
                    <a:pt x="408187" y="1352200"/>
                  </a:lnTo>
                  <a:lnTo>
                    <a:pt x="413227" y="1351490"/>
                  </a:lnTo>
                  <a:lnTo>
                    <a:pt x="418266" y="1350829"/>
                  </a:lnTo>
                  <a:lnTo>
                    <a:pt x="423305" y="1350235"/>
                  </a:lnTo>
                  <a:lnTo>
                    <a:pt x="428345" y="1349725"/>
                  </a:lnTo>
                  <a:lnTo>
                    <a:pt x="433384" y="1349324"/>
                  </a:lnTo>
                  <a:lnTo>
                    <a:pt x="438423" y="1349053"/>
                  </a:lnTo>
                  <a:lnTo>
                    <a:pt x="443463" y="1348914"/>
                  </a:lnTo>
                  <a:lnTo>
                    <a:pt x="448502" y="1348916"/>
                  </a:lnTo>
                  <a:lnTo>
                    <a:pt x="453542" y="1349064"/>
                  </a:lnTo>
                  <a:lnTo>
                    <a:pt x="458581" y="1349359"/>
                  </a:lnTo>
                  <a:lnTo>
                    <a:pt x="463620" y="1349801"/>
                  </a:lnTo>
                  <a:lnTo>
                    <a:pt x="468660" y="1350382"/>
                  </a:lnTo>
                  <a:lnTo>
                    <a:pt x="473699" y="1351103"/>
                  </a:lnTo>
                  <a:lnTo>
                    <a:pt x="478738" y="1351952"/>
                  </a:lnTo>
                  <a:lnTo>
                    <a:pt x="483778" y="1352901"/>
                  </a:lnTo>
                  <a:lnTo>
                    <a:pt x="488817" y="1353937"/>
                  </a:lnTo>
                  <a:lnTo>
                    <a:pt x="493856" y="1355044"/>
                  </a:lnTo>
                  <a:lnTo>
                    <a:pt x="498896" y="1356206"/>
                  </a:lnTo>
                  <a:lnTo>
                    <a:pt x="503935" y="1357408"/>
                  </a:lnTo>
                  <a:lnTo>
                    <a:pt x="508974" y="1358637"/>
                  </a:lnTo>
                  <a:lnTo>
                    <a:pt x="514014" y="1359878"/>
                  </a:lnTo>
                  <a:lnTo>
                    <a:pt x="519053" y="1361115"/>
                  </a:lnTo>
                  <a:lnTo>
                    <a:pt x="524093" y="1362333"/>
                  </a:lnTo>
                  <a:lnTo>
                    <a:pt x="529132" y="1363521"/>
                  </a:lnTo>
                  <a:lnTo>
                    <a:pt x="534171" y="1364664"/>
                  </a:lnTo>
                  <a:lnTo>
                    <a:pt x="539211" y="1365749"/>
                  </a:lnTo>
                  <a:lnTo>
                    <a:pt x="544250" y="1366760"/>
                  </a:lnTo>
                  <a:lnTo>
                    <a:pt x="549289" y="1367681"/>
                  </a:lnTo>
                  <a:lnTo>
                    <a:pt x="554329" y="1368490"/>
                  </a:lnTo>
                  <a:lnTo>
                    <a:pt x="559368" y="1369153"/>
                  </a:lnTo>
                  <a:lnTo>
                    <a:pt x="564407" y="1369662"/>
                  </a:lnTo>
                  <a:lnTo>
                    <a:pt x="569447" y="1369999"/>
                  </a:lnTo>
                  <a:lnTo>
                    <a:pt x="574486" y="1370145"/>
                  </a:lnTo>
                  <a:lnTo>
                    <a:pt x="579525" y="1370081"/>
                  </a:lnTo>
                  <a:lnTo>
                    <a:pt x="584565" y="1369790"/>
                  </a:lnTo>
                  <a:lnTo>
                    <a:pt x="589604" y="1369258"/>
                  </a:lnTo>
                  <a:lnTo>
                    <a:pt x="594643" y="1368466"/>
                  </a:lnTo>
                  <a:lnTo>
                    <a:pt x="599683" y="1367374"/>
                  </a:lnTo>
                  <a:lnTo>
                    <a:pt x="604722" y="1366015"/>
                  </a:lnTo>
                  <a:lnTo>
                    <a:pt x="609762" y="1364390"/>
                  </a:lnTo>
                  <a:lnTo>
                    <a:pt x="614801" y="1362504"/>
                  </a:lnTo>
                  <a:lnTo>
                    <a:pt x="619840" y="1360369"/>
                  </a:lnTo>
                  <a:lnTo>
                    <a:pt x="624880" y="1357998"/>
                  </a:lnTo>
                  <a:lnTo>
                    <a:pt x="629919" y="1355411"/>
                  </a:lnTo>
                  <a:lnTo>
                    <a:pt x="634958" y="1352629"/>
                  </a:lnTo>
                  <a:lnTo>
                    <a:pt x="639998" y="1349664"/>
                  </a:lnTo>
                  <a:lnTo>
                    <a:pt x="645037" y="1346578"/>
                  </a:lnTo>
                  <a:lnTo>
                    <a:pt x="650076" y="1343409"/>
                  </a:lnTo>
                  <a:lnTo>
                    <a:pt x="655116" y="1340198"/>
                  </a:lnTo>
                  <a:lnTo>
                    <a:pt x="660155" y="1336985"/>
                  </a:lnTo>
                  <a:lnTo>
                    <a:pt x="665194" y="1333817"/>
                  </a:lnTo>
                  <a:lnTo>
                    <a:pt x="670234" y="1330737"/>
                  </a:lnTo>
                  <a:lnTo>
                    <a:pt x="675273" y="1327791"/>
                  </a:lnTo>
                  <a:lnTo>
                    <a:pt x="680313" y="1325061"/>
                  </a:lnTo>
                  <a:lnTo>
                    <a:pt x="685352" y="1322569"/>
                  </a:lnTo>
                  <a:lnTo>
                    <a:pt x="690391" y="1320353"/>
                  </a:lnTo>
                  <a:lnTo>
                    <a:pt x="695431" y="1318444"/>
                  </a:lnTo>
                  <a:lnTo>
                    <a:pt x="700470" y="1316869"/>
                  </a:lnTo>
                  <a:lnTo>
                    <a:pt x="705509" y="1315648"/>
                  </a:lnTo>
                  <a:lnTo>
                    <a:pt x="710549" y="1314794"/>
                  </a:lnTo>
                  <a:lnTo>
                    <a:pt x="715588" y="1314311"/>
                  </a:lnTo>
                  <a:lnTo>
                    <a:pt x="720627" y="1314246"/>
                  </a:lnTo>
                  <a:lnTo>
                    <a:pt x="725667" y="1314538"/>
                  </a:lnTo>
                  <a:lnTo>
                    <a:pt x="730706" y="1315155"/>
                  </a:lnTo>
                  <a:lnTo>
                    <a:pt x="735745" y="1316068"/>
                  </a:lnTo>
                  <a:lnTo>
                    <a:pt x="740785" y="1317242"/>
                  </a:lnTo>
                  <a:lnTo>
                    <a:pt x="745824" y="1318640"/>
                  </a:lnTo>
                  <a:lnTo>
                    <a:pt x="750864" y="1320222"/>
                  </a:lnTo>
                  <a:lnTo>
                    <a:pt x="755903" y="1321949"/>
                  </a:lnTo>
                  <a:lnTo>
                    <a:pt x="760942" y="1323787"/>
                  </a:lnTo>
                  <a:lnTo>
                    <a:pt x="765982" y="1325684"/>
                  </a:lnTo>
                  <a:lnTo>
                    <a:pt x="771021" y="1327605"/>
                  </a:lnTo>
                  <a:lnTo>
                    <a:pt x="776060" y="1329521"/>
                  </a:lnTo>
                  <a:lnTo>
                    <a:pt x="781100" y="1331412"/>
                  </a:lnTo>
                  <a:lnTo>
                    <a:pt x="786139" y="1333258"/>
                  </a:lnTo>
                  <a:lnTo>
                    <a:pt x="791178" y="1335046"/>
                  </a:lnTo>
                  <a:lnTo>
                    <a:pt x="796218" y="1336766"/>
                  </a:lnTo>
                  <a:lnTo>
                    <a:pt x="801257" y="1338403"/>
                  </a:lnTo>
                  <a:lnTo>
                    <a:pt x="806296" y="1339956"/>
                  </a:lnTo>
                  <a:lnTo>
                    <a:pt x="811336" y="1341427"/>
                  </a:lnTo>
                  <a:lnTo>
                    <a:pt x="816375" y="1342816"/>
                  </a:lnTo>
                  <a:lnTo>
                    <a:pt x="821415" y="1344120"/>
                  </a:lnTo>
                  <a:lnTo>
                    <a:pt x="826454" y="1345337"/>
                  </a:lnTo>
                  <a:lnTo>
                    <a:pt x="831493" y="1346463"/>
                  </a:lnTo>
                  <a:lnTo>
                    <a:pt x="836533" y="1347495"/>
                  </a:lnTo>
                  <a:lnTo>
                    <a:pt x="841572" y="1348418"/>
                  </a:lnTo>
                  <a:lnTo>
                    <a:pt x="846611" y="1349226"/>
                  </a:lnTo>
                  <a:lnTo>
                    <a:pt x="851651" y="1349923"/>
                  </a:lnTo>
                  <a:lnTo>
                    <a:pt x="856690" y="1350503"/>
                  </a:lnTo>
                  <a:lnTo>
                    <a:pt x="861729" y="1350965"/>
                  </a:lnTo>
                  <a:lnTo>
                    <a:pt x="866769" y="1351309"/>
                  </a:lnTo>
                  <a:lnTo>
                    <a:pt x="871808" y="1351538"/>
                  </a:lnTo>
                  <a:lnTo>
                    <a:pt x="876847" y="1351658"/>
                  </a:lnTo>
                  <a:lnTo>
                    <a:pt x="881887" y="1351675"/>
                  </a:lnTo>
                  <a:lnTo>
                    <a:pt x="886926" y="1351606"/>
                  </a:lnTo>
                  <a:lnTo>
                    <a:pt x="891965" y="1351479"/>
                  </a:lnTo>
                  <a:lnTo>
                    <a:pt x="897005" y="1351318"/>
                  </a:lnTo>
                  <a:lnTo>
                    <a:pt x="902044" y="1351144"/>
                  </a:lnTo>
                  <a:lnTo>
                    <a:pt x="907084" y="1350984"/>
                  </a:lnTo>
                  <a:lnTo>
                    <a:pt x="912123" y="1350859"/>
                  </a:lnTo>
                  <a:lnTo>
                    <a:pt x="917162" y="1350791"/>
                  </a:lnTo>
                  <a:lnTo>
                    <a:pt x="922202" y="1350805"/>
                  </a:lnTo>
                  <a:lnTo>
                    <a:pt x="927241" y="1350919"/>
                  </a:lnTo>
                  <a:lnTo>
                    <a:pt x="932280" y="1351130"/>
                  </a:lnTo>
                  <a:lnTo>
                    <a:pt x="937320" y="1351436"/>
                  </a:lnTo>
                  <a:lnTo>
                    <a:pt x="942359" y="1351829"/>
                  </a:lnTo>
                  <a:lnTo>
                    <a:pt x="947398" y="1352293"/>
                  </a:lnTo>
                  <a:lnTo>
                    <a:pt x="952438" y="1352807"/>
                  </a:lnTo>
                  <a:lnTo>
                    <a:pt x="957477" y="1353345"/>
                  </a:lnTo>
                  <a:lnTo>
                    <a:pt x="962516" y="1353875"/>
                  </a:lnTo>
                  <a:lnTo>
                    <a:pt x="967556" y="1354347"/>
                  </a:lnTo>
                  <a:lnTo>
                    <a:pt x="972595" y="1354727"/>
                  </a:lnTo>
                  <a:lnTo>
                    <a:pt x="977635" y="1354974"/>
                  </a:lnTo>
                  <a:lnTo>
                    <a:pt x="982674" y="1355052"/>
                  </a:lnTo>
                  <a:lnTo>
                    <a:pt x="987713" y="1354924"/>
                  </a:lnTo>
                  <a:lnTo>
                    <a:pt x="992753" y="1354553"/>
                  </a:lnTo>
                  <a:lnTo>
                    <a:pt x="997792" y="1353906"/>
                  </a:lnTo>
                  <a:lnTo>
                    <a:pt x="1002831" y="1352940"/>
                  </a:lnTo>
                  <a:lnTo>
                    <a:pt x="1007871" y="1351580"/>
                  </a:lnTo>
                  <a:lnTo>
                    <a:pt x="1012910" y="1349838"/>
                  </a:lnTo>
                  <a:lnTo>
                    <a:pt x="1017949" y="1347685"/>
                  </a:lnTo>
                  <a:lnTo>
                    <a:pt x="1022989" y="1345091"/>
                  </a:lnTo>
                  <a:lnTo>
                    <a:pt x="1028028" y="1342029"/>
                  </a:lnTo>
                  <a:lnTo>
                    <a:pt x="1033067" y="1338466"/>
                  </a:lnTo>
                  <a:lnTo>
                    <a:pt x="1038107" y="1334372"/>
                  </a:lnTo>
                  <a:lnTo>
                    <a:pt x="1043146" y="1329709"/>
                  </a:lnTo>
                  <a:lnTo>
                    <a:pt x="1048186" y="1324353"/>
                  </a:lnTo>
                  <a:lnTo>
                    <a:pt x="1053225" y="1318357"/>
                  </a:lnTo>
                  <a:lnTo>
                    <a:pt x="1058264" y="1311688"/>
                  </a:lnTo>
                  <a:lnTo>
                    <a:pt x="1063304" y="1304315"/>
                  </a:lnTo>
                  <a:lnTo>
                    <a:pt x="1068343" y="1296205"/>
                  </a:lnTo>
                  <a:lnTo>
                    <a:pt x="1073382" y="1287327"/>
                  </a:lnTo>
                  <a:lnTo>
                    <a:pt x="1078422" y="1277650"/>
                  </a:lnTo>
                  <a:lnTo>
                    <a:pt x="1083461" y="1267143"/>
                  </a:lnTo>
                  <a:lnTo>
                    <a:pt x="1088500" y="1255628"/>
                  </a:lnTo>
                  <a:lnTo>
                    <a:pt x="1093540" y="1243202"/>
                  </a:lnTo>
                  <a:lnTo>
                    <a:pt x="1098579" y="1229831"/>
                  </a:lnTo>
                  <a:lnTo>
                    <a:pt x="1103618" y="1215477"/>
                  </a:lnTo>
                  <a:lnTo>
                    <a:pt x="1108658" y="1200096"/>
                  </a:lnTo>
                  <a:lnTo>
                    <a:pt x="1113697" y="1183644"/>
                  </a:lnTo>
                  <a:lnTo>
                    <a:pt x="1118736" y="1166071"/>
                  </a:lnTo>
                  <a:lnTo>
                    <a:pt x="1123776" y="1147327"/>
                  </a:lnTo>
                  <a:lnTo>
                    <a:pt x="1128815" y="1127170"/>
                  </a:lnTo>
                  <a:lnTo>
                    <a:pt x="1133855" y="1105692"/>
                  </a:lnTo>
                  <a:lnTo>
                    <a:pt x="1138894" y="1082871"/>
                  </a:lnTo>
                  <a:lnTo>
                    <a:pt x="1143933" y="1058667"/>
                  </a:lnTo>
                  <a:lnTo>
                    <a:pt x="1148973" y="1033048"/>
                  </a:lnTo>
                  <a:lnTo>
                    <a:pt x="1154012" y="1005997"/>
                  </a:lnTo>
                  <a:lnTo>
                    <a:pt x="1159051" y="977509"/>
                  </a:lnTo>
                  <a:lnTo>
                    <a:pt x="1164091" y="947596"/>
                  </a:lnTo>
                  <a:lnTo>
                    <a:pt x="1169130" y="916119"/>
                  </a:lnTo>
                  <a:lnTo>
                    <a:pt x="1174169" y="883279"/>
                  </a:lnTo>
                  <a:lnTo>
                    <a:pt x="1179209" y="849206"/>
                  </a:lnTo>
                  <a:lnTo>
                    <a:pt x="1184248" y="813999"/>
                  </a:lnTo>
                  <a:lnTo>
                    <a:pt x="1189287" y="777772"/>
                  </a:lnTo>
                  <a:lnTo>
                    <a:pt x="1194327" y="740654"/>
                  </a:lnTo>
                  <a:lnTo>
                    <a:pt x="1199366" y="702781"/>
                  </a:lnTo>
                  <a:lnTo>
                    <a:pt x="1204406" y="664302"/>
                  </a:lnTo>
                  <a:lnTo>
                    <a:pt x="1209445" y="625340"/>
                  </a:lnTo>
                  <a:lnTo>
                    <a:pt x="1214484" y="586119"/>
                  </a:lnTo>
                  <a:lnTo>
                    <a:pt x="1219524" y="546819"/>
                  </a:lnTo>
                  <a:lnTo>
                    <a:pt x="1224563" y="507595"/>
                  </a:lnTo>
                  <a:lnTo>
                    <a:pt x="1229602" y="468603"/>
                  </a:lnTo>
                  <a:lnTo>
                    <a:pt x="1234642" y="429998"/>
                  </a:lnTo>
                  <a:lnTo>
                    <a:pt x="1239681" y="391937"/>
                  </a:lnTo>
                  <a:lnTo>
                    <a:pt x="1244720" y="354575"/>
                  </a:lnTo>
                  <a:lnTo>
                    <a:pt x="1249760" y="318175"/>
                  </a:lnTo>
                  <a:lnTo>
                    <a:pt x="1254799" y="282916"/>
                  </a:lnTo>
                  <a:lnTo>
                    <a:pt x="1259838" y="248908"/>
                  </a:lnTo>
                  <a:lnTo>
                    <a:pt x="1264878" y="216319"/>
                  </a:lnTo>
                  <a:lnTo>
                    <a:pt x="1269917" y="185320"/>
                  </a:lnTo>
                  <a:lnTo>
                    <a:pt x="1274957" y="156085"/>
                  </a:lnTo>
                  <a:lnTo>
                    <a:pt x="1279996" y="128786"/>
                  </a:lnTo>
                  <a:lnTo>
                    <a:pt x="1285035" y="103592"/>
                  </a:lnTo>
                  <a:lnTo>
                    <a:pt x="1290075" y="80872"/>
                  </a:lnTo>
                  <a:lnTo>
                    <a:pt x="1295114" y="60829"/>
                  </a:lnTo>
                  <a:lnTo>
                    <a:pt x="1300153" y="43419"/>
                  </a:lnTo>
                  <a:lnTo>
                    <a:pt x="1305193" y="28775"/>
                  </a:lnTo>
                  <a:lnTo>
                    <a:pt x="1310232" y="17014"/>
                  </a:lnTo>
                  <a:lnTo>
                    <a:pt x="1315271" y="8241"/>
                  </a:lnTo>
                  <a:lnTo>
                    <a:pt x="1320311" y="2545"/>
                  </a:lnTo>
                  <a:lnTo>
                    <a:pt x="1325350" y="0"/>
                  </a:lnTo>
                  <a:lnTo>
                    <a:pt x="1330389" y="876"/>
                  </a:lnTo>
                  <a:lnTo>
                    <a:pt x="1335429" y="5319"/>
                  </a:lnTo>
                  <a:lnTo>
                    <a:pt x="1340468" y="13023"/>
                  </a:lnTo>
                  <a:lnTo>
                    <a:pt x="1345508" y="23980"/>
                  </a:lnTo>
                  <a:lnTo>
                    <a:pt x="1350547" y="38165"/>
                  </a:lnTo>
                  <a:lnTo>
                    <a:pt x="1355586" y="55534"/>
                  </a:lnTo>
                  <a:lnTo>
                    <a:pt x="1360626" y="76027"/>
                  </a:lnTo>
                  <a:lnTo>
                    <a:pt x="1365665" y="99569"/>
                  </a:lnTo>
                  <a:lnTo>
                    <a:pt x="1370704" y="126207"/>
                  </a:lnTo>
                  <a:lnTo>
                    <a:pt x="1375744" y="155977"/>
                  </a:lnTo>
                  <a:lnTo>
                    <a:pt x="1380783" y="188406"/>
                  </a:lnTo>
                  <a:lnTo>
                    <a:pt x="1385822" y="223342"/>
                  </a:lnTo>
                  <a:lnTo>
                    <a:pt x="1390862" y="260616"/>
                  </a:lnTo>
                  <a:lnTo>
                    <a:pt x="1395901" y="300042"/>
                  </a:lnTo>
                  <a:lnTo>
                    <a:pt x="1400940" y="341421"/>
                  </a:lnTo>
                  <a:lnTo>
                    <a:pt x="1405980" y="384532"/>
                  </a:lnTo>
                  <a:lnTo>
                    <a:pt x="1411019" y="429185"/>
                  </a:lnTo>
                  <a:lnTo>
                    <a:pt x="1416058" y="475178"/>
                  </a:lnTo>
                  <a:lnTo>
                    <a:pt x="1421098" y="522048"/>
                  </a:lnTo>
                  <a:lnTo>
                    <a:pt x="1426137" y="569513"/>
                  </a:lnTo>
                  <a:lnTo>
                    <a:pt x="1431177" y="617285"/>
                  </a:lnTo>
                  <a:lnTo>
                    <a:pt x="1436216" y="665075"/>
                  </a:lnTo>
                  <a:lnTo>
                    <a:pt x="1441255" y="712590"/>
                  </a:lnTo>
                  <a:lnTo>
                    <a:pt x="1446295" y="759544"/>
                  </a:lnTo>
                  <a:lnTo>
                    <a:pt x="1451334" y="805638"/>
                  </a:lnTo>
                  <a:lnTo>
                    <a:pt x="1456373" y="850410"/>
                  </a:lnTo>
                  <a:lnTo>
                    <a:pt x="1461413" y="893748"/>
                  </a:lnTo>
                  <a:lnTo>
                    <a:pt x="1466452" y="935447"/>
                  </a:lnTo>
                  <a:lnTo>
                    <a:pt x="1471491" y="975324"/>
                  </a:lnTo>
                  <a:lnTo>
                    <a:pt x="1476531" y="1013227"/>
                  </a:lnTo>
                  <a:lnTo>
                    <a:pt x="1481570" y="1049034"/>
                  </a:lnTo>
                  <a:lnTo>
                    <a:pt x="1486609" y="1082652"/>
                  </a:lnTo>
                  <a:lnTo>
                    <a:pt x="1491649" y="1114012"/>
                  </a:lnTo>
                  <a:lnTo>
                    <a:pt x="1496688" y="1142724"/>
                  </a:lnTo>
                  <a:lnTo>
                    <a:pt x="1501728" y="1169164"/>
                  </a:lnTo>
                  <a:lnTo>
                    <a:pt x="1506767" y="1193373"/>
                  </a:lnTo>
                  <a:lnTo>
                    <a:pt x="1511806" y="1215409"/>
                  </a:lnTo>
                  <a:lnTo>
                    <a:pt x="1516846" y="1235351"/>
                  </a:lnTo>
                  <a:lnTo>
                    <a:pt x="1521885" y="1253294"/>
                  </a:lnTo>
                  <a:lnTo>
                    <a:pt x="1526924" y="1269345"/>
                  </a:lnTo>
                  <a:lnTo>
                    <a:pt x="1531964" y="1283622"/>
                  </a:lnTo>
                  <a:lnTo>
                    <a:pt x="1537003" y="1296028"/>
                  </a:lnTo>
                  <a:lnTo>
                    <a:pt x="1542042" y="1306947"/>
                  </a:lnTo>
                  <a:lnTo>
                    <a:pt x="1547082" y="1316530"/>
                  </a:lnTo>
                  <a:lnTo>
                    <a:pt x="1552121" y="1324907"/>
                  </a:lnTo>
                  <a:lnTo>
                    <a:pt x="1557160" y="1332204"/>
                  </a:lnTo>
                  <a:lnTo>
                    <a:pt x="1562200" y="1338541"/>
                  </a:lnTo>
                  <a:lnTo>
                    <a:pt x="1567239" y="1344031"/>
                  </a:lnTo>
                  <a:lnTo>
                    <a:pt x="1572279" y="1348782"/>
                  </a:lnTo>
                  <a:lnTo>
                    <a:pt x="1577318" y="1352820"/>
                  </a:lnTo>
                  <a:lnTo>
                    <a:pt x="1582357" y="1356319"/>
                  </a:lnTo>
                  <a:lnTo>
                    <a:pt x="1587397" y="1359369"/>
                  </a:lnTo>
                  <a:lnTo>
                    <a:pt x="1592436" y="1362037"/>
                  </a:lnTo>
                  <a:lnTo>
                    <a:pt x="1597475" y="1364379"/>
                  </a:lnTo>
                  <a:lnTo>
                    <a:pt x="1602515" y="1366443"/>
                  </a:lnTo>
                  <a:lnTo>
                    <a:pt x="1607554" y="1368270"/>
                  </a:lnTo>
                  <a:lnTo>
                    <a:pt x="1612593" y="1369895"/>
                  </a:lnTo>
                  <a:lnTo>
                    <a:pt x="1617633" y="1371328"/>
                  </a:lnTo>
                  <a:lnTo>
                    <a:pt x="1622672" y="1372607"/>
                  </a:lnTo>
                  <a:lnTo>
                    <a:pt x="1627711" y="1373757"/>
                  </a:lnTo>
                  <a:lnTo>
                    <a:pt x="1632751" y="1374790"/>
                  </a:lnTo>
                  <a:lnTo>
                    <a:pt x="1637790" y="1375715"/>
                  </a:lnTo>
                  <a:lnTo>
                    <a:pt x="1642830" y="1376543"/>
                  </a:lnTo>
                  <a:lnTo>
                    <a:pt x="1647869" y="1377279"/>
                  </a:lnTo>
                  <a:lnTo>
                    <a:pt x="1652908" y="1377931"/>
                  </a:lnTo>
                  <a:lnTo>
                    <a:pt x="1657948" y="1378496"/>
                  </a:lnTo>
                  <a:lnTo>
                    <a:pt x="1662987" y="1378986"/>
                  </a:lnTo>
                  <a:lnTo>
                    <a:pt x="1668026" y="1379409"/>
                  </a:lnTo>
                  <a:lnTo>
                    <a:pt x="1673066" y="1379773"/>
                  </a:lnTo>
                  <a:lnTo>
                    <a:pt x="1678105" y="1380081"/>
                  </a:lnTo>
                  <a:lnTo>
                    <a:pt x="1683144" y="1380341"/>
                  </a:lnTo>
                  <a:lnTo>
                    <a:pt x="1688184" y="1380557"/>
                  </a:lnTo>
                  <a:lnTo>
                    <a:pt x="1693223" y="1380734"/>
                  </a:lnTo>
                  <a:lnTo>
                    <a:pt x="1698262" y="1380875"/>
                  </a:lnTo>
                  <a:lnTo>
                    <a:pt x="1703302" y="1380987"/>
                  </a:lnTo>
                  <a:lnTo>
                    <a:pt x="1708341" y="1381076"/>
                  </a:lnTo>
                  <a:lnTo>
                    <a:pt x="1713380" y="1381147"/>
                  </a:lnTo>
                  <a:lnTo>
                    <a:pt x="1718420" y="1381201"/>
                  </a:lnTo>
                  <a:lnTo>
                    <a:pt x="1723459" y="1381243"/>
                  </a:lnTo>
                  <a:lnTo>
                    <a:pt x="1728499" y="1381275"/>
                  </a:lnTo>
                  <a:lnTo>
                    <a:pt x="1733538" y="1381299"/>
                  </a:lnTo>
                  <a:lnTo>
                    <a:pt x="1738577" y="1381316"/>
                  </a:lnTo>
                  <a:lnTo>
                    <a:pt x="1743617" y="1381328"/>
                  </a:lnTo>
                  <a:lnTo>
                    <a:pt x="1748656" y="1381337"/>
                  </a:lnTo>
                  <a:lnTo>
                    <a:pt x="1753695" y="1381343"/>
                  </a:lnTo>
                  <a:lnTo>
                    <a:pt x="1758735" y="1381348"/>
                  </a:lnTo>
                  <a:lnTo>
                    <a:pt x="1763774" y="1381351"/>
                  </a:lnTo>
                  <a:lnTo>
                    <a:pt x="1768813" y="1381353"/>
                  </a:lnTo>
                  <a:lnTo>
                    <a:pt x="1773853" y="1381354"/>
                  </a:lnTo>
                  <a:lnTo>
                    <a:pt x="1778892" y="1381355"/>
                  </a:lnTo>
                  <a:lnTo>
                    <a:pt x="1783931" y="1381356"/>
                  </a:lnTo>
                  <a:lnTo>
                    <a:pt x="1788971" y="1381356"/>
                  </a:lnTo>
                  <a:lnTo>
                    <a:pt x="1794010" y="1381356"/>
                  </a:lnTo>
                  <a:lnTo>
                    <a:pt x="1799050" y="1381357"/>
                  </a:lnTo>
                  <a:lnTo>
                    <a:pt x="1804089" y="1381357"/>
                  </a:lnTo>
                  <a:lnTo>
                    <a:pt x="1809128" y="1381357"/>
                  </a:lnTo>
                  <a:lnTo>
                    <a:pt x="1814168" y="1381357"/>
                  </a:lnTo>
                  <a:lnTo>
                    <a:pt x="1819207" y="1381357"/>
                  </a:lnTo>
                  <a:lnTo>
                    <a:pt x="1824246" y="1381357"/>
                  </a:lnTo>
                  <a:lnTo>
                    <a:pt x="1829286" y="1381357"/>
                  </a:lnTo>
                  <a:lnTo>
                    <a:pt x="1834325" y="1381357"/>
                  </a:lnTo>
                  <a:lnTo>
                    <a:pt x="1839364" y="1381357"/>
                  </a:lnTo>
                  <a:lnTo>
                    <a:pt x="1844404" y="1381357"/>
                  </a:lnTo>
                  <a:lnTo>
                    <a:pt x="1849443" y="1381357"/>
                  </a:lnTo>
                  <a:lnTo>
                    <a:pt x="1854482" y="1381357"/>
                  </a:lnTo>
                  <a:lnTo>
                    <a:pt x="1859522" y="1381357"/>
                  </a:lnTo>
                  <a:lnTo>
                    <a:pt x="1864561" y="1381357"/>
                  </a:lnTo>
                  <a:lnTo>
                    <a:pt x="1869601" y="1381357"/>
                  </a:lnTo>
                  <a:lnTo>
                    <a:pt x="1874640" y="1381357"/>
                  </a:lnTo>
                  <a:lnTo>
                    <a:pt x="1879679" y="1381357"/>
                  </a:lnTo>
                  <a:lnTo>
                    <a:pt x="1884719" y="1381357"/>
                  </a:lnTo>
                  <a:lnTo>
                    <a:pt x="1889758" y="1381357"/>
                  </a:lnTo>
                  <a:lnTo>
                    <a:pt x="1894797" y="1381357"/>
                  </a:lnTo>
                  <a:lnTo>
                    <a:pt x="1899837" y="1381357"/>
                  </a:lnTo>
                  <a:lnTo>
                    <a:pt x="1904876" y="1381357"/>
                  </a:lnTo>
                  <a:lnTo>
                    <a:pt x="1909915" y="1381357"/>
                  </a:lnTo>
                  <a:lnTo>
                    <a:pt x="1914955" y="1381357"/>
                  </a:lnTo>
                  <a:lnTo>
                    <a:pt x="1919994" y="1381357"/>
                  </a:lnTo>
                  <a:lnTo>
                    <a:pt x="1925033" y="1381357"/>
                  </a:lnTo>
                  <a:lnTo>
                    <a:pt x="1930073" y="1381357"/>
                  </a:lnTo>
                  <a:lnTo>
                    <a:pt x="1935112" y="1381357"/>
                  </a:lnTo>
                  <a:lnTo>
                    <a:pt x="1940151" y="1381357"/>
                  </a:lnTo>
                  <a:lnTo>
                    <a:pt x="1945191" y="1381357"/>
                  </a:lnTo>
                  <a:lnTo>
                    <a:pt x="1950230" y="1381357"/>
                  </a:lnTo>
                  <a:lnTo>
                    <a:pt x="1955270" y="1381357"/>
                  </a:lnTo>
                  <a:lnTo>
                    <a:pt x="1960309" y="1381357"/>
                  </a:lnTo>
                  <a:lnTo>
                    <a:pt x="1965348" y="1381357"/>
                  </a:lnTo>
                  <a:lnTo>
                    <a:pt x="1970388" y="1381357"/>
                  </a:lnTo>
                  <a:lnTo>
                    <a:pt x="1975427" y="1381357"/>
                  </a:lnTo>
                  <a:lnTo>
                    <a:pt x="1980466" y="1381357"/>
                  </a:lnTo>
                  <a:lnTo>
                    <a:pt x="1985506" y="1381357"/>
                  </a:lnTo>
                  <a:lnTo>
                    <a:pt x="1990545" y="1381357"/>
                  </a:lnTo>
                  <a:lnTo>
                    <a:pt x="1995584" y="1381357"/>
                  </a:lnTo>
                  <a:lnTo>
                    <a:pt x="2000624" y="1381357"/>
                  </a:lnTo>
                  <a:lnTo>
                    <a:pt x="2005663" y="1381357"/>
                  </a:lnTo>
                  <a:lnTo>
                    <a:pt x="2010702" y="1381357"/>
                  </a:lnTo>
                  <a:lnTo>
                    <a:pt x="2015742" y="1381357"/>
                  </a:lnTo>
                  <a:lnTo>
                    <a:pt x="2020781" y="1381357"/>
                  </a:lnTo>
                  <a:lnTo>
                    <a:pt x="2025821" y="1381357"/>
                  </a:lnTo>
                  <a:lnTo>
                    <a:pt x="2030860" y="1381357"/>
                  </a:lnTo>
                  <a:lnTo>
                    <a:pt x="2035899" y="1381357"/>
                  </a:lnTo>
                  <a:lnTo>
                    <a:pt x="2040939" y="1381357"/>
                  </a:lnTo>
                  <a:lnTo>
                    <a:pt x="2045978" y="1381357"/>
                  </a:lnTo>
                  <a:lnTo>
                    <a:pt x="2051017" y="1381357"/>
                  </a:lnTo>
                  <a:lnTo>
                    <a:pt x="2056057" y="1381357"/>
                  </a:lnTo>
                  <a:lnTo>
                    <a:pt x="2061096" y="1381357"/>
                  </a:lnTo>
                  <a:lnTo>
                    <a:pt x="2066135" y="1381357"/>
                  </a:lnTo>
                  <a:lnTo>
                    <a:pt x="2071175" y="1381357"/>
                  </a:lnTo>
                  <a:lnTo>
                    <a:pt x="2076214" y="1381357"/>
                  </a:lnTo>
                  <a:lnTo>
                    <a:pt x="2081253" y="1381357"/>
                  </a:lnTo>
                  <a:lnTo>
                    <a:pt x="2086293" y="1381357"/>
                  </a:lnTo>
                  <a:lnTo>
                    <a:pt x="2091332" y="1381357"/>
                  </a:lnTo>
                  <a:lnTo>
                    <a:pt x="2096372" y="1381357"/>
                  </a:lnTo>
                  <a:lnTo>
                    <a:pt x="2101411" y="1381357"/>
                  </a:lnTo>
                  <a:lnTo>
                    <a:pt x="2106450" y="1381357"/>
                  </a:lnTo>
                  <a:lnTo>
                    <a:pt x="2111490" y="1381357"/>
                  </a:lnTo>
                  <a:lnTo>
                    <a:pt x="2116529" y="1381357"/>
                  </a:lnTo>
                  <a:lnTo>
                    <a:pt x="2121568" y="1381357"/>
                  </a:lnTo>
                  <a:lnTo>
                    <a:pt x="2126608" y="1381357"/>
                  </a:lnTo>
                  <a:lnTo>
                    <a:pt x="2131647" y="1381357"/>
                  </a:lnTo>
                  <a:lnTo>
                    <a:pt x="2136686" y="1381357"/>
                  </a:lnTo>
                  <a:lnTo>
                    <a:pt x="2141726" y="1381357"/>
                  </a:lnTo>
                  <a:lnTo>
                    <a:pt x="2146765" y="1381357"/>
                  </a:lnTo>
                  <a:lnTo>
                    <a:pt x="2151804" y="1381357"/>
                  </a:lnTo>
                  <a:lnTo>
                    <a:pt x="2156844" y="1381357"/>
                  </a:lnTo>
                  <a:lnTo>
                    <a:pt x="2161883" y="1381357"/>
                  </a:lnTo>
                  <a:lnTo>
                    <a:pt x="2166923" y="1381357"/>
                  </a:lnTo>
                  <a:lnTo>
                    <a:pt x="2171962" y="1381357"/>
                  </a:lnTo>
                  <a:lnTo>
                    <a:pt x="2177001" y="1381357"/>
                  </a:lnTo>
                  <a:lnTo>
                    <a:pt x="2182041" y="1381357"/>
                  </a:lnTo>
                  <a:lnTo>
                    <a:pt x="2187080" y="1381357"/>
                  </a:lnTo>
                  <a:lnTo>
                    <a:pt x="2192119" y="1381357"/>
                  </a:lnTo>
                  <a:lnTo>
                    <a:pt x="2197159" y="1381357"/>
                  </a:lnTo>
                  <a:lnTo>
                    <a:pt x="2202198" y="1381357"/>
                  </a:lnTo>
                  <a:lnTo>
                    <a:pt x="2207237" y="1381357"/>
                  </a:lnTo>
                  <a:lnTo>
                    <a:pt x="2212277" y="1381357"/>
                  </a:lnTo>
                  <a:lnTo>
                    <a:pt x="2217316" y="1381357"/>
                  </a:lnTo>
                  <a:lnTo>
                    <a:pt x="2222355" y="1381357"/>
                  </a:lnTo>
                  <a:lnTo>
                    <a:pt x="2227395" y="1381357"/>
                  </a:lnTo>
                  <a:lnTo>
                    <a:pt x="2232434" y="1381357"/>
                  </a:lnTo>
                  <a:lnTo>
                    <a:pt x="2237473" y="1381357"/>
                  </a:lnTo>
                  <a:lnTo>
                    <a:pt x="2242513" y="1381357"/>
                  </a:lnTo>
                  <a:lnTo>
                    <a:pt x="2247552" y="1381357"/>
                  </a:lnTo>
                  <a:lnTo>
                    <a:pt x="2252592" y="1381357"/>
                  </a:lnTo>
                  <a:lnTo>
                    <a:pt x="2257631" y="1381357"/>
                  </a:lnTo>
                  <a:lnTo>
                    <a:pt x="2262670" y="1381357"/>
                  </a:lnTo>
                  <a:lnTo>
                    <a:pt x="2267710" y="1381357"/>
                  </a:lnTo>
                  <a:lnTo>
                    <a:pt x="2272749" y="1381357"/>
                  </a:lnTo>
                  <a:lnTo>
                    <a:pt x="2277788" y="1381357"/>
                  </a:lnTo>
                  <a:lnTo>
                    <a:pt x="2282828" y="1381357"/>
                  </a:lnTo>
                  <a:lnTo>
                    <a:pt x="2287867" y="1381357"/>
                  </a:lnTo>
                  <a:lnTo>
                    <a:pt x="2292906" y="1381357"/>
                  </a:lnTo>
                  <a:lnTo>
                    <a:pt x="2297946" y="1381357"/>
                  </a:lnTo>
                  <a:lnTo>
                    <a:pt x="2302985" y="1381357"/>
                  </a:lnTo>
                  <a:lnTo>
                    <a:pt x="2308024" y="1381357"/>
                  </a:lnTo>
                  <a:lnTo>
                    <a:pt x="2313064" y="1381357"/>
                  </a:lnTo>
                  <a:lnTo>
                    <a:pt x="2318103" y="1381357"/>
                  </a:lnTo>
                  <a:lnTo>
                    <a:pt x="2323143" y="1381357"/>
                  </a:lnTo>
                  <a:lnTo>
                    <a:pt x="2328182" y="1381357"/>
                  </a:lnTo>
                  <a:lnTo>
                    <a:pt x="2333221" y="1381357"/>
                  </a:lnTo>
                  <a:lnTo>
                    <a:pt x="2338261" y="1381357"/>
                  </a:lnTo>
                  <a:lnTo>
                    <a:pt x="2343300" y="1381357"/>
                  </a:lnTo>
                  <a:lnTo>
                    <a:pt x="2348339" y="1381357"/>
                  </a:lnTo>
                  <a:lnTo>
                    <a:pt x="2353379" y="1381357"/>
                  </a:lnTo>
                  <a:lnTo>
                    <a:pt x="2358418" y="1381357"/>
                  </a:lnTo>
                  <a:lnTo>
                    <a:pt x="2363457" y="1381357"/>
                  </a:lnTo>
                  <a:lnTo>
                    <a:pt x="2368497" y="1381357"/>
                  </a:lnTo>
                  <a:lnTo>
                    <a:pt x="2373536" y="1381357"/>
                  </a:lnTo>
                  <a:lnTo>
                    <a:pt x="2378575" y="1381357"/>
                  </a:lnTo>
                  <a:lnTo>
                    <a:pt x="2383615" y="1381357"/>
                  </a:lnTo>
                  <a:lnTo>
                    <a:pt x="2388654" y="1381357"/>
                  </a:lnTo>
                  <a:lnTo>
                    <a:pt x="2393694" y="1381357"/>
                  </a:lnTo>
                  <a:lnTo>
                    <a:pt x="2398733" y="1381357"/>
                  </a:lnTo>
                  <a:lnTo>
                    <a:pt x="2403772" y="1381357"/>
                  </a:lnTo>
                  <a:lnTo>
                    <a:pt x="2408812" y="1381357"/>
                  </a:lnTo>
                  <a:lnTo>
                    <a:pt x="2413851" y="1381357"/>
                  </a:lnTo>
                  <a:lnTo>
                    <a:pt x="2418890" y="1381357"/>
                  </a:lnTo>
                  <a:lnTo>
                    <a:pt x="2423930" y="1381357"/>
                  </a:lnTo>
                  <a:lnTo>
                    <a:pt x="2428969" y="1381357"/>
                  </a:lnTo>
                  <a:lnTo>
                    <a:pt x="2434008" y="1381357"/>
                  </a:lnTo>
                  <a:lnTo>
                    <a:pt x="2439048" y="1381357"/>
                  </a:lnTo>
                  <a:lnTo>
                    <a:pt x="2444087" y="1381357"/>
                  </a:lnTo>
                  <a:lnTo>
                    <a:pt x="2449126" y="1381357"/>
                  </a:lnTo>
                  <a:lnTo>
                    <a:pt x="2454166" y="1381357"/>
                  </a:lnTo>
                  <a:lnTo>
                    <a:pt x="2459205" y="1381357"/>
                  </a:lnTo>
                  <a:lnTo>
                    <a:pt x="2464245" y="1381357"/>
                  </a:lnTo>
                  <a:lnTo>
                    <a:pt x="2469284" y="1381357"/>
                  </a:lnTo>
                  <a:lnTo>
                    <a:pt x="2474323" y="1381357"/>
                  </a:lnTo>
                  <a:lnTo>
                    <a:pt x="2479363" y="1381357"/>
                  </a:lnTo>
                  <a:lnTo>
                    <a:pt x="2484402" y="1381357"/>
                  </a:lnTo>
                  <a:lnTo>
                    <a:pt x="2489441" y="1381357"/>
                  </a:lnTo>
                  <a:lnTo>
                    <a:pt x="2494481" y="1381357"/>
                  </a:lnTo>
                  <a:lnTo>
                    <a:pt x="2499520" y="1381357"/>
                  </a:lnTo>
                  <a:lnTo>
                    <a:pt x="2504559" y="1381357"/>
                  </a:lnTo>
                  <a:lnTo>
                    <a:pt x="2509599" y="1381357"/>
                  </a:lnTo>
                  <a:lnTo>
                    <a:pt x="2514638" y="1381357"/>
                  </a:lnTo>
                  <a:lnTo>
                    <a:pt x="2519677" y="1381357"/>
                  </a:lnTo>
                  <a:lnTo>
                    <a:pt x="2524717" y="1381357"/>
                  </a:lnTo>
                  <a:lnTo>
                    <a:pt x="2529756" y="1381357"/>
                  </a:lnTo>
                  <a:lnTo>
                    <a:pt x="2534795" y="1381357"/>
                  </a:lnTo>
                  <a:lnTo>
                    <a:pt x="2539835" y="1381357"/>
                  </a:lnTo>
                  <a:lnTo>
                    <a:pt x="2544874" y="1381357"/>
                  </a:lnTo>
                  <a:lnTo>
                    <a:pt x="2549914" y="1381357"/>
                  </a:lnTo>
                  <a:lnTo>
                    <a:pt x="2554953" y="1381357"/>
                  </a:lnTo>
                  <a:lnTo>
                    <a:pt x="2559992" y="1381357"/>
                  </a:lnTo>
                  <a:lnTo>
                    <a:pt x="2565032" y="1381357"/>
                  </a:lnTo>
                  <a:lnTo>
                    <a:pt x="2570071" y="1381357"/>
                  </a:lnTo>
                  <a:lnTo>
                    <a:pt x="2575110" y="1381357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2575626" y="3920485"/>
              <a:ext cx="2575110" cy="1086192"/>
            </a:xfrm>
            <a:custGeom>
              <a:avLst/>
              <a:pathLst>
                <a:path w="2575110" h="1086192">
                  <a:moveTo>
                    <a:pt x="0" y="1086192"/>
                  </a:moveTo>
                  <a:lnTo>
                    <a:pt x="5039" y="1086192"/>
                  </a:lnTo>
                  <a:lnTo>
                    <a:pt x="10078" y="1086192"/>
                  </a:lnTo>
                  <a:lnTo>
                    <a:pt x="15118" y="1086192"/>
                  </a:lnTo>
                  <a:lnTo>
                    <a:pt x="20157" y="1086192"/>
                  </a:lnTo>
                  <a:lnTo>
                    <a:pt x="25196" y="1086192"/>
                  </a:lnTo>
                  <a:lnTo>
                    <a:pt x="30236" y="1086192"/>
                  </a:lnTo>
                  <a:lnTo>
                    <a:pt x="35275" y="1086192"/>
                  </a:lnTo>
                  <a:lnTo>
                    <a:pt x="40314" y="1086192"/>
                  </a:lnTo>
                  <a:lnTo>
                    <a:pt x="45354" y="1086192"/>
                  </a:lnTo>
                  <a:lnTo>
                    <a:pt x="50393" y="1086192"/>
                  </a:lnTo>
                  <a:lnTo>
                    <a:pt x="55432" y="1086192"/>
                  </a:lnTo>
                  <a:lnTo>
                    <a:pt x="60472" y="1086192"/>
                  </a:lnTo>
                  <a:lnTo>
                    <a:pt x="65511" y="1086192"/>
                  </a:lnTo>
                  <a:lnTo>
                    <a:pt x="70550" y="1086192"/>
                  </a:lnTo>
                  <a:lnTo>
                    <a:pt x="75590" y="1086192"/>
                  </a:lnTo>
                  <a:lnTo>
                    <a:pt x="80629" y="1086192"/>
                  </a:lnTo>
                  <a:lnTo>
                    <a:pt x="85669" y="1086192"/>
                  </a:lnTo>
                  <a:lnTo>
                    <a:pt x="90708" y="1086192"/>
                  </a:lnTo>
                  <a:lnTo>
                    <a:pt x="95747" y="1086192"/>
                  </a:lnTo>
                  <a:lnTo>
                    <a:pt x="100787" y="1086192"/>
                  </a:lnTo>
                  <a:lnTo>
                    <a:pt x="105826" y="1086192"/>
                  </a:lnTo>
                  <a:lnTo>
                    <a:pt x="110865" y="1086192"/>
                  </a:lnTo>
                  <a:lnTo>
                    <a:pt x="115905" y="1086192"/>
                  </a:lnTo>
                  <a:lnTo>
                    <a:pt x="120944" y="1086192"/>
                  </a:lnTo>
                  <a:lnTo>
                    <a:pt x="125983" y="1086192"/>
                  </a:lnTo>
                  <a:lnTo>
                    <a:pt x="131023" y="1086192"/>
                  </a:lnTo>
                  <a:lnTo>
                    <a:pt x="136062" y="1086192"/>
                  </a:lnTo>
                  <a:lnTo>
                    <a:pt x="141101" y="1086192"/>
                  </a:lnTo>
                  <a:lnTo>
                    <a:pt x="146141" y="1086192"/>
                  </a:lnTo>
                  <a:lnTo>
                    <a:pt x="151180" y="1086192"/>
                  </a:lnTo>
                  <a:lnTo>
                    <a:pt x="156220" y="1086192"/>
                  </a:lnTo>
                  <a:lnTo>
                    <a:pt x="161259" y="1086192"/>
                  </a:lnTo>
                  <a:lnTo>
                    <a:pt x="166298" y="1086192"/>
                  </a:lnTo>
                  <a:lnTo>
                    <a:pt x="171338" y="1086192"/>
                  </a:lnTo>
                  <a:lnTo>
                    <a:pt x="176377" y="1086192"/>
                  </a:lnTo>
                  <a:lnTo>
                    <a:pt x="181416" y="1086192"/>
                  </a:lnTo>
                  <a:lnTo>
                    <a:pt x="186456" y="1086192"/>
                  </a:lnTo>
                  <a:lnTo>
                    <a:pt x="191495" y="1086192"/>
                  </a:lnTo>
                  <a:lnTo>
                    <a:pt x="196534" y="1086192"/>
                  </a:lnTo>
                  <a:lnTo>
                    <a:pt x="201574" y="1086192"/>
                  </a:lnTo>
                  <a:lnTo>
                    <a:pt x="206613" y="1086192"/>
                  </a:lnTo>
                  <a:lnTo>
                    <a:pt x="211652" y="1086192"/>
                  </a:lnTo>
                  <a:lnTo>
                    <a:pt x="216692" y="1086192"/>
                  </a:lnTo>
                  <a:lnTo>
                    <a:pt x="221731" y="1086192"/>
                  </a:lnTo>
                  <a:lnTo>
                    <a:pt x="226771" y="1086192"/>
                  </a:lnTo>
                  <a:lnTo>
                    <a:pt x="231810" y="1086191"/>
                  </a:lnTo>
                  <a:lnTo>
                    <a:pt x="236849" y="1086191"/>
                  </a:lnTo>
                  <a:lnTo>
                    <a:pt x="241889" y="1086191"/>
                  </a:lnTo>
                  <a:lnTo>
                    <a:pt x="246928" y="1086191"/>
                  </a:lnTo>
                  <a:lnTo>
                    <a:pt x="251967" y="1086191"/>
                  </a:lnTo>
                  <a:lnTo>
                    <a:pt x="257007" y="1086190"/>
                  </a:lnTo>
                  <a:lnTo>
                    <a:pt x="262046" y="1086190"/>
                  </a:lnTo>
                  <a:lnTo>
                    <a:pt x="267085" y="1086189"/>
                  </a:lnTo>
                  <a:lnTo>
                    <a:pt x="272125" y="1086188"/>
                  </a:lnTo>
                  <a:lnTo>
                    <a:pt x="277164" y="1086187"/>
                  </a:lnTo>
                  <a:lnTo>
                    <a:pt x="282203" y="1086185"/>
                  </a:lnTo>
                  <a:lnTo>
                    <a:pt x="287243" y="1086182"/>
                  </a:lnTo>
                  <a:lnTo>
                    <a:pt x="292282" y="1086179"/>
                  </a:lnTo>
                  <a:lnTo>
                    <a:pt x="297321" y="1086174"/>
                  </a:lnTo>
                  <a:lnTo>
                    <a:pt x="302361" y="1086169"/>
                  </a:lnTo>
                  <a:lnTo>
                    <a:pt x="307400" y="1086162"/>
                  </a:lnTo>
                  <a:lnTo>
                    <a:pt x="312440" y="1086153"/>
                  </a:lnTo>
                  <a:lnTo>
                    <a:pt x="317479" y="1086141"/>
                  </a:lnTo>
                  <a:lnTo>
                    <a:pt x="322518" y="1086127"/>
                  </a:lnTo>
                  <a:lnTo>
                    <a:pt x="327558" y="1086109"/>
                  </a:lnTo>
                  <a:lnTo>
                    <a:pt x="332597" y="1086086"/>
                  </a:lnTo>
                  <a:lnTo>
                    <a:pt x="337636" y="1086060"/>
                  </a:lnTo>
                  <a:lnTo>
                    <a:pt x="342676" y="1086027"/>
                  </a:lnTo>
                  <a:lnTo>
                    <a:pt x="347715" y="1085988"/>
                  </a:lnTo>
                  <a:lnTo>
                    <a:pt x="352754" y="1085941"/>
                  </a:lnTo>
                  <a:lnTo>
                    <a:pt x="357794" y="1085885"/>
                  </a:lnTo>
                  <a:lnTo>
                    <a:pt x="362833" y="1085820"/>
                  </a:lnTo>
                  <a:lnTo>
                    <a:pt x="367872" y="1085745"/>
                  </a:lnTo>
                  <a:lnTo>
                    <a:pt x="372912" y="1085659"/>
                  </a:lnTo>
                  <a:lnTo>
                    <a:pt x="377951" y="1085561"/>
                  </a:lnTo>
                  <a:lnTo>
                    <a:pt x="382991" y="1085448"/>
                  </a:lnTo>
                  <a:lnTo>
                    <a:pt x="388030" y="1085321"/>
                  </a:lnTo>
                  <a:lnTo>
                    <a:pt x="393069" y="1085179"/>
                  </a:lnTo>
                  <a:lnTo>
                    <a:pt x="398109" y="1085023"/>
                  </a:lnTo>
                  <a:lnTo>
                    <a:pt x="403148" y="1084852"/>
                  </a:lnTo>
                  <a:lnTo>
                    <a:pt x="408187" y="1084666"/>
                  </a:lnTo>
                  <a:lnTo>
                    <a:pt x="413227" y="1084466"/>
                  </a:lnTo>
                  <a:lnTo>
                    <a:pt x="418266" y="1084248"/>
                  </a:lnTo>
                  <a:lnTo>
                    <a:pt x="423305" y="1084017"/>
                  </a:lnTo>
                  <a:lnTo>
                    <a:pt x="428345" y="1083773"/>
                  </a:lnTo>
                  <a:lnTo>
                    <a:pt x="433384" y="1083517"/>
                  </a:lnTo>
                  <a:lnTo>
                    <a:pt x="438423" y="1083251"/>
                  </a:lnTo>
                  <a:lnTo>
                    <a:pt x="443463" y="1082974"/>
                  </a:lnTo>
                  <a:lnTo>
                    <a:pt x="448502" y="1082689"/>
                  </a:lnTo>
                  <a:lnTo>
                    <a:pt x="453542" y="1082395"/>
                  </a:lnTo>
                  <a:lnTo>
                    <a:pt x="458581" y="1082094"/>
                  </a:lnTo>
                  <a:lnTo>
                    <a:pt x="463620" y="1081788"/>
                  </a:lnTo>
                  <a:lnTo>
                    <a:pt x="468660" y="1081477"/>
                  </a:lnTo>
                  <a:lnTo>
                    <a:pt x="473699" y="1081161"/>
                  </a:lnTo>
                  <a:lnTo>
                    <a:pt x="478738" y="1080840"/>
                  </a:lnTo>
                  <a:lnTo>
                    <a:pt x="483778" y="1080514"/>
                  </a:lnTo>
                  <a:lnTo>
                    <a:pt x="488817" y="1080183"/>
                  </a:lnTo>
                  <a:lnTo>
                    <a:pt x="493856" y="1079846"/>
                  </a:lnTo>
                  <a:lnTo>
                    <a:pt x="498896" y="1079502"/>
                  </a:lnTo>
                  <a:lnTo>
                    <a:pt x="503935" y="1079151"/>
                  </a:lnTo>
                  <a:lnTo>
                    <a:pt x="508974" y="1078792"/>
                  </a:lnTo>
                  <a:lnTo>
                    <a:pt x="514014" y="1078425"/>
                  </a:lnTo>
                  <a:lnTo>
                    <a:pt x="519053" y="1078047"/>
                  </a:lnTo>
                  <a:lnTo>
                    <a:pt x="524093" y="1077659"/>
                  </a:lnTo>
                  <a:lnTo>
                    <a:pt x="529132" y="1077262"/>
                  </a:lnTo>
                  <a:lnTo>
                    <a:pt x="534171" y="1076857"/>
                  </a:lnTo>
                  <a:lnTo>
                    <a:pt x="539211" y="1076444"/>
                  </a:lnTo>
                  <a:lnTo>
                    <a:pt x="544250" y="1076026"/>
                  </a:lnTo>
                  <a:lnTo>
                    <a:pt x="549289" y="1075605"/>
                  </a:lnTo>
                  <a:lnTo>
                    <a:pt x="554329" y="1075183"/>
                  </a:lnTo>
                  <a:lnTo>
                    <a:pt x="559368" y="1074766"/>
                  </a:lnTo>
                  <a:lnTo>
                    <a:pt x="564407" y="1074356"/>
                  </a:lnTo>
                  <a:lnTo>
                    <a:pt x="569447" y="1073958"/>
                  </a:lnTo>
                  <a:lnTo>
                    <a:pt x="574486" y="1073575"/>
                  </a:lnTo>
                  <a:lnTo>
                    <a:pt x="579525" y="1073210"/>
                  </a:lnTo>
                  <a:lnTo>
                    <a:pt x="584565" y="1072872"/>
                  </a:lnTo>
                  <a:lnTo>
                    <a:pt x="589604" y="1072563"/>
                  </a:lnTo>
                  <a:lnTo>
                    <a:pt x="594643" y="1072284"/>
                  </a:lnTo>
                  <a:lnTo>
                    <a:pt x="599683" y="1072036"/>
                  </a:lnTo>
                  <a:lnTo>
                    <a:pt x="604722" y="1071821"/>
                  </a:lnTo>
                  <a:lnTo>
                    <a:pt x="609762" y="1071640"/>
                  </a:lnTo>
                  <a:lnTo>
                    <a:pt x="614801" y="1071491"/>
                  </a:lnTo>
                  <a:lnTo>
                    <a:pt x="619840" y="1071381"/>
                  </a:lnTo>
                  <a:lnTo>
                    <a:pt x="624880" y="1071299"/>
                  </a:lnTo>
                  <a:lnTo>
                    <a:pt x="629919" y="1071242"/>
                  </a:lnTo>
                  <a:lnTo>
                    <a:pt x="634958" y="1071207"/>
                  </a:lnTo>
                  <a:lnTo>
                    <a:pt x="639998" y="1071190"/>
                  </a:lnTo>
                  <a:lnTo>
                    <a:pt x="645037" y="1071187"/>
                  </a:lnTo>
                  <a:lnTo>
                    <a:pt x="650076" y="1071193"/>
                  </a:lnTo>
                  <a:lnTo>
                    <a:pt x="655116" y="1071203"/>
                  </a:lnTo>
                  <a:lnTo>
                    <a:pt x="660155" y="1071211"/>
                  </a:lnTo>
                  <a:lnTo>
                    <a:pt x="665194" y="1071213"/>
                  </a:lnTo>
                  <a:lnTo>
                    <a:pt x="670234" y="1071206"/>
                  </a:lnTo>
                  <a:lnTo>
                    <a:pt x="675273" y="1071187"/>
                  </a:lnTo>
                  <a:lnTo>
                    <a:pt x="680313" y="1071153"/>
                  </a:lnTo>
                  <a:lnTo>
                    <a:pt x="685352" y="1071099"/>
                  </a:lnTo>
                  <a:lnTo>
                    <a:pt x="690391" y="1071025"/>
                  </a:lnTo>
                  <a:lnTo>
                    <a:pt x="695431" y="1070931"/>
                  </a:lnTo>
                  <a:lnTo>
                    <a:pt x="700470" y="1070817"/>
                  </a:lnTo>
                  <a:lnTo>
                    <a:pt x="705509" y="1070682"/>
                  </a:lnTo>
                  <a:lnTo>
                    <a:pt x="710549" y="1070527"/>
                  </a:lnTo>
                  <a:lnTo>
                    <a:pt x="715588" y="1070352"/>
                  </a:lnTo>
                  <a:lnTo>
                    <a:pt x="720627" y="1070155"/>
                  </a:lnTo>
                  <a:lnTo>
                    <a:pt x="725667" y="1069940"/>
                  </a:lnTo>
                  <a:lnTo>
                    <a:pt x="730706" y="1069709"/>
                  </a:lnTo>
                  <a:lnTo>
                    <a:pt x="735745" y="1069461"/>
                  </a:lnTo>
                  <a:lnTo>
                    <a:pt x="740785" y="1069200"/>
                  </a:lnTo>
                  <a:lnTo>
                    <a:pt x="745824" y="1068925"/>
                  </a:lnTo>
                  <a:lnTo>
                    <a:pt x="750864" y="1068639"/>
                  </a:lnTo>
                  <a:lnTo>
                    <a:pt x="755903" y="1068341"/>
                  </a:lnTo>
                  <a:lnTo>
                    <a:pt x="760942" y="1068038"/>
                  </a:lnTo>
                  <a:lnTo>
                    <a:pt x="765982" y="1067729"/>
                  </a:lnTo>
                  <a:lnTo>
                    <a:pt x="771021" y="1067420"/>
                  </a:lnTo>
                  <a:lnTo>
                    <a:pt x="776060" y="1067112"/>
                  </a:lnTo>
                  <a:lnTo>
                    <a:pt x="781100" y="1066809"/>
                  </a:lnTo>
                  <a:lnTo>
                    <a:pt x="786139" y="1066516"/>
                  </a:lnTo>
                  <a:lnTo>
                    <a:pt x="791178" y="1066239"/>
                  </a:lnTo>
                  <a:lnTo>
                    <a:pt x="796218" y="1065982"/>
                  </a:lnTo>
                  <a:lnTo>
                    <a:pt x="801257" y="1065748"/>
                  </a:lnTo>
                  <a:lnTo>
                    <a:pt x="806296" y="1065542"/>
                  </a:lnTo>
                  <a:lnTo>
                    <a:pt x="811336" y="1065368"/>
                  </a:lnTo>
                  <a:lnTo>
                    <a:pt x="816375" y="1065229"/>
                  </a:lnTo>
                  <a:lnTo>
                    <a:pt x="821415" y="1065139"/>
                  </a:lnTo>
                  <a:lnTo>
                    <a:pt x="826454" y="1065094"/>
                  </a:lnTo>
                  <a:lnTo>
                    <a:pt x="831493" y="1065094"/>
                  </a:lnTo>
                  <a:lnTo>
                    <a:pt x="836533" y="1065141"/>
                  </a:lnTo>
                  <a:lnTo>
                    <a:pt x="841572" y="1065235"/>
                  </a:lnTo>
                  <a:lnTo>
                    <a:pt x="846611" y="1065377"/>
                  </a:lnTo>
                  <a:lnTo>
                    <a:pt x="851651" y="1065567"/>
                  </a:lnTo>
                  <a:lnTo>
                    <a:pt x="856690" y="1065807"/>
                  </a:lnTo>
                  <a:lnTo>
                    <a:pt x="861729" y="1066086"/>
                  </a:lnTo>
                  <a:lnTo>
                    <a:pt x="866769" y="1066401"/>
                  </a:lnTo>
                  <a:lnTo>
                    <a:pt x="871808" y="1066746"/>
                  </a:lnTo>
                  <a:lnTo>
                    <a:pt x="876847" y="1067118"/>
                  </a:lnTo>
                  <a:lnTo>
                    <a:pt x="881887" y="1067509"/>
                  </a:lnTo>
                  <a:lnTo>
                    <a:pt x="886926" y="1067916"/>
                  </a:lnTo>
                  <a:lnTo>
                    <a:pt x="891965" y="1068329"/>
                  </a:lnTo>
                  <a:lnTo>
                    <a:pt x="897005" y="1068740"/>
                  </a:lnTo>
                  <a:lnTo>
                    <a:pt x="902044" y="1069145"/>
                  </a:lnTo>
                  <a:lnTo>
                    <a:pt x="907084" y="1069536"/>
                  </a:lnTo>
                  <a:lnTo>
                    <a:pt x="912123" y="1069907"/>
                  </a:lnTo>
                  <a:lnTo>
                    <a:pt x="917162" y="1070254"/>
                  </a:lnTo>
                  <a:lnTo>
                    <a:pt x="922202" y="1070563"/>
                  </a:lnTo>
                  <a:lnTo>
                    <a:pt x="927241" y="1070834"/>
                  </a:lnTo>
                  <a:lnTo>
                    <a:pt x="932280" y="1071063"/>
                  </a:lnTo>
                  <a:lnTo>
                    <a:pt x="937320" y="1071246"/>
                  </a:lnTo>
                  <a:lnTo>
                    <a:pt x="942359" y="1071380"/>
                  </a:lnTo>
                  <a:lnTo>
                    <a:pt x="947398" y="1071462"/>
                  </a:lnTo>
                  <a:lnTo>
                    <a:pt x="952438" y="1071487"/>
                  </a:lnTo>
                  <a:lnTo>
                    <a:pt x="957477" y="1071444"/>
                  </a:lnTo>
                  <a:lnTo>
                    <a:pt x="962516" y="1071342"/>
                  </a:lnTo>
                  <a:lnTo>
                    <a:pt x="967556" y="1071178"/>
                  </a:lnTo>
                  <a:lnTo>
                    <a:pt x="972595" y="1070952"/>
                  </a:lnTo>
                  <a:lnTo>
                    <a:pt x="977635" y="1070662"/>
                  </a:lnTo>
                  <a:lnTo>
                    <a:pt x="982674" y="1070308"/>
                  </a:lnTo>
                  <a:lnTo>
                    <a:pt x="987713" y="1069881"/>
                  </a:lnTo>
                  <a:lnTo>
                    <a:pt x="992753" y="1069382"/>
                  </a:lnTo>
                  <a:lnTo>
                    <a:pt x="997792" y="1068817"/>
                  </a:lnTo>
                  <a:lnTo>
                    <a:pt x="1002831" y="1068186"/>
                  </a:lnTo>
                  <a:lnTo>
                    <a:pt x="1007871" y="1067488"/>
                  </a:lnTo>
                  <a:lnTo>
                    <a:pt x="1012910" y="1066723"/>
                  </a:lnTo>
                  <a:lnTo>
                    <a:pt x="1017949" y="1065892"/>
                  </a:lnTo>
                  <a:lnTo>
                    <a:pt x="1022989" y="1064984"/>
                  </a:lnTo>
                  <a:lnTo>
                    <a:pt x="1028028" y="1064010"/>
                  </a:lnTo>
                  <a:lnTo>
                    <a:pt x="1033067" y="1062975"/>
                  </a:lnTo>
                  <a:lnTo>
                    <a:pt x="1038107" y="1061879"/>
                  </a:lnTo>
                  <a:lnTo>
                    <a:pt x="1043146" y="1060728"/>
                  </a:lnTo>
                  <a:lnTo>
                    <a:pt x="1048186" y="1059524"/>
                  </a:lnTo>
                  <a:lnTo>
                    <a:pt x="1053225" y="1058270"/>
                  </a:lnTo>
                  <a:lnTo>
                    <a:pt x="1058264" y="1056969"/>
                  </a:lnTo>
                  <a:lnTo>
                    <a:pt x="1063304" y="1055637"/>
                  </a:lnTo>
                  <a:lnTo>
                    <a:pt x="1068343" y="1054281"/>
                  </a:lnTo>
                  <a:lnTo>
                    <a:pt x="1073382" y="1052910"/>
                  </a:lnTo>
                  <a:lnTo>
                    <a:pt x="1078422" y="1051534"/>
                  </a:lnTo>
                  <a:lnTo>
                    <a:pt x="1083461" y="1050163"/>
                  </a:lnTo>
                  <a:lnTo>
                    <a:pt x="1088500" y="1048813"/>
                  </a:lnTo>
                  <a:lnTo>
                    <a:pt x="1093540" y="1047499"/>
                  </a:lnTo>
                  <a:lnTo>
                    <a:pt x="1098579" y="1046232"/>
                  </a:lnTo>
                  <a:lnTo>
                    <a:pt x="1103618" y="1045023"/>
                  </a:lnTo>
                  <a:lnTo>
                    <a:pt x="1108658" y="1043885"/>
                  </a:lnTo>
                  <a:lnTo>
                    <a:pt x="1113697" y="1042828"/>
                  </a:lnTo>
                  <a:lnTo>
                    <a:pt x="1118736" y="1041864"/>
                  </a:lnTo>
                  <a:lnTo>
                    <a:pt x="1123776" y="1041023"/>
                  </a:lnTo>
                  <a:lnTo>
                    <a:pt x="1128815" y="1040301"/>
                  </a:lnTo>
                  <a:lnTo>
                    <a:pt x="1133855" y="1039702"/>
                  </a:lnTo>
                  <a:lnTo>
                    <a:pt x="1138894" y="1039229"/>
                  </a:lnTo>
                  <a:lnTo>
                    <a:pt x="1143933" y="1038887"/>
                  </a:lnTo>
                  <a:lnTo>
                    <a:pt x="1148973" y="1038678"/>
                  </a:lnTo>
                  <a:lnTo>
                    <a:pt x="1154012" y="1038606"/>
                  </a:lnTo>
                  <a:lnTo>
                    <a:pt x="1159051" y="1038686"/>
                  </a:lnTo>
                  <a:lnTo>
                    <a:pt x="1164091" y="1038888"/>
                  </a:lnTo>
                  <a:lnTo>
                    <a:pt x="1169130" y="1039207"/>
                  </a:lnTo>
                  <a:lnTo>
                    <a:pt x="1174169" y="1039633"/>
                  </a:lnTo>
                  <a:lnTo>
                    <a:pt x="1179209" y="1040155"/>
                  </a:lnTo>
                  <a:lnTo>
                    <a:pt x="1184248" y="1040763"/>
                  </a:lnTo>
                  <a:lnTo>
                    <a:pt x="1189287" y="1041447"/>
                  </a:lnTo>
                  <a:lnTo>
                    <a:pt x="1194327" y="1042188"/>
                  </a:lnTo>
                  <a:lnTo>
                    <a:pt x="1199366" y="1042963"/>
                  </a:lnTo>
                  <a:lnTo>
                    <a:pt x="1204406" y="1043756"/>
                  </a:lnTo>
                  <a:lnTo>
                    <a:pt x="1209445" y="1044552"/>
                  </a:lnTo>
                  <a:lnTo>
                    <a:pt x="1214484" y="1045336"/>
                  </a:lnTo>
                  <a:lnTo>
                    <a:pt x="1219524" y="1046093"/>
                  </a:lnTo>
                  <a:lnTo>
                    <a:pt x="1224563" y="1046798"/>
                  </a:lnTo>
                  <a:lnTo>
                    <a:pt x="1229602" y="1047443"/>
                  </a:lnTo>
                  <a:lnTo>
                    <a:pt x="1234642" y="1048019"/>
                  </a:lnTo>
                  <a:lnTo>
                    <a:pt x="1239681" y="1048519"/>
                  </a:lnTo>
                  <a:lnTo>
                    <a:pt x="1244720" y="1048936"/>
                  </a:lnTo>
                  <a:lnTo>
                    <a:pt x="1249760" y="1049265"/>
                  </a:lnTo>
                  <a:lnTo>
                    <a:pt x="1254799" y="1049502"/>
                  </a:lnTo>
                  <a:lnTo>
                    <a:pt x="1259838" y="1049632"/>
                  </a:lnTo>
                  <a:lnTo>
                    <a:pt x="1264878" y="1049676"/>
                  </a:lnTo>
                  <a:lnTo>
                    <a:pt x="1269917" y="1049636"/>
                  </a:lnTo>
                  <a:lnTo>
                    <a:pt x="1274957" y="1049520"/>
                  </a:lnTo>
                  <a:lnTo>
                    <a:pt x="1279996" y="1049332"/>
                  </a:lnTo>
                  <a:lnTo>
                    <a:pt x="1285035" y="1049082"/>
                  </a:lnTo>
                  <a:lnTo>
                    <a:pt x="1290075" y="1048772"/>
                  </a:lnTo>
                  <a:lnTo>
                    <a:pt x="1295114" y="1048416"/>
                  </a:lnTo>
                  <a:lnTo>
                    <a:pt x="1300153" y="1048028"/>
                  </a:lnTo>
                  <a:lnTo>
                    <a:pt x="1305193" y="1047616"/>
                  </a:lnTo>
                  <a:lnTo>
                    <a:pt x="1310232" y="1047190"/>
                  </a:lnTo>
                  <a:lnTo>
                    <a:pt x="1315271" y="1046756"/>
                  </a:lnTo>
                  <a:lnTo>
                    <a:pt x="1320311" y="1046323"/>
                  </a:lnTo>
                  <a:lnTo>
                    <a:pt x="1325350" y="1045898"/>
                  </a:lnTo>
                  <a:lnTo>
                    <a:pt x="1330389" y="1045488"/>
                  </a:lnTo>
                  <a:lnTo>
                    <a:pt x="1335429" y="1045096"/>
                  </a:lnTo>
                  <a:lnTo>
                    <a:pt x="1340468" y="1044723"/>
                  </a:lnTo>
                  <a:lnTo>
                    <a:pt x="1345508" y="1044371"/>
                  </a:lnTo>
                  <a:lnTo>
                    <a:pt x="1350547" y="1044039"/>
                  </a:lnTo>
                  <a:lnTo>
                    <a:pt x="1355586" y="1043728"/>
                  </a:lnTo>
                  <a:lnTo>
                    <a:pt x="1360626" y="1043434"/>
                  </a:lnTo>
                  <a:lnTo>
                    <a:pt x="1365665" y="1043149"/>
                  </a:lnTo>
                  <a:lnTo>
                    <a:pt x="1370704" y="1042867"/>
                  </a:lnTo>
                  <a:lnTo>
                    <a:pt x="1375744" y="1042580"/>
                  </a:lnTo>
                  <a:lnTo>
                    <a:pt x="1380783" y="1042279"/>
                  </a:lnTo>
                  <a:lnTo>
                    <a:pt x="1385822" y="1041952"/>
                  </a:lnTo>
                  <a:lnTo>
                    <a:pt x="1390862" y="1041583"/>
                  </a:lnTo>
                  <a:lnTo>
                    <a:pt x="1395901" y="1041152"/>
                  </a:lnTo>
                  <a:lnTo>
                    <a:pt x="1400940" y="1040646"/>
                  </a:lnTo>
                  <a:lnTo>
                    <a:pt x="1405980" y="1040050"/>
                  </a:lnTo>
                  <a:lnTo>
                    <a:pt x="1411019" y="1039344"/>
                  </a:lnTo>
                  <a:lnTo>
                    <a:pt x="1416058" y="1038512"/>
                  </a:lnTo>
                  <a:lnTo>
                    <a:pt x="1421098" y="1037531"/>
                  </a:lnTo>
                  <a:lnTo>
                    <a:pt x="1426137" y="1036348"/>
                  </a:lnTo>
                  <a:lnTo>
                    <a:pt x="1431177" y="1034956"/>
                  </a:lnTo>
                  <a:lnTo>
                    <a:pt x="1436216" y="1033340"/>
                  </a:lnTo>
                  <a:lnTo>
                    <a:pt x="1441255" y="1031478"/>
                  </a:lnTo>
                  <a:lnTo>
                    <a:pt x="1446295" y="1029348"/>
                  </a:lnTo>
                  <a:lnTo>
                    <a:pt x="1451334" y="1026927"/>
                  </a:lnTo>
                  <a:lnTo>
                    <a:pt x="1456373" y="1024184"/>
                  </a:lnTo>
                  <a:lnTo>
                    <a:pt x="1461413" y="1021039"/>
                  </a:lnTo>
                  <a:lnTo>
                    <a:pt x="1466452" y="1017527"/>
                  </a:lnTo>
                  <a:lnTo>
                    <a:pt x="1471491" y="1013632"/>
                  </a:lnTo>
                  <a:lnTo>
                    <a:pt x="1476531" y="1009333"/>
                  </a:lnTo>
                  <a:lnTo>
                    <a:pt x="1481570" y="1004615"/>
                  </a:lnTo>
                  <a:lnTo>
                    <a:pt x="1486609" y="999460"/>
                  </a:lnTo>
                  <a:lnTo>
                    <a:pt x="1491649" y="993807"/>
                  </a:lnTo>
                  <a:lnTo>
                    <a:pt x="1496688" y="987630"/>
                  </a:lnTo>
                  <a:lnTo>
                    <a:pt x="1501728" y="980970"/>
                  </a:lnTo>
                  <a:lnTo>
                    <a:pt x="1506767" y="973814"/>
                  </a:lnTo>
                  <a:lnTo>
                    <a:pt x="1511806" y="966155"/>
                  </a:lnTo>
                  <a:lnTo>
                    <a:pt x="1516846" y="957981"/>
                  </a:lnTo>
                  <a:lnTo>
                    <a:pt x="1521885" y="949286"/>
                  </a:lnTo>
                  <a:lnTo>
                    <a:pt x="1526924" y="939968"/>
                  </a:lnTo>
                  <a:lnTo>
                    <a:pt x="1531964" y="930086"/>
                  </a:lnTo>
                  <a:lnTo>
                    <a:pt x="1537003" y="919655"/>
                  </a:lnTo>
                  <a:lnTo>
                    <a:pt x="1542042" y="908670"/>
                  </a:lnTo>
                  <a:lnTo>
                    <a:pt x="1547082" y="897122"/>
                  </a:lnTo>
                  <a:lnTo>
                    <a:pt x="1552121" y="885004"/>
                  </a:lnTo>
                  <a:lnTo>
                    <a:pt x="1557160" y="872296"/>
                  </a:lnTo>
                  <a:lnTo>
                    <a:pt x="1562200" y="858891"/>
                  </a:lnTo>
                  <a:lnTo>
                    <a:pt x="1567239" y="844893"/>
                  </a:lnTo>
                  <a:lnTo>
                    <a:pt x="1572279" y="830294"/>
                  </a:lnTo>
                  <a:lnTo>
                    <a:pt x="1577318" y="815088"/>
                  </a:lnTo>
                  <a:lnTo>
                    <a:pt x="1582357" y="799270"/>
                  </a:lnTo>
                  <a:lnTo>
                    <a:pt x="1587397" y="782836"/>
                  </a:lnTo>
                  <a:lnTo>
                    <a:pt x="1592436" y="765720"/>
                  </a:lnTo>
                  <a:lnTo>
                    <a:pt x="1597475" y="747909"/>
                  </a:lnTo>
                  <a:lnTo>
                    <a:pt x="1602515" y="729478"/>
                  </a:lnTo>
                  <a:lnTo>
                    <a:pt x="1607554" y="710429"/>
                  </a:lnTo>
                  <a:lnTo>
                    <a:pt x="1612593" y="690769"/>
                  </a:lnTo>
                  <a:lnTo>
                    <a:pt x="1617633" y="670507"/>
                  </a:lnTo>
                  <a:lnTo>
                    <a:pt x="1622672" y="649654"/>
                  </a:lnTo>
                  <a:lnTo>
                    <a:pt x="1627711" y="628136"/>
                  </a:lnTo>
                  <a:lnTo>
                    <a:pt x="1632751" y="606046"/>
                  </a:lnTo>
                  <a:lnTo>
                    <a:pt x="1637790" y="583439"/>
                  </a:lnTo>
                  <a:lnTo>
                    <a:pt x="1642830" y="560344"/>
                  </a:lnTo>
                  <a:lnTo>
                    <a:pt x="1647869" y="536795"/>
                  </a:lnTo>
                  <a:lnTo>
                    <a:pt x="1652908" y="512831"/>
                  </a:lnTo>
                  <a:lnTo>
                    <a:pt x="1657948" y="488486"/>
                  </a:lnTo>
                  <a:lnTo>
                    <a:pt x="1662987" y="463774"/>
                  </a:lnTo>
                  <a:lnTo>
                    <a:pt x="1668026" y="438823"/>
                  </a:lnTo>
                  <a:lnTo>
                    <a:pt x="1673066" y="413694"/>
                  </a:lnTo>
                  <a:lnTo>
                    <a:pt x="1678105" y="388456"/>
                  </a:lnTo>
                  <a:lnTo>
                    <a:pt x="1683144" y="363179"/>
                  </a:lnTo>
                  <a:lnTo>
                    <a:pt x="1688184" y="337941"/>
                  </a:lnTo>
                  <a:lnTo>
                    <a:pt x="1693223" y="312846"/>
                  </a:lnTo>
                  <a:lnTo>
                    <a:pt x="1698262" y="288022"/>
                  </a:lnTo>
                  <a:lnTo>
                    <a:pt x="1703302" y="263547"/>
                  </a:lnTo>
                  <a:lnTo>
                    <a:pt x="1708341" y="239516"/>
                  </a:lnTo>
                  <a:lnTo>
                    <a:pt x="1713380" y="216030"/>
                  </a:lnTo>
                  <a:lnTo>
                    <a:pt x="1718420" y="193186"/>
                  </a:lnTo>
                  <a:lnTo>
                    <a:pt x="1723459" y="171087"/>
                  </a:lnTo>
                  <a:lnTo>
                    <a:pt x="1728499" y="149994"/>
                  </a:lnTo>
                  <a:lnTo>
                    <a:pt x="1733538" y="129945"/>
                  </a:lnTo>
                  <a:lnTo>
                    <a:pt x="1738577" y="110990"/>
                  </a:lnTo>
                  <a:lnTo>
                    <a:pt x="1743617" y="93221"/>
                  </a:lnTo>
                  <a:lnTo>
                    <a:pt x="1748656" y="76727"/>
                  </a:lnTo>
                  <a:lnTo>
                    <a:pt x="1753695" y="61590"/>
                  </a:lnTo>
                  <a:lnTo>
                    <a:pt x="1758735" y="47916"/>
                  </a:lnTo>
                  <a:lnTo>
                    <a:pt x="1763774" y="36063"/>
                  </a:lnTo>
                  <a:lnTo>
                    <a:pt x="1768813" y="25805"/>
                  </a:lnTo>
                  <a:lnTo>
                    <a:pt x="1773853" y="17192"/>
                  </a:lnTo>
                  <a:lnTo>
                    <a:pt x="1778892" y="10261"/>
                  </a:lnTo>
                  <a:lnTo>
                    <a:pt x="1783931" y="5046"/>
                  </a:lnTo>
                  <a:lnTo>
                    <a:pt x="1788971" y="1569"/>
                  </a:lnTo>
                  <a:lnTo>
                    <a:pt x="1794010" y="0"/>
                  </a:lnTo>
                  <a:lnTo>
                    <a:pt x="1799050" y="403"/>
                  </a:lnTo>
                  <a:lnTo>
                    <a:pt x="1804089" y="2550"/>
                  </a:lnTo>
                  <a:lnTo>
                    <a:pt x="1809128" y="6419"/>
                  </a:lnTo>
                  <a:lnTo>
                    <a:pt x="1814168" y="11984"/>
                  </a:lnTo>
                  <a:lnTo>
                    <a:pt x="1819207" y="19212"/>
                  </a:lnTo>
                  <a:lnTo>
                    <a:pt x="1824246" y="28061"/>
                  </a:lnTo>
                  <a:lnTo>
                    <a:pt x="1829286" y="38724"/>
                  </a:lnTo>
                  <a:lnTo>
                    <a:pt x="1834325" y="50964"/>
                  </a:lnTo>
                  <a:lnTo>
                    <a:pt x="1839364" y="64633"/>
                  </a:lnTo>
                  <a:lnTo>
                    <a:pt x="1844404" y="79669"/>
                  </a:lnTo>
                  <a:lnTo>
                    <a:pt x="1849443" y="96005"/>
                  </a:lnTo>
                  <a:lnTo>
                    <a:pt x="1854482" y="113570"/>
                  </a:lnTo>
                  <a:lnTo>
                    <a:pt x="1859522" y="132312"/>
                  </a:lnTo>
                  <a:lnTo>
                    <a:pt x="1864561" y="152331"/>
                  </a:lnTo>
                  <a:lnTo>
                    <a:pt x="1869601" y="173323"/>
                  </a:lnTo>
                  <a:lnTo>
                    <a:pt x="1874640" y="195215"/>
                  </a:lnTo>
                  <a:lnTo>
                    <a:pt x="1879679" y="217930"/>
                  </a:lnTo>
                  <a:lnTo>
                    <a:pt x="1884719" y="241395"/>
                  </a:lnTo>
                  <a:lnTo>
                    <a:pt x="1889758" y="265534"/>
                  </a:lnTo>
                  <a:lnTo>
                    <a:pt x="1894797" y="290314"/>
                  </a:lnTo>
                  <a:lnTo>
                    <a:pt x="1899837" y="315650"/>
                  </a:lnTo>
                  <a:lnTo>
                    <a:pt x="1904876" y="341390"/>
                  </a:lnTo>
                  <a:lnTo>
                    <a:pt x="1909915" y="367458"/>
                  </a:lnTo>
                  <a:lnTo>
                    <a:pt x="1914955" y="393777"/>
                  </a:lnTo>
                  <a:lnTo>
                    <a:pt x="1919994" y="420271"/>
                  </a:lnTo>
                  <a:lnTo>
                    <a:pt x="1925033" y="446863"/>
                  </a:lnTo>
                  <a:lnTo>
                    <a:pt x="1930073" y="473466"/>
                  </a:lnTo>
                  <a:lnTo>
                    <a:pt x="1935112" y="499979"/>
                  </a:lnTo>
                  <a:lnTo>
                    <a:pt x="1940151" y="526333"/>
                  </a:lnTo>
                  <a:lnTo>
                    <a:pt x="1945191" y="552458"/>
                  </a:lnTo>
                  <a:lnTo>
                    <a:pt x="1950230" y="578290"/>
                  </a:lnTo>
                  <a:lnTo>
                    <a:pt x="1955270" y="603766"/>
                  </a:lnTo>
                  <a:lnTo>
                    <a:pt x="1960309" y="628824"/>
                  </a:lnTo>
                  <a:lnTo>
                    <a:pt x="1965348" y="653301"/>
                  </a:lnTo>
                  <a:lnTo>
                    <a:pt x="1970388" y="677235"/>
                  </a:lnTo>
                  <a:lnTo>
                    <a:pt x="1975427" y="700585"/>
                  </a:lnTo>
                  <a:lnTo>
                    <a:pt x="1980466" y="723310"/>
                  </a:lnTo>
                  <a:lnTo>
                    <a:pt x="1985506" y="745378"/>
                  </a:lnTo>
                  <a:lnTo>
                    <a:pt x="1990545" y="766757"/>
                  </a:lnTo>
                  <a:lnTo>
                    <a:pt x="1995584" y="787359"/>
                  </a:lnTo>
                  <a:lnTo>
                    <a:pt x="2000624" y="807115"/>
                  </a:lnTo>
                  <a:lnTo>
                    <a:pt x="2005663" y="826103"/>
                  </a:lnTo>
                  <a:lnTo>
                    <a:pt x="2010702" y="844308"/>
                  </a:lnTo>
                  <a:lnTo>
                    <a:pt x="2015742" y="861719"/>
                  </a:lnTo>
                  <a:lnTo>
                    <a:pt x="2020781" y="878326"/>
                  </a:lnTo>
                  <a:lnTo>
                    <a:pt x="2025821" y="894122"/>
                  </a:lnTo>
                  <a:lnTo>
                    <a:pt x="2030860" y="908980"/>
                  </a:lnTo>
                  <a:lnTo>
                    <a:pt x="2035899" y="922972"/>
                  </a:lnTo>
                  <a:lnTo>
                    <a:pt x="2040939" y="936155"/>
                  </a:lnTo>
                  <a:lnTo>
                    <a:pt x="2045978" y="948536"/>
                  </a:lnTo>
                  <a:lnTo>
                    <a:pt x="2051017" y="960125"/>
                  </a:lnTo>
                  <a:lnTo>
                    <a:pt x="2056057" y="970937"/>
                  </a:lnTo>
                  <a:lnTo>
                    <a:pt x="2061096" y="980983"/>
                  </a:lnTo>
                  <a:lnTo>
                    <a:pt x="2066135" y="990144"/>
                  </a:lnTo>
                  <a:lnTo>
                    <a:pt x="2071175" y="998605"/>
                  </a:lnTo>
                  <a:lnTo>
                    <a:pt x="2076214" y="1006396"/>
                  </a:lnTo>
                  <a:lnTo>
                    <a:pt x="2081253" y="1013547"/>
                  </a:lnTo>
                  <a:lnTo>
                    <a:pt x="2086293" y="1020093"/>
                  </a:lnTo>
                  <a:lnTo>
                    <a:pt x="2091332" y="1026070"/>
                  </a:lnTo>
                  <a:lnTo>
                    <a:pt x="2096372" y="1031476"/>
                  </a:lnTo>
                  <a:lnTo>
                    <a:pt x="2101411" y="1036338"/>
                  </a:lnTo>
                  <a:lnTo>
                    <a:pt x="2106450" y="1040765"/>
                  </a:lnTo>
                  <a:lnTo>
                    <a:pt x="2111490" y="1044794"/>
                  </a:lnTo>
                  <a:lnTo>
                    <a:pt x="2116529" y="1048462"/>
                  </a:lnTo>
                  <a:lnTo>
                    <a:pt x="2121568" y="1051804"/>
                  </a:lnTo>
                  <a:lnTo>
                    <a:pt x="2126608" y="1054852"/>
                  </a:lnTo>
                  <a:lnTo>
                    <a:pt x="2131647" y="1057604"/>
                  </a:lnTo>
                  <a:lnTo>
                    <a:pt x="2136686" y="1060119"/>
                  </a:lnTo>
                  <a:lnTo>
                    <a:pt x="2141726" y="1062436"/>
                  </a:lnTo>
                  <a:lnTo>
                    <a:pt x="2146765" y="1064575"/>
                  </a:lnTo>
                  <a:lnTo>
                    <a:pt x="2151804" y="1066556"/>
                  </a:lnTo>
                  <a:lnTo>
                    <a:pt x="2156844" y="1068392"/>
                  </a:lnTo>
                  <a:lnTo>
                    <a:pt x="2161883" y="1070098"/>
                  </a:lnTo>
                  <a:lnTo>
                    <a:pt x="2166923" y="1071661"/>
                  </a:lnTo>
                  <a:lnTo>
                    <a:pt x="2171962" y="1073117"/>
                  </a:lnTo>
                  <a:lnTo>
                    <a:pt x="2177001" y="1074472"/>
                  </a:lnTo>
                  <a:lnTo>
                    <a:pt x="2182041" y="1075730"/>
                  </a:lnTo>
                  <a:lnTo>
                    <a:pt x="2187080" y="1076897"/>
                  </a:lnTo>
                  <a:lnTo>
                    <a:pt x="2192119" y="1077974"/>
                  </a:lnTo>
                  <a:lnTo>
                    <a:pt x="2197159" y="1078960"/>
                  </a:lnTo>
                  <a:lnTo>
                    <a:pt x="2202198" y="1079853"/>
                  </a:lnTo>
                  <a:lnTo>
                    <a:pt x="2207237" y="1080668"/>
                  </a:lnTo>
                  <a:lnTo>
                    <a:pt x="2212277" y="1081406"/>
                  </a:lnTo>
                  <a:lnTo>
                    <a:pt x="2217316" y="1082073"/>
                  </a:lnTo>
                  <a:lnTo>
                    <a:pt x="2222355" y="1082670"/>
                  </a:lnTo>
                  <a:lnTo>
                    <a:pt x="2227395" y="1083202"/>
                  </a:lnTo>
                  <a:lnTo>
                    <a:pt x="2232434" y="1083664"/>
                  </a:lnTo>
                  <a:lnTo>
                    <a:pt x="2237473" y="1084067"/>
                  </a:lnTo>
                  <a:lnTo>
                    <a:pt x="2242513" y="1084418"/>
                  </a:lnTo>
                  <a:lnTo>
                    <a:pt x="2247552" y="1084722"/>
                  </a:lnTo>
                  <a:lnTo>
                    <a:pt x="2252592" y="1084984"/>
                  </a:lnTo>
                  <a:lnTo>
                    <a:pt x="2257631" y="1085207"/>
                  </a:lnTo>
                  <a:lnTo>
                    <a:pt x="2262670" y="1085396"/>
                  </a:lnTo>
                  <a:lnTo>
                    <a:pt x="2267710" y="1085548"/>
                  </a:lnTo>
                  <a:lnTo>
                    <a:pt x="2272749" y="1085676"/>
                  </a:lnTo>
                  <a:lnTo>
                    <a:pt x="2277788" y="1085781"/>
                  </a:lnTo>
                  <a:lnTo>
                    <a:pt x="2282828" y="1085868"/>
                  </a:lnTo>
                  <a:lnTo>
                    <a:pt x="2287867" y="1085939"/>
                  </a:lnTo>
                  <a:lnTo>
                    <a:pt x="2292906" y="1085996"/>
                  </a:lnTo>
                  <a:lnTo>
                    <a:pt x="2297946" y="1086041"/>
                  </a:lnTo>
                  <a:lnTo>
                    <a:pt x="2302985" y="1086076"/>
                  </a:lnTo>
                  <a:lnTo>
                    <a:pt x="2308024" y="1086103"/>
                  </a:lnTo>
                  <a:lnTo>
                    <a:pt x="2313064" y="1086125"/>
                  </a:lnTo>
                  <a:lnTo>
                    <a:pt x="2318103" y="1086142"/>
                  </a:lnTo>
                  <a:lnTo>
                    <a:pt x="2323143" y="1086155"/>
                  </a:lnTo>
                  <a:lnTo>
                    <a:pt x="2328182" y="1086165"/>
                  </a:lnTo>
                  <a:lnTo>
                    <a:pt x="2333221" y="1086172"/>
                  </a:lnTo>
                  <a:lnTo>
                    <a:pt x="2338261" y="1086177"/>
                  </a:lnTo>
                  <a:lnTo>
                    <a:pt x="2343300" y="1086181"/>
                  </a:lnTo>
                  <a:lnTo>
                    <a:pt x="2348339" y="1086184"/>
                  </a:lnTo>
                  <a:lnTo>
                    <a:pt x="2353379" y="1086186"/>
                  </a:lnTo>
                  <a:lnTo>
                    <a:pt x="2358418" y="1086188"/>
                  </a:lnTo>
                  <a:lnTo>
                    <a:pt x="2363457" y="1086189"/>
                  </a:lnTo>
                  <a:lnTo>
                    <a:pt x="2368497" y="1086190"/>
                  </a:lnTo>
                  <a:lnTo>
                    <a:pt x="2373536" y="1086190"/>
                  </a:lnTo>
                  <a:lnTo>
                    <a:pt x="2378575" y="1086191"/>
                  </a:lnTo>
                  <a:lnTo>
                    <a:pt x="2383615" y="1086191"/>
                  </a:lnTo>
                  <a:lnTo>
                    <a:pt x="2388654" y="1086191"/>
                  </a:lnTo>
                  <a:lnTo>
                    <a:pt x="2393694" y="1086191"/>
                  </a:lnTo>
                  <a:lnTo>
                    <a:pt x="2398733" y="1086191"/>
                  </a:lnTo>
                  <a:lnTo>
                    <a:pt x="2403772" y="1086192"/>
                  </a:lnTo>
                  <a:lnTo>
                    <a:pt x="2408812" y="1086192"/>
                  </a:lnTo>
                  <a:lnTo>
                    <a:pt x="2413851" y="1086192"/>
                  </a:lnTo>
                  <a:lnTo>
                    <a:pt x="2418890" y="1086192"/>
                  </a:lnTo>
                  <a:lnTo>
                    <a:pt x="2423930" y="1086192"/>
                  </a:lnTo>
                  <a:lnTo>
                    <a:pt x="2428969" y="1086192"/>
                  </a:lnTo>
                  <a:lnTo>
                    <a:pt x="2434008" y="1086192"/>
                  </a:lnTo>
                  <a:lnTo>
                    <a:pt x="2439048" y="1086192"/>
                  </a:lnTo>
                  <a:lnTo>
                    <a:pt x="2444087" y="1086192"/>
                  </a:lnTo>
                  <a:lnTo>
                    <a:pt x="2449126" y="1086192"/>
                  </a:lnTo>
                  <a:lnTo>
                    <a:pt x="2454166" y="1086192"/>
                  </a:lnTo>
                  <a:lnTo>
                    <a:pt x="2459205" y="1086192"/>
                  </a:lnTo>
                  <a:lnTo>
                    <a:pt x="2464245" y="1086192"/>
                  </a:lnTo>
                  <a:lnTo>
                    <a:pt x="2469284" y="1086192"/>
                  </a:lnTo>
                  <a:lnTo>
                    <a:pt x="2474323" y="1086192"/>
                  </a:lnTo>
                  <a:lnTo>
                    <a:pt x="2479363" y="1086192"/>
                  </a:lnTo>
                  <a:lnTo>
                    <a:pt x="2484402" y="1086192"/>
                  </a:lnTo>
                  <a:lnTo>
                    <a:pt x="2489441" y="1086192"/>
                  </a:lnTo>
                  <a:lnTo>
                    <a:pt x="2494481" y="1086192"/>
                  </a:lnTo>
                  <a:lnTo>
                    <a:pt x="2499520" y="1086192"/>
                  </a:lnTo>
                  <a:lnTo>
                    <a:pt x="2504559" y="1086192"/>
                  </a:lnTo>
                  <a:lnTo>
                    <a:pt x="2509599" y="1086192"/>
                  </a:lnTo>
                  <a:lnTo>
                    <a:pt x="2514638" y="1086192"/>
                  </a:lnTo>
                  <a:lnTo>
                    <a:pt x="2519677" y="1086192"/>
                  </a:lnTo>
                  <a:lnTo>
                    <a:pt x="2524717" y="1086192"/>
                  </a:lnTo>
                  <a:lnTo>
                    <a:pt x="2529756" y="1086192"/>
                  </a:lnTo>
                  <a:lnTo>
                    <a:pt x="2534795" y="1086192"/>
                  </a:lnTo>
                  <a:lnTo>
                    <a:pt x="2539835" y="1086192"/>
                  </a:lnTo>
                  <a:lnTo>
                    <a:pt x="2544874" y="1086192"/>
                  </a:lnTo>
                  <a:lnTo>
                    <a:pt x="2549914" y="1086192"/>
                  </a:lnTo>
                  <a:lnTo>
                    <a:pt x="2554953" y="1086192"/>
                  </a:lnTo>
                  <a:lnTo>
                    <a:pt x="2559992" y="1086192"/>
                  </a:lnTo>
                  <a:lnTo>
                    <a:pt x="2565032" y="1086192"/>
                  </a:lnTo>
                  <a:lnTo>
                    <a:pt x="2570071" y="1086192"/>
                  </a:lnTo>
                  <a:lnTo>
                    <a:pt x="2575110" y="1086192"/>
                  </a:lnTo>
                  <a:lnTo>
                    <a:pt x="2570071" y="1086192"/>
                  </a:lnTo>
                  <a:lnTo>
                    <a:pt x="2565032" y="1086192"/>
                  </a:lnTo>
                  <a:lnTo>
                    <a:pt x="2559992" y="1086192"/>
                  </a:lnTo>
                  <a:lnTo>
                    <a:pt x="2554953" y="1086192"/>
                  </a:lnTo>
                  <a:lnTo>
                    <a:pt x="2549914" y="1086192"/>
                  </a:lnTo>
                  <a:lnTo>
                    <a:pt x="2544874" y="1086192"/>
                  </a:lnTo>
                  <a:lnTo>
                    <a:pt x="2539835" y="1086192"/>
                  </a:lnTo>
                  <a:lnTo>
                    <a:pt x="2534795" y="1086192"/>
                  </a:lnTo>
                  <a:lnTo>
                    <a:pt x="2529756" y="1086192"/>
                  </a:lnTo>
                  <a:lnTo>
                    <a:pt x="2524717" y="1086192"/>
                  </a:lnTo>
                  <a:lnTo>
                    <a:pt x="2519677" y="1086192"/>
                  </a:lnTo>
                  <a:lnTo>
                    <a:pt x="2514638" y="1086192"/>
                  </a:lnTo>
                  <a:lnTo>
                    <a:pt x="2509599" y="1086192"/>
                  </a:lnTo>
                  <a:lnTo>
                    <a:pt x="2504559" y="1086192"/>
                  </a:lnTo>
                  <a:lnTo>
                    <a:pt x="2499520" y="1086192"/>
                  </a:lnTo>
                  <a:lnTo>
                    <a:pt x="2494481" y="1086192"/>
                  </a:lnTo>
                  <a:lnTo>
                    <a:pt x="2489441" y="1086192"/>
                  </a:lnTo>
                  <a:lnTo>
                    <a:pt x="2484402" y="1086192"/>
                  </a:lnTo>
                  <a:lnTo>
                    <a:pt x="2479363" y="1086192"/>
                  </a:lnTo>
                  <a:lnTo>
                    <a:pt x="2474323" y="1086192"/>
                  </a:lnTo>
                  <a:lnTo>
                    <a:pt x="2469284" y="1086192"/>
                  </a:lnTo>
                  <a:lnTo>
                    <a:pt x="2464245" y="1086192"/>
                  </a:lnTo>
                  <a:lnTo>
                    <a:pt x="2459205" y="1086192"/>
                  </a:lnTo>
                  <a:lnTo>
                    <a:pt x="2454166" y="1086192"/>
                  </a:lnTo>
                  <a:lnTo>
                    <a:pt x="2449126" y="1086192"/>
                  </a:lnTo>
                  <a:lnTo>
                    <a:pt x="2444087" y="1086192"/>
                  </a:lnTo>
                  <a:lnTo>
                    <a:pt x="2439048" y="1086192"/>
                  </a:lnTo>
                  <a:lnTo>
                    <a:pt x="2434008" y="1086192"/>
                  </a:lnTo>
                  <a:lnTo>
                    <a:pt x="2428969" y="1086192"/>
                  </a:lnTo>
                  <a:lnTo>
                    <a:pt x="2423930" y="1086192"/>
                  </a:lnTo>
                  <a:lnTo>
                    <a:pt x="2418890" y="1086192"/>
                  </a:lnTo>
                  <a:lnTo>
                    <a:pt x="2413851" y="1086192"/>
                  </a:lnTo>
                  <a:lnTo>
                    <a:pt x="2408812" y="1086192"/>
                  </a:lnTo>
                  <a:lnTo>
                    <a:pt x="2403772" y="1086192"/>
                  </a:lnTo>
                  <a:lnTo>
                    <a:pt x="2398733" y="1086192"/>
                  </a:lnTo>
                  <a:lnTo>
                    <a:pt x="2393694" y="1086192"/>
                  </a:lnTo>
                  <a:lnTo>
                    <a:pt x="2388654" y="1086192"/>
                  </a:lnTo>
                  <a:lnTo>
                    <a:pt x="2383615" y="1086192"/>
                  </a:lnTo>
                  <a:lnTo>
                    <a:pt x="2378575" y="1086192"/>
                  </a:lnTo>
                  <a:lnTo>
                    <a:pt x="2373536" y="1086192"/>
                  </a:lnTo>
                  <a:lnTo>
                    <a:pt x="2368497" y="1086192"/>
                  </a:lnTo>
                  <a:lnTo>
                    <a:pt x="2363457" y="1086192"/>
                  </a:lnTo>
                  <a:lnTo>
                    <a:pt x="2358418" y="1086192"/>
                  </a:lnTo>
                  <a:lnTo>
                    <a:pt x="2353379" y="1086192"/>
                  </a:lnTo>
                  <a:lnTo>
                    <a:pt x="2348339" y="1086192"/>
                  </a:lnTo>
                  <a:lnTo>
                    <a:pt x="2343300" y="1086192"/>
                  </a:lnTo>
                  <a:lnTo>
                    <a:pt x="2338261" y="1086192"/>
                  </a:lnTo>
                  <a:lnTo>
                    <a:pt x="2333221" y="1086192"/>
                  </a:lnTo>
                  <a:lnTo>
                    <a:pt x="2328182" y="1086192"/>
                  </a:lnTo>
                  <a:lnTo>
                    <a:pt x="2323143" y="1086192"/>
                  </a:lnTo>
                  <a:lnTo>
                    <a:pt x="2318103" y="1086192"/>
                  </a:lnTo>
                  <a:lnTo>
                    <a:pt x="2313064" y="1086192"/>
                  </a:lnTo>
                  <a:lnTo>
                    <a:pt x="2308024" y="1086192"/>
                  </a:lnTo>
                  <a:lnTo>
                    <a:pt x="2302985" y="1086192"/>
                  </a:lnTo>
                  <a:lnTo>
                    <a:pt x="2297946" y="1086192"/>
                  </a:lnTo>
                  <a:lnTo>
                    <a:pt x="2292906" y="1086192"/>
                  </a:lnTo>
                  <a:lnTo>
                    <a:pt x="2287867" y="1086192"/>
                  </a:lnTo>
                  <a:lnTo>
                    <a:pt x="2282828" y="1086192"/>
                  </a:lnTo>
                  <a:lnTo>
                    <a:pt x="2277788" y="1086192"/>
                  </a:lnTo>
                  <a:lnTo>
                    <a:pt x="2272749" y="1086192"/>
                  </a:lnTo>
                  <a:lnTo>
                    <a:pt x="2267710" y="1086192"/>
                  </a:lnTo>
                  <a:lnTo>
                    <a:pt x="2262670" y="1086192"/>
                  </a:lnTo>
                  <a:lnTo>
                    <a:pt x="2257631" y="1086192"/>
                  </a:lnTo>
                  <a:lnTo>
                    <a:pt x="2252592" y="1086192"/>
                  </a:lnTo>
                  <a:lnTo>
                    <a:pt x="2247552" y="1086192"/>
                  </a:lnTo>
                  <a:lnTo>
                    <a:pt x="2242513" y="1086192"/>
                  </a:lnTo>
                  <a:lnTo>
                    <a:pt x="2237473" y="1086192"/>
                  </a:lnTo>
                  <a:lnTo>
                    <a:pt x="2232434" y="1086192"/>
                  </a:lnTo>
                  <a:lnTo>
                    <a:pt x="2227395" y="1086192"/>
                  </a:lnTo>
                  <a:lnTo>
                    <a:pt x="2222355" y="1086192"/>
                  </a:lnTo>
                  <a:lnTo>
                    <a:pt x="2217316" y="1086192"/>
                  </a:lnTo>
                  <a:lnTo>
                    <a:pt x="2212277" y="1086192"/>
                  </a:lnTo>
                  <a:lnTo>
                    <a:pt x="2207237" y="1086192"/>
                  </a:lnTo>
                  <a:lnTo>
                    <a:pt x="2202198" y="1086192"/>
                  </a:lnTo>
                  <a:lnTo>
                    <a:pt x="2197159" y="1086192"/>
                  </a:lnTo>
                  <a:lnTo>
                    <a:pt x="2192119" y="1086192"/>
                  </a:lnTo>
                  <a:lnTo>
                    <a:pt x="2187080" y="1086192"/>
                  </a:lnTo>
                  <a:lnTo>
                    <a:pt x="2182041" y="1086192"/>
                  </a:lnTo>
                  <a:lnTo>
                    <a:pt x="2177001" y="1086192"/>
                  </a:lnTo>
                  <a:lnTo>
                    <a:pt x="2171962" y="1086192"/>
                  </a:lnTo>
                  <a:lnTo>
                    <a:pt x="2166923" y="1086192"/>
                  </a:lnTo>
                  <a:lnTo>
                    <a:pt x="2161883" y="1086192"/>
                  </a:lnTo>
                  <a:lnTo>
                    <a:pt x="2156844" y="1086192"/>
                  </a:lnTo>
                  <a:lnTo>
                    <a:pt x="2151804" y="1086192"/>
                  </a:lnTo>
                  <a:lnTo>
                    <a:pt x="2146765" y="1086192"/>
                  </a:lnTo>
                  <a:lnTo>
                    <a:pt x="2141726" y="1086192"/>
                  </a:lnTo>
                  <a:lnTo>
                    <a:pt x="2136686" y="1086192"/>
                  </a:lnTo>
                  <a:lnTo>
                    <a:pt x="2131647" y="1086192"/>
                  </a:lnTo>
                  <a:lnTo>
                    <a:pt x="2126608" y="1086192"/>
                  </a:lnTo>
                  <a:lnTo>
                    <a:pt x="2121568" y="1086192"/>
                  </a:lnTo>
                  <a:lnTo>
                    <a:pt x="2116529" y="1086192"/>
                  </a:lnTo>
                  <a:lnTo>
                    <a:pt x="2111490" y="1086192"/>
                  </a:lnTo>
                  <a:lnTo>
                    <a:pt x="2106450" y="1086192"/>
                  </a:lnTo>
                  <a:lnTo>
                    <a:pt x="2101411" y="1086192"/>
                  </a:lnTo>
                  <a:lnTo>
                    <a:pt x="2096372" y="1086192"/>
                  </a:lnTo>
                  <a:lnTo>
                    <a:pt x="2091332" y="1086192"/>
                  </a:lnTo>
                  <a:lnTo>
                    <a:pt x="2086293" y="1086192"/>
                  </a:lnTo>
                  <a:lnTo>
                    <a:pt x="2081253" y="1086192"/>
                  </a:lnTo>
                  <a:lnTo>
                    <a:pt x="2076214" y="1086192"/>
                  </a:lnTo>
                  <a:lnTo>
                    <a:pt x="2071175" y="1086192"/>
                  </a:lnTo>
                  <a:lnTo>
                    <a:pt x="2066135" y="1086192"/>
                  </a:lnTo>
                  <a:lnTo>
                    <a:pt x="2061096" y="1086192"/>
                  </a:lnTo>
                  <a:lnTo>
                    <a:pt x="2056057" y="1086192"/>
                  </a:lnTo>
                  <a:lnTo>
                    <a:pt x="2051017" y="1086192"/>
                  </a:lnTo>
                  <a:lnTo>
                    <a:pt x="2045978" y="1086192"/>
                  </a:lnTo>
                  <a:lnTo>
                    <a:pt x="2040939" y="1086192"/>
                  </a:lnTo>
                  <a:lnTo>
                    <a:pt x="2035899" y="1086192"/>
                  </a:lnTo>
                  <a:lnTo>
                    <a:pt x="2030860" y="1086192"/>
                  </a:lnTo>
                  <a:lnTo>
                    <a:pt x="2025821" y="1086192"/>
                  </a:lnTo>
                  <a:lnTo>
                    <a:pt x="2020781" y="1086192"/>
                  </a:lnTo>
                  <a:lnTo>
                    <a:pt x="2015742" y="1086192"/>
                  </a:lnTo>
                  <a:lnTo>
                    <a:pt x="2010702" y="1086192"/>
                  </a:lnTo>
                  <a:lnTo>
                    <a:pt x="2005663" y="1086192"/>
                  </a:lnTo>
                  <a:lnTo>
                    <a:pt x="2000624" y="1086192"/>
                  </a:lnTo>
                  <a:lnTo>
                    <a:pt x="1995584" y="1086192"/>
                  </a:lnTo>
                  <a:lnTo>
                    <a:pt x="1990545" y="1086192"/>
                  </a:lnTo>
                  <a:lnTo>
                    <a:pt x="1985506" y="1086192"/>
                  </a:lnTo>
                  <a:lnTo>
                    <a:pt x="1980466" y="1086192"/>
                  </a:lnTo>
                  <a:lnTo>
                    <a:pt x="1975427" y="1086192"/>
                  </a:lnTo>
                  <a:lnTo>
                    <a:pt x="1970388" y="1086192"/>
                  </a:lnTo>
                  <a:lnTo>
                    <a:pt x="1965348" y="1086192"/>
                  </a:lnTo>
                  <a:lnTo>
                    <a:pt x="1960309" y="1086192"/>
                  </a:lnTo>
                  <a:lnTo>
                    <a:pt x="1955270" y="1086192"/>
                  </a:lnTo>
                  <a:lnTo>
                    <a:pt x="1950230" y="1086192"/>
                  </a:lnTo>
                  <a:lnTo>
                    <a:pt x="1945191" y="1086192"/>
                  </a:lnTo>
                  <a:lnTo>
                    <a:pt x="1940151" y="1086192"/>
                  </a:lnTo>
                  <a:lnTo>
                    <a:pt x="1935112" y="1086192"/>
                  </a:lnTo>
                  <a:lnTo>
                    <a:pt x="1930073" y="1086192"/>
                  </a:lnTo>
                  <a:lnTo>
                    <a:pt x="1925033" y="1086192"/>
                  </a:lnTo>
                  <a:lnTo>
                    <a:pt x="1919994" y="1086192"/>
                  </a:lnTo>
                  <a:lnTo>
                    <a:pt x="1914955" y="1086192"/>
                  </a:lnTo>
                  <a:lnTo>
                    <a:pt x="1909915" y="1086192"/>
                  </a:lnTo>
                  <a:lnTo>
                    <a:pt x="1904876" y="1086192"/>
                  </a:lnTo>
                  <a:lnTo>
                    <a:pt x="1899837" y="1086192"/>
                  </a:lnTo>
                  <a:lnTo>
                    <a:pt x="1894797" y="1086192"/>
                  </a:lnTo>
                  <a:lnTo>
                    <a:pt x="1889758" y="1086192"/>
                  </a:lnTo>
                  <a:lnTo>
                    <a:pt x="1884719" y="1086192"/>
                  </a:lnTo>
                  <a:lnTo>
                    <a:pt x="1879679" y="1086192"/>
                  </a:lnTo>
                  <a:lnTo>
                    <a:pt x="1874640" y="1086192"/>
                  </a:lnTo>
                  <a:lnTo>
                    <a:pt x="1869601" y="1086192"/>
                  </a:lnTo>
                  <a:lnTo>
                    <a:pt x="1864561" y="1086192"/>
                  </a:lnTo>
                  <a:lnTo>
                    <a:pt x="1859522" y="1086192"/>
                  </a:lnTo>
                  <a:lnTo>
                    <a:pt x="1854482" y="1086192"/>
                  </a:lnTo>
                  <a:lnTo>
                    <a:pt x="1849443" y="1086192"/>
                  </a:lnTo>
                  <a:lnTo>
                    <a:pt x="1844404" y="1086192"/>
                  </a:lnTo>
                  <a:lnTo>
                    <a:pt x="1839364" y="1086192"/>
                  </a:lnTo>
                  <a:lnTo>
                    <a:pt x="1834325" y="1086192"/>
                  </a:lnTo>
                  <a:lnTo>
                    <a:pt x="1829286" y="1086192"/>
                  </a:lnTo>
                  <a:lnTo>
                    <a:pt x="1824246" y="1086192"/>
                  </a:lnTo>
                  <a:lnTo>
                    <a:pt x="1819207" y="1086192"/>
                  </a:lnTo>
                  <a:lnTo>
                    <a:pt x="1814168" y="1086192"/>
                  </a:lnTo>
                  <a:lnTo>
                    <a:pt x="1809128" y="1086192"/>
                  </a:lnTo>
                  <a:lnTo>
                    <a:pt x="1804089" y="1086192"/>
                  </a:lnTo>
                  <a:lnTo>
                    <a:pt x="1799050" y="1086192"/>
                  </a:lnTo>
                  <a:lnTo>
                    <a:pt x="1794010" y="1086192"/>
                  </a:lnTo>
                  <a:lnTo>
                    <a:pt x="1788971" y="1086192"/>
                  </a:lnTo>
                  <a:lnTo>
                    <a:pt x="1783931" y="1086192"/>
                  </a:lnTo>
                  <a:lnTo>
                    <a:pt x="1778892" y="1086192"/>
                  </a:lnTo>
                  <a:lnTo>
                    <a:pt x="1773853" y="1086192"/>
                  </a:lnTo>
                  <a:lnTo>
                    <a:pt x="1768813" y="1086192"/>
                  </a:lnTo>
                  <a:lnTo>
                    <a:pt x="1763774" y="1086192"/>
                  </a:lnTo>
                  <a:lnTo>
                    <a:pt x="1758735" y="1086192"/>
                  </a:lnTo>
                  <a:lnTo>
                    <a:pt x="1753695" y="1086192"/>
                  </a:lnTo>
                  <a:lnTo>
                    <a:pt x="1748656" y="1086192"/>
                  </a:lnTo>
                  <a:lnTo>
                    <a:pt x="1743617" y="1086192"/>
                  </a:lnTo>
                  <a:lnTo>
                    <a:pt x="1738577" y="1086192"/>
                  </a:lnTo>
                  <a:lnTo>
                    <a:pt x="1733538" y="1086192"/>
                  </a:lnTo>
                  <a:lnTo>
                    <a:pt x="1728499" y="1086192"/>
                  </a:lnTo>
                  <a:lnTo>
                    <a:pt x="1723459" y="1086192"/>
                  </a:lnTo>
                  <a:lnTo>
                    <a:pt x="1718420" y="1086192"/>
                  </a:lnTo>
                  <a:lnTo>
                    <a:pt x="1713380" y="1086192"/>
                  </a:lnTo>
                  <a:lnTo>
                    <a:pt x="1708341" y="1086192"/>
                  </a:lnTo>
                  <a:lnTo>
                    <a:pt x="1703302" y="1086192"/>
                  </a:lnTo>
                  <a:lnTo>
                    <a:pt x="1698262" y="1086192"/>
                  </a:lnTo>
                  <a:lnTo>
                    <a:pt x="1693223" y="1086192"/>
                  </a:lnTo>
                  <a:lnTo>
                    <a:pt x="1688184" y="1086192"/>
                  </a:lnTo>
                  <a:lnTo>
                    <a:pt x="1683144" y="1086192"/>
                  </a:lnTo>
                  <a:lnTo>
                    <a:pt x="1678105" y="1086192"/>
                  </a:lnTo>
                  <a:lnTo>
                    <a:pt x="1673066" y="1086192"/>
                  </a:lnTo>
                  <a:lnTo>
                    <a:pt x="1668026" y="1086192"/>
                  </a:lnTo>
                  <a:lnTo>
                    <a:pt x="1662987" y="1086192"/>
                  </a:lnTo>
                  <a:lnTo>
                    <a:pt x="1657948" y="1086192"/>
                  </a:lnTo>
                  <a:lnTo>
                    <a:pt x="1652908" y="1086192"/>
                  </a:lnTo>
                  <a:lnTo>
                    <a:pt x="1647869" y="1086192"/>
                  </a:lnTo>
                  <a:lnTo>
                    <a:pt x="1642830" y="1086192"/>
                  </a:lnTo>
                  <a:lnTo>
                    <a:pt x="1637790" y="1086192"/>
                  </a:lnTo>
                  <a:lnTo>
                    <a:pt x="1632751" y="1086192"/>
                  </a:lnTo>
                  <a:lnTo>
                    <a:pt x="1627711" y="1086192"/>
                  </a:lnTo>
                  <a:lnTo>
                    <a:pt x="1622672" y="1086192"/>
                  </a:lnTo>
                  <a:lnTo>
                    <a:pt x="1617633" y="1086192"/>
                  </a:lnTo>
                  <a:lnTo>
                    <a:pt x="1612593" y="1086192"/>
                  </a:lnTo>
                  <a:lnTo>
                    <a:pt x="1607554" y="1086192"/>
                  </a:lnTo>
                  <a:lnTo>
                    <a:pt x="1602515" y="1086192"/>
                  </a:lnTo>
                  <a:lnTo>
                    <a:pt x="1597475" y="1086192"/>
                  </a:lnTo>
                  <a:lnTo>
                    <a:pt x="1592436" y="1086192"/>
                  </a:lnTo>
                  <a:lnTo>
                    <a:pt x="1587397" y="1086192"/>
                  </a:lnTo>
                  <a:lnTo>
                    <a:pt x="1582357" y="1086192"/>
                  </a:lnTo>
                  <a:lnTo>
                    <a:pt x="1577318" y="1086192"/>
                  </a:lnTo>
                  <a:lnTo>
                    <a:pt x="1572279" y="1086192"/>
                  </a:lnTo>
                  <a:lnTo>
                    <a:pt x="1567239" y="1086192"/>
                  </a:lnTo>
                  <a:lnTo>
                    <a:pt x="1562200" y="1086192"/>
                  </a:lnTo>
                  <a:lnTo>
                    <a:pt x="1557160" y="1086192"/>
                  </a:lnTo>
                  <a:lnTo>
                    <a:pt x="1552121" y="1086192"/>
                  </a:lnTo>
                  <a:lnTo>
                    <a:pt x="1547082" y="1086192"/>
                  </a:lnTo>
                  <a:lnTo>
                    <a:pt x="1542042" y="1086192"/>
                  </a:lnTo>
                  <a:lnTo>
                    <a:pt x="1537003" y="1086192"/>
                  </a:lnTo>
                  <a:lnTo>
                    <a:pt x="1531964" y="1086192"/>
                  </a:lnTo>
                  <a:lnTo>
                    <a:pt x="1526924" y="1086192"/>
                  </a:lnTo>
                  <a:lnTo>
                    <a:pt x="1521885" y="1086192"/>
                  </a:lnTo>
                  <a:lnTo>
                    <a:pt x="1516846" y="1086192"/>
                  </a:lnTo>
                  <a:lnTo>
                    <a:pt x="1511806" y="1086192"/>
                  </a:lnTo>
                  <a:lnTo>
                    <a:pt x="1506767" y="1086192"/>
                  </a:lnTo>
                  <a:lnTo>
                    <a:pt x="1501728" y="1086192"/>
                  </a:lnTo>
                  <a:lnTo>
                    <a:pt x="1496688" y="1086192"/>
                  </a:lnTo>
                  <a:lnTo>
                    <a:pt x="1491649" y="1086192"/>
                  </a:lnTo>
                  <a:lnTo>
                    <a:pt x="1486609" y="1086192"/>
                  </a:lnTo>
                  <a:lnTo>
                    <a:pt x="1481570" y="1086192"/>
                  </a:lnTo>
                  <a:lnTo>
                    <a:pt x="1476531" y="1086192"/>
                  </a:lnTo>
                  <a:lnTo>
                    <a:pt x="1471491" y="1086192"/>
                  </a:lnTo>
                  <a:lnTo>
                    <a:pt x="1466452" y="1086192"/>
                  </a:lnTo>
                  <a:lnTo>
                    <a:pt x="1461413" y="1086192"/>
                  </a:lnTo>
                  <a:lnTo>
                    <a:pt x="1456373" y="1086192"/>
                  </a:lnTo>
                  <a:lnTo>
                    <a:pt x="1451334" y="1086192"/>
                  </a:lnTo>
                  <a:lnTo>
                    <a:pt x="1446295" y="1086192"/>
                  </a:lnTo>
                  <a:lnTo>
                    <a:pt x="1441255" y="1086192"/>
                  </a:lnTo>
                  <a:lnTo>
                    <a:pt x="1436216" y="1086192"/>
                  </a:lnTo>
                  <a:lnTo>
                    <a:pt x="1431177" y="1086192"/>
                  </a:lnTo>
                  <a:lnTo>
                    <a:pt x="1426137" y="1086192"/>
                  </a:lnTo>
                  <a:lnTo>
                    <a:pt x="1421098" y="1086192"/>
                  </a:lnTo>
                  <a:lnTo>
                    <a:pt x="1416058" y="1086192"/>
                  </a:lnTo>
                  <a:lnTo>
                    <a:pt x="1411019" y="1086192"/>
                  </a:lnTo>
                  <a:lnTo>
                    <a:pt x="1405980" y="1086192"/>
                  </a:lnTo>
                  <a:lnTo>
                    <a:pt x="1400940" y="1086192"/>
                  </a:lnTo>
                  <a:lnTo>
                    <a:pt x="1395901" y="1086192"/>
                  </a:lnTo>
                  <a:lnTo>
                    <a:pt x="1390862" y="1086192"/>
                  </a:lnTo>
                  <a:lnTo>
                    <a:pt x="1385822" y="1086192"/>
                  </a:lnTo>
                  <a:lnTo>
                    <a:pt x="1380783" y="1086192"/>
                  </a:lnTo>
                  <a:lnTo>
                    <a:pt x="1375744" y="1086192"/>
                  </a:lnTo>
                  <a:lnTo>
                    <a:pt x="1370704" y="1086192"/>
                  </a:lnTo>
                  <a:lnTo>
                    <a:pt x="1365665" y="1086192"/>
                  </a:lnTo>
                  <a:lnTo>
                    <a:pt x="1360626" y="1086192"/>
                  </a:lnTo>
                  <a:lnTo>
                    <a:pt x="1355586" y="1086192"/>
                  </a:lnTo>
                  <a:lnTo>
                    <a:pt x="1350547" y="1086192"/>
                  </a:lnTo>
                  <a:lnTo>
                    <a:pt x="1345508" y="1086192"/>
                  </a:lnTo>
                  <a:lnTo>
                    <a:pt x="1340468" y="1086192"/>
                  </a:lnTo>
                  <a:lnTo>
                    <a:pt x="1335429" y="1086192"/>
                  </a:lnTo>
                  <a:lnTo>
                    <a:pt x="1330389" y="1086192"/>
                  </a:lnTo>
                  <a:lnTo>
                    <a:pt x="1325350" y="1086192"/>
                  </a:lnTo>
                  <a:lnTo>
                    <a:pt x="1320311" y="1086192"/>
                  </a:lnTo>
                  <a:lnTo>
                    <a:pt x="1315271" y="1086192"/>
                  </a:lnTo>
                  <a:lnTo>
                    <a:pt x="1310232" y="1086192"/>
                  </a:lnTo>
                  <a:lnTo>
                    <a:pt x="1305193" y="1086192"/>
                  </a:lnTo>
                  <a:lnTo>
                    <a:pt x="1300153" y="1086192"/>
                  </a:lnTo>
                  <a:lnTo>
                    <a:pt x="1295114" y="1086192"/>
                  </a:lnTo>
                  <a:lnTo>
                    <a:pt x="1290075" y="1086192"/>
                  </a:lnTo>
                  <a:lnTo>
                    <a:pt x="1285035" y="1086192"/>
                  </a:lnTo>
                  <a:lnTo>
                    <a:pt x="1279996" y="1086192"/>
                  </a:lnTo>
                  <a:lnTo>
                    <a:pt x="1274957" y="1086192"/>
                  </a:lnTo>
                  <a:lnTo>
                    <a:pt x="1269917" y="1086192"/>
                  </a:lnTo>
                  <a:lnTo>
                    <a:pt x="1264878" y="1086192"/>
                  </a:lnTo>
                  <a:lnTo>
                    <a:pt x="1259838" y="1086192"/>
                  </a:lnTo>
                  <a:lnTo>
                    <a:pt x="1254799" y="1086192"/>
                  </a:lnTo>
                  <a:lnTo>
                    <a:pt x="1249760" y="1086192"/>
                  </a:lnTo>
                  <a:lnTo>
                    <a:pt x="1244720" y="1086192"/>
                  </a:lnTo>
                  <a:lnTo>
                    <a:pt x="1239681" y="1086192"/>
                  </a:lnTo>
                  <a:lnTo>
                    <a:pt x="1234642" y="1086192"/>
                  </a:lnTo>
                  <a:lnTo>
                    <a:pt x="1229602" y="1086192"/>
                  </a:lnTo>
                  <a:lnTo>
                    <a:pt x="1224563" y="1086192"/>
                  </a:lnTo>
                  <a:lnTo>
                    <a:pt x="1219524" y="1086192"/>
                  </a:lnTo>
                  <a:lnTo>
                    <a:pt x="1214484" y="1086192"/>
                  </a:lnTo>
                  <a:lnTo>
                    <a:pt x="1209445" y="1086192"/>
                  </a:lnTo>
                  <a:lnTo>
                    <a:pt x="1204406" y="1086192"/>
                  </a:lnTo>
                  <a:lnTo>
                    <a:pt x="1199366" y="1086192"/>
                  </a:lnTo>
                  <a:lnTo>
                    <a:pt x="1194327" y="1086192"/>
                  </a:lnTo>
                  <a:lnTo>
                    <a:pt x="1189287" y="1086192"/>
                  </a:lnTo>
                  <a:lnTo>
                    <a:pt x="1184248" y="1086192"/>
                  </a:lnTo>
                  <a:lnTo>
                    <a:pt x="1179209" y="1086192"/>
                  </a:lnTo>
                  <a:lnTo>
                    <a:pt x="1174169" y="1086192"/>
                  </a:lnTo>
                  <a:lnTo>
                    <a:pt x="1169130" y="1086192"/>
                  </a:lnTo>
                  <a:lnTo>
                    <a:pt x="1164091" y="1086192"/>
                  </a:lnTo>
                  <a:lnTo>
                    <a:pt x="1159051" y="1086192"/>
                  </a:lnTo>
                  <a:lnTo>
                    <a:pt x="1154012" y="1086192"/>
                  </a:lnTo>
                  <a:lnTo>
                    <a:pt x="1148973" y="1086192"/>
                  </a:lnTo>
                  <a:lnTo>
                    <a:pt x="1143933" y="1086192"/>
                  </a:lnTo>
                  <a:lnTo>
                    <a:pt x="1138894" y="1086192"/>
                  </a:lnTo>
                  <a:lnTo>
                    <a:pt x="1133855" y="1086192"/>
                  </a:lnTo>
                  <a:lnTo>
                    <a:pt x="1128815" y="1086192"/>
                  </a:lnTo>
                  <a:lnTo>
                    <a:pt x="1123776" y="1086192"/>
                  </a:lnTo>
                  <a:lnTo>
                    <a:pt x="1118736" y="1086192"/>
                  </a:lnTo>
                  <a:lnTo>
                    <a:pt x="1113697" y="1086192"/>
                  </a:lnTo>
                  <a:lnTo>
                    <a:pt x="1108658" y="1086192"/>
                  </a:lnTo>
                  <a:lnTo>
                    <a:pt x="1103618" y="1086192"/>
                  </a:lnTo>
                  <a:lnTo>
                    <a:pt x="1098579" y="1086192"/>
                  </a:lnTo>
                  <a:lnTo>
                    <a:pt x="1093540" y="1086192"/>
                  </a:lnTo>
                  <a:lnTo>
                    <a:pt x="1088500" y="1086192"/>
                  </a:lnTo>
                  <a:lnTo>
                    <a:pt x="1083461" y="1086192"/>
                  </a:lnTo>
                  <a:lnTo>
                    <a:pt x="1078422" y="1086192"/>
                  </a:lnTo>
                  <a:lnTo>
                    <a:pt x="1073382" y="1086192"/>
                  </a:lnTo>
                  <a:lnTo>
                    <a:pt x="1068343" y="1086192"/>
                  </a:lnTo>
                  <a:lnTo>
                    <a:pt x="1063304" y="1086192"/>
                  </a:lnTo>
                  <a:lnTo>
                    <a:pt x="1058264" y="1086192"/>
                  </a:lnTo>
                  <a:lnTo>
                    <a:pt x="1053225" y="1086192"/>
                  </a:lnTo>
                  <a:lnTo>
                    <a:pt x="1048186" y="1086192"/>
                  </a:lnTo>
                  <a:lnTo>
                    <a:pt x="1043146" y="1086192"/>
                  </a:lnTo>
                  <a:lnTo>
                    <a:pt x="1038107" y="1086192"/>
                  </a:lnTo>
                  <a:lnTo>
                    <a:pt x="1033067" y="1086192"/>
                  </a:lnTo>
                  <a:lnTo>
                    <a:pt x="1028028" y="1086192"/>
                  </a:lnTo>
                  <a:lnTo>
                    <a:pt x="1022989" y="1086192"/>
                  </a:lnTo>
                  <a:lnTo>
                    <a:pt x="1017949" y="1086192"/>
                  </a:lnTo>
                  <a:lnTo>
                    <a:pt x="1012910" y="1086192"/>
                  </a:lnTo>
                  <a:lnTo>
                    <a:pt x="1007871" y="1086192"/>
                  </a:lnTo>
                  <a:lnTo>
                    <a:pt x="1002831" y="1086192"/>
                  </a:lnTo>
                  <a:lnTo>
                    <a:pt x="997792" y="1086192"/>
                  </a:lnTo>
                  <a:lnTo>
                    <a:pt x="992753" y="1086192"/>
                  </a:lnTo>
                  <a:lnTo>
                    <a:pt x="987713" y="1086192"/>
                  </a:lnTo>
                  <a:lnTo>
                    <a:pt x="982674" y="1086192"/>
                  </a:lnTo>
                  <a:lnTo>
                    <a:pt x="977635" y="1086192"/>
                  </a:lnTo>
                  <a:lnTo>
                    <a:pt x="972595" y="1086192"/>
                  </a:lnTo>
                  <a:lnTo>
                    <a:pt x="967556" y="1086192"/>
                  </a:lnTo>
                  <a:lnTo>
                    <a:pt x="962516" y="1086192"/>
                  </a:lnTo>
                  <a:lnTo>
                    <a:pt x="957477" y="1086192"/>
                  </a:lnTo>
                  <a:lnTo>
                    <a:pt x="952438" y="1086192"/>
                  </a:lnTo>
                  <a:lnTo>
                    <a:pt x="947398" y="1086192"/>
                  </a:lnTo>
                  <a:lnTo>
                    <a:pt x="942359" y="1086192"/>
                  </a:lnTo>
                  <a:lnTo>
                    <a:pt x="937320" y="1086192"/>
                  </a:lnTo>
                  <a:lnTo>
                    <a:pt x="932280" y="1086192"/>
                  </a:lnTo>
                  <a:lnTo>
                    <a:pt x="927241" y="1086192"/>
                  </a:lnTo>
                  <a:lnTo>
                    <a:pt x="922202" y="1086192"/>
                  </a:lnTo>
                  <a:lnTo>
                    <a:pt x="917162" y="1086192"/>
                  </a:lnTo>
                  <a:lnTo>
                    <a:pt x="912123" y="1086192"/>
                  </a:lnTo>
                  <a:lnTo>
                    <a:pt x="907084" y="1086192"/>
                  </a:lnTo>
                  <a:lnTo>
                    <a:pt x="902044" y="1086192"/>
                  </a:lnTo>
                  <a:lnTo>
                    <a:pt x="897005" y="1086192"/>
                  </a:lnTo>
                  <a:lnTo>
                    <a:pt x="891965" y="1086192"/>
                  </a:lnTo>
                  <a:lnTo>
                    <a:pt x="886926" y="1086192"/>
                  </a:lnTo>
                  <a:lnTo>
                    <a:pt x="881887" y="1086192"/>
                  </a:lnTo>
                  <a:lnTo>
                    <a:pt x="876847" y="1086192"/>
                  </a:lnTo>
                  <a:lnTo>
                    <a:pt x="871808" y="1086192"/>
                  </a:lnTo>
                  <a:lnTo>
                    <a:pt x="866769" y="1086192"/>
                  </a:lnTo>
                  <a:lnTo>
                    <a:pt x="861729" y="1086192"/>
                  </a:lnTo>
                  <a:lnTo>
                    <a:pt x="856690" y="1086192"/>
                  </a:lnTo>
                  <a:lnTo>
                    <a:pt x="851651" y="1086192"/>
                  </a:lnTo>
                  <a:lnTo>
                    <a:pt x="846611" y="1086192"/>
                  </a:lnTo>
                  <a:lnTo>
                    <a:pt x="841572" y="1086192"/>
                  </a:lnTo>
                  <a:lnTo>
                    <a:pt x="836533" y="1086192"/>
                  </a:lnTo>
                  <a:lnTo>
                    <a:pt x="831493" y="1086192"/>
                  </a:lnTo>
                  <a:lnTo>
                    <a:pt x="826454" y="1086192"/>
                  </a:lnTo>
                  <a:lnTo>
                    <a:pt x="821415" y="1086192"/>
                  </a:lnTo>
                  <a:lnTo>
                    <a:pt x="816375" y="1086192"/>
                  </a:lnTo>
                  <a:lnTo>
                    <a:pt x="811336" y="1086192"/>
                  </a:lnTo>
                  <a:lnTo>
                    <a:pt x="806296" y="1086192"/>
                  </a:lnTo>
                  <a:lnTo>
                    <a:pt x="801257" y="1086192"/>
                  </a:lnTo>
                  <a:lnTo>
                    <a:pt x="796218" y="1086192"/>
                  </a:lnTo>
                  <a:lnTo>
                    <a:pt x="791178" y="1086192"/>
                  </a:lnTo>
                  <a:lnTo>
                    <a:pt x="786139" y="1086192"/>
                  </a:lnTo>
                  <a:lnTo>
                    <a:pt x="781100" y="1086192"/>
                  </a:lnTo>
                  <a:lnTo>
                    <a:pt x="776060" y="1086192"/>
                  </a:lnTo>
                  <a:lnTo>
                    <a:pt x="771021" y="1086192"/>
                  </a:lnTo>
                  <a:lnTo>
                    <a:pt x="765982" y="1086192"/>
                  </a:lnTo>
                  <a:lnTo>
                    <a:pt x="760942" y="1086192"/>
                  </a:lnTo>
                  <a:lnTo>
                    <a:pt x="755903" y="1086192"/>
                  </a:lnTo>
                  <a:lnTo>
                    <a:pt x="750864" y="1086192"/>
                  </a:lnTo>
                  <a:lnTo>
                    <a:pt x="745824" y="1086192"/>
                  </a:lnTo>
                  <a:lnTo>
                    <a:pt x="740785" y="1086192"/>
                  </a:lnTo>
                  <a:lnTo>
                    <a:pt x="735745" y="1086192"/>
                  </a:lnTo>
                  <a:lnTo>
                    <a:pt x="730706" y="1086192"/>
                  </a:lnTo>
                  <a:lnTo>
                    <a:pt x="725667" y="1086192"/>
                  </a:lnTo>
                  <a:lnTo>
                    <a:pt x="720627" y="1086192"/>
                  </a:lnTo>
                  <a:lnTo>
                    <a:pt x="715588" y="1086192"/>
                  </a:lnTo>
                  <a:lnTo>
                    <a:pt x="710549" y="1086192"/>
                  </a:lnTo>
                  <a:lnTo>
                    <a:pt x="705509" y="1086192"/>
                  </a:lnTo>
                  <a:lnTo>
                    <a:pt x="700470" y="1086192"/>
                  </a:lnTo>
                  <a:lnTo>
                    <a:pt x="695431" y="1086192"/>
                  </a:lnTo>
                  <a:lnTo>
                    <a:pt x="690391" y="1086192"/>
                  </a:lnTo>
                  <a:lnTo>
                    <a:pt x="685352" y="1086192"/>
                  </a:lnTo>
                  <a:lnTo>
                    <a:pt x="680313" y="1086192"/>
                  </a:lnTo>
                  <a:lnTo>
                    <a:pt x="675273" y="1086192"/>
                  </a:lnTo>
                  <a:lnTo>
                    <a:pt x="670234" y="1086192"/>
                  </a:lnTo>
                  <a:lnTo>
                    <a:pt x="665194" y="1086192"/>
                  </a:lnTo>
                  <a:lnTo>
                    <a:pt x="660155" y="1086192"/>
                  </a:lnTo>
                  <a:lnTo>
                    <a:pt x="655116" y="1086192"/>
                  </a:lnTo>
                  <a:lnTo>
                    <a:pt x="650076" y="1086192"/>
                  </a:lnTo>
                  <a:lnTo>
                    <a:pt x="645037" y="1086192"/>
                  </a:lnTo>
                  <a:lnTo>
                    <a:pt x="639998" y="1086192"/>
                  </a:lnTo>
                  <a:lnTo>
                    <a:pt x="634958" y="1086192"/>
                  </a:lnTo>
                  <a:lnTo>
                    <a:pt x="629919" y="1086192"/>
                  </a:lnTo>
                  <a:lnTo>
                    <a:pt x="624880" y="1086192"/>
                  </a:lnTo>
                  <a:lnTo>
                    <a:pt x="619840" y="1086192"/>
                  </a:lnTo>
                  <a:lnTo>
                    <a:pt x="614801" y="1086192"/>
                  </a:lnTo>
                  <a:lnTo>
                    <a:pt x="609762" y="1086192"/>
                  </a:lnTo>
                  <a:lnTo>
                    <a:pt x="604722" y="1086192"/>
                  </a:lnTo>
                  <a:lnTo>
                    <a:pt x="599683" y="1086192"/>
                  </a:lnTo>
                  <a:lnTo>
                    <a:pt x="594643" y="1086192"/>
                  </a:lnTo>
                  <a:lnTo>
                    <a:pt x="589604" y="1086192"/>
                  </a:lnTo>
                  <a:lnTo>
                    <a:pt x="584565" y="1086192"/>
                  </a:lnTo>
                  <a:lnTo>
                    <a:pt x="579525" y="1086192"/>
                  </a:lnTo>
                  <a:lnTo>
                    <a:pt x="574486" y="1086192"/>
                  </a:lnTo>
                  <a:lnTo>
                    <a:pt x="569447" y="1086192"/>
                  </a:lnTo>
                  <a:lnTo>
                    <a:pt x="564407" y="1086192"/>
                  </a:lnTo>
                  <a:lnTo>
                    <a:pt x="559368" y="1086192"/>
                  </a:lnTo>
                  <a:lnTo>
                    <a:pt x="554329" y="1086192"/>
                  </a:lnTo>
                  <a:lnTo>
                    <a:pt x="549289" y="1086192"/>
                  </a:lnTo>
                  <a:lnTo>
                    <a:pt x="544250" y="1086192"/>
                  </a:lnTo>
                  <a:lnTo>
                    <a:pt x="539211" y="1086192"/>
                  </a:lnTo>
                  <a:lnTo>
                    <a:pt x="534171" y="1086192"/>
                  </a:lnTo>
                  <a:lnTo>
                    <a:pt x="529132" y="1086192"/>
                  </a:lnTo>
                  <a:lnTo>
                    <a:pt x="524093" y="1086192"/>
                  </a:lnTo>
                  <a:lnTo>
                    <a:pt x="519053" y="1086192"/>
                  </a:lnTo>
                  <a:lnTo>
                    <a:pt x="514014" y="1086192"/>
                  </a:lnTo>
                  <a:lnTo>
                    <a:pt x="508974" y="1086192"/>
                  </a:lnTo>
                  <a:lnTo>
                    <a:pt x="503935" y="1086192"/>
                  </a:lnTo>
                  <a:lnTo>
                    <a:pt x="498896" y="1086192"/>
                  </a:lnTo>
                  <a:lnTo>
                    <a:pt x="493856" y="1086192"/>
                  </a:lnTo>
                  <a:lnTo>
                    <a:pt x="488817" y="1086192"/>
                  </a:lnTo>
                  <a:lnTo>
                    <a:pt x="483778" y="1086192"/>
                  </a:lnTo>
                  <a:lnTo>
                    <a:pt x="478738" y="1086192"/>
                  </a:lnTo>
                  <a:lnTo>
                    <a:pt x="473699" y="1086192"/>
                  </a:lnTo>
                  <a:lnTo>
                    <a:pt x="468660" y="1086192"/>
                  </a:lnTo>
                  <a:lnTo>
                    <a:pt x="463620" y="1086192"/>
                  </a:lnTo>
                  <a:lnTo>
                    <a:pt x="458581" y="1086192"/>
                  </a:lnTo>
                  <a:lnTo>
                    <a:pt x="453542" y="1086192"/>
                  </a:lnTo>
                  <a:lnTo>
                    <a:pt x="448502" y="1086192"/>
                  </a:lnTo>
                  <a:lnTo>
                    <a:pt x="443463" y="1086192"/>
                  </a:lnTo>
                  <a:lnTo>
                    <a:pt x="438423" y="1086192"/>
                  </a:lnTo>
                  <a:lnTo>
                    <a:pt x="433384" y="1086192"/>
                  </a:lnTo>
                  <a:lnTo>
                    <a:pt x="428345" y="1086192"/>
                  </a:lnTo>
                  <a:lnTo>
                    <a:pt x="423305" y="1086192"/>
                  </a:lnTo>
                  <a:lnTo>
                    <a:pt x="418266" y="1086192"/>
                  </a:lnTo>
                  <a:lnTo>
                    <a:pt x="413227" y="1086192"/>
                  </a:lnTo>
                  <a:lnTo>
                    <a:pt x="408187" y="1086192"/>
                  </a:lnTo>
                  <a:lnTo>
                    <a:pt x="403148" y="1086192"/>
                  </a:lnTo>
                  <a:lnTo>
                    <a:pt x="398109" y="1086192"/>
                  </a:lnTo>
                  <a:lnTo>
                    <a:pt x="393069" y="1086192"/>
                  </a:lnTo>
                  <a:lnTo>
                    <a:pt x="388030" y="1086192"/>
                  </a:lnTo>
                  <a:lnTo>
                    <a:pt x="382991" y="1086192"/>
                  </a:lnTo>
                  <a:lnTo>
                    <a:pt x="377951" y="1086192"/>
                  </a:lnTo>
                  <a:lnTo>
                    <a:pt x="372912" y="1086192"/>
                  </a:lnTo>
                  <a:lnTo>
                    <a:pt x="367872" y="1086192"/>
                  </a:lnTo>
                  <a:lnTo>
                    <a:pt x="362833" y="1086192"/>
                  </a:lnTo>
                  <a:lnTo>
                    <a:pt x="357794" y="1086192"/>
                  </a:lnTo>
                  <a:lnTo>
                    <a:pt x="352754" y="1086192"/>
                  </a:lnTo>
                  <a:lnTo>
                    <a:pt x="347715" y="1086192"/>
                  </a:lnTo>
                  <a:lnTo>
                    <a:pt x="342676" y="1086192"/>
                  </a:lnTo>
                  <a:lnTo>
                    <a:pt x="337636" y="1086192"/>
                  </a:lnTo>
                  <a:lnTo>
                    <a:pt x="332597" y="1086192"/>
                  </a:lnTo>
                  <a:lnTo>
                    <a:pt x="327558" y="1086192"/>
                  </a:lnTo>
                  <a:lnTo>
                    <a:pt x="322518" y="1086192"/>
                  </a:lnTo>
                  <a:lnTo>
                    <a:pt x="317479" y="1086192"/>
                  </a:lnTo>
                  <a:lnTo>
                    <a:pt x="312440" y="1086192"/>
                  </a:lnTo>
                  <a:lnTo>
                    <a:pt x="307400" y="1086192"/>
                  </a:lnTo>
                  <a:lnTo>
                    <a:pt x="302361" y="1086192"/>
                  </a:lnTo>
                  <a:lnTo>
                    <a:pt x="297321" y="1086192"/>
                  </a:lnTo>
                  <a:lnTo>
                    <a:pt x="292282" y="1086192"/>
                  </a:lnTo>
                  <a:lnTo>
                    <a:pt x="287243" y="1086192"/>
                  </a:lnTo>
                  <a:lnTo>
                    <a:pt x="282203" y="1086192"/>
                  </a:lnTo>
                  <a:lnTo>
                    <a:pt x="277164" y="1086192"/>
                  </a:lnTo>
                  <a:lnTo>
                    <a:pt x="272125" y="1086192"/>
                  </a:lnTo>
                  <a:lnTo>
                    <a:pt x="267085" y="1086192"/>
                  </a:lnTo>
                  <a:lnTo>
                    <a:pt x="262046" y="1086192"/>
                  </a:lnTo>
                  <a:lnTo>
                    <a:pt x="257007" y="1086192"/>
                  </a:lnTo>
                  <a:lnTo>
                    <a:pt x="251967" y="1086192"/>
                  </a:lnTo>
                  <a:lnTo>
                    <a:pt x="246928" y="1086192"/>
                  </a:lnTo>
                  <a:lnTo>
                    <a:pt x="241889" y="1086192"/>
                  </a:lnTo>
                  <a:lnTo>
                    <a:pt x="236849" y="1086192"/>
                  </a:lnTo>
                  <a:lnTo>
                    <a:pt x="231810" y="1086192"/>
                  </a:lnTo>
                  <a:lnTo>
                    <a:pt x="226771" y="1086192"/>
                  </a:lnTo>
                  <a:lnTo>
                    <a:pt x="221731" y="1086192"/>
                  </a:lnTo>
                  <a:lnTo>
                    <a:pt x="216692" y="1086192"/>
                  </a:lnTo>
                  <a:lnTo>
                    <a:pt x="211652" y="1086192"/>
                  </a:lnTo>
                  <a:lnTo>
                    <a:pt x="206613" y="1086192"/>
                  </a:lnTo>
                  <a:lnTo>
                    <a:pt x="201574" y="1086192"/>
                  </a:lnTo>
                  <a:lnTo>
                    <a:pt x="196534" y="1086192"/>
                  </a:lnTo>
                  <a:lnTo>
                    <a:pt x="191495" y="1086192"/>
                  </a:lnTo>
                  <a:lnTo>
                    <a:pt x="186456" y="1086192"/>
                  </a:lnTo>
                  <a:lnTo>
                    <a:pt x="181416" y="1086192"/>
                  </a:lnTo>
                  <a:lnTo>
                    <a:pt x="176377" y="1086192"/>
                  </a:lnTo>
                  <a:lnTo>
                    <a:pt x="171338" y="1086192"/>
                  </a:lnTo>
                  <a:lnTo>
                    <a:pt x="166298" y="1086192"/>
                  </a:lnTo>
                  <a:lnTo>
                    <a:pt x="161259" y="1086192"/>
                  </a:lnTo>
                  <a:lnTo>
                    <a:pt x="156220" y="1086192"/>
                  </a:lnTo>
                  <a:lnTo>
                    <a:pt x="151180" y="1086192"/>
                  </a:lnTo>
                  <a:lnTo>
                    <a:pt x="146141" y="1086192"/>
                  </a:lnTo>
                  <a:lnTo>
                    <a:pt x="141101" y="1086192"/>
                  </a:lnTo>
                  <a:lnTo>
                    <a:pt x="136062" y="1086192"/>
                  </a:lnTo>
                  <a:lnTo>
                    <a:pt x="131023" y="1086192"/>
                  </a:lnTo>
                  <a:lnTo>
                    <a:pt x="125983" y="1086192"/>
                  </a:lnTo>
                  <a:lnTo>
                    <a:pt x="120944" y="1086192"/>
                  </a:lnTo>
                  <a:lnTo>
                    <a:pt x="115905" y="1086192"/>
                  </a:lnTo>
                  <a:lnTo>
                    <a:pt x="110865" y="1086192"/>
                  </a:lnTo>
                  <a:lnTo>
                    <a:pt x="105826" y="1086192"/>
                  </a:lnTo>
                  <a:lnTo>
                    <a:pt x="100787" y="1086192"/>
                  </a:lnTo>
                  <a:lnTo>
                    <a:pt x="95747" y="1086192"/>
                  </a:lnTo>
                  <a:lnTo>
                    <a:pt x="90708" y="1086192"/>
                  </a:lnTo>
                  <a:lnTo>
                    <a:pt x="85669" y="1086192"/>
                  </a:lnTo>
                  <a:lnTo>
                    <a:pt x="80629" y="1086192"/>
                  </a:lnTo>
                  <a:lnTo>
                    <a:pt x="75590" y="1086192"/>
                  </a:lnTo>
                  <a:lnTo>
                    <a:pt x="70550" y="1086192"/>
                  </a:lnTo>
                  <a:lnTo>
                    <a:pt x="65511" y="1086192"/>
                  </a:lnTo>
                  <a:lnTo>
                    <a:pt x="60472" y="1086192"/>
                  </a:lnTo>
                  <a:lnTo>
                    <a:pt x="55432" y="1086192"/>
                  </a:lnTo>
                  <a:lnTo>
                    <a:pt x="50393" y="1086192"/>
                  </a:lnTo>
                  <a:lnTo>
                    <a:pt x="45354" y="1086192"/>
                  </a:lnTo>
                  <a:lnTo>
                    <a:pt x="40314" y="1086192"/>
                  </a:lnTo>
                  <a:lnTo>
                    <a:pt x="35275" y="1086192"/>
                  </a:lnTo>
                  <a:lnTo>
                    <a:pt x="30236" y="1086192"/>
                  </a:lnTo>
                  <a:lnTo>
                    <a:pt x="25196" y="1086192"/>
                  </a:lnTo>
                  <a:lnTo>
                    <a:pt x="20157" y="1086192"/>
                  </a:lnTo>
                  <a:lnTo>
                    <a:pt x="15118" y="1086192"/>
                  </a:lnTo>
                  <a:lnTo>
                    <a:pt x="10078" y="1086192"/>
                  </a:lnTo>
                  <a:lnTo>
                    <a:pt x="5039" y="1086192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575626" y="3920485"/>
              <a:ext cx="2575110" cy="1086192"/>
            </a:xfrm>
            <a:custGeom>
              <a:avLst/>
              <a:pathLst>
                <a:path w="2575110" h="1086192">
                  <a:moveTo>
                    <a:pt x="0" y="1086192"/>
                  </a:moveTo>
                  <a:lnTo>
                    <a:pt x="5039" y="1086192"/>
                  </a:lnTo>
                  <a:lnTo>
                    <a:pt x="10078" y="1086192"/>
                  </a:lnTo>
                  <a:lnTo>
                    <a:pt x="15118" y="1086192"/>
                  </a:lnTo>
                  <a:lnTo>
                    <a:pt x="20157" y="1086192"/>
                  </a:lnTo>
                  <a:lnTo>
                    <a:pt x="25196" y="1086192"/>
                  </a:lnTo>
                  <a:lnTo>
                    <a:pt x="30236" y="1086192"/>
                  </a:lnTo>
                  <a:lnTo>
                    <a:pt x="35275" y="1086192"/>
                  </a:lnTo>
                  <a:lnTo>
                    <a:pt x="40314" y="1086192"/>
                  </a:lnTo>
                  <a:lnTo>
                    <a:pt x="45354" y="1086192"/>
                  </a:lnTo>
                  <a:lnTo>
                    <a:pt x="50393" y="1086192"/>
                  </a:lnTo>
                  <a:lnTo>
                    <a:pt x="55432" y="1086192"/>
                  </a:lnTo>
                  <a:lnTo>
                    <a:pt x="60472" y="1086192"/>
                  </a:lnTo>
                  <a:lnTo>
                    <a:pt x="65511" y="1086192"/>
                  </a:lnTo>
                  <a:lnTo>
                    <a:pt x="70550" y="1086192"/>
                  </a:lnTo>
                  <a:lnTo>
                    <a:pt x="75590" y="1086192"/>
                  </a:lnTo>
                  <a:lnTo>
                    <a:pt x="80629" y="1086192"/>
                  </a:lnTo>
                  <a:lnTo>
                    <a:pt x="85669" y="1086192"/>
                  </a:lnTo>
                  <a:lnTo>
                    <a:pt x="90708" y="1086192"/>
                  </a:lnTo>
                  <a:lnTo>
                    <a:pt x="95747" y="1086192"/>
                  </a:lnTo>
                  <a:lnTo>
                    <a:pt x="100787" y="1086192"/>
                  </a:lnTo>
                  <a:lnTo>
                    <a:pt x="105826" y="1086192"/>
                  </a:lnTo>
                  <a:lnTo>
                    <a:pt x="110865" y="1086192"/>
                  </a:lnTo>
                  <a:lnTo>
                    <a:pt x="115905" y="1086192"/>
                  </a:lnTo>
                  <a:lnTo>
                    <a:pt x="120944" y="1086192"/>
                  </a:lnTo>
                  <a:lnTo>
                    <a:pt x="125983" y="1086192"/>
                  </a:lnTo>
                  <a:lnTo>
                    <a:pt x="131023" y="1086192"/>
                  </a:lnTo>
                  <a:lnTo>
                    <a:pt x="136062" y="1086192"/>
                  </a:lnTo>
                  <a:lnTo>
                    <a:pt x="141101" y="1086192"/>
                  </a:lnTo>
                  <a:lnTo>
                    <a:pt x="146141" y="1086192"/>
                  </a:lnTo>
                  <a:lnTo>
                    <a:pt x="151180" y="1086192"/>
                  </a:lnTo>
                  <a:lnTo>
                    <a:pt x="156220" y="1086192"/>
                  </a:lnTo>
                  <a:lnTo>
                    <a:pt x="161259" y="1086192"/>
                  </a:lnTo>
                  <a:lnTo>
                    <a:pt x="166298" y="1086192"/>
                  </a:lnTo>
                  <a:lnTo>
                    <a:pt x="171338" y="1086192"/>
                  </a:lnTo>
                  <a:lnTo>
                    <a:pt x="176377" y="1086192"/>
                  </a:lnTo>
                  <a:lnTo>
                    <a:pt x="181416" y="1086192"/>
                  </a:lnTo>
                  <a:lnTo>
                    <a:pt x="186456" y="1086192"/>
                  </a:lnTo>
                  <a:lnTo>
                    <a:pt x="191495" y="1086192"/>
                  </a:lnTo>
                  <a:lnTo>
                    <a:pt x="196534" y="1086192"/>
                  </a:lnTo>
                  <a:lnTo>
                    <a:pt x="201574" y="1086192"/>
                  </a:lnTo>
                  <a:lnTo>
                    <a:pt x="206613" y="1086192"/>
                  </a:lnTo>
                  <a:lnTo>
                    <a:pt x="211652" y="1086192"/>
                  </a:lnTo>
                  <a:lnTo>
                    <a:pt x="216692" y="1086192"/>
                  </a:lnTo>
                  <a:lnTo>
                    <a:pt x="221731" y="1086192"/>
                  </a:lnTo>
                  <a:lnTo>
                    <a:pt x="226771" y="1086192"/>
                  </a:lnTo>
                  <a:lnTo>
                    <a:pt x="231810" y="1086191"/>
                  </a:lnTo>
                  <a:lnTo>
                    <a:pt x="236849" y="1086191"/>
                  </a:lnTo>
                  <a:lnTo>
                    <a:pt x="241889" y="1086191"/>
                  </a:lnTo>
                  <a:lnTo>
                    <a:pt x="246928" y="1086191"/>
                  </a:lnTo>
                  <a:lnTo>
                    <a:pt x="251967" y="1086191"/>
                  </a:lnTo>
                  <a:lnTo>
                    <a:pt x="257007" y="1086190"/>
                  </a:lnTo>
                  <a:lnTo>
                    <a:pt x="262046" y="1086190"/>
                  </a:lnTo>
                  <a:lnTo>
                    <a:pt x="267085" y="1086189"/>
                  </a:lnTo>
                  <a:lnTo>
                    <a:pt x="272125" y="1086188"/>
                  </a:lnTo>
                  <a:lnTo>
                    <a:pt x="277164" y="1086187"/>
                  </a:lnTo>
                  <a:lnTo>
                    <a:pt x="282203" y="1086185"/>
                  </a:lnTo>
                  <a:lnTo>
                    <a:pt x="287243" y="1086182"/>
                  </a:lnTo>
                  <a:lnTo>
                    <a:pt x="292282" y="1086179"/>
                  </a:lnTo>
                  <a:lnTo>
                    <a:pt x="297321" y="1086174"/>
                  </a:lnTo>
                  <a:lnTo>
                    <a:pt x="302361" y="1086169"/>
                  </a:lnTo>
                  <a:lnTo>
                    <a:pt x="307400" y="1086162"/>
                  </a:lnTo>
                  <a:lnTo>
                    <a:pt x="312440" y="1086153"/>
                  </a:lnTo>
                  <a:lnTo>
                    <a:pt x="317479" y="1086141"/>
                  </a:lnTo>
                  <a:lnTo>
                    <a:pt x="322518" y="1086127"/>
                  </a:lnTo>
                  <a:lnTo>
                    <a:pt x="327558" y="1086109"/>
                  </a:lnTo>
                  <a:lnTo>
                    <a:pt x="332597" y="1086086"/>
                  </a:lnTo>
                  <a:lnTo>
                    <a:pt x="337636" y="1086060"/>
                  </a:lnTo>
                  <a:lnTo>
                    <a:pt x="342676" y="1086027"/>
                  </a:lnTo>
                  <a:lnTo>
                    <a:pt x="347715" y="1085988"/>
                  </a:lnTo>
                  <a:lnTo>
                    <a:pt x="352754" y="1085941"/>
                  </a:lnTo>
                  <a:lnTo>
                    <a:pt x="357794" y="1085885"/>
                  </a:lnTo>
                  <a:lnTo>
                    <a:pt x="362833" y="1085820"/>
                  </a:lnTo>
                  <a:lnTo>
                    <a:pt x="367872" y="1085745"/>
                  </a:lnTo>
                  <a:lnTo>
                    <a:pt x="372912" y="1085659"/>
                  </a:lnTo>
                  <a:lnTo>
                    <a:pt x="377951" y="1085561"/>
                  </a:lnTo>
                  <a:lnTo>
                    <a:pt x="382991" y="1085448"/>
                  </a:lnTo>
                  <a:lnTo>
                    <a:pt x="388030" y="1085321"/>
                  </a:lnTo>
                  <a:lnTo>
                    <a:pt x="393069" y="1085179"/>
                  </a:lnTo>
                  <a:lnTo>
                    <a:pt x="398109" y="1085023"/>
                  </a:lnTo>
                  <a:lnTo>
                    <a:pt x="403148" y="1084852"/>
                  </a:lnTo>
                  <a:lnTo>
                    <a:pt x="408187" y="1084666"/>
                  </a:lnTo>
                  <a:lnTo>
                    <a:pt x="413227" y="1084466"/>
                  </a:lnTo>
                  <a:lnTo>
                    <a:pt x="418266" y="1084248"/>
                  </a:lnTo>
                  <a:lnTo>
                    <a:pt x="423305" y="1084017"/>
                  </a:lnTo>
                  <a:lnTo>
                    <a:pt x="428345" y="1083773"/>
                  </a:lnTo>
                  <a:lnTo>
                    <a:pt x="433384" y="1083517"/>
                  </a:lnTo>
                  <a:lnTo>
                    <a:pt x="438423" y="1083251"/>
                  </a:lnTo>
                  <a:lnTo>
                    <a:pt x="443463" y="1082974"/>
                  </a:lnTo>
                  <a:lnTo>
                    <a:pt x="448502" y="1082689"/>
                  </a:lnTo>
                  <a:lnTo>
                    <a:pt x="453542" y="1082395"/>
                  </a:lnTo>
                  <a:lnTo>
                    <a:pt x="458581" y="1082094"/>
                  </a:lnTo>
                  <a:lnTo>
                    <a:pt x="463620" y="1081788"/>
                  </a:lnTo>
                  <a:lnTo>
                    <a:pt x="468660" y="1081477"/>
                  </a:lnTo>
                  <a:lnTo>
                    <a:pt x="473699" y="1081161"/>
                  </a:lnTo>
                  <a:lnTo>
                    <a:pt x="478738" y="1080840"/>
                  </a:lnTo>
                  <a:lnTo>
                    <a:pt x="483778" y="1080514"/>
                  </a:lnTo>
                  <a:lnTo>
                    <a:pt x="488817" y="1080183"/>
                  </a:lnTo>
                  <a:lnTo>
                    <a:pt x="493856" y="1079846"/>
                  </a:lnTo>
                  <a:lnTo>
                    <a:pt x="498896" y="1079502"/>
                  </a:lnTo>
                  <a:lnTo>
                    <a:pt x="503935" y="1079151"/>
                  </a:lnTo>
                  <a:lnTo>
                    <a:pt x="508974" y="1078792"/>
                  </a:lnTo>
                  <a:lnTo>
                    <a:pt x="514014" y="1078425"/>
                  </a:lnTo>
                  <a:lnTo>
                    <a:pt x="519053" y="1078047"/>
                  </a:lnTo>
                  <a:lnTo>
                    <a:pt x="524093" y="1077659"/>
                  </a:lnTo>
                  <a:lnTo>
                    <a:pt x="529132" y="1077262"/>
                  </a:lnTo>
                  <a:lnTo>
                    <a:pt x="534171" y="1076857"/>
                  </a:lnTo>
                  <a:lnTo>
                    <a:pt x="539211" y="1076444"/>
                  </a:lnTo>
                  <a:lnTo>
                    <a:pt x="544250" y="1076026"/>
                  </a:lnTo>
                  <a:lnTo>
                    <a:pt x="549289" y="1075605"/>
                  </a:lnTo>
                  <a:lnTo>
                    <a:pt x="554329" y="1075183"/>
                  </a:lnTo>
                  <a:lnTo>
                    <a:pt x="559368" y="1074766"/>
                  </a:lnTo>
                  <a:lnTo>
                    <a:pt x="564407" y="1074356"/>
                  </a:lnTo>
                  <a:lnTo>
                    <a:pt x="569447" y="1073958"/>
                  </a:lnTo>
                  <a:lnTo>
                    <a:pt x="574486" y="1073575"/>
                  </a:lnTo>
                  <a:lnTo>
                    <a:pt x="579525" y="1073210"/>
                  </a:lnTo>
                  <a:lnTo>
                    <a:pt x="584565" y="1072872"/>
                  </a:lnTo>
                  <a:lnTo>
                    <a:pt x="589604" y="1072563"/>
                  </a:lnTo>
                  <a:lnTo>
                    <a:pt x="594643" y="1072284"/>
                  </a:lnTo>
                  <a:lnTo>
                    <a:pt x="599683" y="1072036"/>
                  </a:lnTo>
                  <a:lnTo>
                    <a:pt x="604722" y="1071821"/>
                  </a:lnTo>
                  <a:lnTo>
                    <a:pt x="609762" y="1071640"/>
                  </a:lnTo>
                  <a:lnTo>
                    <a:pt x="614801" y="1071491"/>
                  </a:lnTo>
                  <a:lnTo>
                    <a:pt x="619840" y="1071381"/>
                  </a:lnTo>
                  <a:lnTo>
                    <a:pt x="624880" y="1071299"/>
                  </a:lnTo>
                  <a:lnTo>
                    <a:pt x="629919" y="1071242"/>
                  </a:lnTo>
                  <a:lnTo>
                    <a:pt x="634958" y="1071207"/>
                  </a:lnTo>
                  <a:lnTo>
                    <a:pt x="639998" y="1071190"/>
                  </a:lnTo>
                  <a:lnTo>
                    <a:pt x="645037" y="1071187"/>
                  </a:lnTo>
                  <a:lnTo>
                    <a:pt x="650076" y="1071193"/>
                  </a:lnTo>
                  <a:lnTo>
                    <a:pt x="655116" y="1071203"/>
                  </a:lnTo>
                  <a:lnTo>
                    <a:pt x="660155" y="1071211"/>
                  </a:lnTo>
                  <a:lnTo>
                    <a:pt x="665194" y="1071213"/>
                  </a:lnTo>
                  <a:lnTo>
                    <a:pt x="670234" y="1071206"/>
                  </a:lnTo>
                  <a:lnTo>
                    <a:pt x="675273" y="1071187"/>
                  </a:lnTo>
                  <a:lnTo>
                    <a:pt x="680313" y="1071153"/>
                  </a:lnTo>
                  <a:lnTo>
                    <a:pt x="685352" y="1071099"/>
                  </a:lnTo>
                  <a:lnTo>
                    <a:pt x="690391" y="1071025"/>
                  </a:lnTo>
                  <a:lnTo>
                    <a:pt x="695431" y="1070931"/>
                  </a:lnTo>
                  <a:lnTo>
                    <a:pt x="700470" y="1070817"/>
                  </a:lnTo>
                  <a:lnTo>
                    <a:pt x="705509" y="1070682"/>
                  </a:lnTo>
                  <a:lnTo>
                    <a:pt x="710549" y="1070527"/>
                  </a:lnTo>
                  <a:lnTo>
                    <a:pt x="715588" y="1070352"/>
                  </a:lnTo>
                  <a:lnTo>
                    <a:pt x="720627" y="1070155"/>
                  </a:lnTo>
                  <a:lnTo>
                    <a:pt x="725667" y="1069940"/>
                  </a:lnTo>
                  <a:lnTo>
                    <a:pt x="730706" y="1069709"/>
                  </a:lnTo>
                  <a:lnTo>
                    <a:pt x="735745" y="1069461"/>
                  </a:lnTo>
                  <a:lnTo>
                    <a:pt x="740785" y="1069200"/>
                  </a:lnTo>
                  <a:lnTo>
                    <a:pt x="745824" y="1068925"/>
                  </a:lnTo>
                  <a:lnTo>
                    <a:pt x="750864" y="1068639"/>
                  </a:lnTo>
                  <a:lnTo>
                    <a:pt x="755903" y="1068341"/>
                  </a:lnTo>
                  <a:lnTo>
                    <a:pt x="760942" y="1068038"/>
                  </a:lnTo>
                  <a:lnTo>
                    <a:pt x="765982" y="1067729"/>
                  </a:lnTo>
                  <a:lnTo>
                    <a:pt x="771021" y="1067420"/>
                  </a:lnTo>
                  <a:lnTo>
                    <a:pt x="776060" y="1067112"/>
                  </a:lnTo>
                  <a:lnTo>
                    <a:pt x="781100" y="1066809"/>
                  </a:lnTo>
                  <a:lnTo>
                    <a:pt x="786139" y="1066516"/>
                  </a:lnTo>
                  <a:lnTo>
                    <a:pt x="791178" y="1066239"/>
                  </a:lnTo>
                  <a:lnTo>
                    <a:pt x="796218" y="1065982"/>
                  </a:lnTo>
                  <a:lnTo>
                    <a:pt x="801257" y="1065748"/>
                  </a:lnTo>
                  <a:lnTo>
                    <a:pt x="806296" y="1065542"/>
                  </a:lnTo>
                  <a:lnTo>
                    <a:pt x="811336" y="1065368"/>
                  </a:lnTo>
                  <a:lnTo>
                    <a:pt x="816375" y="1065229"/>
                  </a:lnTo>
                  <a:lnTo>
                    <a:pt x="821415" y="1065139"/>
                  </a:lnTo>
                  <a:lnTo>
                    <a:pt x="826454" y="1065094"/>
                  </a:lnTo>
                  <a:lnTo>
                    <a:pt x="831493" y="1065094"/>
                  </a:lnTo>
                  <a:lnTo>
                    <a:pt x="836533" y="1065141"/>
                  </a:lnTo>
                  <a:lnTo>
                    <a:pt x="841572" y="1065235"/>
                  </a:lnTo>
                  <a:lnTo>
                    <a:pt x="846611" y="1065377"/>
                  </a:lnTo>
                  <a:lnTo>
                    <a:pt x="851651" y="1065567"/>
                  </a:lnTo>
                  <a:lnTo>
                    <a:pt x="856690" y="1065807"/>
                  </a:lnTo>
                  <a:lnTo>
                    <a:pt x="861729" y="1066086"/>
                  </a:lnTo>
                  <a:lnTo>
                    <a:pt x="866769" y="1066401"/>
                  </a:lnTo>
                  <a:lnTo>
                    <a:pt x="871808" y="1066746"/>
                  </a:lnTo>
                  <a:lnTo>
                    <a:pt x="876847" y="1067118"/>
                  </a:lnTo>
                  <a:lnTo>
                    <a:pt x="881887" y="1067509"/>
                  </a:lnTo>
                  <a:lnTo>
                    <a:pt x="886926" y="1067916"/>
                  </a:lnTo>
                  <a:lnTo>
                    <a:pt x="891965" y="1068329"/>
                  </a:lnTo>
                  <a:lnTo>
                    <a:pt x="897005" y="1068740"/>
                  </a:lnTo>
                  <a:lnTo>
                    <a:pt x="902044" y="1069145"/>
                  </a:lnTo>
                  <a:lnTo>
                    <a:pt x="907084" y="1069536"/>
                  </a:lnTo>
                  <a:lnTo>
                    <a:pt x="912123" y="1069907"/>
                  </a:lnTo>
                  <a:lnTo>
                    <a:pt x="917162" y="1070254"/>
                  </a:lnTo>
                  <a:lnTo>
                    <a:pt x="922202" y="1070563"/>
                  </a:lnTo>
                  <a:lnTo>
                    <a:pt x="927241" y="1070834"/>
                  </a:lnTo>
                  <a:lnTo>
                    <a:pt x="932280" y="1071063"/>
                  </a:lnTo>
                  <a:lnTo>
                    <a:pt x="937320" y="1071246"/>
                  </a:lnTo>
                  <a:lnTo>
                    <a:pt x="942359" y="1071380"/>
                  </a:lnTo>
                  <a:lnTo>
                    <a:pt x="947398" y="1071462"/>
                  </a:lnTo>
                  <a:lnTo>
                    <a:pt x="952438" y="1071487"/>
                  </a:lnTo>
                  <a:lnTo>
                    <a:pt x="957477" y="1071444"/>
                  </a:lnTo>
                  <a:lnTo>
                    <a:pt x="962516" y="1071342"/>
                  </a:lnTo>
                  <a:lnTo>
                    <a:pt x="967556" y="1071178"/>
                  </a:lnTo>
                  <a:lnTo>
                    <a:pt x="972595" y="1070952"/>
                  </a:lnTo>
                  <a:lnTo>
                    <a:pt x="977635" y="1070662"/>
                  </a:lnTo>
                  <a:lnTo>
                    <a:pt x="982674" y="1070308"/>
                  </a:lnTo>
                  <a:lnTo>
                    <a:pt x="987713" y="1069881"/>
                  </a:lnTo>
                  <a:lnTo>
                    <a:pt x="992753" y="1069382"/>
                  </a:lnTo>
                  <a:lnTo>
                    <a:pt x="997792" y="1068817"/>
                  </a:lnTo>
                  <a:lnTo>
                    <a:pt x="1002831" y="1068186"/>
                  </a:lnTo>
                  <a:lnTo>
                    <a:pt x="1007871" y="1067488"/>
                  </a:lnTo>
                  <a:lnTo>
                    <a:pt x="1012910" y="1066723"/>
                  </a:lnTo>
                  <a:lnTo>
                    <a:pt x="1017949" y="1065892"/>
                  </a:lnTo>
                  <a:lnTo>
                    <a:pt x="1022989" y="1064984"/>
                  </a:lnTo>
                  <a:lnTo>
                    <a:pt x="1028028" y="1064010"/>
                  </a:lnTo>
                  <a:lnTo>
                    <a:pt x="1033067" y="1062975"/>
                  </a:lnTo>
                  <a:lnTo>
                    <a:pt x="1038107" y="1061879"/>
                  </a:lnTo>
                  <a:lnTo>
                    <a:pt x="1043146" y="1060728"/>
                  </a:lnTo>
                  <a:lnTo>
                    <a:pt x="1048186" y="1059524"/>
                  </a:lnTo>
                  <a:lnTo>
                    <a:pt x="1053225" y="1058270"/>
                  </a:lnTo>
                  <a:lnTo>
                    <a:pt x="1058264" y="1056969"/>
                  </a:lnTo>
                  <a:lnTo>
                    <a:pt x="1063304" y="1055637"/>
                  </a:lnTo>
                  <a:lnTo>
                    <a:pt x="1068343" y="1054281"/>
                  </a:lnTo>
                  <a:lnTo>
                    <a:pt x="1073382" y="1052910"/>
                  </a:lnTo>
                  <a:lnTo>
                    <a:pt x="1078422" y="1051534"/>
                  </a:lnTo>
                  <a:lnTo>
                    <a:pt x="1083461" y="1050163"/>
                  </a:lnTo>
                  <a:lnTo>
                    <a:pt x="1088500" y="1048813"/>
                  </a:lnTo>
                  <a:lnTo>
                    <a:pt x="1093540" y="1047499"/>
                  </a:lnTo>
                  <a:lnTo>
                    <a:pt x="1098579" y="1046232"/>
                  </a:lnTo>
                  <a:lnTo>
                    <a:pt x="1103618" y="1045023"/>
                  </a:lnTo>
                  <a:lnTo>
                    <a:pt x="1108658" y="1043885"/>
                  </a:lnTo>
                  <a:lnTo>
                    <a:pt x="1113697" y="1042828"/>
                  </a:lnTo>
                  <a:lnTo>
                    <a:pt x="1118736" y="1041864"/>
                  </a:lnTo>
                  <a:lnTo>
                    <a:pt x="1123776" y="1041023"/>
                  </a:lnTo>
                  <a:lnTo>
                    <a:pt x="1128815" y="1040301"/>
                  </a:lnTo>
                  <a:lnTo>
                    <a:pt x="1133855" y="1039702"/>
                  </a:lnTo>
                  <a:lnTo>
                    <a:pt x="1138894" y="1039229"/>
                  </a:lnTo>
                  <a:lnTo>
                    <a:pt x="1143933" y="1038887"/>
                  </a:lnTo>
                  <a:lnTo>
                    <a:pt x="1148973" y="1038678"/>
                  </a:lnTo>
                  <a:lnTo>
                    <a:pt x="1154012" y="1038606"/>
                  </a:lnTo>
                  <a:lnTo>
                    <a:pt x="1159051" y="1038686"/>
                  </a:lnTo>
                  <a:lnTo>
                    <a:pt x="1164091" y="1038888"/>
                  </a:lnTo>
                  <a:lnTo>
                    <a:pt x="1169130" y="1039207"/>
                  </a:lnTo>
                  <a:lnTo>
                    <a:pt x="1174169" y="1039633"/>
                  </a:lnTo>
                  <a:lnTo>
                    <a:pt x="1179209" y="1040155"/>
                  </a:lnTo>
                  <a:lnTo>
                    <a:pt x="1184248" y="1040763"/>
                  </a:lnTo>
                  <a:lnTo>
                    <a:pt x="1189287" y="1041447"/>
                  </a:lnTo>
                  <a:lnTo>
                    <a:pt x="1194327" y="1042188"/>
                  </a:lnTo>
                  <a:lnTo>
                    <a:pt x="1199366" y="1042963"/>
                  </a:lnTo>
                  <a:lnTo>
                    <a:pt x="1204406" y="1043756"/>
                  </a:lnTo>
                  <a:lnTo>
                    <a:pt x="1209445" y="1044552"/>
                  </a:lnTo>
                  <a:lnTo>
                    <a:pt x="1214484" y="1045336"/>
                  </a:lnTo>
                  <a:lnTo>
                    <a:pt x="1219524" y="1046093"/>
                  </a:lnTo>
                  <a:lnTo>
                    <a:pt x="1224563" y="1046798"/>
                  </a:lnTo>
                  <a:lnTo>
                    <a:pt x="1229602" y="1047443"/>
                  </a:lnTo>
                  <a:lnTo>
                    <a:pt x="1234642" y="1048019"/>
                  </a:lnTo>
                  <a:lnTo>
                    <a:pt x="1239681" y="1048519"/>
                  </a:lnTo>
                  <a:lnTo>
                    <a:pt x="1244720" y="1048936"/>
                  </a:lnTo>
                  <a:lnTo>
                    <a:pt x="1249760" y="1049265"/>
                  </a:lnTo>
                  <a:lnTo>
                    <a:pt x="1254799" y="1049502"/>
                  </a:lnTo>
                  <a:lnTo>
                    <a:pt x="1259838" y="1049632"/>
                  </a:lnTo>
                  <a:lnTo>
                    <a:pt x="1264878" y="1049676"/>
                  </a:lnTo>
                  <a:lnTo>
                    <a:pt x="1269917" y="1049636"/>
                  </a:lnTo>
                  <a:lnTo>
                    <a:pt x="1274957" y="1049520"/>
                  </a:lnTo>
                  <a:lnTo>
                    <a:pt x="1279996" y="1049332"/>
                  </a:lnTo>
                  <a:lnTo>
                    <a:pt x="1285035" y="1049082"/>
                  </a:lnTo>
                  <a:lnTo>
                    <a:pt x="1290075" y="1048772"/>
                  </a:lnTo>
                  <a:lnTo>
                    <a:pt x="1295114" y="1048416"/>
                  </a:lnTo>
                  <a:lnTo>
                    <a:pt x="1300153" y="1048028"/>
                  </a:lnTo>
                  <a:lnTo>
                    <a:pt x="1305193" y="1047616"/>
                  </a:lnTo>
                  <a:lnTo>
                    <a:pt x="1310232" y="1047190"/>
                  </a:lnTo>
                  <a:lnTo>
                    <a:pt x="1315271" y="1046756"/>
                  </a:lnTo>
                  <a:lnTo>
                    <a:pt x="1320311" y="1046323"/>
                  </a:lnTo>
                  <a:lnTo>
                    <a:pt x="1325350" y="1045898"/>
                  </a:lnTo>
                  <a:lnTo>
                    <a:pt x="1330389" y="1045488"/>
                  </a:lnTo>
                  <a:lnTo>
                    <a:pt x="1335429" y="1045096"/>
                  </a:lnTo>
                  <a:lnTo>
                    <a:pt x="1340468" y="1044723"/>
                  </a:lnTo>
                  <a:lnTo>
                    <a:pt x="1345508" y="1044371"/>
                  </a:lnTo>
                  <a:lnTo>
                    <a:pt x="1350547" y="1044039"/>
                  </a:lnTo>
                  <a:lnTo>
                    <a:pt x="1355586" y="1043728"/>
                  </a:lnTo>
                  <a:lnTo>
                    <a:pt x="1360626" y="1043434"/>
                  </a:lnTo>
                  <a:lnTo>
                    <a:pt x="1365665" y="1043149"/>
                  </a:lnTo>
                  <a:lnTo>
                    <a:pt x="1370704" y="1042867"/>
                  </a:lnTo>
                  <a:lnTo>
                    <a:pt x="1375744" y="1042580"/>
                  </a:lnTo>
                  <a:lnTo>
                    <a:pt x="1380783" y="1042279"/>
                  </a:lnTo>
                  <a:lnTo>
                    <a:pt x="1385822" y="1041952"/>
                  </a:lnTo>
                  <a:lnTo>
                    <a:pt x="1390862" y="1041583"/>
                  </a:lnTo>
                  <a:lnTo>
                    <a:pt x="1395901" y="1041152"/>
                  </a:lnTo>
                  <a:lnTo>
                    <a:pt x="1400940" y="1040646"/>
                  </a:lnTo>
                  <a:lnTo>
                    <a:pt x="1405980" y="1040050"/>
                  </a:lnTo>
                  <a:lnTo>
                    <a:pt x="1411019" y="1039344"/>
                  </a:lnTo>
                  <a:lnTo>
                    <a:pt x="1416058" y="1038512"/>
                  </a:lnTo>
                  <a:lnTo>
                    <a:pt x="1421098" y="1037531"/>
                  </a:lnTo>
                  <a:lnTo>
                    <a:pt x="1426137" y="1036348"/>
                  </a:lnTo>
                  <a:lnTo>
                    <a:pt x="1431177" y="1034956"/>
                  </a:lnTo>
                  <a:lnTo>
                    <a:pt x="1436216" y="1033340"/>
                  </a:lnTo>
                  <a:lnTo>
                    <a:pt x="1441255" y="1031478"/>
                  </a:lnTo>
                  <a:lnTo>
                    <a:pt x="1446295" y="1029348"/>
                  </a:lnTo>
                  <a:lnTo>
                    <a:pt x="1451334" y="1026927"/>
                  </a:lnTo>
                  <a:lnTo>
                    <a:pt x="1456373" y="1024184"/>
                  </a:lnTo>
                  <a:lnTo>
                    <a:pt x="1461413" y="1021039"/>
                  </a:lnTo>
                  <a:lnTo>
                    <a:pt x="1466452" y="1017527"/>
                  </a:lnTo>
                  <a:lnTo>
                    <a:pt x="1471491" y="1013632"/>
                  </a:lnTo>
                  <a:lnTo>
                    <a:pt x="1476531" y="1009333"/>
                  </a:lnTo>
                  <a:lnTo>
                    <a:pt x="1481570" y="1004615"/>
                  </a:lnTo>
                  <a:lnTo>
                    <a:pt x="1486609" y="999460"/>
                  </a:lnTo>
                  <a:lnTo>
                    <a:pt x="1491649" y="993807"/>
                  </a:lnTo>
                  <a:lnTo>
                    <a:pt x="1496688" y="987630"/>
                  </a:lnTo>
                  <a:lnTo>
                    <a:pt x="1501728" y="980970"/>
                  </a:lnTo>
                  <a:lnTo>
                    <a:pt x="1506767" y="973814"/>
                  </a:lnTo>
                  <a:lnTo>
                    <a:pt x="1511806" y="966155"/>
                  </a:lnTo>
                  <a:lnTo>
                    <a:pt x="1516846" y="957981"/>
                  </a:lnTo>
                  <a:lnTo>
                    <a:pt x="1521885" y="949286"/>
                  </a:lnTo>
                  <a:lnTo>
                    <a:pt x="1526924" y="939968"/>
                  </a:lnTo>
                  <a:lnTo>
                    <a:pt x="1531964" y="930086"/>
                  </a:lnTo>
                  <a:lnTo>
                    <a:pt x="1537003" y="919655"/>
                  </a:lnTo>
                  <a:lnTo>
                    <a:pt x="1542042" y="908670"/>
                  </a:lnTo>
                  <a:lnTo>
                    <a:pt x="1547082" y="897122"/>
                  </a:lnTo>
                  <a:lnTo>
                    <a:pt x="1552121" y="885004"/>
                  </a:lnTo>
                  <a:lnTo>
                    <a:pt x="1557160" y="872296"/>
                  </a:lnTo>
                  <a:lnTo>
                    <a:pt x="1562200" y="858891"/>
                  </a:lnTo>
                  <a:lnTo>
                    <a:pt x="1567239" y="844893"/>
                  </a:lnTo>
                  <a:lnTo>
                    <a:pt x="1572279" y="830294"/>
                  </a:lnTo>
                  <a:lnTo>
                    <a:pt x="1577318" y="815088"/>
                  </a:lnTo>
                  <a:lnTo>
                    <a:pt x="1582357" y="799270"/>
                  </a:lnTo>
                  <a:lnTo>
                    <a:pt x="1587397" y="782836"/>
                  </a:lnTo>
                  <a:lnTo>
                    <a:pt x="1592436" y="765720"/>
                  </a:lnTo>
                  <a:lnTo>
                    <a:pt x="1597475" y="747909"/>
                  </a:lnTo>
                  <a:lnTo>
                    <a:pt x="1602515" y="729478"/>
                  </a:lnTo>
                  <a:lnTo>
                    <a:pt x="1607554" y="710429"/>
                  </a:lnTo>
                  <a:lnTo>
                    <a:pt x="1612593" y="690769"/>
                  </a:lnTo>
                  <a:lnTo>
                    <a:pt x="1617633" y="670507"/>
                  </a:lnTo>
                  <a:lnTo>
                    <a:pt x="1622672" y="649654"/>
                  </a:lnTo>
                  <a:lnTo>
                    <a:pt x="1627711" y="628136"/>
                  </a:lnTo>
                  <a:lnTo>
                    <a:pt x="1632751" y="606046"/>
                  </a:lnTo>
                  <a:lnTo>
                    <a:pt x="1637790" y="583439"/>
                  </a:lnTo>
                  <a:lnTo>
                    <a:pt x="1642830" y="560344"/>
                  </a:lnTo>
                  <a:lnTo>
                    <a:pt x="1647869" y="536795"/>
                  </a:lnTo>
                  <a:lnTo>
                    <a:pt x="1652908" y="512831"/>
                  </a:lnTo>
                  <a:lnTo>
                    <a:pt x="1657948" y="488486"/>
                  </a:lnTo>
                  <a:lnTo>
                    <a:pt x="1662987" y="463774"/>
                  </a:lnTo>
                  <a:lnTo>
                    <a:pt x="1668026" y="438823"/>
                  </a:lnTo>
                  <a:lnTo>
                    <a:pt x="1673066" y="413694"/>
                  </a:lnTo>
                  <a:lnTo>
                    <a:pt x="1678105" y="388456"/>
                  </a:lnTo>
                  <a:lnTo>
                    <a:pt x="1683144" y="363179"/>
                  </a:lnTo>
                  <a:lnTo>
                    <a:pt x="1688184" y="337941"/>
                  </a:lnTo>
                  <a:lnTo>
                    <a:pt x="1693223" y="312846"/>
                  </a:lnTo>
                  <a:lnTo>
                    <a:pt x="1698262" y="288022"/>
                  </a:lnTo>
                  <a:lnTo>
                    <a:pt x="1703302" y="263547"/>
                  </a:lnTo>
                  <a:lnTo>
                    <a:pt x="1708341" y="239516"/>
                  </a:lnTo>
                  <a:lnTo>
                    <a:pt x="1713380" y="216030"/>
                  </a:lnTo>
                  <a:lnTo>
                    <a:pt x="1718420" y="193186"/>
                  </a:lnTo>
                  <a:lnTo>
                    <a:pt x="1723459" y="171087"/>
                  </a:lnTo>
                  <a:lnTo>
                    <a:pt x="1728499" y="149994"/>
                  </a:lnTo>
                  <a:lnTo>
                    <a:pt x="1733538" y="129945"/>
                  </a:lnTo>
                  <a:lnTo>
                    <a:pt x="1738577" y="110990"/>
                  </a:lnTo>
                  <a:lnTo>
                    <a:pt x="1743617" y="93221"/>
                  </a:lnTo>
                  <a:lnTo>
                    <a:pt x="1748656" y="76727"/>
                  </a:lnTo>
                  <a:lnTo>
                    <a:pt x="1753695" y="61590"/>
                  </a:lnTo>
                  <a:lnTo>
                    <a:pt x="1758735" y="47916"/>
                  </a:lnTo>
                  <a:lnTo>
                    <a:pt x="1763774" y="36063"/>
                  </a:lnTo>
                  <a:lnTo>
                    <a:pt x="1768813" y="25805"/>
                  </a:lnTo>
                  <a:lnTo>
                    <a:pt x="1773853" y="17192"/>
                  </a:lnTo>
                  <a:lnTo>
                    <a:pt x="1778892" y="10261"/>
                  </a:lnTo>
                  <a:lnTo>
                    <a:pt x="1783931" y="5046"/>
                  </a:lnTo>
                  <a:lnTo>
                    <a:pt x="1788971" y="1569"/>
                  </a:lnTo>
                  <a:lnTo>
                    <a:pt x="1794010" y="0"/>
                  </a:lnTo>
                  <a:lnTo>
                    <a:pt x="1799050" y="403"/>
                  </a:lnTo>
                  <a:lnTo>
                    <a:pt x="1804089" y="2550"/>
                  </a:lnTo>
                  <a:lnTo>
                    <a:pt x="1809128" y="6419"/>
                  </a:lnTo>
                  <a:lnTo>
                    <a:pt x="1814168" y="11984"/>
                  </a:lnTo>
                  <a:lnTo>
                    <a:pt x="1819207" y="19212"/>
                  </a:lnTo>
                  <a:lnTo>
                    <a:pt x="1824246" y="28061"/>
                  </a:lnTo>
                  <a:lnTo>
                    <a:pt x="1829286" y="38724"/>
                  </a:lnTo>
                  <a:lnTo>
                    <a:pt x="1834325" y="50964"/>
                  </a:lnTo>
                  <a:lnTo>
                    <a:pt x="1839364" y="64633"/>
                  </a:lnTo>
                  <a:lnTo>
                    <a:pt x="1844404" y="79669"/>
                  </a:lnTo>
                  <a:lnTo>
                    <a:pt x="1849443" y="96005"/>
                  </a:lnTo>
                  <a:lnTo>
                    <a:pt x="1854482" y="113570"/>
                  </a:lnTo>
                  <a:lnTo>
                    <a:pt x="1859522" y="132312"/>
                  </a:lnTo>
                  <a:lnTo>
                    <a:pt x="1864561" y="152331"/>
                  </a:lnTo>
                  <a:lnTo>
                    <a:pt x="1869601" y="173323"/>
                  </a:lnTo>
                  <a:lnTo>
                    <a:pt x="1874640" y="195215"/>
                  </a:lnTo>
                  <a:lnTo>
                    <a:pt x="1879679" y="217930"/>
                  </a:lnTo>
                  <a:lnTo>
                    <a:pt x="1884719" y="241395"/>
                  </a:lnTo>
                  <a:lnTo>
                    <a:pt x="1889758" y="265534"/>
                  </a:lnTo>
                  <a:lnTo>
                    <a:pt x="1894797" y="290314"/>
                  </a:lnTo>
                  <a:lnTo>
                    <a:pt x="1899837" y="315650"/>
                  </a:lnTo>
                  <a:lnTo>
                    <a:pt x="1904876" y="341390"/>
                  </a:lnTo>
                  <a:lnTo>
                    <a:pt x="1909915" y="367458"/>
                  </a:lnTo>
                  <a:lnTo>
                    <a:pt x="1914955" y="393777"/>
                  </a:lnTo>
                  <a:lnTo>
                    <a:pt x="1919994" y="420271"/>
                  </a:lnTo>
                  <a:lnTo>
                    <a:pt x="1925033" y="446863"/>
                  </a:lnTo>
                  <a:lnTo>
                    <a:pt x="1930073" y="473466"/>
                  </a:lnTo>
                  <a:lnTo>
                    <a:pt x="1935112" y="499979"/>
                  </a:lnTo>
                  <a:lnTo>
                    <a:pt x="1940151" y="526333"/>
                  </a:lnTo>
                  <a:lnTo>
                    <a:pt x="1945191" y="552458"/>
                  </a:lnTo>
                  <a:lnTo>
                    <a:pt x="1950230" y="578290"/>
                  </a:lnTo>
                  <a:lnTo>
                    <a:pt x="1955270" y="603766"/>
                  </a:lnTo>
                  <a:lnTo>
                    <a:pt x="1960309" y="628824"/>
                  </a:lnTo>
                  <a:lnTo>
                    <a:pt x="1965348" y="653301"/>
                  </a:lnTo>
                  <a:lnTo>
                    <a:pt x="1970388" y="677235"/>
                  </a:lnTo>
                  <a:lnTo>
                    <a:pt x="1975427" y="700585"/>
                  </a:lnTo>
                  <a:lnTo>
                    <a:pt x="1980466" y="723310"/>
                  </a:lnTo>
                  <a:lnTo>
                    <a:pt x="1985506" y="745378"/>
                  </a:lnTo>
                  <a:lnTo>
                    <a:pt x="1990545" y="766757"/>
                  </a:lnTo>
                  <a:lnTo>
                    <a:pt x="1995584" y="787359"/>
                  </a:lnTo>
                  <a:lnTo>
                    <a:pt x="2000624" y="807115"/>
                  </a:lnTo>
                  <a:lnTo>
                    <a:pt x="2005663" y="826103"/>
                  </a:lnTo>
                  <a:lnTo>
                    <a:pt x="2010702" y="844308"/>
                  </a:lnTo>
                  <a:lnTo>
                    <a:pt x="2015742" y="861719"/>
                  </a:lnTo>
                  <a:lnTo>
                    <a:pt x="2020781" y="878326"/>
                  </a:lnTo>
                  <a:lnTo>
                    <a:pt x="2025821" y="894122"/>
                  </a:lnTo>
                  <a:lnTo>
                    <a:pt x="2030860" y="908980"/>
                  </a:lnTo>
                  <a:lnTo>
                    <a:pt x="2035899" y="922972"/>
                  </a:lnTo>
                  <a:lnTo>
                    <a:pt x="2040939" y="936155"/>
                  </a:lnTo>
                  <a:lnTo>
                    <a:pt x="2045978" y="948536"/>
                  </a:lnTo>
                  <a:lnTo>
                    <a:pt x="2051017" y="960125"/>
                  </a:lnTo>
                  <a:lnTo>
                    <a:pt x="2056057" y="970937"/>
                  </a:lnTo>
                  <a:lnTo>
                    <a:pt x="2061096" y="980983"/>
                  </a:lnTo>
                  <a:lnTo>
                    <a:pt x="2066135" y="990144"/>
                  </a:lnTo>
                  <a:lnTo>
                    <a:pt x="2071175" y="998605"/>
                  </a:lnTo>
                  <a:lnTo>
                    <a:pt x="2076214" y="1006396"/>
                  </a:lnTo>
                  <a:lnTo>
                    <a:pt x="2081253" y="1013547"/>
                  </a:lnTo>
                  <a:lnTo>
                    <a:pt x="2086293" y="1020093"/>
                  </a:lnTo>
                  <a:lnTo>
                    <a:pt x="2091332" y="1026070"/>
                  </a:lnTo>
                  <a:lnTo>
                    <a:pt x="2096372" y="1031476"/>
                  </a:lnTo>
                  <a:lnTo>
                    <a:pt x="2101411" y="1036338"/>
                  </a:lnTo>
                  <a:lnTo>
                    <a:pt x="2106450" y="1040765"/>
                  </a:lnTo>
                  <a:lnTo>
                    <a:pt x="2111490" y="1044794"/>
                  </a:lnTo>
                  <a:lnTo>
                    <a:pt x="2116529" y="1048462"/>
                  </a:lnTo>
                  <a:lnTo>
                    <a:pt x="2121568" y="1051804"/>
                  </a:lnTo>
                  <a:lnTo>
                    <a:pt x="2126608" y="1054852"/>
                  </a:lnTo>
                  <a:lnTo>
                    <a:pt x="2131647" y="1057604"/>
                  </a:lnTo>
                  <a:lnTo>
                    <a:pt x="2136686" y="1060119"/>
                  </a:lnTo>
                  <a:lnTo>
                    <a:pt x="2141726" y="1062436"/>
                  </a:lnTo>
                  <a:lnTo>
                    <a:pt x="2146765" y="1064575"/>
                  </a:lnTo>
                  <a:lnTo>
                    <a:pt x="2151804" y="1066556"/>
                  </a:lnTo>
                  <a:lnTo>
                    <a:pt x="2156844" y="1068392"/>
                  </a:lnTo>
                  <a:lnTo>
                    <a:pt x="2161883" y="1070098"/>
                  </a:lnTo>
                  <a:lnTo>
                    <a:pt x="2166923" y="1071661"/>
                  </a:lnTo>
                  <a:lnTo>
                    <a:pt x="2171962" y="1073117"/>
                  </a:lnTo>
                  <a:lnTo>
                    <a:pt x="2177001" y="1074472"/>
                  </a:lnTo>
                  <a:lnTo>
                    <a:pt x="2182041" y="1075730"/>
                  </a:lnTo>
                  <a:lnTo>
                    <a:pt x="2187080" y="1076897"/>
                  </a:lnTo>
                  <a:lnTo>
                    <a:pt x="2192119" y="1077974"/>
                  </a:lnTo>
                  <a:lnTo>
                    <a:pt x="2197159" y="1078960"/>
                  </a:lnTo>
                  <a:lnTo>
                    <a:pt x="2202198" y="1079853"/>
                  </a:lnTo>
                  <a:lnTo>
                    <a:pt x="2207237" y="1080668"/>
                  </a:lnTo>
                  <a:lnTo>
                    <a:pt x="2212277" y="1081406"/>
                  </a:lnTo>
                  <a:lnTo>
                    <a:pt x="2217316" y="1082073"/>
                  </a:lnTo>
                  <a:lnTo>
                    <a:pt x="2222355" y="1082670"/>
                  </a:lnTo>
                  <a:lnTo>
                    <a:pt x="2227395" y="1083202"/>
                  </a:lnTo>
                  <a:lnTo>
                    <a:pt x="2232434" y="1083664"/>
                  </a:lnTo>
                  <a:lnTo>
                    <a:pt x="2237473" y="1084067"/>
                  </a:lnTo>
                  <a:lnTo>
                    <a:pt x="2242513" y="1084418"/>
                  </a:lnTo>
                  <a:lnTo>
                    <a:pt x="2247552" y="1084722"/>
                  </a:lnTo>
                  <a:lnTo>
                    <a:pt x="2252592" y="1084984"/>
                  </a:lnTo>
                  <a:lnTo>
                    <a:pt x="2257631" y="1085207"/>
                  </a:lnTo>
                  <a:lnTo>
                    <a:pt x="2262670" y="1085396"/>
                  </a:lnTo>
                  <a:lnTo>
                    <a:pt x="2267710" y="1085548"/>
                  </a:lnTo>
                  <a:lnTo>
                    <a:pt x="2272749" y="1085676"/>
                  </a:lnTo>
                  <a:lnTo>
                    <a:pt x="2277788" y="1085781"/>
                  </a:lnTo>
                  <a:lnTo>
                    <a:pt x="2282828" y="1085868"/>
                  </a:lnTo>
                  <a:lnTo>
                    <a:pt x="2287867" y="1085939"/>
                  </a:lnTo>
                  <a:lnTo>
                    <a:pt x="2292906" y="1085996"/>
                  </a:lnTo>
                  <a:lnTo>
                    <a:pt x="2297946" y="1086041"/>
                  </a:lnTo>
                  <a:lnTo>
                    <a:pt x="2302985" y="1086076"/>
                  </a:lnTo>
                  <a:lnTo>
                    <a:pt x="2308024" y="1086103"/>
                  </a:lnTo>
                  <a:lnTo>
                    <a:pt x="2313064" y="1086125"/>
                  </a:lnTo>
                  <a:lnTo>
                    <a:pt x="2318103" y="1086142"/>
                  </a:lnTo>
                  <a:lnTo>
                    <a:pt x="2323143" y="1086155"/>
                  </a:lnTo>
                  <a:lnTo>
                    <a:pt x="2328182" y="1086165"/>
                  </a:lnTo>
                  <a:lnTo>
                    <a:pt x="2333221" y="1086172"/>
                  </a:lnTo>
                  <a:lnTo>
                    <a:pt x="2338261" y="1086177"/>
                  </a:lnTo>
                  <a:lnTo>
                    <a:pt x="2343300" y="1086181"/>
                  </a:lnTo>
                  <a:lnTo>
                    <a:pt x="2348339" y="1086184"/>
                  </a:lnTo>
                  <a:lnTo>
                    <a:pt x="2353379" y="1086186"/>
                  </a:lnTo>
                  <a:lnTo>
                    <a:pt x="2358418" y="1086188"/>
                  </a:lnTo>
                  <a:lnTo>
                    <a:pt x="2363457" y="1086189"/>
                  </a:lnTo>
                  <a:lnTo>
                    <a:pt x="2368497" y="1086190"/>
                  </a:lnTo>
                  <a:lnTo>
                    <a:pt x="2373536" y="1086190"/>
                  </a:lnTo>
                  <a:lnTo>
                    <a:pt x="2378575" y="1086191"/>
                  </a:lnTo>
                  <a:lnTo>
                    <a:pt x="2383615" y="1086191"/>
                  </a:lnTo>
                  <a:lnTo>
                    <a:pt x="2388654" y="1086191"/>
                  </a:lnTo>
                  <a:lnTo>
                    <a:pt x="2393694" y="1086191"/>
                  </a:lnTo>
                  <a:lnTo>
                    <a:pt x="2398733" y="1086191"/>
                  </a:lnTo>
                  <a:lnTo>
                    <a:pt x="2403772" y="1086192"/>
                  </a:lnTo>
                  <a:lnTo>
                    <a:pt x="2408812" y="1086192"/>
                  </a:lnTo>
                  <a:lnTo>
                    <a:pt x="2413851" y="1086192"/>
                  </a:lnTo>
                  <a:lnTo>
                    <a:pt x="2418890" y="1086192"/>
                  </a:lnTo>
                  <a:lnTo>
                    <a:pt x="2423930" y="1086192"/>
                  </a:lnTo>
                  <a:lnTo>
                    <a:pt x="2428969" y="1086192"/>
                  </a:lnTo>
                  <a:lnTo>
                    <a:pt x="2434008" y="1086192"/>
                  </a:lnTo>
                  <a:lnTo>
                    <a:pt x="2439048" y="1086192"/>
                  </a:lnTo>
                  <a:lnTo>
                    <a:pt x="2444087" y="1086192"/>
                  </a:lnTo>
                  <a:lnTo>
                    <a:pt x="2449126" y="1086192"/>
                  </a:lnTo>
                  <a:lnTo>
                    <a:pt x="2454166" y="1086192"/>
                  </a:lnTo>
                  <a:lnTo>
                    <a:pt x="2459205" y="1086192"/>
                  </a:lnTo>
                  <a:lnTo>
                    <a:pt x="2464245" y="1086192"/>
                  </a:lnTo>
                  <a:lnTo>
                    <a:pt x="2469284" y="1086192"/>
                  </a:lnTo>
                  <a:lnTo>
                    <a:pt x="2474323" y="1086192"/>
                  </a:lnTo>
                  <a:lnTo>
                    <a:pt x="2479363" y="1086192"/>
                  </a:lnTo>
                  <a:lnTo>
                    <a:pt x="2484402" y="1086192"/>
                  </a:lnTo>
                  <a:lnTo>
                    <a:pt x="2489441" y="1086192"/>
                  </a:lnTo>
                  <a:lnTo>
                    <a:pt x="2494481" y="1086192"/>
                  </a:lnTo>
                  <a:lnTo>
                    <a:pt x="2499520" y="1086192"/>
                  </a:lnTo>
                  <a:lnTo>
                    <a:pt x="2504559" y="1086192"/>
                  </a:lnTo>
                  <a:lnTo>
                    <a:pt x="2509599" y="1086192"/>
                  </a:lnTo>
                  <a:lnTo>
                    <a:pt x="2514638" y="1086192"/>
                  </a:lnTo>
                  <a:lnTo>
                    <a:pt x="2519677" y="1086192"/>
                  </a:lnTo>
                  <a:lnTo>
                    <a:pt x="2524717" y="1086192"/>
                  </a:lnTo>
                  <a:lnTo>
                    <a:pt x="2529756" y="1086192"/>
                  </a:lnTo>
                  <a:lnTo>
                    <a:pt x="2534795" y="1086192"/>
                  </a:lnTo>
                  <a:lnTo>
                    <a:pt x="2539835" y="1086192"/>
                  </a:lnTo>
                  <a:lnTo>
                    <a:pt x="2544874" y="1086192"/>
                  </a:lnTo>
                  <a:lnTo>
                    <a:pt x="2549914" y="1086192"/>
                  </a:lnTo>
                  <a:lnTo>
                    <a:pt x="2554953" y="1086192"/>
                  </a:lnTo>
                  <a:lnTo>
                    <a:pt x="2559992" y="1086192"/>
                  </a:lnTo>
                  <a:lnTo>
                    <a:pt x="2565032" y="1086192"/>
                  </a:lnTo>
                  <a:lnTo>
                    <a:pt x="2570071" y="1086192"/>
                  </a:lnTo>
                  <a:lnTo>
                    <a:pt x="2575110" y="1086192"/>
                  </a:lnTo>
                </a:path>
              </a:pathLst>
            </a:custGeom>
            <a:ln w="27101" cap="flat">
              <a:solidFill>
                <a:srgbClr val="6FE3E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446870" y="5159724"/>
              <a:ext cx="2832621" cy="0"/>
            </a:xfrm>
            <a:custGeom>
              <a:avLst/>
              <a:pathLst>
                <a:path w="2832621" h="0">
                  <a:moveTo>
                    <a:pt x="0" y="0"/>
                  </a:moveTo>
                  <a:lnTo>
                    <a:pt x="28326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575626" y="5159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90648" y="5159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05670" y="5159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20692" y="5159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635714" y="5159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50736" y="5159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2479336" y="5220662"/>
              <a:ext cx="19257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3012967" y="52206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3527989" y="52206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4043011" y="52206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4558033" y="52206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5073056" y="52206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3820514" y="5371448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28" name="rc28"/>
            <p:cNvSpPr/>
            <p:nvPr/>
          </p:nvSpPr>
          <p:spPr>
            <a:xfrm>
              <a:off x="2514349" y="5639201"/>
              <a:ext cx="2697664" cy="3586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2583938" y="5766881"/>
              <a:ext cx="8461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 Window</a:t>
              </a:r>
            </a:p>
          </p:txBody>
        </p:sp>
        <p:sp>
          <p:nvSpPr>
            <p:cNvPr id="30" name="rc30"/>
            <p:cNvSpPr/>
            <p:nvPr/>
          </p:nvSpPr>
          <p:spPr>
            <a:xfrm>
              <a:off x="3510777" y="5708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528777" y="5726790"/>
              <a:ext cx="183456" cy="183455"/>
            </a:xfrm>
            <a:prstGeom prst="rect">
              <a:avLst/>
            </a:prstGeom>
            <a:ln w="27101" cap="flat">
              <a:solidFill>
                <a:srgbClr val="003B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936086" y="5708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954086" y="5726790"/>
              <a:ext cx="183456" cy="183455"/>
            </a:xfrm>
            <a:prstGeom prst="rect">
              <a:avLst/>
            </a:prstGeom>
            <a:ln w="2710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4361395" y="5708790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4379395" y="5726790"/>
              <a:ext cx="183456" cy="183455"/>
            </a:xfrm>
            <a:prstGeom prst="rect">
              <a:avLst/>
            </a:prstGeom>
            <a:ln w="2710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4786704" y="5708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4804704" y="5726790"/>
              <a:ext cx="183455" cy="183455"/>
            </a:xfrm>
            <a:prstGeom prst="rect">
              <a:avLst/>
            </a:prstGeom>
            <a:ln w="27101" cap="flat">
              <a:solidFill>
                <a:srgbClr val="6FE3E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3799822" y="57768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4225131" y="5778191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4650440" y="5778518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5075749" y="57768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46870" y="1529734"/>
              <a:ext cx="968841" cy="1552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Amyloid PET</a:t>
              </a:r>
            </a:p>
          </p:txBody>
        </p:sp>
        <p:sp>
          <p:nvSpPr>
            <p:cNvPr id="43" name="rc43"/>
            <p:cNvSpPr/>
            <p:nvPr/>
          </p:nvSpPr>
          <p:spPr>
            <a:xfrm>
              <a:off x="5349081" y="1495425"/>
              <a:ext cx="2971799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5418670" y="1792703"/>
              <a:ext cx="2832621" cy="33670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5547426" y="1945749"/>
              <a:ext cx="2575110" cy="3060928"/>
            </a:xfrm>
            <a:custGeom>
              <a:avLst/>
              <a:pathLst>
                <a:path w="2575110" h="3060928">
                  <a:moveTo>
                    <a:pt x="0" y="3060928"/>
                  </a:moveTo>
                  <a:lnTo>
                    <a:pt x="5039" y="3060928"/>
                  </a:lnTo>
                  <a:lnTo>
                    <a:pt x="10078" y="3060928"/>
                  </a:lnTo>
                  <a:lnTo>
                    <a:pt x="15118" y="3060928"/>
                  </a:lnTo>
                  <a:lnTo>
                    <a:pt x="20157" y="3060928"/>
                  </a:lnTo>
                  <a:lnTo>
                    <a:pt x="25196" y="3060928"/>
                  </a:lnTo>
                  <a:lnTo>
                    <a:pt x="30236" y="3060928"/>
                  </a:lnTo>
                  <a:lnTo>
                    <a:pt x="35275" y="3060928"/>
                  </a:lnTo>
                  <a:lnTo>
                    <a:pt x="40314" y="3060928"/>
                  </a:lnTo>
                  <a:lnTo>
                    <a:pt x="45354" y="3060928"/>
                  </a:lnTo>
                  <a:lnTo>
                    <a:pt x="50393" y="3060928"/>
                  </a:lnTo>
                  <a:lnTo>
                    <a:pt x="55432" y="3060928"/>
                  </a:lnTo>
                  <a:lnTo>
                    <a:pt x="60472" y="3060928"/>
                  </a:lnTo>
                  <a:lnTo>
                    <a:pt x="65511" y="3060928"/>
                  </a:lnTo>
                  <a:lnTo>
                    <a:pt x="70550" y="3060928"/>
                  </a:lnTo>
                  <a:lnTo>
                    <a:pt x="75590" y="3060928"/>
                  </a:lnTo>
                  <a:lnTo>
                    <a:pt x="80629" y="3060928"/>
                  </a:lnTo>
                  <a:lnTo>
                    <a:pt x="85669" y="3060928"/>
                  </a:lnTo>
                  <a:lnTo>
                    <a:pt x="90708" y="3060928"/>
                  </a:lnTo>
                  <a:lnTo>
                    <a:pt x="95747" y="3060928"/>
                  </a:lnTo>
                  <a:lnTo>
                    <a:pt x="100787" y="3060928"/>
                  </a:lnTo>
                  <a:lnTo>
                    <a:pt x="105826" y="3060928"/>
                  </a:lnTo>
                  <a:lnTo>
                    <a:pt x="110865" y="3060928"/>
                  </a:lnTo>
                  <a:lnTo>
                    <a:pt x="115905" y="3060928"/>
                  </a:lnTo>
                  <a:lnTo>
                    <a:pt x="120944" y="3060928"/>
                  </a:lnTo>
                  <a:lnTo>
                    <a:pt x="125983" y="3060927"/>
                  </a:lnTo>
                  <a:lnTo>
                    <a:pt x="131023" y="3060773"/>
                  </a:lnTo>
                  <a:lnTo>
                    <a:pt x="136062" y="3058699"/>
                  </a:lnTo>
                  <a:lnTo>
                    <a:pt x="141101" y="3052911"/>
                  </a:lnTo>
                  <a:lnTo>
                    <a:pt x="146141" y="3054031"/>
                  </a:lnTo>
                  <a:lnTo>
                    <a:pt x="151180" y="3051924"/>
                  </a:lnTo>
                  <a:lnTo>
                    <a:pt x="156220" y="3053139"/>
                  </a:lnTo>
                  <a:lnTo>
                    <a:pt x="161259" y="3057215"/>
                  </a:lnTo>
                  <a:lnTo>
                    <a:pt x="166298" y="3055977"/>
                  </a:lnTo>
                  <a:lnTo>
                    <a:pt x="171338" y="3058140"/>
                  </a:lnTo>
                  <a:lnTo>
                    <a:pt x="176377" y="3060371"/>
                  </a:lnTo>
                  <a:lnTo>
                    <a:pt x="181416" y="3057336"/>
                  </a:lnTo>
                  <a:lnTo>
                    <a:pt x="186456" y="3053828"/>
                  </a:lnTo>
                  <a:lnTo>
                    <a:pt x="191495" y="3053153"/>
                  </a:lnTo>
                  <a:lnTo>
                    <a:pt x="196534" y="3047664"/>
                  </a:lnTo>
                  <a:lnTo>
                    <a:pt x="201574" y="3049809"/>
                  </a:lnTo>
                  <a:lnTo>
                    <a:pt x="206613" y="3053397"/>
                  </a:lnTo>
                  <a:lnTo>
                    <a:pt x="211652" y="3052325"/>
                  </a:lnTo>
                  <a:lnTo>
                    <a:pt x="216692" y="3056504"/>
                  </a:lnTo>
                  <a:lnTo>
                    <a:pt x="221731" y="3060544"/>
                  </a:lnTo>
                  <a:lnTo>
                    <a:pt x="226771" y="3060927"/>
                  </a:lnTo>
                  <a:lnTo>
                    <a:pt x="231810" y="3060928"/>
                  </a:lnTo>
                  <a:lnTo>
                    <a:pt x="236849" y="3060928"/>
                  </a:lnTo>
                  <a:lnTo>
                    <a:pt x="241889" y="3060928"/>
                  </a:lnTo>
                  <a:lnTo>
                    <a:pt x="246928" y="3060928"/>
                  </a:lnTo>
                  <a:lnTo>
                    <a:pt x="251967" y="3060928"/>
                  </a:lnTo>
                  <a:lnTo>
                    <a:pt x="257007" y="3060928"/>
                  </a:lnTo>
                  <a:lnTo>
                    <a:pt x="262046" y="3060928"/>
                  </a:lnTo>
                  <a:lnTo>
                    <a:pt x="267085" y="3060928"/>
                  </a:lnTo>
                  <a:lnTo>
                    <a:pt x="272125" y="3060928"/>
                  </a:lnTo>
                  <a:lnTo>
                    <a:pt x="277164" y="3060928"/>
                  </a:lnTo>
                  <a:lnTo>
                    <a:pt x="282203" y="3060928"/>
                  </a:lnTo>
                  <a:lnTo>
                    <a:pt x="287243" y="3060928"/>
                  </a:lnTo>
                  <a:lnTo>
                    <a:pt x="292282" y="3060928"/>
                  </a:lnTo>
                  <a:lnTo>
                    <a:pt x="297321" y="3060928"/>
                  </a:lnTo>
                  <a:lnTo>
                    <a:pt x="302361" y="3060928"/>
                  </a:lnTo>
                  <a:lnTo>
                    <a:pt x="307400" y="3060927"/>
                  </a:lnTo>
                  <a:lnTo>
                    <a:pt x="312440" y="3060869"/>
                  </a:lnTo>
                  <a:lnTo>
                    <a:pt x="317479" y="3059283"/>
                  </a:lnTo>
                  <a:lnTo>
                    <a:pt x="322518" y="3048290"/>
                  </a:lnTo>
                  <a:lnTo>
                    <a:pt x="327558" y="3037375"/>
                  </a:lnTo>
                  <a:lnTo>
                    <a:pt x="332597" y="3036942"/>
                  </a:lnTo>
                  <a:lnTo>
                    <a:pt x="337636" y="3027101"/>
                  </a:lnTo>
                  <a:lnTo>
                    <a:pt x="342676" y="3030480"/>
                  </a:lnTo>
                  <a:lnTo>
                    <a:pt x="347715" y="3051558"/>
                  </a:lnTo>
                  <a:lnTo>
                    <a:pt x="352754" y="3056082"/>
                  </a:lnTo>
                  <a:lnTo>
                    <a:pt x="357794" y="3055892"/>
                  </a:lnTo>
                  <a:lnTo>
                    <a:pt x="362833" y="3059878"/>
                  </a:lnTo>
                  <a:lnTo>
                    <a:pt x="367872" y="3060867"/>
                  </a:lnTo>
                  <a:lnTo>
                    <a:pt x="372912" y="3060927"/>
                  </a:lnTo>
                  <a:lnTo>
                    <a:pt x="377951" y="3060928"/>
                  </a:lnTo>
                  <a:lnTo>
                    <a:pt x="382991" y="3060928"/>
                  </a:lnTo>
                  <a:lnTo>
                    <a:pt x="388030" y="3060928"/>
                  </a:lnTo>
                  <a:lnTo>
                    <a:pt x="393069" y="3060927"/>
                  </a:lnTo>
                  <a:lnTo>
                    <a:pt x="398109" y="3060766"/>
                  </a:lnTo>
                  <a:lnTo>
                    <a:pt x="403148" y="3058961"/>
                  </a:lnTo>
                  <a:lnTo>
                    <a:pt x="408187" y="3056210"/>
                  </a:lnTo>
                  <a:lnTo>
                    <a:pt x="413227" y="3058792"/>
                  </a:lnTo>
                  <a:lnTo>
                    <a:pt x="418266" y="3060270"/>
                  </a:lnTo>
                  <a:lnTo>
                    <a:pt x="423305" y="3054526"/>
                  </a:lnTo>
                  <a:lnTo>
                    <a:pt x="428345" y="3040333"/>
                  </a:lnTo>
                  <a:lnTo>
                    <a:pt x="433384" y="3040756"/>
                  </a:lnTo>
                  <a:lnTo>
                    <a:pt x="438423" y="3053741"/>
                  </a:lnTo>
                  <a:lnTo>
                    <a:pt x="443463" y="3050268"/>
                  </a:lnTo>
                  <a:lnTo>
                    <a:pt x="448502" y="2981688"/>
                  </a:lnTo>
                  <a:lnTo>
                    <a:pt x="453542" y="2863337"/>
                  </a:lnTo>
                  <a:lnTo>
                    <a:pt x="458581" y="2971132"/>
                  </a:lnTo>
                  <a:lnTo>
                    <a:pt x="463620" y="3053522"/>
                  </a:lnTo>
                  <a:lnTo>
                    <a:pt x="468660" y="3060919"/>
                  </a:lnTo>
                  <a:lnTo>
                    <a:pt x="473699" y="3060928"/>
                  </a:lnTo>
                  <a:lnTo>
                    <a:pt x="478738" y="3060928"/>
                  </a:lnTo>
                  <a:lnTo>
                    <a:pt x="483778" y="3060927"/>
                  </a:lnTo>
                  <a:lnTo>
                    <a:pt x="488817" y="3060418"/>
                  </a:lnTo>
                  <a:lnTo>
                    <a:pt x="493856" y="3053183"/>
                  </a:lnTo>
                  <a:lnTo>
                    <a:pt x="498896" y="3027208"/>
                  </a:lnTo>
                  <a:lnTo>
                    <a:pt x="503935" y="3009998"/>
                  </a:lnTo>
                  <a:lnTo>
                    <a:pt x="508974" y="2876778"/>
                  </a:lnTo>
                  <a:lnTo>
                    <a:pt x="514014" y="2527040"/>
                  </a:lnTo>
                  <a:lnTo>
                    <a:pt x="519053" y="2959132"/>
                  </a:lnTo>
                  <a:lnTo>
                    <a:pt x="524093" y="3007548"/>
                  </a:lnTo>
                  <a:lnTo>
                    <a:pt x="529132" y="2596011"/>
                  </a:lnTo>
                  <a:lnTo>
                    <a:pt x="534171" y="1117010"/>
                  </a:lnTo>
                  <a:lnTo>
                    <a:pt x="539211" y="0"/>
                  </a:lnTo>
                  <a:lnTo>
                    <a:pt x="544250" y="1209175"/>
                  </a:lnTo>
                  <a:lnTo>
                    <a:pt x="549289" y="2896859"/>
                  </a:lnTo>
                  <a:lnTo>
                    <a:pt x="554329" y="3060744"/>
                  </a:lnTo>
                  <a:lnTo>
                    <a:pt x="559368" y="3060928"/>
                  </a:lnTo>
                  <a:lnTo>
                    <a:pt x="564407" y="3060928"/>
                  </a:lnTo>
                  <a:lnTo>
                    <a:pt x="569447" y="3060928"/>
                  </a:lnTo>
                  <a:lnTo>
                    <a:pt x="574486" y="3060928"/>
                  </a:lnTo>
                  <a:lnTo>
                    <a:pt x="579525" y="3060928"/>
                  </a:lnTo>
                  <a:lnTo>
                    <a:pt x="584565" y="3060928"/>
                  </a:lnTo>
                  <a:lnTo>
                    <a:pt x="589604" y="3060928"/>
                  </a:lnTo>
                  <a:lnTo>
                    <a:pt x="594643" y="3060928"/>
                  </a:lnTo>
                  <a:lnTo>
                    <a:pt x="599683" y="3060928"/>
                  </a:lnTo>
                  <a:lnTo>
                    <a:pt x="604722" y="3060928"/>
                  </a:lnTo>
                  <a:lnTo>
                    <a:pt x="609762" y="3060928"/>
                  </a:lnTo>
                  <a:lnTo>
                    <a:pt x="614801" y="3060928"/>
                  </a:lnTo>
                  <a:lnTo>
                    <a:pt x="619840" y="3060928"/>
                  </a:lnTo>
                  <a:lnTo>
                    <a:pt x="624880" y="3060928"/>
                  </a:lnTo>
                  <a:lnTo>
                    <a:pt x="629919" y="3060928"/>
                  </a:lnTo>
                  <a:lnTo>
                    <a:pt x="634958" y="3060928"/>
                  </a:lnTo>
                  <a:lnTo>
                    <a:pt x="639998" y="3060928"/>
                  </a:lnTo>
                  <a:lnTo>
                    <a:pt x="645037" y="3060928"/>
                  </a:lnTo>
                  <a:lnTo>
                    <a:pt x="650076" y="3060928"/>
                  </a:lnTo>
                  <a:lnTo>
                    <a:pt x="655116" y="3060928"/>
                  </a:lnTo>
                  <a:lnTo>
                    <a:pt x="660155" y="3060928"/>
                  </a:lnTo>
                  <a:lnTo>
                    <a:pt x="665194" y="3060928"/>
                  </a:lnTo>
                  <a:lnTo>
                    <a:pt x="670234" y="3060928"/>
                  </a:lnTo>
                  <a:lnTo>
                    <a:pt x="675273" y="3060928"/>
                  </a:lnTo>
                  <a:lnTo>
                    <a:pt x="680313" y="3060928"/>
                  </a:lnTo>
                  <a:lnTo>
                    <a:pt x="685352" y="3060928"/>
                  </a:lnTo>
                  <a:lnTo>
                    <a:pt x="690391" y="3060928"/>
                  </a:lnTo>
                  <a:lnTo>
                    <a:pt x="695431" y="3060928"/>
                  </a:lnTo>
                  <a:lnTo>
                    <a:pt x="700470" y="3060928"/>
                  </a:lnTo>
                  <a:lnTo>
                    <a:pt x="705509" y="3060928"/>
                  </a:lnTo>
                  <a:lnTo>
                    <a:pt x="710549" y="3060928"/>
                  </a:lnTo>
                  <a:lnTo>
                    <a:pt x="715588" y="3060928"/>
                  </a:lnTo>
                  <a:lnTo>
                    <a:pt x="720627" y="3060928"/>
                  </a:lnTo>
                  <a:lnTo>
                    <a:pt x="725667" y="3060928"/>
                  </a:lnTo>
                  <a:lnTo>
                    <a:pt x="730706" y="3060928"/>
                  </a:lnTo>
                  <a:lnTo>
                    <a:pt x="735745" y="3060928"/>
                  </a:lnTo>
                  <a:lnTo>
                    <a:pt x="740785" y="3060928"/>
                  </a:lnTo>
                  <a:lnTo>
                    <a:pt x="745824" y="3060928"/>
                  </a:lnTo>
                  <a:lnTo>
                    <a:pt x="750864" y="3060928"/>
                  </a:lnTo>
                  <a:lnTo>
                    <a:pt x="755903" y="3060928"/>
                  </a:lnTo>
                  <a:lnTo>
                    <a:pt x="760942" y="3060928"/>
                  </a:lnTo>
                  <a:lnTo>
                    <a:pt x="765982" y="3060928"/>
                  </a:lnTo>
                  <a:lnTo>
                    <a:pt x="771021" y="3060928"/>
                  </a:lnTo>
                  <a:lnTo>
                    <a:pt x="776060" y="3060928"/>
                  </a:lnTo>
                  <a:lnTo>
                    <a:pt x="781100" y="3060928"/>
                  </a:lnTo>
                  <a:lnTo>
                    <a:pt x="786139" y="3060928"/>
                  </a:lnTo>
                  <a:lnTo>
                    <a:pt x="791178" y="3060928"/>
                  </a:lnTo>
                  <a:lnTo>
                    <a:pt x="796218" y="3060928"/>
                  </a:lnTo>
                  <a:lnTo>
                    <a:pt x="801257" y="3060928"/>
                  </a:lnTo>
                  <a:lnTo>
                    <a:pt x="806296" y="3060928"/>
                  </a:lnTo>
                  <a:lnTo>
                    <a:pt x="811336" y="3060928"/>
                  </a:lnTo>
                  <a:lnTo>
                    <a:pt x="816375" y="3060928"/>
                  </a:lnTo>
                  <a:lnTo>
                    <a:pt x="821415" y="3060928"/>
                  </a:lnTo>
                  <a:lnTo>
                    <a:pt x="826454" y="3060928"/>
                  </a:lnTo>
                  <a:lnTo>
                    <a:pt x="831493" y="3060928"/>
                  </a:lnTo>
                  <a:lnTo>
                    <a:pt x="836533" y="3060928"/>
                  </a:lnTo>
                  <a:lnTo>
                    <a:pt x="841572" y="3060928"/>
                  </a:lnTo>
                  <a:lnTo>
                    <a:pt x="846611" y="3060928"/>
                  </a:lnTo>
                  <a:lnTo>
                    <a:pt x="851651" y="3060928"/>
                  </a:lnTo>
                  <a:lnTo>
                    <a:pt x="856690" y="3060928"/>
                  </a:lnTo>
                  <a:lnTo>
                    <a:pt x="861729" y="3060928"/>
                  </a:lnTo>
                  <a:lnTo>
                    <a:pt x="866769" y="3060928"/>
                  </a:lnTo>
                  <a:lnTo>
                    <a:pt x="871808" y="3060928"/>
                  </a:lnTo>
                  <a:lnTo>
                    <a:pt x="876847" y="3060928"/>
                  </a:lnTo>
                  <a:lnTo>
                    <a:pt x="881887" y="3060928"/>
                  </a:lnTo>
                  <a:lnTo>
                    <a:pt x="886926" y="3060928"/>
                  </a:lnTo>
                  <a:lnTo>
                    <a:pt x="891965" y="3060928"/>
                  </a:lnTo>
                  <a:lnTo>
                    <a:pt x="897005" y="3060928"/>
                  </a:lnTo>
                  <a:lnTo>
                    <a:pt x="902044" y="3060928"/>
                  </a:lnTo>
                  <a:lnTo>
                    <a:pt x="907084" y="3060928"/>
                  </a:lnTo>
                  <a:lnTo>
                    <a:pt x="912123" y="3060928"/>
                  </a:lnTo>
                  <a:lnTo>
                    <a:pt x="917162" y="3060928"/>
                  </a:lnTo>
                  <a:lnTo>
                    <a:pt x="922202" y="3060928"/>
                  </a:lnTo>
                  <a:lnTo>
                    <a:pt x="927241" y="3060928"/>
                  </a:lnTo>
                  <a:lnTo>
                    <a:pt x="932280" y="3060928"/>
                  </a:lnTo>
                  <a:lnTo>
                    <a:pt x="937320" y="3060928"/>
                  </a:lnTo>
                  <a:lnTo>
                    <a:pt x="942359" y="3060928"/>
                  </a:lnTo>
                  <a:lnTo>
                    <a:pt x="947398" y="3060928"/>
                  </a:lnTo>
                  <a:lnTo>
                    <a:pt x="952438" y="3060928"/>
                  </a:lnTo>
                  <a:lnTo>
                    <a:pt x="957477" y="3060928"/>
                  </a:lnTo>
                  <a:lnTo>
                    <a:pt x="962516" y="3060928"/>
                  </a:lnTo>
                  <a:lnTo>
                    <a:pt x="967556" y="3060928"/>
                  </a:lnTo>
                  <a:lnTo>
                    <a:pt x="972595" y="3060928"/>
                  </a:lnTo>
                  <a:lnTo>
                    <a:pt x="977635" y="3060928"/>
                  </a:lnTo>
                  <a:lnTo>
                    <a:pt x="982674" y="3060928"/>
                  </a:lnTo>
                  <a:lnTo>
                    <a:pt x="987713" y="3060928"/>
                  </a:lnTo>
                  <a:lnTo>
                    <a:pt x="992753" y="3060928"/>
                  </a:lnTo>
                  <a:lnTo>
                    <a:pt x="997792" y="3060928"/>
                  </a:lnTo>
                  <a:lnTo>
                    <a:pt x="1002831" y="3060928"/>
                  </a:lnTo>
                  <a:lnTo>
                    <a:pt x="1007871" y="3060928"/>
                  </a:lnTo>
                  <a:lnTo>
                    <a:pt x="1012910" y="3060928"/>
                  </a:lnTo>
                  <a:lnTo>
                    <a:pt x="1017949" y="3060928"/>
                  </a:lnTo>
                  <a:lnTo>
                    <a:pt x="1022989" y="3060928"/>
                  </a:lnTo>
                  <a:lnTo>
                    <a:pt x="1028028" y="3060928"/>
                  </a:lnTo>
                  <a:lnTo>
                    <a:pt x="1033067" y="3060928"/>
                  </a:lnTo>
                  <a:lnTo>
                    <a:pt x="1038107" y="3060928"/>
                  </a:lnTo>
                  <a:lnTo>
                    <a:pt x="1043146" y="3060928"/>
                  </a:lnTo>
                  <a:lnTo>
                    <a:pt x="1048186" y="3060928"/>
                  </a:lnTo>
                  <a:lnTo>
                    <a:pt x="1053225" y="3060928"/>
                  </a:lnTo>
                  <a:lnTo>
                    <a:pt x="1058264" y="3060928"/>
                  </a:lnTo>
                  <a:lnTo>
                    <a:pt x="1063304" y="3060928"/>
                  </a:lnTo>
                  <a:lnTo>
                    <a:pt x="1068343" y="3060928"/>
                  </a:lnTo>
                  <a:lnTo>
                    <a:pt x="1073382" y="3060928"/>
                  </a:lnTo>
                  <a:lnTo>
                    <a:pt x="1078422" y="3060928"/>
                  </a:lnTo>
                  <a:lnTo>
                    <a:pt x="1083461" y="3060928"/>
                  </a:lnTo>
                  <a:lnTo>
                    <a:pt x="1088500" y="3060928"/>
                  </a:lnTo>
                  <a:lnTo>
                    <a:pt x="1093540" y="3060928"/>
                  </a:lnTo>
                  <a:lnTo>
                    <a:pt x="1098579" y="3060928"/>
                  </a:lnTo>
                  <a:lnTo>
                    <a:pt x="1103618" y="3060928"/>
                  </a:lnTo>
                  <a:lnTo>
                    <a:pt x="1108658" y="3060928"/>
                  </a:lnTo>
                  <a:lnTo>
                    <a:pt x="1113697" y="3060928"/>
                  </a:lnTo>
                  <a:lnTo>
                    <a:pt x="1118736" y="3060928"/>
                  </a:lnTo>
                  <a:lnTo>
                    <a:pt x="1123776" y="3060928"/>
                  </a:lnTo>
                  <a:lnTo>
                    <a:pt x="1128815" y="3060928"/>
                  </a:lnTo>
                  <a:lnTo>
                    <a:pt x="1133855" y="3060928"/>
                  </a:lnTo>
                  <a:lnTo>
                    <a:pt x="1138894" y="3060928"/>
                  </a:lnTo>
                  <a:lnTo>
                    <a:pt x="1143933" y="3060928"/>
                  </a:lnTo>
                  <a:lnTo>
                    <a:pt x="1148973" y="3060928"/>
                  </a:lnTo>
                  <a:lnTo>
                    <a:pt x="1154012" y="3060928"/>
                  </a:lnTo>
                  <a:lnTo>
                    <a:pt x="1159051" y="3060928"/>
                  </a:lnTo>
                  <a:lnTo>
                    <a:pt x="1164091" y="3060928"/>
                  </a:lnTo>
                  <a:lnTo>
                    <a:pt x="1169130" y="3060928"/>
                  </a:lnTo>
                  <a:lnTo>
                    <a:pt x="1174169" y="3060928"/>
                  </a:lnTo>
                  <a:lnTo>
                    <a:pt x="1179209" y="3060928"/>
                  </a:lnTo>
                  <a:lnTo>
                    <a:pt x="1184248" y="3060928"/>
                  </a:lnTo>
                  <a:lnTo>
                    <a:pt x="1189287" y="3060928"/>
                  </a:lnTo>
                  <a:lnTo>
                    <a:pt x="1194327" y="3060928"/>
                  </a:lnTo>
                  <a:lnTo>
                    <a:pt x="1199366" y="3060928"/>
                  </a:lnTo>
                  <a:lnTo>
                    <a:pt x="1204406" y="3060928"/>
                  </a:lnTo>
                  <a:lnTo>
                    <a:pt x="1209445" y="3060928"/>
                  </a:lnTo>
                  <a:lnTo>
                    <a:pt x="1214484" y="3060928"/>
                  </a:lnTo>
                  <a:lnTo>
                    <a:pt x="1219524" y="3060928"/>
                  </a:lnTo>
                  <a:lnTo>
                    <a:pt x="1224563" y="3060928"/>
                  </a:lnTo>
                  <a:lnTo>
                    <a:pt x="1229602" y="3060928"/>
                  </a:lnTo>
                  <a:lnTo>
                    <a:pt x="1234642" y="3060928"/>
                  </a:lnTo>
                  <a:lnTo>
                    <a:pt x="1239681" y="3060928"/>
                  </a:lnTo>
                  <a:lnTo>
                    <a:pt x="1244720" y="3060928"/>
                  </a:lnTo>
                  <a:lnTo>
                    <a:pt x="1249760" y="3060928"/>
                  </a:lnTo>
                  <a:lnTo>
                    <a:pt x="1254799" y="3060928"/>
                  </a:lnTo>
                  <a:lnTo>
                    <a:pt x="1259838" y="3060928"/>
                  </a:lnTo>
                  <a:lnTo>
                    <a:pt x="1264878" y="3060928"/>
                  </a:lnTo>
                  <a:lnTo>
                    <a:pt x="1269917" y="3060928"/>
                  </a:lnTo>
                  <a:lnTo>
                    <a:pt x="1274957" y="3060928"/>
                  </a:lnTo>
                  <a:lnTo>
                    <a:pt x="1279996" y="3060928"/>
                  </a:lnTo>
                  <a:lnTo>
                    <a:pt x="1285035" y="3060928"/>
                  </a:lnTo>
                  <a:lnTo>
                    <a:pt x="1290075" y="3060928"/>
                  </a:lnTo>
                  <a:lnTo>
                    <a:pt x="1295114" y="3060928"/>
                  </a:lnTo>
                  <a:lnTo>
                    <a:pt x="1300153" y="3060928"/>
                  </a:lnTo>
                  <a:lnTo>
                    <a:pt x="1305193" y="3060928"/>
                  </a:lnTo>
                  <a:lnTo>
                    <a:pt x="1310232" y="3060928"/>
                  </a:lnTo>
                  <a:lnTo>
                    <a:pt x="1315271" y="3060928"/>
                  </a:lnTo>
                  <a:lnTo>
                    <a:pt x="1320311" y="3060928"/>
                  </a:lnTo>
                  <a:lnTo>
                    <a:pt x="1325350" y="3060928"/>
                  </a:lnTo>
                  <a:lnTo>
                    <a:pt x="1330389" y="3060928"/>
                  </a:lnTo>
                  <a:lnTo>
                    <a:pt x="1335429" y="3060928"/>
                  </a:lnTo>
                  <a:lnTo>
                    <a:pt x="1340468" y="3060928"/>
                  </a:lnTo>
                  <a:lnTo>
                    <a:pt x="1345508" y="3060928"/>
                  </a:lnTo>
                  <a:lnTo>
                    <a:pt x="1350547" y="3060928"/>
                  </a:lnTo>
                  <a:lnTo>
                    <a:pt x="1355586" y="3060928"/>
                  </a:lnTo>
                  <a:lnTo>
                    <a:pt x="1360626" y="3060928"/>
                  </a:lnTo>
                  <a:lnTo>
                    <a:pt x="1365665" y="3060928"/>
                  </a:lnTo>
                  <a:lnTo>
                    <a:pt x="1370704" y="3060928"/>
                  </a:lnTo>
                  <a:lnTo>
                    <a:pt x="1375744" y="3060928"/>
                  </a:lnTo>
                  <a:lnTo>
                    <a:pt x="1380783" y="3060928"/>
                  </a:lnTo>
                  <a:lnTo>
                    <a:pt x="1385822" y="3060928"/>
                  </a:lnTo>
                  <a:lnTo>
                    <a:pt x="1390862" y="3060928"/>
                  </a:lnTo>
                  <a:lnTo>
                    <a:pt x="1395901" y="3060928"/>
                  </a:lnTo>
                  <a:lnTo>
                    <a:pt x="1400940" y="3060928"/>
                  </a:lnTo>
                  <a:lnTo>
                    <a:pt x="1405980" y="3060928"/>
                  </a:lnTo>
                  <a:lnTo>
                    <a:pt x="1411019" y="3060928"/>
                  </a:lnTo>
                  <a:lnTo>
                    <a:pt x="1416058" y="3060928"/>
                  </a:lnTo>
                  <a:lnTo>
                    <a:pt x="1421098" y="3060928"/>
                  </a:lnTo>
                  <a:lnTo>
                    <a:pt x="1426137" y="3060928"/>
                  </a:lnTo>
                  <a:lnTo>
                    <a:pt x="1431177" y="3060928"/>
                  </a:lnTo>
                  <a:lnTo>
                    <a:pt x="1436216" y="3060928"/>
                  </a:lnTo>
                  <a:lnTo>
                    <a:pt x="1441255" y="3060928"/>
                  </a:lnTo>
                  <a:lnTo>
                    <a:pt x="1446295" y="3060928"/>
                  </a:lnTo>
                  <a:lnTo>
                    <a:pt x="1451334" y="3060928"/>
                  </a:lnTo>
                  <a:lnTo>
                    <a:pt x="1456373" y="3060928"/>
                  </a:lnTo>
                  <a:lnTo>
                    <a:pt x="1461413" y="3060928"/>
                  </a:lnTo>
                  <a:lnTo>
                    <a:pt x="1466452" y="3060928"/>
                  </a:lnTo>
                  <a:lnTo>
                    <a:pt x="1471491" y="3060928"/>
                  </a:lnTo>
                  <a:lnTo>
                    <a:pt x="1476531" y="3060928"/>
                  </a:lnTo>
                  <a:lnTo>
                    <a:pt x="1481570" y="3060928"/>
                  </a:lnTo>
                  <a:lnTo>
                    <a:pt x="1486609" y="3060928"/>
                  </a:lnTo>
                  <a:lnTo>
                    <a:pt x="1491649" y="3060928"/>
                  </a:lnTo>
                  <a:lnTo>
                    <a:pt x="1496688" y="3060928"/>
                  </a:lnTo>
                  <a:lnTo>
                    <a:pt x="1501728" y="3060928"/>
                  </a:lnTo>
                  <a:lnTo>
                    <a:pt x="1506767" y="3060928"/>
                  </a:lnTo>
                  <a:lnTo>
                    <a:pt x="1511806" y="3060928"/>
                  </a:lnTo>
                  <a:lnTo>
                    <a:pt x="1516846" y="3060928"/>
                  </a:lnTo>
                  <a:lnTo>
                    <a:pt x="1521885" y="3060928"/>
                  </a:lnTo>
                  <a:lnTo>
                    <a:pt x="1526924" y="3060928"/>
                  </a:lnTo>
                  <a:lnTo>
                    <a:pt x="1531964" y="3060928"/>
                  </a:lnTo>
                  <a:lnTo>
                    <a:pt x="1537003" y="3060928"/>
                  </a:lnTo>
                  <a:lnTo>
                    <a:pt x="1542042" y="3060928"/>
                  </a:lnTo>
                  <a:lnTo>
                    <a:pt x="1547082" y="3060928"/>
                  </a:lnTo>
                  <a:lnTo>
                    <a:pt x="1552121" y="3060928"/>
                  </a:lnTo>
                  <a:lnTo>
                    <a:pt x="1557160" y="3060928"/>
                  </a:lnTo>
                  <a:lnTo>
                    <a:pt x="1562200" y="3060928"/>
                  </a:lnTo>
                  <a:lnTo>
                    <a:pt x="1567239" y="3060928"/>
                  </a:lnTo>
                  <a:lnTo>
                    <a:pt x="1572279" y="3060928"/>
                  </a:lnTo>
                  <a:lnTo>
                    <a:pt x="1577318" y="3060928"/>
                  </a:lnTo>
                  <a:lnTo>
                    <a:pt x="1582357" y="3060928"/>
                  </a:lnTo>
                  <a:lnTo>
                    <a:pt x="1587397" y="3060928"/>
                  </a:lnTo>
                  <a:lnTo>
                    <a:pt x="1592436" y="3060928"/>
                  </a:lnTo>
                  <a:lnTo>
                    <a:pt x="1597475" y="3060928"/>
                  </a:lnTo>
                  <a:lnTo>
                    <a:pt x="1602515" y="3060928"/>
                  </a:lnTo>
                  <a:lnTo>
                    <a:pt x="1607554" y="3060928"/>
                  </a:lnTo>
                  <a:lnTo>
                    <a:pt x="1612593" y="3060928"/>
                  </a:lnTo>
                  <a:lnTo>
                    <a:pt x="1617633" y="3060928"/>
                  </a:lnTo>
                  <a:lnTo>
                    <a:pt x="1622672" y="3060928"/>
                  </a:lnTo>
                  <a:lnTo>
                    <a:pt x="1627711" y="3060928"/>
                  </a:lnTo>
                  <a:lnTo>
                    <a:pt x="1632751" y="3060928"/>
                  </a:lnTo>
                  <a:lnTo>
                    <a:pt x="1637790" y="3060928"/>
                  </a:lnTo>
                  <a:lnTo>
                    <a:pt x="1642830" y="3060928"/>
                  </a:lnTo>
                  <a:lnTo>
                    <a:pt x="1647869" y="3060928"/>
                  </a:lnTo>
                  <a:lnTo>
                    <a:pt x="1652908" y="3060928"/>
                  </a:lnTo>
                  <a:lnTo>
                    <a:pt x="1657948" y="3060928"/>
                  </a:lnTo>
                  <a:lnTo>
                    <a:pt x="1662987" y="3060928"/>
                  </a:lnTo>
                  <a:lnTo>
                    <a:pt x="1668026" y="3060928"/>
                  </a:lnTo>
                  <a:lnTo>
                    <a:pt x="1673066" y="3060928"/>
                  </a:lnTo>
                  <a:lnTo>
                    <a:pt x="1678105" y="3060928"/>
                  </a:lnTo>
                  <a:lnTo>
                    <a:pt x="1683144" y="3060928"/>
                  </a:lnTo>
                  <a:lnTo>
                    <a:pt x="1688184" y="3060928"/>
                  </a:lnTo>
                  <a:lnTo>
                    <a:pt x="1693223" y="3060928"/>
                  </a:lnTo>
                  <a:lnTo>
                    <a:pt x="1698262" y="3060928"/>
                  </a:lnTo>
                  <a:lnTo>
                    <a:pt x="1703302" y="3060928"/>
                  </a:lnTo>
                  <a:lnTo>
                    <a:pt x="1708341" y="3060928"/>
                  </a:lnTo>
                  <a:lnTo>
                    <a:pt x="1713380" y="3060928"/>
                  </a:lnTo>
                  <a:lnTo>
                    <a:pt x="1718420" y="3060928"/>
                  </a:lnTo>
                  <a:lnTo>
                    <a:pt x="1723459" y="3060928"/>
                  </a:lnTo>
                  <a:lnTo>
                    <a:pt x="1728499" y="3060928"/>
                  </a:lnTo>
                  <a:lnTo>
                    <a:pt x="1733538" y="3060928"/>
                  </a:lnTo>
                  <a:lnTo>
                    <a:pt x="1738577" y="3060928"/>
                  </a:lnTo>
                  <a:lnTo>
                    <a:pt x="1743617" y="3060928"/>
                  </a:lnTo>
                  <a:lnTo>
                    <a:pt x="1748656" y="3060928"/>
                  </a:lnTo>
                  <a:lnTo>
                    <a:pt x="1753695" y="3060928"/>
                  </a:lnTo>
                  <a:lnTo>
                    <a:pt x="1758735" y="3060928"/>
                  </a:lnTo>
                  <a:lnTo>
                    <a:pt x="1763774" y="3060928"/>
                  </a:lnTo>
                  <a:lnTo>
                    <a:pt x="1768813" y="3060928"/>
                  </a:lnTo>
                  <a:lnTo>
                    <a:pt x="1773853" y="3060928"/>
                  </a:lnTo>
                  <a:lnTo>
                    <a:pt x="1778892" y="3060928"/>
                  </a:lnTo>
                  <a:lnTo>
                    <a:pt x="1783931" y="3060928"/>
                  </a:lnTo>
                  <a:lnTo>
                    <a:pt x="1788971" y="3060928"/>
                  </a:lnTo>
                  <a:lnTo>
                    <a:pt x="1794010" y="3060928"/>
                  </a:lnTo>
                  <a:lnTo>
                    <a:pt x="1799050" y="3060928"/>
                  </a:lnTo>
                  <a:lnTo>
                    <a:pt x="1804089" y="3060928"/>
                  </a:lnTo>
                  <a:lnTo>
                    <a:pt x="1809128" y="3060928"/>
                  </a:lnTo>
                  <a:lnTo>
                    <a:pt x="1814168" y="3060928"/>
                  </a:lnTo>
                  <a:lnTo>
                    <a:pt x="1819207" y="3060928"/>
                  </a:lnTo>
                  <a:lnTo>
                    <a:pt x="1824246" y="3060928"/>
                  </a:lnTo>
                  <a:lnTo>
                    <a:pt x="1829286" y="3060928"/>
                  </a:lnTo>
                  <a:lnTo>
                    <a:pt x="1834325" y="3060928"/>
                  </a:lnTo>
                  <a:lnTo>
                    <a:pt x="1839364" y="3060928"/>
                  </a:lnTo>
                  <a:lnTo>
                    <a:pt x="1844404" y="3060928"/>
                  </a:lnTo>
                  <a:lnTo>
                    <a:pt x="1849443" y="3060928"/>
                  </a:lnTo>
                  <a:lnTo>
                    <a:pt x="1854482" y="3060928"/>
                  </a:lnTo>
                  <a:lnTo>
                    <a:pt x="1859522" y="3060928"/>
                  </a:lnTo>
                  <a:lnTo>
                    <a:pt x="1864561" y="3060928"/>
                  </a:lnTo>
                  <a:lnTo>
                    <a:pt x="1869601" y="3060928"/>
                  </a:lnTo>
                  <a:lnTo>
                    <a:pt x="1874640" y="3060928"/>
                  </a:lnTo>
                  <a:lnTo>
                    <a:pt x="1879679" y="3060928"/>
                  </a:lnTo>
                  <a:lnTo>
                    <a:pt x="1884719" y="3060928"/>
                  </a:lnTo>
                  <a:lnTo>
                    <a:pt x="1889758" y="3060928"/>
                  </a:lnTo>
                  <a:lnTo>
                    <a:pt x="1894797" y="3060928"/>
                  </a:lnTo>
                  <a:lnTo>
                    <a:pt x="1899837" y="3060928"/>
                  </a:lnTo>
                  <a:lnTo>
                    <a:pt x="1904876" y="3060928"/>
                  </a:lnTo>
                  <a:lnTo>
                    <a:pt x="1909915" y="3060928"/>
                  </a:lnTo>
                  <a:lnTo>
                    <a:pt x="1914955" y="3060928"/>
                  </a:lnTo>
                  <a:lnTo>
                    <a:pt x="1919994" y="3060928"/>
                  </a:lnTo>
                  <a:lnTo>
                    <a:pt x="1925033" y="3060928"/>
                  </a:lnTo>
                  <a:lnTo>
                    <a:pt x="1930073" y="3060928"/>
                  </a:lnTo>
                  <a:lnTo>
                    <a:pt x="1935112" y="3060928"/>
                  </a:lnTo>
                  <a:lnTo>
                    <a:pt x="1940151" y="3060928"/>
                  </a:lnTo>
                  <a:lnTo>
                    <a:pt x="1945191" y="3060928"/>
                  </a:lnTo>
                  <a:lnTo>
                    <a:pt x="1950230" y="3060928"/>
                  </a:lnTo>
                  <a:lnTo>
                    <a:pt x="1955270" y="3060928"/>
                  </a:lnTo>
                  <a:lnTo>
                    <a:pt x="1960309" y="3060928"/>
                  </a:lnTo>
                  <a:lnTo>
                    <a:pt x="1965348" y="3060928"/>
                  </a:lnTo>
                  <a:lnTo>
                    <a:pt x="1970388" y="3060928"/>
                  </a:lnTo>
                  <a:lnTo>
                    <a:pt x="1975427" y="3060928"/>
                  </a:lnTo>
                  <a:lnTo>
                    <a:pt x="1980466" y="3060928"/>
                  </a:lnTo>
                  <a:lnTo>
                    <a:pt x="1985506" y="3060928"/>
                  </a:lnTo>
                  <a:lnTo>
                    <a:pt x="1990545" y="3060928"/>
                  </a:lnTo>
                  <a:lnTo>
                    <a:pt x="1995584" y="3060928"/>
                  </a:lnTo>
                  <a:lnTo>
                    <a:pt x="2000624" y="3060928"/>
                  </a:lnTo>
                  <a:lnTo>
                    <a:pt x="2005663" y="3060928"/>
                  </a:lnTo>
                  <a:lnTo>
                    <a:pt x="2010702" y="3060928"/>
                  </a:lnTo>
                  <a:lnTo>
                    <a:pt x="2015742" y="3060928"/>
                  </a:lnTo>
                  <a:lnTo>
                    <a:pt x="2020781" y="3060928"/>
                  </a:lnTo>
                  <a:lnTo>
                    <a:pt x="2025821" y="3060928"/>
                  </a:lnTo>
                  <a:lnTo>
                    <a:pt x="2030860" y="3060928"/>
                  </a:lnTo>
                  <a:lnTo>
                    <a:pt x="2035899" y="3060928"/>
                  </a:lnTo>
                  <a:lnTo>
                    <a:pt x="2040939" y="3060928"/>
                  </a:lnTo>
                  <a:lnTo>
                    <a:pt x="2045978" y="3060928"/>
                  </a:lnTo>
                  <a:lnTo>
                    <a:pt x="2051017" y="3060928"/>
                  </a:lnTo>
                  <a:lnTo>
                    <a:pt x="2056057" y="3060928"/>
                  </a:lnTo>
                  <a:lnTo>
                    <a:pt x="2061096" y="3060928"/>
                  </a:lnTo>
                  <a:lnTo>
                    <a:pt x="2066135" y="3060928"/>
                  </a:lnTo>
                  <a:lnTo>
                    <a:pt x="2071175" y="3060928"/>
                  </a:lnTo>
                  <a:lnTo>
                    <a:pt x="2076214" y="3060928"/>
                  </a:lnTo>
                  <a:lnTo>
                    <a:pt x="2081253" y="3060928"/>
                  </a:lnTo>
                  <a:lnTo>
                    <a:pt x="2086293" y="3060928"/>
                  </a:lnTo>
                  <a:lnTo>
                    <a:pt x="2091332" y="3060928"/>
                  </a:lnTo>
                  <a:lnTo>
                    <a:pt x="2096372" y="3060928"/>
                  </a:lnTo>
                  <a:lnTo>
                    <a:pt x="2101411" y="3060928"/>
                  </a:lnTo>
                  <a:lnTo>
                    <a:pt x="2106450" y="3060928"/>
                  </a:lnTo>
                  <a:lnTo>
                    <a:pt x="2111490" y="3060928"/>
                  </a:lnTo>
                  <a:lnTo>
                    <a:pt x="2116529" y="3060928"/>
                  </a:lnTo>
                  <a:lnTo>
                    <a:pt x="2121568" y="3060928"/>
                  </a:lnTo>
                  <a:lnTo>
                    <a:pt x="2126608" y="3060928"/>
                  </a:lnTo>
                  <a:lnTo>
                    <a:pt x="2131647" y="3060928"/>
                  </a:lnTo>
                  <a:lnTo>
                    <a:pt x="2136686" y="3060928"/>
                  </a:lnTo>
                  <a:lnTo>
                    <a:pt x="2141726" y="3060928"/>
                  </a:lnTo>
                  <a:lnTo>
                    <a:pt x="2146765" y="3060928"/>
                  </a:lnTo>
                  <a:lnTo>
                    <a:pt x="2151804" y="3060928"/>
                  </a:lnTo>
                  <a:lnTo>
                    <a:pt x="2156844" y="3060928"/>
                  </a:lnTo>
                  <a:lnTo>
                    <a:pt x="2161883" y="3060928"/>
                  </a:lnTo>
                  <a:lnTo>
                    <a:pt x="2166923" y="3060928"/>
                  </a:lnTo>
                  <a:lnTo>
                    <a:pt x="2171962" y="3060928"/>
                  </a:lnTo>
                  <a:lnTo>
                    <a:pt x="2177001" y="3060928"/>
                  </a:lnTo>
                  <a:lnTo>
                    <a:pt x="2182041" y="3060928"/>
                  </a:lnTo>
                  <a:lnTo>
                    <a:pt x="2187080" y="3060928"/>
                  </a:lnTo>
                  <a:lnTo>
                    <a:pt x="2192119" y="3060928"/>
                  </a:lnTo>
                  <a:lnTo>
                    <a:pt x="2197159" y="3060928"/>
                  </a:lnTo>
                  <a:lnTo>
                    <a:pt x="2202198" y="3060928"/>
                  </a:lnTo>
                  <a:lnTo>
                    <a:pt x="2207237" y="3060928"/>
                  </a:lnTo>
                  <a:lnTo>
                    <a:pt x="2212277" y="3060928"/>
                  </a:lnTo>
                  <a:lnTo>
                    <a:pt x="2217316" y="3060928"/>
                  </a:lnTo>
                  <a:lnTo>
                    <a:pt x="2222355" y="3060928"/>
                  </a:lnTo>
                  <a:lnTo>
                    <a:pt x="2227395" y="3060928"/>
                  </a:lnTo>
                  <a:lnTo>
                    <a:pt x="2232434" y="3060928"/>
                  </a:lnTo>
                  <a:lnTo>
                    <a:pt x="2237473" y="3060928"/>
                  </a:lnTo>
                  <a:lnTo>
                    <a:pt x="2242513" y="3060928"/>
                  </a:lnTo>
                  <a:lnTo>
                    <a:pt x="2247552" y="3060928"/>
                  </a:lnTo>
                  <a:lnTo>
                    <a:pt x="2252592" y="3060928"/>
                  </a:lnTo>
                  <a:lnTo>
                    <a:pt x="2257631" y="3060928"/>
                  </a:lnTo>
                  <a:lnTo>
                    <a:pt x="2262670" y="3060928"/>
                  </a:lnTo>
                  <a:lnTo>
                    <a:pt x="2267710" y="3060928"/>
                  </a:lnTo>
                  <a:lnTo>
                    <a:pt x="2272749" y="3060928"/>
                  </a:lnTo>
                  <a:lnTo>
                    <a:pt x="2277788" y="3060928"/>
                  </a:lnTo>
                  <a:lnTo>
                    <a:pt x="2282828" y="3060928"/>
                  </a:lnTo>
                  <a:lnTo>
                    <a:pt x="2287867" y="3060928"/>
                  </a:lnTo>
                  <a:lnTo>
                    <a:pt x="2292906" y="3060928"/>
                  </a:lnTo>
                  <a:lnTo>
                    <a:pt x="2297946" y="3060928"/>
                  </a:lnTo>
                  <a:lnTo>
                    <a:pt x="2302985" y="3060928"/>
                  </a:lnTo>
                  <a:lnTo>
                    <a:pt x="2308024" y="3060928"/>
                  </a:lnTo>
                  <a:lnTo>
                    <a:pt x="2313064" y="3060928"/>
                  </a:lnTo>
                  <a:lnTo>
                    <a:pt x="2318103" y="3060928"/>
                  </a:lnTo>
                  <a:lnTo>
                    <a:pt x="2323143" y="3060928"/>
                  </a:lnTo>
                  <a:lnTo>
                    <a:pt x="2328182" y="3060928"/>
                  </a:lnTo>
                  <a:lnTo>
                    <a:pt x="2333221" y="3060928"/>
                  </a:lnTo>
                  <a:lnTo>
                    <a:pt x="2338261" y="3060928"/>
                  </a:lnTo>
                  <a:lnTo>
                    <a:pt x="2343300" y="3060928"/>
                  </a:lnTo>
                  <a:lnTo>
                    <a:pt x="2348339" y="3060928"/>
                  </a:lnTo>
                  <a:lnTo>
                    <a:pt x="2353379" y="3060928"/>
                  </a:lnTo>
                  <a:lnTo>
                    <a:pt x="2358418" y="3060928"/>
                  </a:lnTo>
                  <a:lnTo>
                    <a:pt x="2363457" y="3060928"/>
                  </a:lnTo>
                  <a:lnTo>
                    <a:pt x="2368497" y="3060928"/>
                  </a:lnTo>
                  <a:lnTo>
                    <a:pt x="2373536" y="3060928"/>
                  </a:lnTo>
                  <a:lnTo>
                    <a:pt x="2378575" y="3060928"/>
                  </a:lnTo>
                  <a:lnTo>
                    <a:pt x="2383615" y="3060928"/>
                  </a:lnTo>
                  <a:lnTo>
                    <a:pt x="2388654" y="3060928"/>
                  </a:lnTo>
                  <a:lnTo>
                    <a:pt x="2393694" y="3060928"/>
                  </a:lnTo>
                  <a:lnTo>
                    <a:pt x="2398733" y="3060928"/>
                  </a:lnTo>
                  <a:lnTo>
                    <a:pt x="2403772" y="3060928"/>
                  </a:lnTo>
                  <a:lnTo>
                    <a:pt x="2408812" y="3060928"/>
                  </a:lnTo>
                  <a:lnTo>
                    <a:pt x="2413851" y="3060928"/>
                  </a:lnTo>
                  <a:lnTo>
                    <a:pt x="2418890" y="3060928"/>
                  </a:lnTo>
                  <a:lnTo>
                    <a:pt x="2423930" y="3060928"/>
                  </a:lnTo>
                  <a:lnTo>
                    <a:pt x="2428969" y="3060928"/>
                  </a:lnTo>
                  <a:lnTo>
                    <a:pt x="2434008" y="3060928"/>
                  </a:lnTo>
                  <a:lnTo>
                    <a:pt x="2439048" y="3060928"/>
                  </a:lnTo>
                  <a:lnTo>
                    <a:pt x="2444087" y="3060928"/>
                  </a:lnTo>
                  <a:lnTo>
                    <a:pt x="2449126" y="3060928"/>
                  </a:lnTo>
                  <a:lnTo>
                    <a:pt x="2454166" y="3060928"/>
                  </a:lnTo>
                  <a:lnTo>
                    <a:pt x="2459205" y="3060928"/>
                  </a:lnTo>
                  <a:lnTo>
                    <a:pt x="2464245" y="3060928"/>
                  </a:lnTo>
                  <a:lnTo>
                    <a:pt x="2469284" y="3060928"/>
                  </a:lnTo>
                  <a:lnTo>
                    <a:pt x="2474323" y="3060928"/>
                  </a:lnTo>
                  <a:lnTo>
                    <a:pt x="2479363" y="3060928"/>
                  </a:lnTo>
                  <a:lnTo>
                    <a:pt x="2484402" y="3060928"/>
                  </a:lnTo>
                  <a:lnTo>
                    <a:pt x="2489441" y="3060928"/>
                  </a:lnTo>
                  <a:lnTo>
                    <a:pt x="2494481" y="3060928"/>
                  </a:lnTo>
                  <a:lnTo>
                    <a:pt x="2499520" y="3060928"/>
                  </a:lnTo>
                  <a:lnTo>
                    <a:pt x="2504559" y="3060928"/>
                  </a:lnTo>
                  <a:lnTo>
                    <a:pt x="2509599" y="3060928"/>
                  </a:lnTo>
                  <a:lnTo>
                    <a:pt x="2514638" y="3060928"/>
                  </a:lnTo>
                  <a:lnTo>
                    <a:pt x="2519677" y="3060928"/>
                  </a:lnTo>
                  <a:lnTo>
                    <a:pt x="2524717" y="3060928"/>
                  </a:lnTo>
                  <a:lnTo>
                    <a:pt x="2529756" y="3060928"/>
                  </a:lnTo>
                  <a:lnTo>
                    <a:pt x="2534795" y="3060928"/>
                  </a:lnTo>
                  <a:lnTo>
                    <a:pt x="2539835" y="3060928"/>
                  </a:lnTo>
                  <a:lnTo>
                    <a:pt x="2544874" y="3060928"/>
                  </a:lnTo>
                  <a:lnTo>
                    <a:pt x="2549914" y="3060928"/>
                  </a:lnTo>
                  <a:lnTo>
                    <a:pt x="2554953" y="3060928"/>
                  </a:lnTo>
                  <a:lnTo>
                    <a:pt x="2559992" y="3060928"/>
                  </a:lnTo>
                  <a:lnTo>
                    <a:pt x="2565032" y="3060928"/>
                  </a:lnTo>
                  <a:lnTo>
                    <a:pt x="2570071" y="3060928"/>
                  </a:lnTo>
                  <a:lnTo>
                    <a:pt x="2575110" y="3060928"/>
                  </a:lnTo>
                  <a:lnTo>
                    <a:pt x="2570071" y="3060928"/>
                  </a:lnTo>
                  <a:lnTo>
                    <a:pt x="2565032" y="3060928"/>
                  </a:lnTo>
                  <a:lnTo>
                    <a:pt x="2559992" y="3060928"/>
                  </a:lnTo>
                  <a:lnTo>
                    <a:pt x="2554953" y="3060928"/>
                  </a:lnTo>
                  <a:lnTo>
                    <a:pt x="2549914" y="3060928"/>
                  </a:lnTo>
                  <a:lnTo>
                    <a:pt x="2544874" y="3060928"/>
                  </a:lnTo>
                  <a:lnTo>
                    <a:pt x="2539835" y="3060928"/>
                  </a:lnTo>
                  <a:lnTo>
                    <a:pt x="2534795" y="3060928"/>
                  </a:lnTo>
                  <a:lnTo>
                    <a:pt x="2529756" y="3060928"/>
                  </a:lnTo>
                  <a:lnTo>
                    <a:pt x="2524717" y="3060928"/>
                  </a:lnTo>
                  <a:lnTo>
                    <a:pt x="2519677" y="3060928"/>
                  </a:lnTo>
                  <a:lnTo>
                    <a:pt x="2514638" y="3060928"/>
                  </a:lnTo>
                  <a:lnTo>
                    <a:pt x="2509599" y="3060928"/>
                  </a:lnTo>
                  <a:lnTo>
                    <a:pt x="2504559" y="3060928"/>
                  </a:lnTo>
                  <a:lnTo>
                    <a:pt x="2499520" y="3060928"/>
                  </a:lnTo>
                  <a:lnTo>
                    <a:pt x="2494481" y="3060928"/>
                  </a:lnTo>
                  <a:lnTo>
                    <a:pt x="2489441" y="3060928"/>
                  </a:lnTo>
                  <a:lnTo>
                    <a:pt x="2484402" y="3060928"/>
                  </a:lnTo>
                  <a:lnTo>
                    <a:pt x="2479363" y="3060928"/>
                  </a:lnTo>
                  <a:lnTo>
                    <a:pt x="2474323" y="3060928"/>
                  </a:lnTo>
                  <a:lnTo>
                    <a:pt x="2469284" y="3060928"/>
                  </a:lnTo>
                  <a:lnTo>
                    <a:pt x="2464245" y="3060928"/>
                  </a:lnTo>
                  <a:lnTo>
                    <a:pt x="2459205" y="3060928"/>
                  </a:lnTo>
                  <a:lnTo>
                    <a:pt x="2454166" y="3060928"/>
                  </a:lnTo>
                  <a:lnTo>
                    <a:pt x="2449126" y="3060928"/>
                  </a:lnTo>
                  <a:lnTo>
                    <a:pt x="2444087" y="3060928"/>
                  </a:lnTo>
                  <a:lnTo>
                    <a:pt x="2439048" y="3060928"/>
                  </a:lnTo>
                  <a:lnTo>
                    <a:pt x="2434008" y="3060928"/>
                  </a:lnTo>
                  <a:lnTo>
                    <a:pt x="2428969" y="3060928"/>
                  </a:lnTo>
                  <a:lnTo>
                    <a:pt x="2423930" y="3060928"/>
                  </a:lnTo>
                  <a:lnTo>
                    <a:pt x="2418890" y="3060928"/>
                  </a:lnTo>
                  <a:lnTo>
                    <a:pt x="2413851" y="3060928"/>
                  </a:lnTo>
                  <a:lnTo>
                    <a:pt x="2408812" y="3060928"/>
                  </a:lnTo>
                  <a:lnTo>
                    <a:pt x="2403772" y="3060928"/>
                  </a:lnTo>
                  <a:lnTo>
                    <a:pt x="2398733" y="3060928"/>
                  </a:lnTo>
                  <a:lnTo>
                    <a:pt x="2393694" y="3060928"/>
                  </a:lnTo>
                  <a:lnTo>
                    <a:pt x="2388654" y="3060928"/>
                  </a:lnTo>
                  <a:lnTo>
                    <a:pt x="2383615" y="3060928"/>
                  </a:lnTo>
                  <a:lnTo>
                    <a:pt x="2378575" y="3060928"/>
                  </a:lnTo>
                  <a:lnTo>
                    <a:pt x="2373536" y="3060928"/>
                  </a:lnTo>
                  <a:lnTo>
                    <a:pt x="2368497" y="3060928"/>
                  </a:lnTo>
                  <a:lnTo>
                    <a:pt x="2363457" y="3060928"/>
                  </a:lnTo>
                  <a:lnTo>
                    <a:pt x="2358418" y="3060928"/>
                  </a:lnTo>
                  <a:lnTo>
                    <a:pt x="2353379" y="3060928"/>
                  </a:lnTo>
                  <a:lnTo>
                    <a:pt x="2348339" y="3060928"/>
                  </a:lnTo>
                  <a:lnTo>
                    <a:pt x="2343300" y="3060928"/>
                  </a:lnTo>
                  <a:lnTo>
                    <a:pt x="2338261" y="3060928"/>
                  </a:lnTo>
                  <a:lnTo>
                    <a:pt x="2333221" y="3060928"/>
                  </a:lnTo>
                  <a:lnTo>
                    <a:pt x="2328182" y="3060928"/>
                  </a:lnTo>
                  <a:lnTo>
                    <a:pt x="2323143" y="3060928"/>
                  </a:lnTo>
                  <a:lnTo>
                    <a:pt x="2318103" y="3060928"/>
                  </a:lnTo>
                  <a:lnTo>
                    <a:pt x="2313064" y="3060928"/>
                  </a:lnTo>
                  <a:lnTo>
                    <a:pt x="2308024" y="3060928"/>
                  </a:lnTo>
                  <a:lnTo>
                    <a:pt x="2302985" y="3060928"/>
                  </a:lnTo>
                  <a:lnTo>
                    <a:pt x="2297946" y="3060928"/>
                  </a:lnTo>
                  <a:lnTo>
                    <a:pt x="2292906" y="3060928"/>
                  </a:lnTo>
                  <a:lnTo>
                    <a:pt x="2287867" y="3060928"/>
                  </a:lnTo>
                  <a:lnTo>
                    <a:pt x="2282828" y="3060928"/>
                  </a:lnTo>
                  <a:lnTo>
                    <a:pt x="2277788" y="3060928"/>
                  </a:lnTo>
                  <a:lnTo>
                    <a:pt x="2272749" y="3060928"/>
                  </a:lnTo>
                  <a:lnTo>
                    <a:pt x="2267710" y="3060928"/>
                  </a:lnTo>
                  <a:lnTo>
                    <a:pt x="2262670" y="3060928"/>
                  </a:lnTo>
                  <a:lnTo>
                    <a:pt x="2257631" y="3060928"/>
                  </a:lnTo>
                  <a:lnTo>
                    <a:pt x="2252592" y="3060928"/>
                  </a:lnTo>
                  <a:lnTo>
                    <a:pt x="2247552" y="3060928"/>
                  </a:lnTo>
                  <a:lnTo>
                    <a:pt x="2242513" y="3060928"/>
                  </a:lnTo>
                  <a:lnTo>
                    <a:pt x="2237473" y="3060928"/>
                  </a:lnTo>
                  <a:lnTo>
                    <a:pt x="2232434" y="3060928"/>
                  </a:lnTo>
                  <a:lnTo>
                    <a:pt x="2227395" y="3060928"/>
                  </a:lnTo>
                  <a:lnTo>
                    <a:pt x="2222355" y="3060928"/>
                  </a:lnTo>
                  <a:lnTo>
                    <a:pt x="2217316" y="3060928"/>
                  </a:lnTo>
                  <a:lnTo>
                    <a:pt x="2212277" y="3060928"/>
                  </a:lnTo>
                  <a:lnTo>
                    <a:pt x="2207237" y="3060928"/>
                  </a:lnTo>
                  <a:lnTo>
                    <a:pt x="2202198" y="3060928"/>
                  </a:lnTo>
                  <a:lnTo>
                    <a:pt x="2197159" y="3060928"/>
                  </a:lnTo>
                  <a:lnTo>
                    <a:pt x="2192119" y="3060928"/>
                  </a:lnTo>
                  <a:lnTo>
                    <a:pt x="2187080" y="3060928"/>
                  </a:lnTo>
                  <a:lnTo>
                    <a:pt x="2182041" y="3060928"/>
                  </a:lnTo>
                  <a:lnTo>
                    <a:pt x="2177001" y="3060928"/>
                  </a:lnTo>
                  <a:lnTo>
                    <a:pt x="2171962" y="3060928"/>
                  </a:lnTo>
                  <a:lnTo>
                    <a:pt x="2166923" y="3060928"/>
                  </a:lnTo>
                  <a:lnTo>
                    <a:pt x="2161883" y="3060928"/>
                  </a:lnTo>
                  <a:lnTo>
                    <a:pt x="2156844" y="3060928"/>
                  </a:lnTo>
                  <a:lnTo>
                    <a:pt x="2151804" y="3060928"/>
                  </a:lnTo>
                  <a:lnTo>
                    <a:pt x="2146765" y="3060928"/>
                  </a:lnTo>
                  <a:lnTo>
                    <a:pt x="2141726" y="3060928"/>
                  </a:lnTo>
                  <a:lnTo>
                    <a:pt x="2136686" y="3060928"/>
                  </a:lnTo>
                  <a:lnTo>
                    <a:pt x="2131647" y="3060928"/>
                  </a:lnTo>
                  <a:lnTo>
                    <a:pt x="2126608" y="3060928"/>
                  </a:lnTo>
                  <a:lnTo>
                    <a:pt x="2121568" y="3060928"/>
                  </a:lnTo>
                  <a:lnTo>
                    <a:pt x="2116529" y="3060928"/>
                  </a:lnTo>
                  <a:lnTo>
                    <a:pt x="2111490" y="3060928"/>
                  </a:lnTo>
                  <a:lnTo>
                    <a:pt x="2106450" y="3060928"/>
                  </a:lnTo>
                  <a:lnTo>
                    <a:pt x="2101411" y="3060928"/>
                  </a:lnTo>
                  <a:lnTo>
                    <a:pt x="2096372" y="3060928"/>
                  </a:lnTo>
                  <a:lnTo>
                    <a:pt x="2091332" y="3060928"/>
                  </a:lnTo>
                  <a:lnTo>
                    <a:pt x="2086293" y="3060928"/>
                  </a:lnTo>
                  <a:lnTo>
                    <a:pt x="2081253" y="3060928"/>
                  </a:lnTo>
                  <a:lnTo>
                    <a:pt x="2076214" y="3060928"/>
                  </a:lnTo>
                  <a:lnTo>
                    <a:pt x="2071175" y="3060928"/>
                  </a:lnTo>
                  <a:lnTo>
                    <a:pt x="2066135" y="3060928"/>
                  </a:lnTo>
                  <a:lnTo>
                    <a:pt x="2061096" y="3060928"/>
                  </a:lnTo>
                  <a:lnTo>
                    <a:pt x="2056057" y="3060928"/>
                  </a:lnTo>
                  <a:lnTo>
                    <a:pt x="2051017" y="3060928"/>
                  </a:lnTo>
                  <a:lnTo>
                    <a:pt x="2045978" y="3060928"/>
                  </a:lnTo>
                  <a:lnTo>
                    <a:pt x="2040939" y="3060928"/>
                  </a:lnTo>
                  <a:lnTo>
                    <a:pt x="2035899" y="3060928"/>
                  </a:lnTo>
                  <a:lnTo>
                    <a:pt x="2030860" y="3060928"/>
                  </a:lnTo>
                  <a:lnTo>
                    <a:pt x="2025821" y="3060928"/>
                  </a:lnTo>
                  <a:lnTo>
                    <a:pt x="2020781" y="3060928"/>
                  </a:lnTo>
                  <a:lnTo>
                    <a:pt x="2015742" y="3060928"/>
                  </a:lnTo>
                  <a:lnTo>
                    <a:pt x="2010702" y="3060928"/>
                  </a:lnTo>
                  <a:lnTo>
                    <a:pt x="2005663" y="3060928"/>
                  </a:lnTo>
                  <a:lnTo>
                    <a:pt x="2000624" y="3060928"/>
                  </a:lnTo>
                  <a:lnTo>
                    <a:pt x="1995584" y="3060928"/>
                  </a:lnTo>
                  <a:lnTo>
                    <a:pt x="1990545" y="3060928"/>
                  </a:lnTo>
                  <a:lnTo>
                    <a:pt x="1985506" y="3060928"/>
                  </a:lnTo>
                  <a:lnTo>
                    <a:pt x="1980466" y="3060928"/>
                  </a:lnTo>
                  <a:lnTo>
                    <a:pt x="1975427" y="3060928"/>
                  </a:lnTo>
                  <a:lnTo>
                    <a:pt x="1970388" y="3060928"/>
                  </a:lnTo>
                  <a:lnTo>
                    <a:pt x="1965348" y="3060928"/>
                  </a:lnTo>
                  <a:lnTo>
                    <a:pt x="1960309" y="3060928"/>
                  </a:lnTo>
                  <a:lnTo>
                    <a:pt x="1955270" y="3060928"/>
                  </a:lnTo>
                  <a:lnTo>
                    <a:pt x="1950230" y="3060928"/>
                  </a:lnTo>
                  <a:lnTo>
                    <a:pt x="1945191" y="3060928"/>
                  </a:lnTo>
                  <a:lnTo>
                    <a:pt x="1940151" y="3060928"/>
                  </a:lnTo>
                  <a:lnTo>
                    <a:pt x="1935112" y="3060928"/>
                  </a:lnTo>
                  <a:lnTo>
                    <a:pt x="1930073" y="3060928"/>
                  </a:lnTo>
                  <a:lnTo>
                    <a:pt x="1925033" y="3060928"/>
                  </a:lnTo>
                  <a:lnTo>
                    <a:pt x="1919994" y="3060928"/>
                  </a:lnTo>
                  <a:lnTo>
                    <a:pt x="1914955" y="3060928"/>
                  </a:lnTo>
                  <a:lnTo>
                    <a:pt x="1909915" y="3060928"/>
                  </a:lnTo>
                  <a:lnTo>
                    <a:pt x="1904876" y="3060928"/>
                  </a:lnTo>
                  <a:lnTo>
                    <a:pt x="1899837" y="3060928"/>
                  </a:lnTo>
                  <a:lnTo>
                    <a:pt x="1894797" y="3060928"/>
                  </a:lnTo>
                  <a:lnTo>
                    <a:pt x="1889758" y="3060928"/>
                  </a:lnTo>
                  <a:lnTo>
                    <a:pt x="1884719" y="3060928"/>
                  </a:lnTo>
                  <a:lnTo>
                    <a:pt x="1879679" y="3060928"/>
                  </a:lnTo>
                  <a:lnTo>
                    <a:pt x="1874640" y="3060928"/>
                  </a:lnTo>
                  <a:lnTo>
                    <a:pt x="1869601" y="3060928"/>
                  </a:lnTo>
                  <a:lnTo>
                    <a:pt x="1864561" y="3060928"/>
                  </a:lnTo>
                  <a:lnTo>
                    <a:pt x="1859522" y="3060928"/>
                  </a:lnTo>
                  <a:lnTo>
                    <a:pt x="1854482" y="3060928"/>
                  </a:lnTo>
                  <a:lnTo>
                    <a:pt x="1849443" y="3060928"/>
                  </a:lnTo>
                  <a:lnTo>
                    <a:pt x="1844404" y="3060928"/>
                  </a:lnTo>
                  <a:lnTo>
                    <a:pt x="1839364" y="3060928"/>
                  </a:lnTo>
                  <a:lnTo>
                    <a:pt x="1834325" y="3060928"/>
                  </a:lnTo>
                  <a:lnTo>
                    <a:pt x="1829286" y="3060928"/>
                  </a:lnTo>
                  <a:lnTo>
                    <a:pt x="1824246" y="3060928"/>
                  </a:lnTo>
                  <a:lnTo>
                    <a:pt x="1819207" y="3060928"/>
                  </a:lnTo>
                  <a:lnTo>
                    <a:pt x="1814168" y="3060928"/>
                  </a:lnTo>
                  <a:lnTo>
                    <a:pt x="1809128" y="3060928"/>
                  </a:lnTo>
                  <a:lnTo>
                    <a:pt x="1804089" y="3060928"/>
                  </a:lnTo>
                  <a:lnTo>
                    <a:pt x="1799050" y="3060928"/>
                  </a:lnTo>
                  <a:lnTo>
                    <a:pt x="1794010" y="3060928"/>
                  </a:lnTo>
                  <a:lnTo>
                    <a:pt x="1788971" y="3060928"/>
                  </a:lnTo>
                  <a:lnTo>
                    <a:pt x="1783931" y="3060928"/>
                  </a:lnTo>
                  <a:lnTo>
                    <a:pt x="1778892" y="3060928"/>
                  </a:lnTo>
                  <a:lnTo>
                    <a:pt x="1773853" y="3060928"/>
                  </a:lnTo>
                  <a:lnTo>
                    <a:pt x="1768813" y="3060928"/>
                  </a:lnTo>
                  <a:lnTo>
                    <a:pt x="1763774" y="3060928"/>
                  </a:lnTo>
                  <a:lnTo>
                    <a:pt x="1758735" y="3060928"/>
                  </a:lnTo>
                  <a:lnTo>
                    <a:pt x="1753695" y="3060928"/>
                  </a:lnTo>
                  <a:lnTo>
                    <a:pt x="1748656" y="3060928"/>
                  </a:lnTo>
                  <a:lnTo>
                    <a:pt x="1743617" y="3060928"/>
                  </a:lnTo>
                  <a:lnTo>
                    <a:pt x="1738577" y="3060928"/>
                  </a:lnTo>
                  <a:lnTo>
                    <a:pt x="1733538" y="3060928"/>
                  </a:lnTo>
                  <a:lnTo>
                    <a:pt x="1728499" y="3060928"/>
                  </a:lnTo>
                  <a:lnTo>
                    <a:pt x="1723459" y="3060928"/>
                  </a:lnTo>
                  <a:lnTo>
                    <a:pt x="1718420" y="3060928"/>
                  </a:lnTo>
                  <a:lnTo>
                    <a:pt x="1713380" y="3060928"/>
                  </a:lnTo>
                  <a:lnTo>
                    <a:pt x="1708341" y="3060928"/>
                  </a:lnTo>
                  <a:lnTo>
                    <a:pt x="1703302" y="3060928"/>
                  </a:lnTo>
                  <a:lnTo>
                    <a:pt x="1698262" y="3060928"/>
                  </a:lnTo>
                  <a:lnTo>
                    <a:pt x="1693223" y="3060928"/>
                  </a:lnTo>
                  <a:lnTo>
                    <a:pt x="1688184" y="3060928"/>
                  </a:lnTo>
                  <a:lnTo>
                    <a:pt x="1683144" y="3060928"/>
                  </a:lnTo>
                  <a:lnTo>
                    <a:pt x="1678105" y="3060928"/>
                  </a:lnTo>
                  <a:lnTo>
                    <a:pt x="1673066" y="3060928"/>
                  </a:lnTo>
                  <a:lnTo>
                    <a:pt x="1668026" y="3060928"/>
                  </a:lnTo>
                  <a:lnTo>
                    <a:pt x="1662987" y="3060928"/>
                  </a:lnTo>
                  <a:lnTo>
                    <a:pt x="1657948" y="3060928"/>
                  </a:lnTo>
                  <a:lnTo>
                    <a:pt x="1652908" y="3060928"/>
                  </a:lnTo>
                  <a:lnTo>
                    <a:pt x="1647869" y="3060928"/>
                  </a:lnTo>
                  <a:lnTo>
                    <a:pt x="1642830" y="3060928"/>
                  </a:lnTo>
                  <a:lnTo>
                    <a:pt x="1637790" y="3060928"/>
                  </a:lnTo>
                  <a:lnTo>
                    <a:pt x="1632751" y="3060928"/>
                  </a:lnTo>
                  <a:lnTo>
                    <a:pt x="1627711" y="3060928"/>
                  </a:lnTo>
                  <a:lnTo>
                    <a:pt x="1622672" y="3060928"/>
                  </a:lnTo>
                  <a:lnTo>
                    <a:pt x="1617633" y="3060928"/>
                  </a:lnTo>
                  <a:lnTo>
                    <a:pt x="1612593" y="3060928"/>
                  </a:lnTo>
                  <a:lnTo>
                    <a:pt x="1607554" y="3060928"/>
                  </a:lnTo>
                  <a:lnTo>
                    <a:pt x="1602515" y="3060928"/>
                  </a:lnTo>
                  <a:lnTo>
                    <a:pt x="1597475" y="3060928"/>
                  </a:lnTo>
                  <a:lnTo>
                    <a:pt x="1592436" y="3060928"/>
                  </a:lnTo>
                  <a:lnTo>
                    <a:pt x="1587397" y="3060928"/>
                  </a:lnTo>
                  <a:lnTo>
                    <a:pt x="1582357" y="3060928"/>
                  </a:lnTo>
                  <a:lnTo>
                    <a:pt x="1577318" y="3060928"/>
                  </a:lnTo>
                  <a:lnTo>
                    <a:pt x="1572279" y="3060928"/>
                  </a:lnTo>
                  <a:lnTo>
                    <a:pt x="1567239" y="3060928"/>
                  </a:lnTo>
                  <a:lnTo>
                    <a:pt x="1562200" y="3060928"/>
                  </a:lnTo>
                  <a:lnTo>
                    <a:pt x="1557160" y="3060928"/>
                  </a:lnTo>
                  <a:lnTo>
                    <a:pt x="1552121" y="3060928"/>
                  </a:lnTo>
                  <a:lnTo>
                    <a:pt x="1547082" y="3060928"/>
                  </a:lnTo>
                  <a:lnTo>
                    <a:pt x="1542042" y="3060928"/>
                  </a:lnTo>
                  <a:lnTo>
                    <a:pt x="1537003" y="3060928"/>
                  </a:lnTo>
                  <a:lnTo>
                    <a:pt x="1531964" y="3060928"/>
                  </a:lnTo>
                  <a:lnTo>
                    <a:pt x="1526924" y="3060928"/>
                  </a:lnTo>
                  <a:lnTo>
                    <a:pt x="1521885" y="3060928"/>
                  </a:lnTo>
                  <a:lnTo>
                    <a:pt x="1516846" y="3060928"/>
                  </a:lnTo>
                  <a:lnTo>
                    <a:pt x="1511806" y="3060928"/>
                  </a:lnTo>
                  <a:lnTo>
                    <a:pt x="1506767" y="3060928"/>
                  </a:lnTo>
                  <a:lnTo>
                    <a:pt x="1501728" y="3060928"/>
                  </a:lnTo>
                  <a:lnTo>
                    <a:pt x="1496688" y="3060928"/>
                  </a:lnTo>
                  <a:lnTo>
                    <a:pt x="1491649" y="3060928"/>
                  </a:lnTo>
                  <a:lnTo>
                    <a:pt x="1486609" y="3060928"/>
                  </a:lnTo>
                  <a:lnTo>
                    <a:pt x="1481570" y="3060928"/>
                  </a:lnTo>
                  <a:lnTo>
                    <a:pt x="1476531" y="3060928"/>
                  </a:lnTo>
                  <a:lnTo>
                    <a:pt x="1471491" y="3060928"/>
                  </a:lnTo>
                  <a:lnTo>
                    <a:pt x="1466452" y="3060928"/>
                  </a:lnTo>
                  <a:lnTo>
                    <a:pt x="1461413" y="3060928"/>
                  </a:lnTo>
                  <a:lnTo>
                    <a:pt x="1456373" y="3060928"/>
                  </a:lnTo>
                  <a:lnTo>
                    <a:pt x="1451334" y="3060928"/>
                  </a:lnTo>
                  <a:lnTo>
                    <a:pt x="1446295" y="3060928"/>
                  </a:lnTo>
                  <a:lnTo>
                    <a:pt x="1441255" y="3060928"/>
                  </a:lnTo>
                  <a:lnTo>
                    <a:pt x="1436216" y="3060928"/>
                  </a:lnTo>
                  <a:lnTo>
                    <a:pt x="1431177" y="3060928"/>
                  </a:lnTo>
                  <a:lnTo>
                    <a:pt x="1426137" y="3060928"/>
                  </a:lnTo>
                  <a:lnTo>
                    <a:pt x="1421098" y="3060928"/>
                  </a:lnTo>
                  <a:lnTo>
                    <a:pt x="1416058" y="3060928"/>
                  </a:lnTo>
                  <a:lnTo>
                    <a:pt x="1411019" y="3060928"/>
                  </a:lnTo>
                  <a:lnTo>
                    <a:pt x="1405980" y="3060928"/>
                  </a:lnTo>
                  <a:lnTo>
                    <a:pt x="1400940" y="3060928"/>
                  </a:lnTo>
                  <a:lnTo>
                    <a:pt x="1395901" y="3060928"/>
                  </a:lnTo>
                  <a:lnTo>
                    <a:pt x="1390862" y="3060928"/>
                  </a:lnTo>
                  <a:lnTo>
                    <a:pt x="1385822" y="3060928"/>
                  </a:lnTo>
                  <a:lnTo>
                    <a:pt x="1380783" y="3060928"/>
                  </a:lnTo>
                  <a:lnTo>
                    <a:pt x="1375744" y="3060928"/>
                  </a:lnTo>
                  <a:lnTo>
                    <a:pt x="1370704" y="3060928"/>
                  </a:lnTo>
                  <a:lnTo>
                    <a:pt x="1365665" y="3060928"/>
                  </a:lnTo>
                  <a:lnTo>
                    <a:pt x="1360626" y="3060928"/>
                  </a:lnTo>
                  <a:lnTo>
                    <a:pt x="1355586" y="3060928"/>
                  </a:lnTo>
                  <a:lnTo>
                    <a:pt x="1350547" y="3060928"/>
                  </a:lnTo>
                  <a:lnTo>
                    <a:pt x="1345508" y="3060928"/>
                  </a:lnTo>
                  <a:lnTo>
                    <a:pt x="1340468" y="3060928"/>
                  </a:lnTo>
                  <a:lnTo>
                    <a:pt x="1335429" y="3060928"/>
                  </a:lnTo>
                  <a:lnTo>
                    <a:pt x="1330389" y="3060928"/>
                  </a:lnTo>
                  <a:lnTo>
                    <a:pt x="1325350" y="3060928"/>
                  </a:lnTo>
                  <a:lnTo>
                    <a:pt x="1320311" y="3060928"/>
                  </a:lnTo>
                  <a:lnTo>
                    <a:pt x="1315271" y="3060928"/>
                  </a:lnTo>
                  <a:lnTo>
                    <a:pt x="1310232" y="3060928"/>
                  </a:lnTo>
                  <a:lnTo>
                    <a:pt x="1305193" y="3060928"/>
                  </a:lnTo>
                  <a:lnTo>
                    <a:pt x="1300153" y="3060928"/>
                  </a:lnTo>
                  <a:lnTo>
                    <a:pt x="1295114" y="3060928"/>
                  </a:lnTo>
                  <a:lnTo>
                    <a:pt x="1290075" y="3060928"/>
                  </a:lnTo>
                  <a:lnTo>
                    <a:pt x="1285035" y="3060928"/>
                  </a:lnTo>
                  <a:lnTo>
                    <a:pt x="1279996" y="3060928"/>
                  </a:lnTo>
                  <a:lnTo>
                    <a:pt x="1274957" y="3060928"/>
                  </a:lnTo>
                  <a:lnTo>
                    <a:pt x="1269917" y="3060928"/>
                  </a:lnTo>
                  <a:lnTo>
                    <a:pt x="1264878" y="3060928"/>
                  </a:lnTo>
                  <a:lnTo>
                    <a:pt x="1259838" y="3060928"/>
                  </a:lnTo>
                  <a:lnTo>
                    <a:pt x="1254799" y="3060928"/>
                  </a:lnTo>
                  <a:lnTo>
                    <a:pt x="1249760" y="3060928"/>
                  </a:lnTo>
                  <a:lnTo>
                    <a:pt x="1244720" y="3060928"/>
                  </a:lnTo>
                  <a:lnTo>
                    <a:pt x="1239681" y="3060928"/>
                  </a:lnTo>
                  <a:lnTo>
                    <a:pt x="1234642" y="3060928"/>
                  </a:lnTo>
                  <a:lnTo>
                    <a:pt x="1229602" y="3060928"/>
                  </a:lnTo>
                  <a:lnTo>
                    <a:pt x="1224563" y="3060928"/>
                  </a:lnTo>
                  <a:lnTo>
                    <a:pt x="1219524" y="3060928"/>
                  </a:lnTo>
                  <a:lnTo>
                    <a:pt x="1214484" y="3060928"/>
                  </a:lnTo>
                  <a:lnTo>
                    <a:pt x="1209445" y="3060928"/>
                  </a:lnTo>
                  <a:lnTo>
                    <a:pt x="1204406" y="3060928"/>
                  </a:lnTo>
                  <a:lnTo>
                    <a:pt x="1199366" y="3060928"/>
                  </a:lnTo>
                  <a:lnTo>
                    <a:pt x="1194327" y="3060928"/>
                  </a:lnTo>
                  <a:lnTo>
                    <a:pt x="1189287" y="3060928"/>
                  </a:lnTo>
                  <a:lnTo>
                    <a:pt x="1184248" y="3060928"/>
                  </a:lnTo>
                  <a:lnTo>
                    <a:pt x="1179209" y="3060928"/>
                  </a:lnTo>
                  <a:lnTo>
                    <a:pt x="1174169" y="3060928"/>
                  </a:lnTo>
                  <a:lnTo>
                    <a:pt x="1169130" y="3060928"/>
                  </a:lnTo>
                  <a:lnTo>
                    <a:pt x="1164091" y="3060928"/>
                  </a:lnTo>
                  <a:lnTo>
                    <a:pt x="1159051" y="3060928"/>
                  </a:lnTo>
                  <a:lnTo>
                    <a:pt x="1154012" y="3060928"/>
                  </a:lnTo>
                  <a:lnTo>
                    <a:pt x="1148973" y="3060928"/>
                  </a:lnTo>
                  <a:lnTo>
                    <a:pt x="1143933" y="3060928"/>
                  </a:lnTo>
                  <a:lnTo>
                    <a:pt x="1138894" y="3060928"/>
                  </a:lnTo>
                  <a:lnTo>
                    <a:pt x="1133855" y="3060928"/>
                  </a:lnTo>
                  <a:lnTo>
                    <a:pt x="1128815" y="3060928"/>
                  </a:lnTo>
                  <a:lnTo>
                    <a:pt x="1123776" y="3060928"/>
                  </a:lnTo>
                  <a:lnTo>
                    <a:pt x="1118736" y="3060928"/>
                  </a:lnTo>
                  <a:lnTo>
                    <a:pt x="1113697" y="3060928"/>
                  </a:lnTo>
                  <a:lnTo>
                    <a:pt x="1108658" y="3060928"/>
                  </a:lnTo>
                  <a:lnTo>
                    <a:pt x="1103618" y="3060928"/>
                  </a:lnTo>
                  <a:lnTo>
                    <a:pt x="1098579" y="3060928"/>
                  </a:lnTo>
                  <a:lnTo>
                    <a:pt x="1093540" y="3060928"/>
                  </a:lnTo>
                  <a:lnTo>
                    <a:pt x="1088500" y="3060928"/>
                  </a:lnTo>
                  <a:lnTo>
                    <a:pt x="1083461" y="3060928"/>
                  </a:lnTo>
                  <a:lnTo>
                    <a:pt x="1078422" y="3060928"/>
                  </a:lnTo>
                  <a:lnTo>
                    <a:pt x="1073382" y="3060928"/>
                  </a:lnTo>
                  <a:lnTo>
                    <a:pt x="1068343" y="3060928"/>
                  </a:lnTo>
                  <a:lnTo>
                    <a:pt x="1063304" y="3060928"/>
                  </a:lnTo>
                  <a:lnTo>
                    <a:pt x="1058264" y="3060928"/>
                  </a:lnTo>
                  <a:lnTo>
                    <a:pt x="1053225" y="3060928"/>
                  </a:lnTo>
                  <a:lnTo>
                    <a:pt x="1048186" y="3060928"/>
                  </a:lnTo>
                  <a:lnTo>
                    <a:pt x="1043146" y="3060928"/>
                  </a:lnTo>
                  <a:lnTo>
                    <a:pt x="1038107" y="3060928"/>
                  </a:lnTo>
                  <a:lnTo>
                    <a:pt x="1033067" y="3060928"/>
                  </a:lnTo>
                  <a:lnTo>
                    <a:pt x="1028028" y="3060928"/>
                  </a:lnTo>
                  <a:lnTo>
                    <a:pt x="1022989" y="3060928"/>
                  </a:lnTo>
                  <a:lnTo>
                    <a:pt x="1017949" y="3060928"/>
                  </a:lnTo>
                  <a:lnTo>
                    <a:pt x="1012910" y="3060928"/>
                  </a:lnTo>
                  <a:lnTo>
                    <a:pt x="1007871" y="3060928"/>
                  </a:lnTo>
                  <a:lnTo>
                    <a:pt x="1002831" y="3060928"/>
                  </a:lnTo>
                  <a:lnTo>
                    <a:pt x="997792" y="3060928"/>
                  </a:lnTo>
                  <a:lnTo>
                    <a:pt x="992753" y="3060928"/>
                  </a:lnTo>
                  <a:lnTo>
                    <a:pt x="987713" y="3060928"/>
                  </a:lnTo>
                  <a:lnTo>
                    <a:pt x="982674" y="3060928"/>
                  </a:lnTo>
                  <a:lnTo>
                    <a:pt x="977635" y="3060928"/>
                  </a:lnTo>
                  <a:lnTo>
                    <a:pt x="972595" y="3060928"/>
                  </a:lnTo>
                  <a:lnTo>
                    <a:pt x="967556" y="3060928"/>
                  </a:lnTo>
                  <a:lnTo>
                    <a:pt x="962516" y="3060928"/>
                  </a:lnTo>
                  <a:lnTo>
                    <a:pt x="957477" y="3060928"/>
                  </a:lnTo>
                  <a:lnTo>
                    <a:pt x="952438" y="3060928"/>
                  </a:lnTo>
                  <a:lnTo>
                    <a:pt x="947398" y="3060928"/>
                  </a:lnTo>
                  <a:lnTo>
                    <a:pt x="942359" y="3060928"/>
                  </a:lnTo>
                  <a:lnTo>
                    <a:pt x="937320" y="3060928"/>
                  </a:lnTo>
                  <a:lnTo>
                    <a:pt x="932280" y="3060928"/>
                  </a:lnTo>
                  <a:lnTo>
                    <a:pt x="927241" y="3060928"/>
                  </a:lnTo>
                  <a:lnTo>
                    <a:pt x="922202" y="3060928"/>
                  </a:lnTo>
                  <a:lnTo>
                    <a:pt x="917162" y="3060928"/>
                  </a:lnTo>
                  <a:lnTo>
                    <a:pt x="912123" y="3060928"/>
                  </a:lnTo>
                  <a:lnTo>
                    <a:pt x="907084" y="3060928"/>
                  </a:lnTo>
                  <a:lnTo>
                    <a:pt x="902044" y="3060928"/>
                  </a:lnTo>
                  <a:lnTo>
                    <a:pt x="897005" y="3060928"/>
                  </a:lnTo>
                  <a:lnTo>
                    <a:pt x="891965" y="3060928"/>
                  </a:lnTo>
                  <a:lnTo>
                    <a:pt x="886926" y="3060928"/>
                  </a:lnTo>
                  <a:lnTo>
                    <a:pt x="881887" y="3060928"/>
                  </a:lnTo>
                  <a:lnTo>
                    <a:pt x="876847" y="3060928"/>
                  </a:lnTo>
                  <a:lnTo>
                    <a:pt x="871808" y="3060928"/>
                  </a:lnTo>
                  <a:lnTo>
                    <a:pt x="866769" y="3060928"/>
                  </a:lnTo>
                  <a:lnTo>
                    <a:pt x="861729" y="3060928"/>
                  </a:lnTo>
                  <a:lnTo>
                    <a:pt x="856690" y="3060928"/>
                  </a:lnTo>
                  <a:lnTo>
                    <a:pt x="851651" y="3060928"/>
                  </a:lnTo>
                  <a:lnTo>
                    <a:pt x="846611" y="3060928"/>
                  </a:lnTo>
                  <a:lnTo>
                    <a:pt x="841572" y="3060928"/>
                  </a:lnTo>
                  <a:lnTo>
                    <a:pt x="836533" y="3060928"/>
                  </a:lnTo>
                  <a:lnTo>
                    <a:pt x="831493" y="3060928"/>
                  </a:lnTo>
                  <a:lnTo>
                    <a:pt x="826454" y="3060928"/>
                  </a:lnTo>
                  <a:lnTo>
                    <a:pt x="821415" y="3060928"/>
                  </a:lnTo>
                  <a:lnTo>
                    <a:pt x="816375" y="3060928"/>
                  </a:lnTo>
                  <a:lnTo>
                    <a:pt x="811336" y="3060928"/>
                  </a:lnTo>
                  <a:lnTo>
                    <a:pt x="806296" y="3060928"/>
                  </a:lnTo>
                  <a:lnTo>
                    <a:pt x="801257" y="3060928"/>
                  </a:lnTo>
                  <a:lnTo>
                    <a:pt x="796218" y="3060928"/>
                  </a:lnTo>
                  <a:lnTo>
                    <a:pt x="791178" y="3060928"/>
                  </a:lnTo>
                  <a:lnTo>
                    <a:pt x="786139" y="3060928"/>
                  </a:lnTo>
                  <a:lnTo>
                    <a:pt x="781100" y="3060928"/>
                  </a:lnTo>
                  <a:lnTo>
                    <a:pt x="776060" y="3060928"/>
                  </a:lnTo>
                  <a:lnTo>
                    <a:pt x="771021" y="3060928"/>
                  </a:lnTo>
                  <a:lnTo>
                    <a:pt x="765982" y="3060928"/>
                  </a:lnTo>
                  <a:lnTo>
                    <a:pt x="760942" y="3060928"/>
                  </a:lnTo>
                  <a:lnTo>
                    <a:pt x="755903" y="3060928"/>
                  </a:lnTo>
                  <a:lnTo>
                    <a:pt x="750864" y="3060928"/>
                  </a:lnTo>
                  <a:lnTo>
                    <a:pt x="745824" y="3060928"/>
                  </a:lnTo>
                  <a:lnTo>
                    <a:pt x="740785" y="3060928"/>
                  </a:lnTo>
                  <a:lnTo>
                    <a:pt x="735745" y="3060928"/>
                  </a:lnTo>
                  <a:lnTo>
                    <a:pt x="730706" y="3060928"/>
                  </a:lnTo>
                  <a:lnTo>
                    <a:pt x="725667" y="3060928"/>
                  </a:lnTo>
                  <a:lnTo>
                    <a:pt x="720627" y="3060928"/>
                  </a:lnTo>
                  <a:lnTo>
                    <a:pt x="715588" y="3060928"/>
                  </a:lnTo>
                  <a:lnTo>
                    <a:pt x="710549" y="3060928"/>
                  </a:lnTo>
                  <a:lnTo>
                    <a:pt x="705509" y="3060928"/>
                  </a:lnTo>
                  <a:lnTo>
                    <a:pt x="700470" y="3060928"/>
                  </a:lnTo>
                  <a:lnTo>
                    <a:pt x="695431" y="3060928"/>
                  </a:lnTo>
                  <a:lnTo>
                    <a:pt x="690391" y="3060928"/>
                  </a:lnTo>
                  <a:lnTo>
                    <a:pt x="685352" y="3060928"/>
                  </a:lnTo>
                  <a:lnTo>
                    <a:pt x="680313" y="3060928"/>
                  </a:lnTo>
                  <a:lnTo>
                    <a:pt x="675273" y="3060928"/>
                  </a:lnTo>
                  <a:lnTo>
                    <a:pt x="670234" y="3060928"/>
                  </a:lnTo>
                  <a:lnTo>
                    <a:pt x="665194" y="3060928"/>
                  </a:lnTo>
                  <a:lnTo>
                    <a:pt x="660155" y="3060928"/>
                  </a:lnTo>
                  <a:lnTo>
                    <a:pt x="655116" y="3060928"/>
                  </a:lnTo>
                  <a:lnTo>
                    <a:pt x="650076" y="3060928"/>
                  </a:lnTo>
                  <a:lnTo>
                    <a:pt x="645037" y="3060928"/>
                  </a:lnTo>
                  <a:lnTo>
                    <a:pt x="639998" y="3060928"/>
                  </a:lnTo>
                  <a:lnTo>
                    <a:pt x="634958" y="3060928"/>
                  </a:lnTo>
                  <a:lnTo>
                    <a:pt x="629919" y="3060928"/>
                  </a:lnTo>
                  <a:lnTo>
                    <a:pt x="624880" y="3060928"/>
                  </a:lnTo>
                  <a:lnTo>
                    <a:pt x="619840" y="3060928"/>
                  </a:lnTo>
                  <a:lnTo>
                    <a:pt x="614801" y="3060928"/>
                  </a:lnTo>
                  <a:lnTo>
                    <a:pt x="609762" y="3060928"/>
                  </a:lnTo>
                  <a:lnTo>
                    <a:pt x="604722" y="3060928"/>
                  </a:lnTo>
                  <a:lnTo>
                    <a:pt x="599683" y="3060928"/>
                  </a:lnTo>
                  <a:lnTo>
                    <a:pt x="594643" y="3060928"/>
                  </a:lnTo>
                  <a:lnTo>
                    <a:pt x="589604" y="3060928"/>
                  </a:lnTo>
                  <a:lnTo>
                    <a:pt x="584565" y="3060928"/>
                  </a:lnTo>
                  <a:lnTo>
                    <a:pt x="579525" y="3060928"/>
                  </a:lnTo>
                  <a:lnTo>
                    <a:pt x="574486" y="3060928"/>
                  </a:lnTo>
                  <a:lnTo>
                    <a:pt x="569447" y="3060928"/>
                  </a:lnTo>
                  <a:lnTo>
                    <a:pt x="564407" y="3060928"/>
                  </a:lnTo>
                  <a:lnTo>
                    <a:pt x="559368" y="3060928"/>
                  </a:lnTo>
                  <a:lnTo>
                    <a:pt x="554329" y="3060928"/>
                  </a:lnTo>
                  <a:lnTo>
                    <a:pt x="549289" y="3060928"/>
                  </a:lnTo>
                  <a:lnTo>
                    <a:pt x="544250" y="3060928"/>
                  </a:lnTo>
                  <a:lnTo>
                    <a:pt x="539211" y="3060928"/>
                  </a:lnTo>
                  <a:lnTo>
                    <a:pt x="534171" y="3060928"/>
                  </a:lnTo>
                  <a:lnTo>
                    <a:pt x="529132" y="3060928"/>
                  </a:lnTo>
                  <a:lnTo>
                    <a:pt x="524093" y="3060928"/>
                  </a:lnTo>
                  <a:lnTo>
                    <a:pt x="519053" y="3060928"/>
                  </a:lnTo>
                  <a:lnTo>
                    <a:pt x="514014" y="3060928"/>
                  </a:lnTo>
                  <a:lnTo>
                    <a:pt x="508974" y="3060928"/>
                  </a:lnTo>
                  <a:lnTo>
                    <a:pt x="503935" y="3060928"/>
                  </a:lnTo>
                  <a:lnTo>
                    <a:pt x="498896" y="3060928"/>
                  </a:lnTo>
                  <a:lnTo>
                    <a:pt x="493856" y="3060928"/>
                  </a:lnTo>
                  <a:lnTo>
                    <a:pt x="488817" y="3060928"/>
                  </a:lnTo>
                  <a:lnTo>
                    <a:pt x="483778" y="3060928"/>
                  </a:lnTo>
                  <a:lnTo>
                    <a:pt x="478738" y="3060928"/>
                  </a:lnTo>
                  <a:lnTo>
                    <a:pt x="473699" y="3060928"/>
                  </a:lnTo>
                  <a:lnTo>
                    <a:pt x="468660" y="3060928"/>
                  </a:lnTo>
                  <a:lnTo>
                    <a:pt x="463620" y="3060928"/>
                  </a:lnTo>
                  <a:lnTo>
                    <a:pt x="458581" y="3060928"/>
                  </a:lnTo>
                  <a:lnTo>
                    <a:pt x="453542" y="3060928"/>
                  </a:lnTo>
                  <a:lnTo>
                    <a:pt x="448502" y="3060928"/>
                  </a:lnTo>
                  <a:lnTo>
                    <a:pt x="443463" y="3060928"/>
                  </a:lnTo>
                  <a:lnTo>
                    <a:pt x="438423" y="3060928"/>
                  </a:lnTo>
                  <a:lnTo>
                    <a:pt x="433384" y="3060928"/>
                  </a:lnTo>
                  <a:lnTo>
                    <a:pt x="428345" y="3060928"/>
                  </a:lnTo>
                  <a:lnTo>
                    <a:pt x="423305" y="3060928"/>
                  </a:lnTo>
                  <a:lnTo>
                    <a:pt x="418266" y="3060928"/>
                  </a:lnTo>
                  <a:lnTo>
                    <a:pt x="413227" y="3060928"/>
                  </a:lnTo>
                  <a:lnTo>
                    <a:pt x="408187" y="3060928"/>
                  </a:lnTo>
                  <a:lnTo>
                    <a:pt x="403148" y="3060928"/>
                  </a:lnTo>
                  <a:lnTo>
                    <a:pt x="398109" y="3060928"/>
                  </a:lnTo>
                  <a:lnTo>
                    <a:pt x="393069" y="3060928"/>
                  </a:lnTo>
                  <a:lnTo>
                    <a:pt x="388030" y="3060928"/>
                  </a:lnTo>
                  <a:lnTo>
                    <a:pt x="382991" y="3060928"/>
                  </a:lnTo>
                  <a:lnTo>
                    <a:pt x="377951" y="3060928"/>
                  </a:lnTo>
                  <a:lnTo>
                    <a:pt x="372912" y="3060928"/>
                  </a:lnTo>
                  <a:lnTo>
                    <a:pt x="367872" y="3060928"/>
                  </a:lnTo>
                  <a:lnTo>
                    <a:pt x="362833" y="3060928"/>
                  </a:lnTo>
                  <a:lnTo>
                    <a:pt x="357794" y="3060928"/>
                  </a:lnTo>
                  <a:lnTo>
                    <a:pt x="352754" y="3060928"/>
                  </a:lnTo>
                  <a:lnTo>
                    <a:pt x="347715" y="3060928"/>
                  </a:lnTo>
                  <a:lnTo>
                    <a:pt x="342676" y="3060928"/>
                  </a:lnTo>
                  <a:lnTo>
                    <a:pt x="337636" y="3060928"/>
                  </a:lnTo>
                  <a:lnTo>
                    <a:pt x="332597" y="3060928"/>
                  </a:lnTo>
                  <a:lnTo>
                    <a:pt x="327558" y="3060928"/>
                  </a:lnTo>
                  <a:lnTo>
                    <a:pt x="322518" y="3060928"/>
                  </a:lnTo>
                  <a:lnTo>
                    <a:pt x="317479" y="3060928"/>
                  </a:lnTo>
                  <a:lnTo>
                    <a:pt x="312440" y="3060928"/>
                  </a:lnTo>
                  <a:lnTo>
                    <a:pt x="307400" y="3060928"/>
                  </a:lnTo>
                  <a:lnTo>
                    <a:pt x="302361" y="3060928"/>
                  </a:lnTo>
                  <a:lnTo>
                    <a:pt x="297321" y="3060928"/>
                  </a:lnTo>
                  <a:lnTo>
                    <a:pt x="292282" y="3060928"/>
                  </a:lnTo>
                  <a:lnTo>
                    <a:pt x="287243" y="3060928"/>
                  </a:lnTo>
                  <a:lnTo>
                    <a:pt x="282203" y="3060928"/>
                  </a:lnTo>
                  <a:lnTo>
                    <a:pt x="277164" y="3060928"/>
                  </a:lnTo>
                  <a:lnTo>
                    <a:pt x="272125" y="3060928"/>
                  </a:lnTo>
                  <a:lnTo>
                    <a:pt x="267085" y="3060928"/>
                  </a:lnTo>
                  <a:lnTo>
                    <a:pt x="262046" y="3060928"/>
                  </a:lnTo>
                  <a:lnTo>
                    <a:pt x="257007" y="3060928"/>
                  </a:lnTo>
                  <a:lnTo>
                    <a:pt x="251967" y="3060928"/>
                  </a:lnTo>
                  <a:lnTo>
                    <a:pt x="246928" y="3060928"/>
                  </a:lnTo>
                  <a:lnTo>
                    <a:pt x="241889" y="3060928"/>
                  </a:lnTo>
                  <a:lnTo>
                    <a:pt x="236849" y="3060928"/>
                  </a:lnTo>
                  <a:lnTo>
                    <a:pt x="231810" y="3060928"/>
                  </a:lnTo>
                  <a:lnTo>
                    <a:pt x="226771" y="3060928"/>
                  </a:lnTo>
                  <a:lnTo>
                    <a:pt x="221731" y="3060928"/>
                  </a:lnTo>
                  <a:lnTo>
                    <a:pt x="216692" y="3060928"/>
                  </a:lnTo>
                  <a:lnTo>
                    <a:pt x="211652" y="3060928"/>
                  </a:lnTo>
                  <a:lnTo>
                    <a:pt x="206613" y="3060928"/>
                  </a:lnTo>
                  <a:lnTo>
                    <a:pt x="201574" y="3060928"/>
                  </a:lnTo>
                  <a:lnTo>
                    <a:pt x="196534" y="3060928"/>
                  </a:lnTo>
                  <a:lnTo>
                    <a:pt x="191495" y="3060928"/>
                  </a:lnTo>
                  <a:lnTo>
                    <a:pt x="186456" y="3060928"/>
                  </a:lnTo>
                  <a:lnTo>
                    <a:pt x="181416" y="3060928"/>
                  </a:lnTo>
                  <a:lnTo>
                    <a:pt x="176377" y="3060928"/>
                  </a:lnTo>
                  <a:lnTo>
                    <a:pt x="171338" y="3060928"/>
                  </a:lnTo>
                  <a:lnTo>
                    <a:pt x="166298" y="3060928"/>
                  </a:lnTo>
                  <a:lnTo>
                    <a:pt x="161259" y="3060928"/>
                  </a:lnTo>
                  <a:lnTo>
                    <a:pt x="156220" y="3060928"/>
                  </a:lnTo>
                  <a:lnTo>
                    <a:pt x="151180" y="3060928"/>
                  </a:lnTo>
                  <a:lnTo>
                    <a:pt x="146141" y="3060928"/>
                  </a:lnTo>
                  <a:lnTo>
                    <a:pt x="141101" y="3060928"/>
                  </a:lnTo>
                  <a:lnTo>
                    <a:pt x="136062" y="3060928"/>
                  </a:lnTo>
                  <a:lnTo>
                    <a:pt x="131023" y="3060928"/>
                  </a:lnTo>
                  <a:lnTo>
                    <a:pt x="125983" y="3060928"/>
                  </a:lnTo>
                  <a:lnTo>
                    <a:pt x="120944" y="3060928"/>
                  </a:lnTo>
                  <a:lnTo>
                    <a:pt x="115905" y="3060928"/>
                  </a:lnTo>
                  <a:lnTo>
                    <a:pt x="110865" y="3060928"/>
                  </a:lnTo>
                  <a:lnTo>
                    <a:pt x="105826" y="3060928"/>
                  </a:lnTo>
                  <a:lnTo>
                    <a:pt x="100787" y="3060928"/>
                  </a:lnTo>
                  <a:lnTo>
                    <a:pt x="95747" y="3060928"/>
                  </a:lnTo>
                  <a:lnTo>
                    <a:pt x="90708" y="3060928"/>
                  </a:lnTo>
                  <a:lnTo>
                    <a:pt x="85669" y="3060928"/>
                  </a:lnTo>
                  <a:lnTo>
                    <a:pt x="80629" y="3060928"/>
                  </a:lnTo>
                  <a:lnTo>
                    <a:pt x="75590" y="3060928"/>
                  </a:lnTo>
                  <a:lnTo>
                    <a:pt x="70550" y="3060928"/>
                  </a:lnTo>
                  <a:lnTo>
                    <a:pt x="65511" y="3060928"/>
                  </a:lnTo>
                  <a:lnTo>
                    <a:pt x="60472" y="3060928"/>
                  </a:lnTo>
                  <a:lnTo>
                    <a:pt x="55432" y="3060928"/>
                  </a:lnTo>
                  <a:lnTo>
                    <a:pt x="50393" y="3060928"/>
                  </a:lnTo>
                  <a:lnTo>
                    <a:pt x="45354" y="3060928"/>
                  </a:lnTo>
                  <a:lnTo>
                    <a:pt x="40314" y="3060928"/>
                  </a:lnTo>
                  <a:lnTo>
                    <a:pt x="35275" y="3060928"/>
                  </a:lnTo>
                  <a:lnTo>
                    <a:pt x="30236" y="3060928"/>
                  </a:lnTo>
                  <a:lnTo>
                    <a:pt x="25196" y="3060928"/>
                  </a:lnTo>
                  <a:lnTo>
                    <a:pt x="20157" y="3060928"/>
                  </a:lnTo>
                  <a:lnTo>
                    <a:pt x="15118" y="3060928"/>
                  </a:lnTo>
                  <a:lnTo>
                    <a:pt x="10078" y="3060928"/>
                  </a:lnTo>
                  <a:lnTo>
                    <a:pt x="5039" y="306092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547426" y="1945749"/>
              <a:ext cx="2575110" cy="3060928"/>
            </a:xfrm>
            <a:custGeom>
              <a:avLst/>
              <a:pathLst>
                <a:path w="2575110" h="3060928">
                  <a:moveTo>
                    <a:pt x="0" y="3060928"/>
                  </a:moveTo>
                  <a:lnTo>
                    <a:pt x="5039" y="3060928"/>
                  </a:lnTo>
                  <a:lnTo>
                    <a:pt x="10078" y="3060928"/>
                  </a:lnTo>
                  <a:lnTo>
                    <a:pt x="15118" y="3060928"/>
                  </a:lnTo>
                  <a:lnTo>
                    <a:pt x="20157" y="3060928"/>
                  </a:lnTo>
                  <a:lnTo>
                    <a:pt x="25196" y="3060928"/>
                  </a:lnTo>
                  <a:lnTo>
                    <a:pt x="30236" y="3060928"/>
                  </a:lnTo>
                  <a:lnTo>
                    <a:pt x="35275" y="3060928"/>
                  </a:lnTo>
                  <a:lnTo>
                    <a:pt x="40314" y="3060928"/>
                  </a:lnTo>
                  <a:lnTo>
                    <a:pt x="45354" y="3060928"/>
                  </a:lnTo>
                  <a:lnTo>
                    <a:pt x="50393" y="3060928"/>
                  </a:lnTo>
                  <a:lnTo>
                    <a:pt x="55432" y="3060928"/>
                  </a:lnTo>
                  <a:lnTo>
                    <a:pt x="60472" y="3060928"/>
                  </a:lnTo>
                  <a:lnTo>
                    <a:pt x="65511" y="3060928"/>
                  </a:lnTo>
                  <a:lnTo>
                    <a:pt x="70550" y="3060928"/>
                  </a:lnTo>
                  <a:lnTo>
                    <a:pt x="75590" y="3060928"/>
                  </a:lnTo>
                  <a:lnTo>
                    <a:pt x="80629" y="3060928"/>
                  </a:lnTo>
                  <a:lnTo>
                    <a:pt x="85669" y="3060928"/>
                  </a:lnTo>
                  <a:lnTo>
                    <a:pt x="90708" y="3060928"/>
                  </a:lnTo>
                  <a:lnTo>
                    <a:pt x="95747" y="3060928"/>
                  </a:lnTo>
                  <a:lnTo>
                    <a:pt x="100787" y="3060928"/>
                  </a:lnTo>
                  <a:lnTo>
                    <a:pt x="105826" y="3060928"/>
                  </a:lnTo>
                  <a:lnTo>
                    <a:pt x="110865" y="3060928"/>
                  </a:lnTo>
                  <a:lnTo>
                    <a:pt x="115905" y="3060928"/>
                  </a:lnTo>
                  <a:lnTo>
                    <a:pt x="120944" y="3060928"/>
                  </a:lnTo>
                  <a:lnTo>
                    <a:pt x="125983" y="3060927"/>
                  </a:lnTo>
                  <a:lnTo>
                    <a:pt x="131023" y="3060773"/>
                  </a:lnTo>
                  <a:lnTo>
                    <a:pt x="136062" y="3058699"/>
                  </a:lnTo>
                  <a:lnTo>
                    <a:pt x="141101" y="3052911"/>
                  </a:lnTo>
                  <a:lnTo>
                    <a:pt x="146141" y="3054031"/>
                  </a:lnTo>
                  <a:lnTo>
                    <a:pt x="151180" y="3051924"/>
                  </a:lnTo>
                  <a:lnTo>
                    <a:pt x="156220" y="3053139"/>
                  </a:lnTo>
                  <a:lnTo>
                    <a:pt x="161259" y="3057215"/>
                  </a:lnTo>
                  <a:lnTo>
                    <a:pt x="166298" y="3055977"/>
                  </a:lnTo>
                  <a:lnTo>
                    <a:pt x="171338" y="3058140"/>
                  </a:lnTo>
                  <a:lnTo>
                    <a:pt x="176377" y="3060371"/>
                  </a:lnTo>
                  <a:lnTo>
                    <a:pt x="181416" y="3057336"/>
                  </a:lnTo>
                  <a:lnTo>
                    <a:pt x="186456" y="3053828"/>
                  </a:lnTo>
                  <a:lnTo>
                    <a:pt x="191495" y="3053153"/>
                  </a:lnTo>
                  <a:lnTo>
                    <a:pt x="196534" y="3047664"/>
                  </a:lnTo>
                  <a:lnTo>
                    <a:pt x="201574" y="3049809"/>
                  </a:lnTo>
                  <a:lnTo>
                    <a:pt x="206613" y="3053397"/>
                  </a:lnTo>
                  <a:lnTo>
                    <a:pt x="211652" y="3052325"/>
                  </a:lnTo>
                  <a:lnTo>
                    <a:pt x="216692" y="3056504"/>
                  </a:lnTo>
                  <a:lnTo>
                    <a:pt x="221731" y="3060544"/>
                  </a:lnTo>
                  <a:lnTo>
                    <a:pt x="226771" y="3060927"/>
                  </a:lnTo>
                  <a:lnTo>
                    <a:pt x="231810" y="3060928"/>
                  </a:lnTo>
                  <a:lnTo>
                    <a:pt x="236849" y="3060928"/>
                  </a:lnTo>
                  <a:lnTo>
                    <a:pt x="241889" y="3060928"/>
                  </a:lnTo>
                  <a:lnTo>
                    <a:pt x="246928" y="3060928"/>
                  </a:lnTo>
                  <a:lnTo>
                    <a:pt x="251967" y="3060928"/>
                  </a:lnTo>
                  <a:lnTo>
                    <a:pt x="257007" y="3060928"/>
                  </a:lnTo>
                  <a:lnTo>
                    <a:pt x="262046" y="3060928"/>
                  </a:lnTo>
                  <a:lnTo>
                    <a:pt x="267085" y="3060928"/>
                  </a:lnTo>
                  <a:lnTo>
                    <a:pt x="272125" y="3060928"/>
                  </a:lnTo>
                  <a:lnTo>
                    <a:pt x="277164" y="3060928"/>
                  </a:lnTo>
                  <a:lnTo>
                    <a:pt x="282203" y="3060928"/>
                  </a:lnTo>
                  <a:lnTo>
                    <a:pt x="287243" y="3060928"/>
                  </a:lnTo>
                  <a:lnTo>
                    <a:pt x="292282" y="3060928"/>
                  </a:lnTo>
                  <a:lnTo>
                    <a:pt x="297321" y="3060928"/>
                  </a:lnTo>
                  <a:lnTo>
                    <a:pt x="302361" y="3060928"/>
                  </a:lnTo>
                  <a:lnTo>
                    <a:pt x="307400" y="3060927"/>
                  </a:lnTo>
                  <a:lnTo>
                    <a:pt x="312440" y="3060869"/>
                  </a:lnTo>
                  <a:lnTo>
                    <a:pt x="317479" y="3059283"/>
                  </a:lnTo>
                  <a:lnTo>
                    <a:pt x="322518" y="3048290"/>
                  </a:lnTo>
                  <a:lnTo>
                    <a:pt x="327558" y="3037375"/>
                  </a:lnTo>
                  <a:lnTo>
                    <a:pt x="332597" y="3036942"/>
                  </a:lnTo>
                  <a:lnTo>
                    <a:pt x="337636" y="3027101"/>
                  </a:lnTo>
                  <a:lnTo>
                    <a:pt x="342676" y="3030480"/>
                  </a:lnTo>
                  <a:lnTo>
                    <a:pt x="347715" y="3051558"/>
                  </a:lnTo>
                  <a:lnTo>
                    <a:pt x="352754" y="3056082"/>
                  </a:lnTo>
                  <a:lnTo>
                    <a:pt x="357794" y="3055892"/>
                  </a:lnTo>
                  <a:lnTo>
                    <a:pt x="362833" y="3059878"/>
                  </a:lnTo>
                  <a:lnTo>
                    <a:pt x="367872" y="3060867"/>
                  </a:lnTo>
                  <a:lnTo>
                    <a:pt x="372912" y="3060927"/>
                  </a:lnTo>
                  <a:lnTo>
                    <a:pt x="377951" y="3060928"/>
                  </a:lnTo>
                  <a:lnTo>
                    <a:pt x="382991" y="3060928"/>
                  </a:lnTo>
                  <a:lnTo>
                    <a:pt x="388030" y="3060928"/>
                  </a:lnTo>
                  <a:lnTo>
                    <a:pt x="393069" y="3060927"/>
                  </a:lnTo>
                  <a:lnTo>
                    <a:pt x="398109" y="3060766"/>
                  </a:lnTo>
                  <a:lnTo>
                    <a:pt x="403148" y="3058961"/>
                  </a:lnTo>
                  <a:lnTo>
                    <a:pt x="408187" y="3056210"/>
                  </a:lnTo>
                  <a:lnTo>
                    <a:pt x="413227" y="3058792"/>
                  </a:lnTo>
                  <a:lnTo>
                    <a:pt x="418266" y="3060270"/>
                  </a:lnTo>
                  <a:lnTo>
                    <a:pt x="423305" y="3054526"/>
                  </a:lnTo>
                  <a:lnTo>
                    <a:pt x="428345" y="3040333"/>
                  </a:lnTo>
                  <a:lnTo>
                    <a:pt x="433384" y="3040756"/>
                  </a:lnTo>
                  <a:lnTo>
                    <a:pt x="438423" y="3053741"/>
                  </a:lnTo>
                  <a:lnTo>
                    <a:pt x="443463" y="3050268"/>
                  </a:lnTo>
                  <a:lnTo>
                    <a:pt x="448502" y="2981688"/>
                  </a:lnTo>
                  <a:lnTo>
                    <a:pt x="453542" y="2863337"/>
                  </a:lnTo>
                  <a:lnTo>
                    <a:pt x="458581" y="2971132"/>
                  </a:lnTo>
                  <a:lnTo>
                    <a:pt x="463620" y="3053522"/>
                  </a:lnTo>
                  <a:lnTo>
                    <a:pt x="468660" y="3060919"/>
                  </a:lnTo>
                  <a:lnTo>
                    <a:pt x="473699" y="3060928"/>
                  </a:lnTo>
                  <a:lnTo>
                    <a:pt x="478738" y="3060928"/>
                  </a:lnTo>
                  <a:lnTo>
                    <a:pt x="483778" y="3060927"/>
                  </a:lnTo>
                  <a:lnTo>
                    <a:pt x="488817" y="3060418"/>
                  </a:lnTo>
                  <a:lnTo>
                    <a:pt x="493856" y="3053183"/>
                  </a:lnTo>
                  <a:lnTo>
                    <a:pt x="498896" y="3027208"/>
                  </a:lnTo>
                  <a:lnTo>
                    <a:pt x="503935" y="3009998"/>
                  </a:lnTo>
                  <a:lnTo>
                    <a:pt x="508974" y="2876778"/>
                  </a:lnTo>
                  <a:lnTo>
                    <a:pt x="514014" y="2527040"/>
                  </a:lnTo>
                  <a:lnTo>
                    <a:pt x="519053" y="2959132"/>
                  </a:lnTo>
                  <a:lnTo>
                    <a:pt x="524093" y="3007548"/>
                  </a:lnTo>
                  <a:lnTo>
                    <a:pt x="529132" y="2596011"/>
                  </a:lnTo>
                  <a:lnTo>
                    <a:pt x="534171" y="1117010"/>
                  </a:lnTo>
                  <a:lnTo>
                    <a:pt x="539211" y="0"/>
                  </a:lnTo>
                  <a:lnTo>
                    <a:pt x="544250" y="1209175"/>
                  </a:lnTo>
                  <a:lnTo>
                    <a:pt x="549289" y="2896859"/>
                  </a:lnTo>
                  <a:lnTo>
                    <a:pt x="554329" y="3060744"/>
                  </a:lnTo>
                  <a:lnTo>
                    <a:pt x="559368" y="3060928"/>
                  </a:lnTo>
                  <a:lnTo>
                    <a:pt x="564407" y="3060928"/>
                  </a:lnTo>
                  <a:lnTo>
                    <a:pt x="569447" y="3060928"/>
                  </a:lnTo>
                  <a:lnTo>
                    <a:pt x="574486" y="3060928"/>
                  </a:lnTo>
                  <a:lnTo>
                    <a:pt x="579525" y="3060928"/>
                  </a:lnTo>
                  <a:lnTo>
                    <a:pt x="584565" y="3060928"/>
                  </a:lnTo>
                  <a:lnTo>
                    <a:pt x="589604" y="3060928"/>
                  </a:lnTo>
                  <a:lnTo>
                    <a:pt x="594643" y="3060928"/>
                  </a:lnTo>
                  <a:lnTo>
                    <a:pt x="599683" y="3060928"/>
                  </a:lnTo>
                  <a:lnTo>
                    <a:pt x="604722" y="3060928"/>
                  </a:lnTo>
                  <a:lnTo>
                    <a:pt x="609762" y="3060928"/>
                  </a:lnTo>
                  <a:lnTo>
                    <a:pt x="614801" y="3060928"/>
                  </a:lnTo>
                  <a:lnTo>
                    <a:pt x="619840" y="3060928"/>
                  </a:lnTo>
                  <a:lnTo>
                    <a:pt x="624880" y="3060928"/>
                  </a:lnTo>
                  <a:lnTo>
                    <a:pt x="629919" y="3060928"/>
                  </a:lnTo>
                  <a:lnTo>
                    <a:pt x="634958" y="3060928"/>
                  </a:lnTo>
                  <a:lnTo>
                    <a:pt x="639998" y="3060928"/>
                  </a:lnTo>
                  <a:lnTo>
                    <a:pt x="645037" y="3060928"/>
                  </a:lnTo>
                  <a:lnTo>
                    <a:pt x="650076" y="3060928"/>
                  </a:lnTo>
                  <a:lnTo>
                    <a:pt x="655116" y="3060928"/>
                  </a:lnTo>
                  <a:lnTo>
                    <a:pt x="660155" y="3060928"/>
                  </a:lnTo>
                  <a:lnTo>
                    <a:pt x="665194" y="3060928"/>
                  </a:lnTo>
                  <a:lnTo>
                    <a:pt x="670234" y="3060928"/>
                  </a:lnTo>
                  <a:lnTo>
                    <a:pt x="675273" y="3060928"/>
                  </a:lnTo>
                  <a:lnTo>
                    <a:pt x="680313" y="3060928"/>
                  </a:lnTo>
                  <a:lnTo>
                    <a:pt x="685352" y="3060928"/>
                  </a:lnTo>
                  <a:lnTo>
                    <a:pt x="690391" y="3060928"/>
                  </a:lnTo>
                  <a:lnTo>
                    <a:pt x="695431" y="3060928"/>
                  </a:lnTo>
                  <a:lnTo>
                    <a:pt x="700470" y="3060928"/>
                  </a:lnTo>
                  <a:lnTo>
                    <a:pt x="705509" y="3060928"/>
                  </a:lnTo>
                  <a:lnTo>
                    <a:pt x="710549" y="3060928"/>
                  </a:lnTo>
                  <a:lnTo>
                    <a:pt x="715588" y="3060928"/>
                  </a:lnTo>
                  <a:lnTo>
                    <a:pt x="720627" y="3060928"/>
                  </a:lnTo>
                  <a:lnTo>
                    <a:pt x="725667" y="3060928"/>
                  </a:lnTo>
                  <a:lnTo>
                    <a:pt x="730706" y="3060928"/>
                  </a:lnTo>
                  <a:lnTo>
                    <a:pt x="735745" y="3060928"/>
                  </a:lnTo>
                  <a:lnTo>
                    <a:pt x="740785" y="3060928"/>
                  </a:lnTo>
                  <a:lnTo>
                    <a:pt x="745824" y="3060928"/>
                  </a:lnTo>
                  <a:lnTo>
                    <a:pt x="750864" y="3060928"/>
                  </a:lnTo>
                  <a:lnTo>
                    <a:pt x="755903" y="3060928"/>
                  </a:lnTo>
                  <a:lnTo>
                    <a:pt x="760942" y="3060928"/>
                  </a:lnTo>
                  <a:lnTo>
                    <a:pt x="765982" y="3060928"/>
                  </a:lnTo>
                  <a:lnTo>
                    <a:pt x="771021" y="3060928"/>
                  </a:lnTo>
                  <a:lnTo>
                    <a:pt x="776060" y="3060928"/>
                  </a:lnTo>
                  <a:lnTo>
                    <a:pt x="781100" y="3060928"/>
                  </a:lnTo>
                  <a:lnTo>
                    <a:pt x="786139" y="3060928"/>
                  </a:lnTo>
                  <a:lnTo>
                    <a:pt x="791178" y="3060928"/>
                  </a:lnTo>
                  <a:lnTo>
                    <a:pt x="796218" y="3060928"/>
                  </a:lnTo>
                  <a:lnTo>
                    <a:pt x="801257" y="3060928"/>
                  </a:lnTo>
                  <a:lnTo>
                    <a:pt x="806296" y="3060928"/>
                  </a:lnTo>
                  <a:lnTo>
                    <a:pt x="811336" y="3060928"/>
                  </a:lnTo>
                  <a:lnTo>
                    <a:pt x="816375" y="3060928"/>
                  </a:lnTo>
                  <a:lnTo>
                    <a:pt x="821415" y="3060928"/>
                  </a:lnTo>
                  <a:lnTo>
                    <a:pt x="826454" y="3060928"/>
                  </a:lnTo>
                  <a:lnTo>
                    <a:pt x="831493" y="3060928"/>
                  </a:lnTo>
                  <a:lnTo>
                    <a:pt x="836533" y="3060928"/>
                  </a:lnTo>
                  <a:lnTo>
                    <a:pt x="841572" y="3060928"/>
                  </a:lnTo>
                  <a:lnTo>
                    <a:pt x="846611" y="3060928"/>
                  </a:lnTo>
                  <a:lnTo>
                    <a:pt x="851651" y="3060928"/>
                  </a:lnTo>
                  <a:lnTo>
                    <a:pt x="856690" y="3060928"/>
                  </a:lnTo>
                  <a:lnTo>
                    <a:pt x="861729" y="3060928"/>
                  </a:lnTo>
                  <a:lnTo>
                    <a:pt x="866769" y="3060928"/>
                  </a:lnTo>
                  <a:lnTo>
                    <a:pt x="871808" y="3060928"/>
                  </a:lnTo>
                  <a:lnTo>
                    <a:pt x="876847" y="3060928"/>
                  </a:lnTo>
                  <a:lnTo>
                    <a:pt x="881887" y="3060928"/>
                  </a:lnTo>
                  <a:lnTo>
                    <a:pt x="886926" y="3060928"/>
                  </a:lnTo>
                  <a:lnTo>
                    <a:pt x="891965" y="3060928"/>
                  </a:lnTo>
                  <a:lnTo>
                    <a:pt x="897005" y="3060928"/>
                  </a:lnTo>
                  <a:lnTo>
                    <a:pt x="902044" y="3060928"/>
                  </a:lnTo>
                  <a:lnTo>
                    <a:pt x="907084" y="3060928"/>
                  </a:lnTo>
                  <a:lnTo>
                    <a:pt x="912123" y="3060928"/>
                  </a:lnTo>
                  <a:lnTo>
                    <a:pt x="917162" y="3060928"/>
                  </a:lnTo>
                  <a:lnTo>
                    <a:pt x="922202" y="3060928"/>
                  </a:lnTo>
                  <a:lnTo>
                    <a:pt x="927241" y="3060928"/>
                  </a:lnTo>
                  <a:lnTo>
                    <a:pt x="932280" y="3060928"/>
                  </a:lnTo>
                  <a:lnTo>
                    <a:pt x="937320" y="3060928"/>
                  </a:lnTo>
                  <a:lnTo>
                    <a:pt x="942359" y="3060928"/>
                  </a:lnTo>
                  <a:lnTo>
                    <a:pt x="947398" y="3060928"/>
                  </a:lnTo>
                  <a:lnTo>
                    <a:pt x="952438" y="3060928"/>
                  </a:lnTo>
                  <a:lnTo>
                    <a:pt x="957477" y="3060928"/>
                  </a:lnTo>
                  <a:lnTo>
                    <a:pt x="962516" y="3060928"/>
                  </a:lnTo>
                  <a:lnTo>
                    <a:pt x="967556" y="3060928"/>
                  </a:lnTo>
                  <a:lnTo>
                    <a:pt x="972595" y="3060928"/>
                  </a:lnTo>
                  <a:lnTo>
                    <a:pt x="977635" y="3060928"/>
                  </a:lnTo>
                  <a:lnTo>
                    <a:pt x="982674" y="3060928"/>
                  </a:lnTo>
                  <a:lnTo>
                    <a:pt x="987713" y="3060928"/>
                  </a:lnTo>
                  <a:lnTo>
                    <a:pt x="992753" y="3060928"/>
                  </a:lnTo>
                  <a:lnTo>
                    <a:pt x="997792" y="3060928"/>
                  </a:lnTo>
                  <a:lnTo>
                    <a:pt x="1002831" y="3060928"/>
                  </a:lnTo>
                  <a:lnTo>
                    <a:pt x="1007871" y="3060928"/>
                  </a:lnTo>
                  <a:lnTo>
                    <a:pt x="1012910" y="3060928"/>
                  </a:lnTo>
                  <a:lnTo>
                    <a:pt x="1017949" y="3060928"/>
                  </a:lnTo>
                  <a:lnTo>
                    <a:pt x="1022989" y="3060928"/>
                  </a:lnTo>
                  <a:lnTo>
                    <a:pt x="1028028" y="3060928"/>
                  </a:lnTo>
                  <a:lnTo>
                    <a:pt x="1033067" y="3060928"/>
                  </a:lnTo>
                  <a:lnTo>
                    <a:pt x="1038107" y="3060928"/>
                  </a:lnTo>
                  <a:lnTo>
                    <a:pt x="1043146" y="3060928"/>
                  </a:lnTo>
                  <a:lnTo>
                    <a:pt x="1048186" y="3060928"/>
                  </a:lnTo>
                  <a:lnTo>
                    <a:pt x="1053225" y="3060928"/>
                  </a:lnTo>
                  <a:lnTo>
                    <a:pt x="1058264" y="3060928"/>
                  </a:lnTo>
                  <a:lnTo>
                    <a:pt x="1063304" y="3060928"/>
                  </a:lnTo>
                  <a:lnTo>
                    <a:pt x="1068343" y="3060928"/>
                  </a:lnTo>
                  <a:lnTo>
                    <a:pt x="1073382" y="3060928"/>
                  </a:lnTo>
                  <a:lnTo>
                    <a:pt x="1078422" y="3060928"/>
                  </a:lnTo>
                  <a:lnTo>
                    <a:pt x="1083461" y="3060928"/>
                  </a:lnTo>
                  <a:lnTo>
                    <a:pt x="1088500" y="3060928"/>
                  </a:lnTo>
                  <a:lnTo>
                    <a:pt x="1093540" y="3060928"/>
                  </a:lnTo>
                  <a:lnTo>
                    <a:pt x="1098579" y="3060928"/>
                  </a:lnTo>
                  <a:lnTo>
                    <a:pt x="1103618" y="3060928"/>
                  </a:lnTo>
                  <a:lnTo>
                    <a:pt x="1108658" y="3060928"/>
                  </a:lnTo>
                  <a:lnTo>
                    <a:pt x="1113697" y="3060928"/>
                  </a:lnTo>
                  <a:lnTo>
                    <a:pt x="1118736" y="3060928"/>
                  </a:lnTo>
                  <a:lnTo>
                    <a:pt x="1123776" y="3060928"/>
                  </a:lnTo>
                  <a:lnTo>
                    <a:pt x="1128815" y="3060928"/>
                  </a:lnTo>
                  <a:lnTo>
                    <a:pt x="1133855" y="3060928"/>
                  </a:lnTo>
                  <a:lnTo>
                    <a:pt x="1138894" y="3060928"/>
                  </a:lnTo>
                  <a:lnTo>
                    <a:pt x="1143933" y="3060928"/>
                  </a:lnTo>
                  <a:lnTo>
                    <a:pt x="1148973" y="3060928"/>
                  </a:lnTo>
                  <a:lnTo>
                    <a:pt x="1154012" y="3060928"/>
                  </a:lnTo>
                  <a:lnTo>
                    <a:pt x="1159051" y="3060928"/>
                  </a:lnTo>
                  <a:lnTo>
                    <a:pt x="1164091" y="3060928"/>
                  </a:lnTo>
                  <a:lnTo>
                    <a:pt x="1169130" y="3060928"/>
                  </a:lnTo>
                  <a:lnTo>
                    <a:pt x="1174169" y="3060928"/>
                  </a:lnTo>
                  <a:lnTo>
                    <a:pt x="1179209" y="3060928"/>
                  </a:lnTo>
                  <a:lnTo>
                    <a:pt x="1184248" y="3060928"/>
                  </a:lnTo>
                  <a:lnTo>
                    <a:pt x="1189287" y="3060928"/>
                  </a:lnTo>
                  <a:lnTo>
                    <a:pt x="1194327" y="3060928"/>
                  </a:lnTo>
                  <a:lnTo>
                    <a:pt x="1199366" y="3060928"/>
                  </a:lnTo>
                  <a:lnTo>
                    <a:pt x="1204406" y="3060928"/>
                  </a:lnTo>
                  <a:lnTo>
                    <a:pt x="1209445" y="3060928"/>
                  </a:lnTo>
                  <a:lnTo>
                    <a:pt x="1214484" y="3060928"/>
                  </a:lnTo>
                  <a:lnTo>
                    <a:pt x="1219524" y="3060928"/>
                  </a:lnTo>
                  <a:lnTo>
                    <a:pt x="1224563" y="3060928"/>
                  </a:lnTo>
                  <a:lnTo>
                    <a:pt x="1229602" y="3060928"/>
                  </a:lnTo>
                  <a:lnTo>
                    <a:pt x="1234642" y="3060928"/>
                  </a:lnTo>
                  <a:lnTo>
                    <a:pt x="1239681" y="3060928"/>
                  </a:lnTo>
                  <a:lnTo>
                    <a:pt x="1244720" y="3060928"/>
                  </a:lnTo>
                  <a:lnTo>
                    <a:pt x="1249760" y="3060928"/>
                  </a:lnTo>
                  <a:lnTo>
                    <a:pt x="1254799" y="3060928"/>
                  </a:lnTo>
                  <a:lnTo>
                    <a:pt x="1259838" y="3060928"/>
                  </a:lnTo>
                  <a:lnTo>
                    <a:pt x="1264878" y="3060928"/>
                  </a:lnTo>
                  <a:lnTo>
                    <a:pt x="1269917" y="3060928"/>
                  </a:lnTo>
                  <a:lnTo>
                    <a:pt x="1274957" y="3060928"/>
                  </a:lnTo>
                  <a:lnTo>
                    <a:pt x="1279996" y="3060928"/>
                  </a:lnTo>
                  <a:lnTo>
                    <a:pt x="1285035" y="3060928"/>
                  </a:lnTo>
                  <a:lnTo>
                    <a:pt x="1290075" y="3060928"/>
                  </a:lnTo>
                  <a:lnTo>
                    <a:pt x="1295114" y="3060928"/>
                  </a:lnTo>
                  <a:lnTo>
                    <a:pt x="1300153" y="3060928"/>
                  </a:lnTo>
                  <a:lnTo>
                    <a:pt x="1305193" y="3060928"/>
                  </a:lnTo>
                  <a:lnTo>
                    <a:pt x="1310232" y="3060928"/>
                  </a:lnTo>
                  <a:lnTo>
                    <a:pt x="1315271" y="3060928"/>
                  </a:lnTo>
                  <a:lnTo>
                    <a:pt x="1320311" y="3060928"/>
                  </a:lnTo>
                  <a:lnTo>
                    <a:pt x="1325350" y="3060928"/>
                  </a:lnTo>
                  <a:lnTo>
                    <a:pt x="1330389" y="3060928"/>
                  </a:lnTo>
                  <a:lnTo>
                    <a:pt x="1335429" y="3060928"/>
                  </a:lnTo>
                  <a:lnTo>
                    <a:pt x="1340468" y="3060928"/>
                  </a:lnTo>
                  <a:lnTo>
                    <a:pt x="1345508" y="3060928"/>
                  </a:lnTo>
                  <a:lnTo>
                    <a:pt x="1350547" y="3060928"/>
                  </a:lnTo>
                  <a:lnTo>
                    <a:pt x="1355586" y="3060928"/>
                  </a:lnTo>
                  <a:lnTo>
                    <a:pt x="1360626" y="3060928"/>
                  </a:lnTo>
                  <a:lnTo>
                    <a:pt x="1365665" y="3060928"/>
                  </a:lnTo>
                  <a:lnTo>
                    <a:pt x="1370704" y="3060928"/>
                  </a:lnTo>
                  <a:lnTo>
                    <a:pt x="1375744" y="3060928"/>
                  </a:lnTo>
                  <a:lnTo>
                    <a:pt x="1380783" y="3060928"/>
                  </a:lnTo>
                  <a:lnTo>
                    <a:pt x="1385822" y="3060928"/>
                  </a:lnTo>
                  <a:lnTo>
                    <a:pt x="1390862" y="3060928"/>
                  </a:lnTo>
                  <a:lnTo>
                    <a:pt x="1395901" y="3060928"/>
                  </a:lnTo>
                  <a:lnTo>
                    <a:pt x="1400940" y="3060928"/>
                  </a:lnTo>
                  <a:lnTo>
                    <a:pt x="1405980" y="3060928"/>
                  </a:lnTo>
                  <a:lnTo>
                    <a:pt x="1411019" y="3060928"/>
                  </a:lnTo>
                  <a:lnTo>
                    <a:pt x="1416058" y="3060928"/>
                  </a:lnTo>
                  <a:lnTo>
                    <a:pt x="1421098" y="3060928"/>
                  </a:lnTo>
                  <a:lnTo>
                    <a:pt x="1426137" y="3060928"/>
                  </a:lnTo>
                  <a:lnTo>
                    <a:pt x="1431177" y="3060928"/>
                  </a:lnTo>
                  <a:lnTo>
                    <a:pt x="1436216" y="3060928"/>
                  </a:lnTo>
                  <a:lnTo>
                    <a:pt x="1441255" y="3060928"/>
                  </a:lnTo>
                  <a:lnTo>
                    <a:pt x="1446295" y="3060928"/>
                  </a:lnTo>
                  <a:lnTo>
                    <a:pt x="1451334" y="3060928"/>
                  </a:lnTo>
                  <a:lnTo>
                    <a:pt x="1456373" y="3060928"/>
                  </a:lnTo>
                  <a:lnTo>
                    <a:pt x="1461413" y="3060928"/>
                  </a:lnTo>
                  <a:lnTo>
                    <a:pt x="1466452" y="3060928"/>
                  </a:lnTo>
                  <a:lnTo>
                    <a:pt x="1471491" y="3060928"/>
                  </a:lnTo>
                  <a:lnTo>
                    <a:pt x="1476531" y="3060928"/>
                  </a:lnTo>
                  <a:lnTo>
                    <a:pt x="1481570" y="3060928"/>
                  </a:lnTo>
                  <a:lnTo>
                    <a:pt x="1486609" y="3060928"/>
                  </a:lnTo>
                  <a:lnTo>
                    <a:pt x="1491649" y="3060928"/>
                  </a:lnTo>
                  <a:lnTo>
                    <a:pt x="1496688" y="3060928"/>
                  </a:lnTo>
                  <a:lnTo>
                    <a:pt x="1501728" y="3060928"/>
                  </a:lnTo>
                  <a:lnTo>
                    <a:pt x="1506767" y="3060928"/>
                  </a:lnTo>
                  <a:lnTo>
                    <a:pt x="1511806" y="3060928"/>
                  </a:lnTo>
                  <a:lnTo>
                    <a:pt x="1516846" y="3060928"/>
                  </a:lnTo>
                  <a:lnTo>
                    <a:pt x="1521885" y="3060928"/>
                  </a:lnTo>
                  <a:lnTo>
                    <a:pt x="1526924" y="3060928"/>
                  </a:lnTo>
                  <a:lnTo>
                    <a:pt x="1531964" y="3060928"/>
                  </a:lnTo>
                  <a:lnTo>
                    <a:pt x="1537003" y="3060928"/>
                  </a:lnTo>
                  <a:lnTo>
                    <a:pt x="1542042" y="3060928"/>
                  </a:lnTo>
                  <a:lnTo>
                    <a:pt x="1547082" y="3060928"/>
                  </a:lnTo>
                  <a:lnTo>
                    <a:pt x="1552121" y="3060928"/>
                  </a:lnTo>
                  <a:lnTo>
                    <a:pt x="1557160" y="3060928"/>
                  </a:lnTo>
                  <a:lnTo>
                    <a:pt x="1562200" y="3060928"/>
                  </a:lnTo>
                  <a:lnTo>
                    <a:pt x="1567239" y="3060928"/>
                  </a:lnTo>
                  <a:lnTo>
                    <a:pt x="1572279" y="3060928"/>
                  </a:lnTo>
                  <a:lnTo>
                    <a:pt x="1577318" y="3060928"/>
                  </a:lnTo>
                  <a:lnTo>
                    <a:pt x="1582357" y="3060928"/>
                  </a:lnTo>
                  <a:lnTo>
                    <a:pt x="1587397" y="3060928"/>
                  </a:lnTo>
                  <a:lnTo>
                    <a:pt x="1592436" y="3060928"/>
                  </a:lnTo>
                  <a:lnTo>
                    <a:pt x="1597475" y="3060928"/>
                  </a:lnTo>
                  <a:lnTo>
                    <a:pt x="1602515" y="3060928"/>
                  </a:lnTo>
                  <a:lnTo>
                    <a:pt x="1607554" y="3060928"/>
                  </a:lnTo>
                  <a:lnTo>
                    <a:pt x="1612593" y="3060928"/>
                  </a:lnTo>
                  <a:lnTo>
                    <a:pt x="1617633" y="3060928"/>
                  </a:lnTo>
                  <a:lnTo>
                    <a:pt x="1622672" y="3060928"/>
                  </a:lnTo>
                  <a:lnTo>
                    <a:pt x="1627711" y="3060928"/>
                  </a:lnTo>
                  <a:lnTo>
                    <a:pt x="1632751" y="3060928"/>
                  </a:lnTo>
                  <a:lnTo>
                    <a:pt x="1637790" y="3060928"/>
                  </a:lnTo>
                  <a:lnTo>
                    <a:pt x="1642830" y="3060928"/>
                  </a:lnTo>
                  <a:lnTo>
                    <a:pt x="1647869" y="3060928"/>
                  </a:lnTo>
                  <a:lnTo>
                    <a:pt x="1652908" y="3060928"/>
                  </a:lnTo>
                  <a:lnTo>
                    <a:pt x="1657948" y="3060928"/>
                  </a:lnTo>
                  <a:lnTo>
                    <a:pt x="1662987" y="3060928"/>
                  </a:lnTo>
                  <a:lnTo>
                    <a:pt x="1668026" y="3060928"/>
                  </a:lnTo>
                  <a:lnTo>
                    <a:pt x="1673066" y="3060928"/>
                  </a:lnTo>
                  <a:lnTo>
                    <a:pt x="1678105" y="3060928"/>
                  </a:lnTo>
                  <a:lnTo>
                    <a:pt x="1683144" y="3060928"/>
                  </a:lnTo>
                  <a:lnTo>
                    <a:pt x="1688184" y="3060928"/>
                  </a:lnTo>
                  <a:lnTo>
                    <a:pt x="1693223" y="3060928"/>
                  </a:lnTo>
                  <a:lnTo>
                    <a:pt x="1698262" y="3060928"/>
                  </a:lnTo>
                  <a:lnTo>
                    <a:pt x="1703302" y="3060928"/>
                  </a:lnTo>
                  <a:lnTo>
                    <a:pt x="1708341" y="3060928"/>
                  </a:lnTo>
                  <a:lnTo>
                    <a:pt x="1713380" y="3060928"/>
                  </a:lnTo>
                  <a:lnTo>
                    <a:pt x="1718420" y="3060928"/>
                  </a:lnTo>
                  <a:lnTo>
                    <a:pt x="1723459" y="3060928"/>
                  </a:lnTo>
                  <a:lnTo>
                    <a:pt x="1728499" y="3060928"/>
                  </a:lnTo>
                  <a:lnTo>
                    <a:pt x="1733538" y="3060928"/>
                  </a:lnTo>
                  <a:lnTo>
                    <a:pt x="1738577" y="3060928"/>
                  </a:lnTo>
                  <a:lnTo>
                    <a:pt x="1743617" y="3060928"/>
                  </a:lnTo>
                  <a:lnTo>
                    <a:pt x="1748656" y="3060928"/>
                  </a:lnTo>
                  <a:lnTo>
                    <a:pt x="1753695" y="3060928"/>
                  </a:lnTo>
                  <a:lnTo>
                    <a:pt x="1758735" y="3060928"/>
                  </a:lnTo>
                  <a:lnTo>
                    <a:pt x="1763774" y="3060928"/>
                  </a:lnTo>
                  <a:lnTo>
                    <a:pt x="1768813" y="3060928"/>
                  </a:lnTo>
                  <a:lnTo>
                    <a:pt x="1773853" y="3060928"/>
                  </a:lnTo>
                  <a:lnTo>
                    <a:pt x="1778892" y="3060928"/>
                  </a:lnTo>
                  <a:lnTo>
                    <a:pt x="1783931" y="3060928"/>
                  </a:lnTo>
                  <a:lnTo>
                    <a:pt x="1788971" y="3060928"/>
                  </a:lnTo>
                  <a:lnTo>
                    <a:pt x="1794010" y="3060928"/>
                  </a:lnTo>
                  <a:lnTo>
                    <a:pt x="1799050" y="3060928"/>
                  </a:lnTo>
                  <a:lnTo>
                    <a:pt x="1804089" y="3060928"/>
                  </a:lnTo>
                  <a:lnTo>
                    <a:pt x="1809128" y="3060928"/>
                  </a:lnTo>
                  <a:lnTo>
                    <a:pt x="1814168" y="3060928"/>
                  </a:lnTo>
                  <a:lnTo>
                    <a:pt x="1819207" y="3060928"/>
                  </a:lnTo>
                  <a:lnTo>
                    <a:pt x="1824246" y="3060928"/>
                  </a:lnTo>
                  <a:lnTo>
                    <a:pt x="1829286" y="3060928"/>
                  </a:lnTo>
                  <a:lnTo>
                    <a:pt x="1834325" y="3060928"/>
                  </a:lnTo>
                  <a:lnTo>
                    <a:pt x="1839364" y="3060928"/>
                  </a:lnTo>
                  <a:lnTo>
                    <a:pt x="1844404" y="3060928"/>
                  </a:lnTo>
                  <a:lnTo>
                    <a:pt x="1849443" y="3060928"/>
                  </a:lnTo>
                  <a:lnTo>
                    <a:pt x="1854482" y="3060928"/>
                  </a:lnTo>
                  <a:lnTo>
                    <a:pt x="1859522" y="3060928"/>
                  </a:lnTo>
                  <a:lnTo>
                    <a:pt x="1864561" y="3060928"/>
                  </a:lnTo>
                  <a:lnTo>
                    <a:pt x="1869601" y="3060928"/>
                  </a:lnTo>
                  <a:lnTo>
                    <a:pt x="1874640" y="3060928"/>
                  </a:lnTo>
                  <a:lnTo>
                    <a:pt x="1879679" y="3060928"/>
                  </a:lnTo>
                  <a:lnTo>
                    <a:pt x="1884719" y="3060928"/>
                  </a:lnTo>
                  <a:lnTo>
                    <a:pt x="1889758" y="3060928"/>
                  </a:lnTo>
                  <a:lnTo>
                    <a:pt x="1894797" y="3060928"/>
                  </a:lnTo>
                  <a:lnTo>
                    <a:pt x="1899837" y="3060928"/>
                  </a:lnTo>
                  <a:lnTo>
                    <a:pt x="1904876" y="3060928"/>
                  </a:lnTo>
                  <a:lnTo>
                    <a:pt x="1909915" y="3060928"/>
                  </a:lnTo>
                  <a:lnTo>
                    <a:pt x="1914955" y="3060928"/>
                  </a:lnTo>
                  <a:lnTo>
                    <a:pt x="1919994" y="3060928"/>
                  </a:lnTo>
                  <a:lnTo>
                    <a:pt x="1925033" y="3060928"/>
                  </a:lnTo>
                  <a:lnTo>
                    <a:pt x="1930073" y="3060928"/>
                  </a:lnTo>
                  <a:lnTo>
                    <a:pt x="1935112" y="3060928"/>
                  </a:lnTo>
                  <a:lnTo>
                    <a:pt x="1940151" y="3060928"/>
                  </a:lnTo>
                  <a:lnTo>
                    <a:pt x="1945191" y="3060928"/>
                  </a:lnTo>
                  <a:lnTo>
                    <a:pt x="1950230" y="3060928"/>
                  </a:lnTo>
                  <a:lnTo>
                    <a:pt x="1955270" y="3060928"/>
                  </a:lnTo>
                  <a:lnTo>
                    <a:pt x="1960309" y="3060928"/>
                  </a:lnTo>
                  <a:lnTo>
                    <a:pt x="1965348" y="3060928"/>
                  </a:lnTo>
                  <a:lnTo>
                    <a:pt x="1970388" y="3060928"/>
                  </a:lnTo>
                  <a:lnTo>
                    <a:pt x="1975427" y="3060928"/>
                  </a:lnTo>
                  <a:lnTo>
                    <a:pt x="1980466" y="3060928"/>
                  </a:lnTo>
                  <a:lnTo>
                    <a:pt x="1985506" y="3060928"/>
                  </a:lnTo>
                  <a:lnTo>
                    <a:pt x="1990545" y="3060928"/>
                  </a:lnTo>
                  <a:lnTo>
                    <a:pt x="1995584" y="3060928"/>
                  </a:lnTo>
                  <a:lnTo>
                    <a:pt x="2000624" y="3060928"/>
                  </a:lnTo>
                  <a:lnTo>
                    <a:pt x="2005663" y="3060928"/>
                  </a:lnTo>
                  <a:lnTo>
                    <a:pt x="2010702" y="3060928"/>
                  </a:lnTo>
                  <a:lnTo>
                    <a:pt x="2015742" y="3060928"/>
                  </a:lnTo>
                  <a:lnTo>
                    <a:pt x="2020781" y="3060928"/>
                  </a:lnTo>
                  <a:lnTo>
                    <a:pt x="2025821" y="3060928"/>
                  </a:lnTo>
                  <a:lnTo>
                    <a:pt x="2030860" y="3060928"/>
                  </a:lnTo>
                  <a:lnTo>
                    <a:pt x="2035899" y="3060928"/>
                  </a:lnTo>
                  <a:lnTo>
                    <a:pt x="2040939" y="3060928"/>
                  </a:lnTo>
                  <a:lnTo>
                    <a:pt x="2045978" y="3060928"/>
                  </a:lnTo>
                  <a:lnTo>
                    <a:pt x="2051017" y="3060928"/>
                  </a:lnTo>
                  <a:lnTo>
                    <a:pt x="2056057" y="3060928"/>
                  </a:lnTo>
                  <a:lnTo>
                    <a:pt x="2061096" y="3060928"/>
                  </a:lnTo>
                  <a:lnTo>
                    <a:pt x="2066135" y="3060928"/>
                  </a:lnTo>
                  <a:lnTo>
                    <a:pt x="2071175" y="3060928"/>
                  </a:lnTo>
                  <a:lnTo>
                    <a:pt x="2076214" y="3060928"/>
                  </a:lnTo>
                  <a:lnTo>
                    <a:pt x="2081253" y="3060928"/>
                  </a:lnTo>
                  <a:lnTo>
                    <a:pt x="2086293" y="3060928"/>
                  </a:lnTo>
                  <a:lnTo>
                    <a:pt x="2091332" y="3060928"/>
                  </a:lnTo>
                  <a:lnTo>
                    <a:pt x="2096372" y="3060928"/>
                  </a:lnTo>
                  <a:lnTo>
                    <a:pt x="2101411" y="3060928"/>
                  </a:lnTo>
                  <a:lnTo>
                    <a:pt x="2106450" y="3060928"/>
                  </a:lnTo>
                  <a:lnTo>
                    <a:pt x="2111490" y="3060928"/>
                  </a:lnTo>
                  <a:lnTo>
                    <a:pt x="2116529" y="3060928"/>
                  </a:lnTo>
                  <a:lnTo>
                    <a:pt x="2121568" y="3060928"/>
                  </a:lnTo>
                  <a:lnTo>
                    <a:pt x="2126608" y="3060928"/>
                  </a:lnTo>
                  <a:lnTo>
                    <a:pt x="2131647" y="3060928"/>
                  </a:lnTo>
                  <a:lnTo>
                    <a:pt x="2136686" y="3060928"/>
                  </a:lnTo>
                  <a:lnTo>
                    <a:pt x="2141726" y="3060928"/>
                  </a:lnTo>
                  <a:lnTo>
                    <a:pt x="2146765" y="3060928"/>
                  </a:lnTo>
                  <a:lnTo>
                    <a:pt x="2151804" y="3060928"/>
                  </a:lnTo>
                  <a:lnTo>
                    <a:pt x="2156844" y="3060928"/>
                  </a:lnTo>
                  <a:lnTo>
                    <a:pt x="2161883" y="3060928"/>
                  </a:lnTo>
                  <a:lnTo>
                    <a:pt x="2166923" y="3060928"/>
                  </a:lnTo>
                  <a:lnTo>
                    <a:pt x="2171962" y="3060928"/>
                  </a:lnTo>
                  <a:lnTo>
                    <a:pt x="2177001" y="3060928"/>
                  </a:lnTo>
                  <a:lnTo>
                    <a:pt x="2182041" y="3060928"/>
                  </a:lnTo>
                  <a:lnTo>
                    <a:pt x="2187080" y="3060928"/>
                  </a:lnTo>
                  <a:lnTo>
                    <a:pt x="2192119" y="3060928"/>
                  </a:lnTo>
                  <a:lnTo>
                    <a:pt x="2197159" y="3060928"/>
                  </a:lnTo>
                  <a:lnTo>
                    <a:pt x="2202198" y="3060928"/>
                  </a:lnTo>
                  <a:lnTo>
                    <a:pt x="2207237" y="3060928"/>
                  </a:lnTo>
                  <a:lnTo>
                    <a:pt x="2212277" y="3060928"/>
                  </a:lnTo>
                  <a:lnTo>
                    <a:pt x="2217316" y="3060928"/>
                  </a:lnTo>
                  <a:lnTo>
                    <a:pt x="2222355" y="3060928"/>
                  </a:lnTo>
                  <a:lnTo>
                    <a:pt x="2227395" y="3060928"/>
                  </a:lnTo>
                  <a:lnTo>
                    <a:pt x="2232434" y="3060928"/>
                  </a:lnTo>
                  <a:lnTo>
                    <a:pt x="2237473" y="3060928"/>
                  </a:lnTo>
                  <a:lnTo>
                    <a:pt x="2242513" y="3060928"/>
                  </a:lnTo>
                  <a:lnTo>
                    <a:pt x="2247552" y="3060928"/>
                  </a:lnTo>
                  <a:lnTo>
                    <a:pt x="2252592" y="3060928"/>
                  </a:lnTo>
                  <a:lnTo>
                    <a:pt x="2257631" y="3060928"/>
                  </a:lnTo>
                  <a:lnTo>
                    <a:pt x="2262670" y="3060928"/>
                  </a:lnTo>
                  <a:lnTo>
                    <a:pt x="2267710" y="3060928"/>
                  </a:lnTo>
                  <a:lnTo>
                    <a:pt x="2272749" y="3060928"/>
                  </a:lnTo>
                  <a:lnTo>
                    <a:pt x="2277788" y="3060928"/>
                  </a:lnTo>
                  <a:lnTo>
                    <a:pt x="2282828" y="3060928"/>
                  </a:lnTo>
                  <a:lnTo>
                    <a:pt x="2287867" y="3060928"/>
                  </a:lnTo>
                  <a:lnTo>
                    <a:pt x="2292906" y="3060928"/>
                  </a:lnTo>
                  <a:lnTo>
                    <a:pt x="2297946" y="3060928"/>
                  </a:lnTo>
                  <a:lnTo>
                    <a:pt x="2302985" y="3060928"/>
                  </a:lnTo>
                  <a:lnTo>
                    <a:pt x="2308024" y="3060928"/>
                  </a:lnTo>
                  <a:lnTo>
                    <a:pt x="2313064" y="3060928"/>
                  </a:lnTo>
                  <a:lnTo>
                    <a:pt x="2318103" y="3060928"/>
                  </a:lnTo>
                  <a:lnTo>
                    <a:pt x="2323143" y="3060928"/>
                  </a:lnTo>
                  <a:lnTo>
                    <a:pt x="2328182" y="3060928"/>
                  </a:lnTo>
                  <a:lnTo>
                    <a:pt x="2333221" y="3060928"/>
                  </a:lnTo>
                  <a:lnTo>
                    <a:pt x="2338261" y="3060928"/>
                  </a:lnTo>
                  <a:lnTo>
                    <a:pt x="2343300" y="3060928"/>
                  </a:lnTo>
                  <a:lnTo>
                    <a:pt x="2348339" y="3060928"/>
                  </a:lnTo>
                  <a:lnTo>
                    <a:pt x="2353379" y="3060928"/>
                  </a:lnTo>
                  <a:lnTo>
                    <a:pt x="2358418" y="3060928"/>
                  </a:lnTo>
                  <a:lnTo>
                    <a:pt x="2363457" y="3060928"/>
                  </a:lnTo>
                  <a:lnTo>
                    <a:pt x="2368497" y="3060928"/>
                  </a:lnTo>
                  <a:lnTo>
                    <a:pt x="2373536" y="3060928"/>
                  </a:lnTo>
                  <a:lnTo>
                    <a:pt x="2378575" y="3060928"/>
                  </a:lnTo>
                  <a:lnTo>
                    <a:pt x="2383615" y="3060928"/>
                  </a:lnTo>
                  <a:lnTo>
                    <a:pt x="2388654" y="3060928"/>
                  </a:lnTo>
                  <a:lnTo>
                    <a:pt x="2393694" y="3060928"/>
                  </a:lnTo>
                  <a:lnTo>
                    <a:pt x="2398733" y="3060928"/>
                  </a:lnTo>
                  <a:lnTo>
                    <a:pt x="2403772" y="3060928"/>
                  </a:lnTo>
                  <a:lnTo>
                    <a:pt x="2408812" y="3060928"/>
                  </a:lnTo>
                  <a:lnTo>
                    <a:pt x="2413851" y="3060928"/>
                  </a:lnTo>
                  <a:lnTo>
                    <a:pt x="2418890" y="3060928"/>
                  </a:lnTo>
                  <a:lnTo>
                    <a:pt x="2423930" y="3060928"/>
                  </a:lnTo>
                  <a:lnTo>
                    <a:pt x="2428969" y="3060928"/>
                  </a:lnTo>
                  <a:lnTo>
                    <a:pt x="2434008" y="3060928"/>
                  </a:lnTo>
                  <a:lnTo>
                    <a:pt x="2439048" y="3060928"/>
                  </a:lnTo>
                  <a:lnTo>
                    <a:pt x="2444087" y="3060928"/>
                  </a:lnTo>
                  <a:lnTo>
                    <a:pt x="2449126" y="3060928"/>
                  </a:lnTo>
                  <a:lnTo>
                    <a:pt x="2454166" y="3060928"/>
                  </a:lnTo>
                  <a:lnTo>
                    <a:pt x="2459205" y="3060928"/>
                  </a:lnTo>
                  <a:lnTo>
                    <a:pt x="2464245" y="3060928"/>
                  </a:lnTo>
                  <a:lnTo>
                    <a:pt x="2469284" y="3060928"/>
                  </a:lnTo>
                  <a:lnTo>
                    <a:pt x="2474323" y="3060928"/>
                  </a:lnTo>
                  <a:lnTo>
                    <a:pt x="2479363" y="3060928"/>
                  </a:lnTo>
                  <a:lnTo>
                    <a:pt x="2484402" y="3060928"/>
                  </a:lnTo>
                  <a:lnTo>
                    <a:pt x="2489441" y="3060928"/>
                  </a:lnTo>
                  <a:lnTo>
                    <a:pt x="2494481" y="3060928"/>
                  </a:lnTo>
                  <a:lnTo>
                    <a:pt x="2499520" y="3060928"/>
                  </a:lnTo>
                  <a:lnTo>
                    <a:pt x="2504559" y="3060928"/>
                  </a:lnTo>
                  <a:lnTo>
                    <a:pt x="2509599" y="3060928"/>
                  </a:lnTo>
                  <a:lnTo>
                    <a:pt x="2514638" y="3060928"/>
                  </a:lnTo>
                  <a:lnTo>
                    <a:pt x="2519677" y="3060928"/>
                  </a:lnTo>
                  <a:lnTo>
                    <a:pt x="2524717" y="3060928"/>
                  </a:lnTo>
                  <a:lnTo>
                    <a:pt x="2529756" y="3060928"/>
                  </a:lnTo>
                  <a:lnTo>
                    <a:pt x="2534795" y="3060928"/>
                  </a:lnTo>
                  <a:lnTo>
                    <a:pt x="2539835" y="3060928"/>
                  </a:lnTo>
                  <a:lnTo>
                    <a:pt x="2544874" y="3060928"/>
                  </a:lnTo>
                  <a:lnTo>
                    <a:pt x="2549914" y="3060928"/>
                  </a:lnTo>
                  <a:lnTo>
                    <a:pt x="2554953" y="3060928"/>
                  </a:lnTo>
                  <a:lnTo>
                    <a:pt x="2559992" y="3060928"/>
                  </a:lnTo>
                  <a:lnTo>
                    <a:pt x="2565032" y="3060928"/>
                  </a:lnTo>
                  <a:lnTo>
                    <a:pt x="2570071" y="3060928"/>
                  </a:lnTo>
                  <a:lnTo>
                    <a:pt x="2575110" y="3060928"/>
                  </a:lnTo>
                </a:path>
              </a:pathLst>
            </a:custGeom>
            <a:ln w="27101" cap="flat">
              <a:solidFill>
                <a:srgbClr val="A93E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5547426" y="4629418"/>
              <a:ext cx="2575110" cy="377259"/>
            </a:xfrm>
            <a:custGeom>
              <a:avLst/>
              <a:pathLst>
                <a:path w="2575110" h="377259">
                  <a:moveTo>
                    <a:pt x="0" y="377259"/>
                  </a:moveTo>
                  <a:lnTo>
                    <a:pt x="5039" y="377259"/>
                  </a:lnTo>
                  <a:lnTo>
                    <a:pt x="10078" y="377259"/>
                  </a:lnTo>
                  <a:lnTo>
                    <a:pt x="15118" y="377259"/>
                  </a:lnTo>
                  <a:lnTo>
                    <a:pt x="20157" y="377259"/>
                  </a:lnTo>
                  <a:lnTo>
                    <a:pt x="25196" y="377259"/>
                  </a:lnTo>
                  <a:lnTo>
                    <a:pt x="30236" y="377259"/>
                  </a:lnTo>
                  <a:lnTo>
                    <a:pt x="35275" y="377259"/>
                  </a:lnTo>
                  <a:lnTo>
                    <a:pt x="40314" y="377259"/>
                  </a:lnTo>
                  <a:lnTo>
                    <a:pt x="45354" y="377259"/>
                  </a:lnTo>
                  <a:lnTo>
                    <a:pt x="50393" y="377259"/>
                  </a:lnTo>
                  <a:lnTo>
                    <a:pt x="55432" y="377259"/>
                  </a:lnTo>
                  <a:lnTo>
                    <a:pt x="60472" y="377259"/>
                  </a:lnTo>
                  <a:lnTo>
                    <a:pt x="65511" y="377259"/>
                  </a:lnTo>
                  <a:lnTo>
                    <a:pt x="70550" y="377259"/>
                  </a:lnTo>
                  <a:lnTo>
                    <a:pt x="75590" y="377259"/>
                  </a:lnTo>
                  <a:lnTo>
                    <a:pt x="80629" y="377259"/>
                  </a:lnTo>
                  <a:lnTo>
                    <a:pt x="85669" y="377259"/>
                  </a:lnTo>
                  <a:lnTo>
                    <a:pt x="90708" y="377259"/>
                  </a:lnTo>
                  <a:lnTo>
                    <a:pt x="95747" y="377259"/>
                  </a:lnTo>
                  <a:lnTo>
                    <a:pt x="100787" y="377259"/>
                  </a:lnTo>
                  <a:lnTo>
                    <a:pt x="105826" y="377259"/>
                  </a:lnTo>
                  <a:lnTo>
                    <a:pt x="110865" y="377259"/>
                  </a:lnTo>
                  <a:lnTo>
                    <a:pt x="115905" y="377259"/>
                  </a:lnTo>
                  <a:lnTo>
                    <a:pt x="120944" y="377259"/>
                  </a:lnTo>
                  <a:lnTo>
                    <a:pt x="125983" y="377259"/>
                  </a:lnTo>
                  <a:lnTo>
                    <a:pt x="131023" y="377259"/>
                  </a:lnTo>
                  <a:lnTo>
                    <a:pt x="136062" y="377259"/>
                  </a:lnTo>
                  <a:lnTo>
                    <a:pt x="141101" y="377259"/>
                  </a:lnTo>
                  <a:lnTo>
                    <a:pt x="146141" y="377259"/>
                  </a:lnTo>
                  <a:lnTo>
                    <a:pt x="151180" y="377258"/>
                  </a:lnTo>
                  <a:lnTo>
                    <a:pt x="156220" y="377257"/>
                  </a:lnTo>
                  <a:lnTo>
                    <a:pt x="161259" y="377254"/>
                  </a:lnTo>
                  <a:lnTo>
                    <a:pt x="166298" y="377248"/>
                  </a:lnTo>
                  <a:lnTo>
                    <a:pt x="171338" y="377236"/>
                  </a:lnTo>
                  <a:lnTo>
                    <a:pt x="176377" y="377212"/>
                  </a:lnTo>
                  <a:lnTo>
                    <a:pt x="181416" y="377170"/>
                  </a:lnTo>
                  <a:lnTo>
                    <a:pt x="186456" y="377100"/>
                  </a:lnTo>
                  <a:lnTo>
                    <a:pt x="191495" y="376992"/>
                  </a:lnTo>
                  <a:lnTo>
                    <a:pt x="196534" y="376837"/>
                  </a:lnTo>
                  <a:lnTo>
                    <a:pt x="201574" y="376631"/>
                  </a:lnTo>
                  <a:lnTo>
                    <a:pt x="206613" y="376374"/>
                  </a:lnTo>
                  <a:lnTo>
                    <a:pt x="211652" y="376079"/>
                  </a:lnTo>
                  <a:lnTo>
                    <a:pt x="216692" y="375767"/>
                  </a:lnTo>
                  <a:lnTo>
                    <a:pt x="221731" y="375463"/>
                  </a:lnTo>
                  <a:lnTo>
                    <a:pt x="226771" y="375197"/>
                  </a:lnTo>
                  <a:lnTo>
                    <a:pt x="231810" y="374991"/>
                  </a:lnTo>
                  <a:lnTo>
                    <a:pt x="236849" y="374854"/>
                  </a:lnTo>
                  <a:lnTo>
                    <a:pt x="241889" y="374784"/>
                  </a:lnTo>
                  <a:lnTo>
                    <a:pt x="246928" y="374762"/>
                  </a:lnTo>
                  <a:lnTo>
                    <a:pt x="251967" y="374752"/>
                  </a:lnTo>
                  <a:lnTo>
                    <a:pt x="257007" y="374723"/>
                  </a:lnTo>
                  <a:lnTo>
                    <a:pt x="262046" y="374646"/>
                  </a:lnTo>
                  <a:lnTo>
                    <a:pt x="267085" y="374497"/>
                  </a:lnTo>
                  <a:lnTo>
                    <a:pt x="272125" y="374267"/>
                  </a:lnTo>
                  <a:lnTo>
                    <a:pt x="277164" y="373952"/>
                  </a:lnTo>
                  <a:lnTo>
                    <a:pt x="282203" y="373563"/>
                  </a:lnTo>
                  <a:lnTo>
                    <a:pt x="287243" y="373121"/>
                  </a:lnTo>
                  <a:lnTo>
                    <a:pt x="292282" y="372659"/>
                  </a:lnTo>
                  <a:lnTo>
                    <a:pt x="297321" y="372224"/>
                  </a:lnTo>
                  <a:lnTo>
                    <a:pt x="302361" y="371866"/>
                  </a:lnTo>
                  <a:lnTo>
                    <a:pt x="307400" y="371640"/>
                  </a:lnTo>
                  <a:lnTo>
                    <a:pt x="312440" y="371589"/>
                  </a:lnTo>
                  <a:lnTo>
                    <a:pt x="317479" y="371734"/>
                  </a:lnTo>
                  <a:lnTo>
                    <a:pt x="322518" y="372068"/>
                  </a:lnTo>
                  <a:lnTo>
                    <a:pt x="327558" y="372555"/>
                  </a:lnTo>
                  <a:lnTo>
                    <a:pt x="332597" y="373136"/>
                  </a:lnTo>
                  <a:lnTo>
                    <a:pt x="337636" y="373738"/>
                  </a:lnTo>
                  <a:lnTo>
                    <a:pt x="342676" y="374305"/>
                  </a:lnTo>
                  <a:lnTo>
                    <a:pt x="347715" y="374805"/>
                  </a:lnTo>
                  <a:lnTo>
                    <a:pt x="352754" y="375228"/>
                  </a:lnTo>
                  <a:lnTo>
                    <a:pt x="357794" y="375582"/>
                  </a:lnTo>
                  <a:lnTo>
                    <a:pt x="362833" y="375882"/>
                  </a:lnTo>
                  <a:lnTo>
                    <a:pt x="367872" y="376143"/>
                  </a:lnTo>
                  <a:lnTo>
                    <a:pt x="372912" y="376375"/>
                  </a:lnTo>
                  <a:lnTo>
                    <a:pt x="377951" y="376582"/>
                  </a:lnTo>
                  <a:lnTo>
                    <a:pt x="382991" y="376760"/>
                  </a:lnTo>
                  <a:lnTo>
                    <a:pt x="388030" y="376905"/>
                  </a:lnTo>
                  <a:lnTo>
                    <a:pt x="393069" y="377012"/>
                  </a:lnTo>
                  <a:lnTo>
                    <a:pt x="398109" y="377078"/>
                  </a:lnTo>
                  <a:lnTo>
                    <a:pt x="403148" y="377101"/>
                  </a:lnTo>
                  <a:lnTo>
                    <a:pt x="408187" y="377076"/>
                  </a:lnTo>
                  <a:lnTo>
                    <a:pt x="413227" y="377001"/>
                  </a:lnTo>
                  <a:lnTo>
                    <a:pt x="418266" y="376867"/>
                  </a:lnTo>
                  <a:lnTo>
                    <a:pt x="423305" y="376674"/>
                  </a:lnTo>
                  <a:lnTo>
                    <a:pt x="428345" y="376427"/>
                  </a:lnTo>
                  <a:lnTo>
                    <a:pt x="433384" y="376140"/>
                  </a:lnTo>
                  <a:lnTo>
                    <a:pt x="438423" y="375836"/>
                  </a:lnTo>
                  <a:lnTo>
                    <a:pt x="443463" y="375538"/>
                  </a:lnTo>
                  <a:lnTo>
                    <a:pt x="448502" y="375264"/>
                  </a:lnTo>
                  <a:lnTo>
                    <a:pt x="453542" y="375019"/>
                  </a:lnTo>
                  <a:lnTo>
                    <a:pt x="458581" y="374787"/>
                  </a:lnTo>
                  <a:lnTo>
                    <a:pt x="463620" y="374538"/>
                  </a:lnTo>
                  <a:lnTo>
                    <a:pt x="468660" y="374234"/>
                  </a:lnTo>
                  <a:lnTo>
                    <a:pt x="473699" y="373845"/>
                  </a:lnTo>
                  <a:lnTo>
                    <a:pt x="478738" y="373360"/>
                  </a:lnTo>
                  <a:lnTo>
                    <a:pt x="483778" y="372794"/>
                  </a:lnTo>
                  <a:lnTo>
                    <a:pt x="488817" y="372191"/>
                  </a:lnTo>
                  <a:lnTo>
                    <a:pt x="493856" y="371606"/>
                  </a:lnTo>
                  <a:lnTo>
                    <a:pt x="498896" y="371096"/>
                  </a:lnTo>
                  <a:lnTo>
                    <a:pt x="503935" y="370702"/>
                  </a:lnTo>
                  <a:lnTo>
                    <a:pt x="508974" y="370437"/>
                  </a:lnTo>
                  <a:lnTo>
                    <a:pt x="514014" y="370271"/>
                  </a:lnTo>
                  <a:lnTo>
                    <a:pt x="519053" y="370164"/>
                  </a:lnTo>
                  <a:lnTo>
                    <a:pt x="524093" y="370074"/>
                  </a:lnTo>
                  <a:lnTo>
                    <a:pt x="529132" y="369975"/>
                  </a:lnTo>
                  <a:lnTo>
                    <a:pt x="534171" y="369859"/>
                  </a:lnTo>
                  <a:lnTo>
                    <a:pt x="539211" y="369743"/>
                  </a:lnTo>
                  <a:lnTo>
                    <a:pt x="544250" y="369650"/>
                  </a:lnTo>
                  <a:lnTo>
                    <a:pt x="549289" y="369604"/>
                  </a:lnTo>
                  <a:lnTo>
                    <a:pt x="554329" y="369610"/>
                  </a:lnTo>
                  <a:lnTo>
                    <a:pt x="559368" y="369652"/>
                  </a:lnTo>
                  <a:lnTo>
                    <a:pt x="564407" y="369692"/>
                  </a:lnTo>
                  <a:lnTo>
                    <a:pt x="569447" y="369674"/>
                  </a:lnTo>
                  <a:lnTo>
                    <a:pt x="574486" y="369534"/>
                  </a:lnTo>
                  <a:lnTo>
                    <a:pt x="579525" y="369205"/>
                  </a:lnTo>
                  <a:lnTo>
                    <a:pt x="584565" y="368619"/>
                  </a:lnTo>
                  <a:lnTo>
                    <a:pt x="589604" y="367707"/>
                  </a:lnTo>
                  <a:lnTo>
                    <a:pt x="594643" y="366367"/>
                  </a:lnTo>
                  <a:lnTo>
                    <a:pt x="599683" y="364549"/>
                  </a:lnTo>
                  <a:lnTo>
                    <a:pt x="604722" y="362204"/>
                  </a:lnTo>
                  <a:lnTo>
                    <a:pt x="609762" y="359302"/>
                  </a:lnTo>
                  <a:lnTo>
                    <a:pt x="614801" y="355839"/>
                  </a:lnTo>
                  <a:lnTo>
                    <a:pt x="619840" y="351818"/>
                  </a:lnTo>
                  <a:lnTo>
                    <a:pt x="624880" y="347226"/>
                  </a:lnTo>
                  <a:lnTo>
                    <a:pt x="629919" y="342003"/>
                  </a:lnTo>
                  <a:lnTo>
                    <a:pt x="634958" y="336023"/>
                  </a:lnTo>
                  <a:lnTo>
                    <a:pt x="639998" y="329091"/>
                  </a:lnTo>
                  <a:lnTo>
                    <a:pt x="645037" y="320961"/>
                  </a:lnTo>
                  <a:lnTo>
                    <a:pt x="650076" y="311375"/>
                  </a:lnTo>
                  <a:lnTo>
                    <a:pt x="655116" y="300100"/>
                  </a:lnTo>
                  <a:lnTo>
                    <a:pt x="660155" y="286976"/>
                  </a:lnTo>
                  <a:lnTo>
                    <a:pt x="665194" y="271938"/>
                  </a:lnTo>
                  <a:lnTo>
                    <a:pt x="670234" y="255040"/>
                  </a:lnTo>
                  <a:lnTo>
                    <a:pt x="675273" y="236447"/>
                  </a:lnTo>
                  <a:lnTo>
                    <a:pt x="680313" y="216383"/>
                  </a:lnTo>
                  <a:lnTo>
                    <a:pt x="685352" y="195246"/>
                  </a:lnTo>
                  <a:lnTo>
                    <a:pt x="690391" y="173447"/>
                  </a:lnTo>
                  <a:lnTo>
                    <a:pt x="695431" y="151354"/>
                  </a:lnTo>
                  <a:lnTo>
                    <a:pt x="700470" y="129308"/>
                  </a:lnTo>
                  <a:lnTo>
                    <a:pt x="705509" y="107627"/>
                  </a:lnTo>
                  <a:lnTo>
                    <a:pt x="710549" y="86630"/>
                  </a:lnTo>
                  <a:lnTo>
                    <a:pt x="715588" y="66671"/>
                  </a:lnTo>
                  <a:lnTo>
                    <a:pt x="720627" y="48185"/>
                  </a:lnTo>
                  <a:lnTo>
                    <a:pt x="725667" y="31718"/>
                  </a:lnTo>
                  <a:lnTo>
                    <a:pt x="730706" y="17929"/>
                  </a:lnTo>
                  <a:lnTo>
                    <a:pt x="735745" y="7560"/>
                  </a:lnTo>
                  <a:lnTo>
                    <a:pt x="740785" y="1362"/>
                  </a:lnTo>
                  <a:lnTo>
                    <a:pt x="745824" y="0"/>
                  </a:lnTo>
                  <a:lnTo>
                    <a:pt x="750864" y="3918"/>
                  </a:lnTo>
                  <a:lnTo>
                    <a:pt x="755903" y="13234"/>
                  </a:lnTo>
                  <a:lnTo>
                    <a:pt x="760942" y="27664"/>
                  </a:lnTo>
                  <a:lnTo>
                    <a:pt x="765982" y="46598"/>
                  </a:lnTo>
                  <a:lnTo>
                    <a:pt x="771021" y="69042"/>
                  </a:lnTo>
                  <a:lnTo>
                    <a:pt x="776060" y="93725"/>
                  </a:lnTo>
                  <a:lnTo>
                    <a:pt x="781100" y="119687"/>
                  </a:lnTo>
                  <a:lnTo>
                    <a:pt x="786139" y="146181"/>
                  </a:lnTo>
                  <a:lnTo>
                    <a:pt x="791178" y="172676"/>
                  </a:lnTo>
                  <a:lnTo>
                    <a:pt x="796218" y="198770"/>
                  </a:lnTo>
                  <a:lnTo>
                    <a:pt x="801257" y="224090"/>
                  </a:lnTo>
                  <a:lnTo>
                    <a:pt x="806296" y="248209"/>
                  </a:lnTo>
                  <a:lnTo>
                    <a:pt x="811336" y="270640"/>
                  </a:lnTo>
                  <a:lnTo>
                    <a:pt x="816375" y="290889"/>
                  </a:lnTo>
                  <a:lnTo>
                    <a:pt x="821415" y="308547"/>
                  </a:lnTo>
                  <a:lnTo>
                    <a:pt x="826454" y="323383"/>
                  </a:lnTo>
                  <a:lnTo>
                    <a:pt x="831493" y="335392"/>
                  </a:lnTo>
                  <a:lnTo>
                    <a:pt x="836533" y="344789"/>
                  </a:lnTo>
                  <a:lnTo>
                    <a:pt x="841572" y="351959"/>
                  </a:lnTo>
                  <a:lnTo>
                    <a:pt x="846611" y="357368"/>
                  </a:lnTo>
                  <a:lnTo>
                    <a:pt x="851651" y="361478"/>
                  </a:lnTo>
                  <a:lnTo>
                    <a:pt x="856690" y="364649"/>
                  </a:lnTo>
                  <a:lnTo>
                    <a:pt x="861729" y="367231"/>
                  </a:lnTo>
                  <a:lnTo>
                    <a:pt x="866769" y="369388"/>
                  </a:lnTo>
                  <a:lnTo>
                    <a:pt x="871808" y="371200"/>
                  </a:lnTo>
                  <a:lnTo>
                    <a:pt x="876847" y="372700"/>
                  </a:lnTo>
                  <a:lnTo>
                    <a:pt x="881887" y="373895"/>
                  </a:lnTo>
                  <a:lnTo>
                    <a:pt x="886926" y="374796"/>
                  </a:lnTo>
                  <a:lnTo>
                    <a:pt x="891965" y="375425"/>
                  </a:lnTo>
                  <a:lnTo>
                    <a:pt x="897005" y="375826"/>
                  </a:lnTo>
                  <a:lnTo>
                    <a:pt x="902044" y="376053"/>
                  </a:lnTo>
                  <a:lnTo>
                    <a:pt x="907084" y="376170"/>
                  </a:lnTo>
                  <a:lnTo>
                    <a:pt x="912123" y="376232"/>
                  </a:lnTo>
                  <a:lnTo>
                    <a:pt x="917162" y="376287"/>
                  </a:lnTo>
                  <a:lnTo>
                    <a:pt x="922202" y="376362"/>
                  </a:lnTo>
                  <a:lnTo>
                    <a:pt x="927241" y="376467"/>
                  </a:lnTo>
                  <a:lnTo>
                    <a:pt x="932280" y="376597"/>
                  </a:lnTo>
                  <a:lnTo>
                    <a:pt x="937320" y="376738"/>
                  </a:lnTo>
                  <a:lnTo>
                    <a:pt x="942359" y="376874"/>
                  </a:lnTo>
                  <a:lnTo>
                    <a:pt x="947398" y="376991"/>
                  </a:lnTo>
                  <a:lnTo>
                    <a:pt x="952438" y="377084"/>
                  </a:lnTo>
                  <a:lnTo>
                    <a:pt x="957477" y="377151"/>
                  </a:lnTo>
                  <a:lnTo>
                    <a:pt x="962516" y="377196"/>
                  </a:lnTo>
                  <a:lnTo>
                    <a:pt x="967556" y="377225"/>
                  </a:lnTo>
                  <a:lnTo>
                    <a:pt x="972595" y="377242"/>
                  </a:lnTo>
                  <a:lnTo>
                    <a:pt x="977635" y="377251"/>
                  </a:lnTo>
                  <a:lnTo>
                    <a:pt x="982674" y="377255"/>
                  </a:lnTo>
                  <a:lnTo>
                    <a:pt x="987713" y="377257"/>
                  </a:lnTo>
                  <a:lnTo>
                    <a:pt x="992753" y="377258"/>
                  </a:lnTo>
                  <a:lnTo>
                    <a:pt x="997792" y="377259"/>
                  </a:lnTo>
                  <a:lnTo>
                    <a:pt x="1002831" y="377259"/>
                  </a:lnTo>
                  <a:lnTo>
                    <a:pt x="1007871" y="377259"/>
                  </a:lnTo>
                  <a:lnTo>
                    <a:pt x="1012910" y="377259"/>
                  </a:lnTo>
                  <a:lnTo>
                    <a:pt x="1017949" y="377259"/>
                  </a:lnTo>
                  <a:lnTo>
                    <a:pt x="1022989" y="377259"/>
                  </a:lnTo>
                  <a:lnTo>
                    <a:pt x="1028028" y="377259"/>
                  </a:lnTo>
                  <a:lnTo>
                    <a:pt x="1033067" y="377259"/>
                  </a:lnTo>
                  <a:lnTo>
                    <a:pt x="1038107" y="377259"/>
                  </a:lnTo>
                  <a:lnTo>
                    <a:pt x="1043146" y="377259"/>
                  </a:lnTo>
                  <a:lnTo>
                    <a:pt x="1048186" y="377259"/>
                  </a:lnTo>
                  <a:lnTo>
                    <a:pt x="1053225" y="377259"/>
                  </a:lnTo>
                  <a:lnTo>
                    <a:pt x="1058264" y="377259"/>
                  </a:lnTo>
                  <a:lnTo>
                    <a:pt x="1063304" y="377259"/>
                  </a:lnTo>
                  <a:lnTo>
                    <a:pt x="1068343" y="377259"/>
                  </a:lnTo>
                  <a:lnTo>
                    <a:pt x="1073382" y="377259"/>
                  </a:lnTo>
                  <a:lnTo>
                    <a:pt x="1078422" y="377259"/>
                  </a:lnTo>
                  <a:lnTo>
                    <a:pt x="1083461" y="377259"/>
                  </a:lnTo>
                  <a:lnTo>
                    <a:pt x="1088500" y="377259"/>
                  </a:lnTo>
                  <a:lnTo>
                    <a:pt x="1093540" y="377259"/>
                  </a:lnTo>
                  <a:lnTo>
                    <a:pt x="1098579" y="377259"/>
                  </a:lnTo>
                  <a:lnTo>
                    <a:pt x="1103618" y="377259"/>
                  </a:lnTo>
                  <a:lnTo>
                    <a:pt x="1108658" y="377259"/>
                  </a:lnTo>
                  <a:lnTo>
                    <a:pt x="1113697" y="377259"/>
                  </a:lnTo>
                  <a:lnTo>
                    <a:pt x="1118736" y="377259"/>
                  </a:lnTo>
                  <a:lnTo>
                    <a:pt x="1123776" y="377259"/>
                  </a:lnTo>
                  <a:lnTo>
                    <a:pt x="1128815" y="377259"/>
                  </a:lnTo>
                  <a:lnTo>
                    <a:pt x="1133855" y="377259"/>
                  </a:lnTo>
                  <a:lnTo>
                    <a:pt x="1138894" y="377259"/>
                  </a:lnTo>
                  <a:lnTo>
                    <a:pt x="1143933" y="377259"/>
                  </a:lnTo>
                  <a:lnTo>
                    <a:pt x="1148973" y="377259"/>
                  </a:lnTo>
                  <a:lnTo>
                    <a:pt x="1154012" y="377259"/>
                  </a:lnTo>
                  <a:lnTo>
                    <a:pt x="1159051" y="377259"/>
                  </a:lnTo>
                  <a:lnTo>
                    <a:pt x="1164091" y="377259"/>
                  </a:lnTo>
                  <a:lnTo>
                    <a:pt x="1169130" y="377259"/>
                  </a:lnTo>
                  <a:lnTo>
                    <a:pt x="1174169" y="377259"/>
                  </a:lnTo>
                  <a:lnTo>
                    <a:pt x="1179209" y="377259"/>
                  </a:lnTo>
                  <a:lnTo>
                    <a:pt x="1184248" y="377259"/>
                  </a:lnTo>
                  <a:lnTo>
                    <a:pt x="1189287" y="377259"/>
                  </a:lnTo>
                  <a:lnTo>
                    <a:pt x="1194327" y="377259"/>
                  </a:lnTo>
                  <a:lnTo>
                    <a:pt x="1199366" y="377259"/>
                  </a:lnTo>
                  <a:lnTo>
                    <a:pt x="1204406" y="377259"/>
                  </a:lnTo>
                  <a:lnTo>
                    <a:pt x="1209445" y="377259"/>
                  </a:lnTo>
                  <a:lnTo>
                    <a:pt x="1214484" y="377259"/>
                  </a:lnTo>
                  <a:lnTo>
                    <a:pt x="1219524" y="377259"/>
                  </a:lnTo>
                  <a:lnTo>
                    <a:pt x="1224563" y="377259"/>
                  </a:lnTo>
                  <a:lnTo>
                    <a:pt x="1229602" y="377259"/>
                  </a:lnTo>
                  <a:lnTo>
                    <a:pt x="1234642" y="377259"/>
                  </a:lnTo>
                  <a:lnTo>
                    <a:pt x="1239681" y="377259"/>
                  </a:lnTo>
                  <a:lnTo>
                    <a:pt x="1244720" y="377259"/>
                  </a:lnTo>
                  <a:lnTo>
                    <a:pt x="1249760" y="377259"/>
                  </a:lnTo>
                  <a:lnTo>
                    <a:pt x="1254799" y="377259"/>
                  </a:lnTo>
                  <a:lnTo>
                    <a:pt x="1259838" y="377259"/>
                  </a:lnTo>
                  <a:lnTo>
                    <a:pt x="1264878" y="377259"/>
                  </a:lnTo>
                  <a:lnTo>
                    <a:pt x="1269917" y="377259"/>
                  </a:lnTo>
                  <a:lnTo>
                    <a:pt x="1274957" y="377259"/>
                  </a:lnTo>
                  <a:lnTo>
                    <a:pt x="1279996" y="377259"/>
                  </a:lnTo>
                  <a:lnTo>
                    <a:pt x="1285035" y="377259"/>
                  </a:lnTo>
                  <a:lnTo>
                    <a:pt x="1290075" y="377259"/>
                  </a:lnTo>
                  <a:lnTo>
                    <a:pt x="1295114" y="377259"/>
                  </a:lnTo>
                  <a:lnTo>
                    <a:pt x="1300153" y="377259"/>
                  </a:lnTo>
                  <a:lnTo>
                    <a:pt x="1305193" y="377259"/>
                  </a:lnTo>
                  <a:lnTo>
                    <a:pt x="1310232" y="377259"/>
                  </a:lnTo>
                  <a:lnTo>
                    <a:pt x="1315271" y="377259"/>
                  </a:lnTo>
                  <a:lnTo>
                    <a:pt x="1320311" y="377259"/>
                  </a:lnTo>
                  <a:lnTo>
                    <a:pt x="1325350" y="377259"/>
                  </a:lnTo>
                  <a:lnTo>
                    <a:pt x="1330389" y="377259"/>
                  </a:lnTo>
                  <a:lnTo>
                    <a:pt x="1335429" y="377259"/>
                  </a:lnTo>
                  <a:lnTo>
                    <a:pt x="1340468" y="377259"/>
                  </a:lnTo>
                  <a:lnTo>
                    <a:pt x="1345508" y="377259"/>
                  </a:lnTo>
                  <a:lnTo>
                    <a:pt x="1350547" y="377259"/>
                  </a:lnTo>
                  <a:lnTo>
                    <a:pt x="1355586" y="377259"/>
                  </a:lnTo>
                  <a:lnTo>
                    <a:pt x="1360626" y="377259"/>
                  </a:lnTo>
                  <a:lnTo>
                    <a:pt x="1365665" y="377259"/>
                  </a:lnTo>
                  <a:lnTo>
                    <a:pt x="1370704" y="377259"/>
                  </a:lnTo>
                  <a:lnTo>
                    <a:pt x="1375744" y="377259"/>
                  </a:lnTo>
                  <a:lnTo>
                    <a:pt x="1380783" y="377259"/>
                  </a:lnTo>
                  <a:lnTo>
                    <a:pt x="1385822" y="377259"/>
                  </a:lnTo>
                  <a:lnTo>
                    <a:pt x="1390862" y="377259"/>
                  </a:lnTo>
                  <a:lnTo>
                    <a:pt x="1395901" y="377259"/>
                  </a:lnTo>
                  <a:lnTo>
                    <a:pt x="1400940" y="377259"/>
                  </a:lnTo>
                  <a:lnTo>
                    <a:pt x="1405980" y="377259"/>
                  </a:lnTo>
                  <a:lnTo>
                    <a:pt x="1411019" y="377259"/>
                  </a:lnTo>
                  <a:lnTo>
                    <a:pt x="1416058" y="377259"/>
                  </a:lnTo>
                  <a:lnTo>
                    <a:pt x="1421098" y="377259"/>
                  </a:lnTo>
                  <a:lnTo>
                    <a:pt x="1426137" y="377259"/>
                  </a:lnTo>
                  <a:lnTo>
                    <a:pt x="1431177" y="377259"/>
                  </a:lnTo>
                  <a:lnTo>
                    <a:pt x="1436216" y="377259"/>
                  </a:lnTo>
                  <a:lnTo>
                    <a:pt x="1441255" y="377259"/>
                  </a:lnTo>
                  <a:lnTo>
                    <a:pt x="1446295" y="377259"/>
                  </a:lnTo>
                  <a:lnTo>
                    <a:pt x="1451334" y="377259"/>
                  </a:lnTo>
                  <a:lnTo>
                    <a:pt x="1456373" y="377259"/>
                  </a:lnTo>
                  <a:lnTo>
                    <a:pt x="1461413" y="377259"/>
                  </a:lnTo>
                  <a:lnTo>
                    <a:pt x="1466452" y="377259"/>
                  </a:lnTo>
                  <a:lnTo>
                    <a:pt x="1471491" y="377259"/>
                  </a:lnTo>
                  <a:lnTo>
                    <a:pt x="1476531" y="377259"/>
                  </a:lnTo>
                  <a:lnTo>
                    <a:pt x="1481570" y="377259"/>
                  </a:lnTo>
                  <a:lnTo>
                    <a:pt x="1486609" y="377259"/>
                  </a:lnTo>
                  <a:lnTo>
                    <a:pt x="1491649" y="377259"/>
                  </a:lnTo>
                  <a:lnTo>
                    <a:pt x="1496688" y="377259"/>
                  </a:lnTo>
                  <a:lnTo>
                    <a:pt x="1501728" y="377259"/>
                  </a:lnTo>
                  <a:lnTo>
                    <a:pt x="1506767" y="377259"/>
                  </a:lnTo>
                  <a:lnTo>
                    <a:pt x="1511806" y="377259"/>
                  </a:lnTo>
                  <a:lnTo>
                    <a:pt x="1516846" y="377259"/>
                  </a:lnTo>
                  <a:lnTo>
                    <a:pt x="1521885" y="377259"/>
                  </a:lnTo>
                  <a:lnTo>
                    <a:pt x="1526924" y="377259"/>
                  </a:lnTo>
                  <a:lnTo>
                    <a:pt x="1531964" y="377259"/>
                  </a:lnTo>
                  <a:lnTo>
                    <a:pt x="1537003" y="377259"/>
                  </a:lnTo>
                  <a:lnTo>
                    <a:pt x="1542042" y="377259"/>
                  </a:lnTo>
                  <a:lnTo>
                    <a:pt x="1547082" y="377259"/>
                  </a:lnTo>
                  <a:lnTo>
                    <a:pt x="1552121" y="377259"/>
                  </a:lnTo>
                  <a:lnTo>
                    <a:pt x="1557160" y="377259"/>
                  </a:lnTo>
                  <a:lnTo>
                    <a:pt x="1562200" y="377259"/>
                  </a:lnTo>
                  <a:lnTo>
                    <a:pt x="1567239" y="377259"/>
                  </a:lnTo>
                  <a:lnTo>
                    <a:pt x="1572279" y="377259"/>
                  </a:lnTo>
                  <a:lnTo>
                    <a:pt x="1577318" y="377259"/>
                  </a:lnTo>
                  <a:lnTo>
                    <a:pt x="1582357" y="377259"/>
                  </a:lnTo>
                  <a:lnTo>
                    <a:pt x="1587397" y="377259"/>
                  </a:lnTo>
                  <a:lnTo>
                    <a:pt x="1592436" y="377259"/>
                  </a:lnTo>
                  <a:lnTo>
                    <a:pt x="1597475" y="377259"/>
                  </a:lnTo>
                  <a:lnTo>
                    <a:pt x="1602515" y="377259"/>
                  </a:lnTo>
                  <a:lnTo>
                    <a:pt x="1607554" y="377259"/>
                  </a:lnTo>
                  <a:lnTo>
                    <a:pt x="1612593" y="377259"/>
                  </a:lnTo>
                  <a:lnTo>
                    <a:pt x="1617633" y="377259"/>
                  </a:lnTo>
                  <a:lnTo>
                    <a:pt x="1622672" y="377259"/>
                  </a:lnTo>
                  <a:lnTo>
                    <a:pt x="1627711" y="377259"/>
                  </a:lnTo>
                  <a:lnTo>
                    <a:pt x="1632751" y="377259"/>
                  </a:lnTo>
                  <a:lnTo>
                    <a:pt x="1637790" y="377259"/>
                  </a:lnTo>
                  <a:lnTo>
                    <a:pt x="1642830" y="377259"/>
                  </a:lnTo>
                  <a:lnTo>
                    <a:pt x="1647869" y="377259"/>
                  </a:lnTo>
                  <a:lnTo>
                    <a:pt x="1652908" y="377259"/>
                  </a:lnTo>
                  <a:lnTo>
                    <a:pt x="1657948" y="377259"/>
                  </a:lnTo>
                  <a:lnTo>
                    <a:pt x="1662987" y="377259"/>
                  </a:lnTo>
                  <a:lnTo>
                    <a:pt x="1668026" y="377259"/>
                  </a:lnTo>
                  <a:lnTo>
                    <a:pt x="1673066" y="377259"/>
                  </a:lnTo>
                  <a:lnTo>
                    <a:pt x="1678105" y="377259"/>
                  </a:lnTo>
                  <a:lnTo>
                    <a:pt x="1683144" y="377259"/>
                  </a:lnTo>
                  <a:lnTo>
                    <a:pt x="1688184" y="377259"/>
                  </a:lnTo>
                  <a:lnTo>
                    <a:pt x="1693223" y="377259"/>
                  </a:lnTo>
                  <a:lnTo>
                    <a:pt x="1698262" y="377259"/>
                  </a:lnTo>
                  <a:lnTo>
                    <a:pt x="1703302" y="377259"/>
                  </a:lnTo>
                  <a:lnTo>
                    <a:pt x="1708341" y="377259"/>
                  </a:lnTo>
                  <a:lnTo>
                    <a:pt x="1713380" y="377259"/>
                  </a:lnTo>
                  <a:lnTo>
                    <a:pt x="1718420" y="377259"/>
                  </a:lnTo>
                  <a:lnTo>
                    <a:pt x="1723459" y="377259"/>
                  </a:lnTo>
                  <a:lnTo>
                    <a:pt x="1728499" y="377259"/>
                  </a:lnTo>
                  <a:lnTo>
                    <a:pt x="1733538" y="377259"/>
                  </a:lnTo>
                  <a:lnTo>
                    <a:pt x="1738577" y="377259"/>
                  </a:lnTo>
                  <a:lnTo>
                    <a:pt x="1743617" y="377259"/>
                  </a:lnTo>
                  <a:lnTo>
                    <a:pt x="1748656" y="377259"/>
                  </a:lnTo>
                  <a:lnTo>
                    <a:pt x="1753695" y="377259"/>
                  </a:lnTo>
                  <a:lnTo>
                    <a:pt x="1758735" y="377259"/>
                  </a:lnTo>
                  <a:lnTo>
                    <a:pt x="1763774" y="377259"/>
                  </a:lnTo>
                  <a:lnTo>
                    <a:pt x="1768813" y="377259"/>
                  </a:lnTo>
                  <a:lnTo>
                    <a:pt x="1773853" y="377259"/>
                  </a:lnTo>
                  <a:lnTo>
                    <a:pt x="1778892" y="377259"/>
                  </a:lnTo>
                  <a:lnTo>
                    <a:pt x="1783931" y="377259"/>
                  </a:lnTo>
                  <a:lnTo>
                    <a:pt x="1788971" y="377259"/>
                  </a:lnTo>
                  <a:lnTo>
                    <a:pt x="1794010" y="377259"/>
                  </a:lnTo>
                  <a:lnTo>
                    <a:pt x="1799050" y="377259"/>
                  </a:lnTo>
                  <a:lnTo>
                    <a:pt x="1804089" y="377259"/>
                  </a:lnTo>
                  <a:lnTo>
                    <a:pt x="1809128" y="377259"/>
                  </a:lnTo>
                  <a:lnTo>
                    <a:pt x="1814168" y="377259"/>
                  </a:lnTo>
                  <a:lnTo>
                    <a:pt x="1819207" y="377259"/>
                  </a:lnTo>
                  <a:lnTo>
                    <a:pt x="1824246" y="377259"/>
                  </a:lnTo>
                  <a:lnTo>
                    <a:pt x="1829286" y="377259"/>
                  </a:lnTo>
                  <a:lnTo>
                    <a:pt x="1834325" y="377259"/>
                  </a:lnTo>
                  <a:lnTo>
                    <a:pt x="1839364" y="377259"/>
                  </a:lnTo>
                  <a:lnTo>
                    <a:pt x="1844404" y="377259"/>
                  </a:lnTo>
                  <a:lnTo>
                    <a:pt x="1849443" y="377259"/>
                  </a:lnTo>
                  <a:lnTo>
                    <a:pt x="1854482" y="377259"/>
                  </a:lnTo>
                  <a:lnTo>
                    <a:pt x="1859522" y="377259"/>
                  </a:lnTo>
                  <a:lnTo>
                    <a:pt x="1864561" y="377259"/>
                  </a:lnTo>
                  <a:lnTo>
                    <a:pt x="1869601" y="377259"/>
                  </a:lnTo>
                  <a:lnTo>
                    <a:pt x="1874640" y="377259"/>
                  </a:lnTo>
                  <a:lnTo>
                    <a:pt x="1879679" y="377259"/>
                  </a:lnTo>
                  <a:lnTo>
                    <a:pt x="1884719" y="377259"/>
                  </a:lnTo>
                  <a:lnTo>
                    <a:pt x="1889758" y="377259"/>
                  </a:lnTo>
                  <a:lnTo>
                    <a:pt x="1894797" y="377259"/>
                  </a:lnTo>
                  <a:lnTo>
                    <a:pt x="1899837" y="377259"/>
                  </a:lnTo>
                  <a:lnTo>
                    <a:pt x="1904876" y="377259"/>
                  </a:lnTo>
                  <a:lnTo>
                    <a:pt x="1909915" y="377259"/>
                  </a:lnTo>
                  <a:lnTo>
                    <a:pt x="1914955" y="377259"/>
                  </a:lnTo>
                  <a:lnTo>
                    <a:pt x="1919994" y="377259"/>
                  </a:lnTo>
                  <a:lnTo>
                    <a:pt x="1925033" y="377259"/>
                  </a:lnTo>
                  <a:lnTo>
                    <a:pt x="1930073" y="377259"/>
                  </a:lnTo>
                  <a:lnTo>
                    <a:pt x="1935112" y="377259"/>
                  </a:lnTo>
                  <a:lnTo>
                    <a:pt x="1940151" y="377259"/>
                  </a:lnTo>
                  <a:lnTo>
                    <a:pt x="1945191" y="377259"/>
                  </a:lnTo>
                  <a:lnTo>
                    <a:pt x="1950230" y="377259"/>
                  </a:lnTo>
                  <a:lnTo>
                    <a:pt x="1955270" y="377259"/>
                  </a:lnTo>
                  <a:lnTo>
                    <a:pt x="1960309" y="377259"/>
                  </a:lnTo>
                  <a:lnTo>
                    <a:pt x="1965348" y="377259"/>
                  </a:lnTo>
                  <a:lnTo>
                    <a:pt x="1970388" y="377259"/>
                  </a:lnTo>
                  <a:lnTo>
                    <a:pt x="1975427" y="377259"/>
                  </a:lnTo>
                  <a:lnTo>
                    <a:pt x="1980466" y="377259"/>
                  </a:lnTo>
                  <a:lnTo>
                    <a:pt x="1985506" y="377259"/>
                  </a:lnTo>
                  <a:lnTo>
                    <a:pt x="1990545" y="377259"/>
                  </a:lnTo>
                  <a:lnTo>
                    <a:pt x="1995584" y="377259"/>
                  </a:lnTo>
                  <a:lnTo>
                    <a:pt x="2000624" y="377259"/>
                  </a:lnTo>
                  <a:lnTo>
                    <a:pt x="2005663" y="377259"/>
                  </a:lnTo>
                  <a:lnTo>
                    <a:pt x="2010702" y="377259"/>
                  </a:lnTo>
                  <a:lnTo>
                    <a:pt x="2015742" y="377259"/>
                  </a:lnTo>
                  <a:lnTo>
                    <a:pt x="2020781" y="377259"/>
                  </a:lnTo>
                  <a:lnTo>
                    <a:pt x="2025821" y="377259"/>
                  </a:lnTo>
                  <a:lnTo>
                    <a:pt x="2030860" y="377259"/>
                  </a:lnTo>
                  <a:lnTo>
                    <a:pt x="2035899" y="377259"/>
                  </a:lnTo>
                  <a:lnTo>
                    <a:pt x="2040939" y="377259"/>
                  </a:lnTo>
                  <a:lnTo>
                    <a:pt x="2045978" y="377259"/>
                  </a:lnTo>
                  <a:lnTo>
                    <a:pt x="2051017" y="377259"/>
                  </a:lnTo>
                  <a:lnTo>
                    <a:pt x="2056057" y="377259"/>
                  </a:lnTo>
                  <a:lnTo>
                    <a:pt x="2061096" y="377259"/>
                  </a:lnTo>
                  <a:lnTo>
                    <a:pt x="2066135" y="377259"/>
                  </a:lnTo>
                  <a:lnTo>
                    <a:pt x="2071175" y="377259"/>
                  </a:lnTo>
                  <a:lnTo>
                    <a:pt x="2076214" y="377259"/>
                  </a:lnTo>
                  <a:lnTo>
                    <a:pt x="2081253" y="377259"/>
                  </a:lnTo>
                  <a:lnTo>
                    <a:pt x="2086293" y="377259"/>
                  </a:lnTo>
                  <a:lnTo>
                    <a:pt x="2091332" y="377259"/>
                  </a:lnTo>
                  <a:lnTo>
                    <a:pt x="2096372" y="377259"/>
                  </a:lnTo>
                  <a:lnTo>
                    <a:pt x="2101411" y="377259"/>
                  </a:lnTo>
                  <a:lnTo>
                    <a:pt x="2106450" y="377259"/>
                  </a:lnTo>
                  <a:lnTo>
                    <a:pt x="2111490" y="377259"/>
                  </a:lnTo>
                  <a:lnTo>
                    <a:pt x="2116529" y="377259"/>
                  </a:lnTo>
                  <a:lnTo>
                    <a:pt x="2121568" y="377259"/>
                  </a:lnTo>
                  <a:lnTo>
                    <a:pt x="2126608" y="377259"/>
                  </a:lnTo>
                  <a:lnTo>
                    <a:pt x="2131647" y="377259"/>
                  </a:lnTo>
                  <a:lnTo>
                    <a:pt x="2136686" y="377259"/>
                  </a:lnTo>
                  <a:lnTo>
                    <a:pt x="2141726" y="377259"/>
                  </a:lnTo>
                  <a:lnTo>
                    <a:pt x="2146765" y="377259"/>
                  </a:lnTo>
                  <a:lnTo>
                    <a:pt x="2151804" y="377259"/>
                  </a:lnTo>
                  <a:lnTo>
                    <a:pt x="2156844" y="377259"/>
                  </a:lnTo>
                  <a:lnTo>
                    <a:pt x="2161883" y="377259"/>
                  </a:lnTo>
                  <a:lnTo>
                    <a:pt x="2166923" y="377259"/>
                  </a:lnTo>
                  <a:lnTo>
                    <a:pt x="2171962" y="377259"/>
                  </a:lnTo>
                  <a:lnTo>
                    <a:pt x="2177001" y="377259"/>
                  </a:lnTo>
                  <a:lnTo>
                    <a:pt x="2182041" y="377259"/>
                  </a:lnTo>
                  <a:lnTo>
                    <a:pt x="2187080" y="377259"/>
                  </a:lnTo>
                  <a:lnTo>
                    <a:pt x="2192119" y="377259"/>
                  </a:lnTo>
                  <a:lnTo>
                    <a:pt x="2197159" y="377259"/>
                  </a:lnTo>
                  <a:lnTo>
                    <a:pt x="2202198" y="377259"/>
                  </a:lnTo>
                  <a:lnTo>
                    <a:pt x="2207237" y="377259"/>
                  </a:lnTo>
                  <a:lnTo>
                    <a:pt x="2212277" y="377259"/>
                  </a:lnTo>
                  <a:lnTo>
                    <a:pt x="2217316" y="377259"/>
                  </a:lnTo>
                  <a:lnTo>
                    <a:pt x="2222355" y="377259"/>
                  </a:lnTo>
                  <a:lnTo>
                    <a:pt x="2227395" y="377259"/>
                  </a:lnTo>
                  <a:lnTo>
                    <a:pt x="2232434" y="377259"/>
                  </a:lnTo>
                  <a:lnTo>
                    <a:pt x="2237473" y="377259"/>
                  </a:lnTo>
                  <a:lnTo>
                    <a:pt x="2242513" y="377259"/>
                  </a:lnTo>
                  <a:lnTo>
                    <a:pt x="2247552" y="377259"/>
                  </a:lnTo>
                  <a:lnTo>
                    <a:pt x="2252592" y="377259"/>
                  </a:lnTo>
                  <a:lnTo>
                    <a:pt x="2257631" y="377259"/>
                  </a:lnTo>
                  <a:lnTo>
                    <a:pt x="2262670" y="377259"/>
                  </a:lnTo>
                  <a:lnTo>
                    <a:pt x="2267710" y="377259"/>
                  </a:lnTo>
                  <a:lnTo>
                    <a:pt x="2272749" y="377259"/>
                  </a:lnTo>
                  <a:lnTo>
                    <a:pt x="2277788" y="377259"/>
                  </a:lnTo>
                  <a:lnTo>
                    <a:pt x="2282828" y="377259"/>
                  </a:lnTo>
                  <a:lnTo>
                    <a:pt x="2287867" y="377259"/>
                  </a:lnTo>
                  <a:lnTo>
                    <a:pt x="2292906" y="377259"/>
                  </a:lnTo>
                  <a:lnTo>
                    <a:pt x="2297946" y="377259"/>
                  </a:lnTo>
                  <a:lnTo>
                    <a:pt x="2302985" y="377259"/>
                  </a:lnTo>
                  <a:lnTo>
                    <a:pt x="2308024" y="377259"/>
                  </a:lnTo>
                  <a:lnTo>
                    <a:pt x="2313064" y="377259"/>
                  </a:lnTo>
                  <a:lnTo>
                    <a:pt x="2318103" y="377259"/>
                  </a:lnTo>
                  <a:lnTo>
                    <a:pt x="2323143" y="377259"/>
                  </a:lnTo>
                  <a:lnTo>
                    <a:pt x="2328182" y="377259"/>
                  </a:lnTo>
                  <a:lnTo>
                    <a:pt x="2333221" y="377259"/>
                  </a:lnTo>
                  <a:lnTo>
                    <a:pt x="2338261" y="377259"/>
                  </a:lnTo>
                  <a:lnTo>
                    <a:pt x="2343300" y="377259"/>
                  </a:lnTo>
                  <a:lnTo>
                    <a:pt x="2348339" y="377259"/>
                  </a:lnTo>
                  <a:lnTo>
                    <a:pt x="2353379" y="377259"/>
                  </a:lnTo>
                  <a:lnTo>
                    <a:pt x="2358418" y="377259"/>
                  </a:lnTo>
                  <a:lnTo>
                    <a:pt x="2363457" y="377259"/>
                  </a:lnTo>
                  <a:lnTo>
                    <a:pt x="2368497" y="377259"/>
                  </a:lnTo>
                  <a:lnTo>
                    <a:pt x="2373536" y="377259"/>
                  </a:lnTo>
                  <a:lnTo>
                    <a:pt x="2378575" y="377259"/>
                  </a:lnTo>
                  <a:lnTo>
                    <a:pt x="2383615" y="377259"/>
                  </a:lnTo>
                  <a:lnTo>
                    <a:pt x="2388654" y="377259"/>
                  </a:lnTo>
                  <a:lnTo>
                    <a:pt x="2393694" y="377259"/>
                  </a:lnTo>
                  <a:lnTo>
                    <a:pt x="2398733" y="377259"/>
                  </a:lnTo>
                  <a:lnTo>
                    <a:pt x="2403772" y="377259"/>
                  </a:lnTo>
                  <a:lnTo>
                    <a:pt x="2408812" y="377259"/>
                  </a:lnTo>
                  <a:lnTo>
                    <a:pt x="2413851" y="377259"/>
                  </a:lnTo>
                  <a:lnTo>
                    <a:pt x="2418890" y="377259"/>
                  </a:lnTo>
                  <a:lnTo>
                    <a:pt x="2423930" y="377259"/>
                  </a:lnTo>
                  <a:lnTo>
                    <a:pt x="2428969" y="377259"/>
                  </a:lnTo>
                  <a:lnTo>
                    <a:pt x="2434008" y="377259"/>
                  </a:lnTo>
                  <a:lnTo>
                    <a:pt x="2439048" y="377259"/>
                  </a:lnTo>
                  <a:lnTo>
                    <a:pt x="2444087" y="377259"/>
                  </a:lnTo>
                  <a:lnTo>
                    <a:pt x="2449126" y="377259"/>
                  </a:lnTo>
                  <a:lnTo>
                    <a:pt x="2454166" y="377259"/>
                  </a:lnTo>
                  <a:lnTo>
                    <a:pt x="2459205" y="377259"/>
                  </a:lnTo>
                  <a:lnTo>
                    <a:pt x="2464245" y="377259"/>
                  </a:lnTo>
                  <a:lnTo>
                    <a:pt x="2469284" y="377259"/>
                  </a:lnTo>
                  <a:lnTo>
                    <a:pt x="2474323" y="377259"/>
                  </a:lnTo>
                  <a:lnTo>
                    <a:pt x="2479363" y="377259"/>
                  </a:lnTo>
                  <a:lnTo>
                    <a:pt x="2484402" y="377259"/>
                  </a:lnTo>
                  <a:lnTo>
                    <a:pt x="2489441" y="377259"/>
                  </a:lnTo>
                  <a:lnTo>
                    <a:pt x="2494481" y="377259"/>
                  </a:lnTo>
                  <a:lnTo>
                    <a:pt x="2499520" y="377259"/>
                  </a:lnTo>
                  <a:lnTo>
                    <a:pt x="2504559" y="377259"/>
                  </a:lnTo>
                  <a:lnTo>
                    <a:pt x="2509599" y="377259"/>
                  </a:lnTo>
                  <a:lnTo>
                    <a:pt x="2514638" y="377259"/>
                  </a:lnTo>
                  <a:lnTo>
                    <a:pt x="2519677" y="377259"/>
                  </a:lnTo>
                  <a:lnTo>
                    <a:pt x="2524717" y="377259"/>
                  </a:lnTo>
                  <a:lnTo>
                    <a:pt x="2529756" y="377259"/>
                  </a:lnTo>
                  <a:lnTo>
                    <a:pt x="2534795" y="377259"/>
                  </a:lnTo>
                  <a:lnTo>
                    <a:pt x="2539835" y="377259"/>
                  </a:lnTo>
                  <a:lnTo>
                    <a:pt x="2544874" y="377259"/>
                  </a:lnTo>
                  <a:lnTo>
                    <a:pt x="2549914" y="377259"/>
                  </a:lnTo>
                  <a:lnTo>
                    <a:pt x="2554953" y="377259"/>
                  </a:lnTo>
                  <a:lnTo>
                    <a:pt x="2559992" y="377259"/>
                  </a:lnTo>
                  <a:lnTo>
                    <a:pt x="2565032" y="377259"/>
                  </a:lnTo>
                  <a:lnTo>
                    <a:pt x="2570071" y="377259"/>
                  </a:lnTo>
                  <a:lnTo>
                    <a:pt x="2575110" y="377259"/>
                  </a:lnTo>
                  <a:lnTo>
                    <a:pt x="2570071" y="377259"/>
                  </a:lnTo>
                  <a:lnTo>
                    <a:pt x="2565032" y="377259"/>
                  </a:lnTo>
                  <a:lnTo>
                    <a:pt x="2559992" y="377259"/>
                  </a:lnTo>
                  <a:lnTo>
                    <a:pt x="2554953" y="377259"/>
                  </a:lnTo>
                  <a:lnTo>
                    <a:pt x="2549914" y="377259"/>
                  </a:lnTo>
                  <a:lnTo>
                    <a:pt x="2544874" y="377259"/>
                  </a:lnTo>
                  <a:lnTo>
                    <a:pt x="2539835" y="377259"/>
                  </a:lnTo>
                  <a:lnTo>
                    <a:pt x="2534795" y="377259"/>
                  </a:lnTo>
                  <a:lnTo>
                    <a:pt x="2529756" y="377259"/>
                  </a:lnTo>
                  <a:lnTo>
                    <a:pt x="2524717" y="377259"/>
                  </a:lnTo>
                  <a:lnTo>
                    <a:pt x="2519677" y="377259"/>
                  </a:lnTo>
                  <a:lnTo>
                    <a:pt x="2514638" y="377259"/>
                  </a:lnTo>
                  <a:lnTo>
                    <a:pt x="2509599" y="377259"/>
                  </a:lnTo>
                  <a:lnTo>
                    <a:pt x="2504559" y="377259"/>
                  </a:lnTo>
                  <a:lnTo>
                    <a:pt x="2499520" y="377259"/>
                  </a:lnTo>
                  <a:lnTo>
                    <a:pt x="2494481" y="377259"/>
                  </a:lnTo>
                  <a:lnTo>
                    <a:pt x="2489441" y="377259"/>
                  </a:lnTo>
                  <a:lnTo>
                    <a:pt x="2484402" y="377259"/>
                  </a:lnTo>
                  <a:lnTo>
                    <a:pt x="2479363" y="377259"/>
                  </a:lnTo>
                  <a:lnTo>
                    <a:pt x="2474323" y="377259"/>
                  </a:lnTo>
                  <a:lnTo>
                    <a:pt x="2469284" y="377259"/>
                  </a:lnTo>
                  <a:lnTo>
                    <a:pt x="2464245" y="377259"/>
                  </a:lnTo>
                  <a:lnTo>
                    <a:pt x="2459205" y="377259"/>
                  </a:lnTo>
                  <a:lnTo>
                    <a:pt x="2454166" y="377259"/>
                  </a:lnTo>
                  <a:lnTo>
                    <a:pt x="2449126" y="377259"/>
                  </a:lnTo>
                  <a:lnTo>
                    <a:pt x="2444087" y="377259"/>
                  </a:lnTo>
                  <a:lnTo>
                    <a:pt x="2439048" y="377259"/>
                  </a:lnTo>
                  <a:lnTo>
                    <a:pt x="2434008" y="377259"/>
                  </a:lnTo>
                  <a:lnTo>
                    <a:pt x="2428969" y="377259"/>
                  </a:lnTo>
                  <a:lnTo>
                    <a:pt x="2423930" y="377259"/>
                  </a:lnTo>
                  <a:lnTo>
                    <a:pt x="2418890" y="377259"/>
                  </a:lnTo>
                  <a:lnTo>
                    <a:pt x="2413851" y="377259"/>
                  </a:lnTo>
                  <a:lnTo>
                    <a:pt x="2408812" y="377259"/>
                  </a:lnTo>
                  <a:lnTo>
                    <a:pt x="2403772" y="377259"/>
                  </a:lnTo>
                  <a:lnTo>
                    <a:pt x="2398733" y="377259"/>
                  </a:lnTo>
                  <a:lnTo>
                    <a:pt x="2393694" y="377259"/>
                  </a:lnTo>
                  <a:lnTo>
                    <a:pt x="2388654" y="377259"/>
                  </a:lnTo>
                  <a:lnTo>
                    <a:pt x="2383615" y="377259"/>
                  </a:lnTo>
                  <a:lnTo>
                    <a:pt x="2378575" y="377259"/>
                  </a:lnTo>
                  <a:lnTo>
                    <a:pt x="2373536" y="377259"/>
                  </a:lnTo>
                  <a:lnTo>
                    <a:pt x="2368497" y="377259"/>
                  </a:lnTo>
                  <a:lnTo>
                    <a:pt x="2363457" y="377259"/>
                  </a:lnTo>
                  <a:lnTo>
                    <a:pt x="2358418" y="377259"/>
                  </a:lnTo>
                  <a:lnTo>
                    <a:pt x="2353379" y="377259"/>
                  </a:lnTo>
                  <a:lnTo>
                    <a:pt x="2348339" y="377259"/>
                  </a:lnTo>
                  <a:lnTo>
                    <a:pt x="2343300" y="377259"/>
                  </a:lnTo>
                  <a:lnTo>
                    <a:pt x="2338261" y="377259"/>
                  </a:lnTo>
                  <a:lnTo>
                    <a:pt x="2333221" y="377259"/>
                  </a:lnTo>
                  <a:lnTo>
                    <a:pt x="2328182" y="377259"/>
                  </a:lnTo>
                  <a:lnTo>
                    <a:pt x="2323143" y="377259"/>
                  </a:lnTo>
                  <a:lnTo>
                    <a:pt x="2318103" y="377259"/>
                  </a:lnTo>
                  <a:lnTo>
                    <a:pt x="2313064" y="377259"/>
                  </a:lnTo>
                  <a:lnTo>
                    <a:pt x="2308024" y="377259"/>
                  </a:lnTo>
                  <a:lnTo>
                    <a:pt x="2302985" y="377259"/>
                  </a:lnTo>
                  <a:lnTo>
                    <a:pt x="2297946" y="377259"/>
                  </a:lnTo>
                  <a:lnTo>
                    <a:pt x="2292906" y="377259"/>
                  </a:lnTo>
                  <a:lnTo>
                    <a:pt x="2287867" y="377259"/>
                  </a:lnTo>
                  <a:lnTo>
                    <a:pt x="2282828" y="377259"/>
                  </a:lnTo>
                  <a:lnTo>
                    <a:pt x="2277788" y="377259"/>
                  </a:lnTo>
                  <a:lnTo>
                    <a:pt x="2272749" y="377259"/>
                  </a:lnTo>
                  <a:lnTo>
                    <a:pt x="2267710" y="377259"/>
                  </a:lnTo>
                  <a:lnTo>
                    <a:pt x="2262670" y="377259"/>
                  </a:lnTo>
                  <a:lnTo>
                    <a:pt x="2257631" y="377259"/>
                  </a:lnTo>
                  <a:lnTo>
                    <a:pt x="2252592" y="377259"/>
                  </a:lnTo>
                  <a:lnTo>
                    <a:pt x="2247552" y="377259"/>
                  </a:lnTo>
                  <a:lnTo>
                    <a:pt x="2242513" y="377259"/>
                  </a:lnTo>
                  <a:lnTo>
                    <a:pt x="2237473" y="377259"/>
                  </a:lnTo>
                  <a:lnTo>
                    <a:pt x="2232434" y="377259"/>
                  </a:lnTo>
                  <a:lnTo>
                    <a:pt x="2227395" y="377259"/>
                  </a:lnTo>
                  <a:lnTo>
                    <a:pt x="2222355" y="377259"/>
                  </a:lnTo>
                  <a:lnTo>
                    <a:pt x="2217316" y="377259"/>
                  </a:lnTo>
                  <a:lnTo>
                    <a:pt x="2212277" y="377259"/>
                  </a:lnTo>
                  <a:lnTo>
                    <a:pt x="2207237" y="377259"/>
                  </a:lnTo>
                  <a:lnTo>
                    <a:pt x="2202198" y="377259"/>
                  </a:lnTo>
                  <a:lnTo>
                    <a:pt x="2197159" y="377259"/>
                  </a:lnTo>
                  <a:lnTo>
                    <a:pt x="2192119" y="377259"/>
                  </a:lnTo>
                  <a:lnTo>
                    <a:pt x="2187080" y="377259"/>
                  </a:lnTo>
                  <a:lnTo>
                    <a:pt x="2182041" y="377259"/>
                  </a:lnTo>
                  <a:lnTo>
                    <a:pt x="2177001" y="377259"/>
                  </a:lnTo>
                  <a:lnTo>
                    <a:pt x="2171962" y="377259"/>
                  </a:lnTo>
                  <a:lnTo>
                    <a:pt x="2166923" y="377259"/>
                  </a:lnTo>
                  <a:lnTo>
                    <a:pt x="2161883" y="377259"/>
                  </a:lnTo>
                  <a:lnTo>
                    <a:pt x="2156844" y="377259"/>
                  </a:lnTo>
                  <a:lnTo>
                    <a:pt x="2151804" y="377259"/>
                  </a:lnTo>
                  <a:lnTo>
                    <a:pt x="2146765" y="377259"/>
                  </a:lnTo>
                  <a:lnTo>
                    <a:pt x="2141726" y="377259"/>
                  </a:lnTo>
                  <a:lnTo>
                    <a:pt x="2136686" y="377259"/>
                  </a:lnTo>
                  <a:lnTo>
                    <a:pt x="2131647" y="377259"/>
                  </a:lnTo>
                  <a:lnTo>
                    <a:pt x="2126608" y="377259"/>
                  </a:lnTo>
                  <a:lnTo>
                    <a:pt x="2121568" y="377259"/>
                  </a:lnTo>
                  <a:lnTo>
                    <a:pt x="2116529" y="377259"/>
                  </a:lnTo>
                  <a:lnTo>
                    <a:pt x="2111490" y="377259"/>
                  </a:lnTo>
                  <a:lnTo>
                    <a:pt x="2106450" y="377259"/>
                  </a:lnTo>
                  <a:lnTo>
                    <a:pt x="2101411" y="377259"/>
                  </a:lnTo>
                  <a:lnTo>
                    <a:pt x="2096372" y="377259"/>
                  </a:lnTo>
                  <a:lnTo>
                    <a:pt x="2091332" y="377259"/>
                  </a:lnTo>
                  <a:lnTo>
                    <a:pt x="2086293" y="377259"/>
                  </a:lnTo>
                  <a:lnTo>
                    <a:pt x="2081253" y="377259"/>
                  </a:lnTo>
                  <a:lnTo>
                    <a:pt x="2076214" y="377259"/>
                  </a:lnTo>
                  <a:lnTo>
                    <a:pt x="2071175" y="377259"/>
                  </a:lnTo>
                  <a:lnTo>
                    <a:pt x="2066135" y="377259"/>
                  </a:lnTo>
                  <a:lnTo>
                    <a:pt x="2061096" y="377259"/>
                  </a:lnTo>
                  <a:lnTo>
                    <a:pt x="2056057" y="377259"/>
                  </a:lnTo>
                  <a:lnTo>
                    <a:pt x="2051017" y="377259"/>
                  </a:lnTo>
                  <a:lnTo>
                    <a:pt x="2045978" y="377259"/>
                  </a:lnTo>
                  <a:lnTo>
                    <a:pt x="2040939" y="377259"/>
                  </a:lnTo>
                  <a:lnTo>
                    <a:pt x="2035899" y="377259"/>
                  </a:lnTo>
                  <a:lnTo>
                    <a:pt x="2030860" y="377259"/>
                  </a:lnTo>
                  <a:lnTo>
                    <a:pt x="2025821" y="377259"/>
                  </a:lnTo>
                  <a:lnTo>
                    <a:pt x="2020781" y="377259"/>
                  </a:lnTo>
                  <a:lnTo>
                    <a:pt x="2015742" y="377259"/>
                  </a:lnTo>
                  <a:lnTo>
                    <a:pt x="2010702" y="377259"/>
                  </a:lnTo>
                  <a:lnTo>
                    <a:pt x="2005663" y="377259"/>
                  </a:lnTo>
                  <a:lnTo>
                    <a:pt x="2000624" y="377259"/>
                  </a:lnTo>
                  <a:lnTo>
                    <a:pt x="1995584" y="377259"/>
                  </a:lnTo>
                  <a:lnTo>
                    <a:pt x="1990545" y="377259"/>
                  </a:lnTo>
                  <a:lnTo>
                    <a:pt x="1985506" y="377259"/>
                  </a:lnTo>
                  <a:lnTo>
                    <a:pt x="1980466" y="377259"/>
                  </a:lnTo>
                  <a:lnTo>
                    <a:pt x="1975427" y="377259"/>
                  </a:lnTo>
                  <a:lnTo>
                    <a:pt x="1970388" y="377259"/>
                  </a:lnTo>
                  <a:lnTo>
                    <a:pt x="1965348" y="377259"/>
                  </a:lnTo>
                  <a:lnTo>
                    <a:pt x="1960309" y="377259"/>
                  </a:lnTo>
                  <a:lnTo>
                    <a:pt x="1955270" y="377259"/>
                  </a:lnTo>
                  <a:lnTo>
                    <a:pt x="1950230" y="377259"/>
                  </a:lnTo>
                  <a:lnTo>
                    <a:pt x="1945191" y="377259"/>
                  </a:lnTo>
                  <a:lnTo>
                    <a:pt x="1940151" y="377259"/>
                  </a:lnTo>
                  <a:lnTo>
                    <a:pt x="1935112" y="377259"/>
                  </a:lnTo>
                  <a:lnTo>
                    <a:pt x="1930073" y="377259"/>
                  </a:lnTo>
                  <a:lnTo>
                    <a:pt x="1925033" y="377259"/>
                  </a:lnTo>
                  <a:lnTo>
                    <a:pt x="1919994" y="377259"/>
                  </a:lnTo>
                  <a:lnTo>
                    <a:pt x="1914955" y="377259"/>
                  </a:lnTo>
                  <a:lnTo>
                    <a:pt x="1909915" y="377259"/>
                  </a:lnTo>
                  <a:lnTo>
                    <a:pt x="1904876" y="377259"/>
                  </a:lnTo>
                  <a:lnTo>
                    <a:pt x="1899837" y="377259"/>
                  </a:lnTo>
                  <a:lnTo>
                    <a:pt x="1894797" y="377259"/>
                  </a:lnTo>
                  <a:lnTo>
                    <a:pt x="1889758" y="377259"/>
                  </a:lnTo>
                  <a:lnTo>
                    <a:pt x="1884719" y="377259"/>
                  </a:lnTo>
                  <a:lnTo>
                    <a:pt x="1879679" y="377259"/>
                  </a:lnTo>
                  <a:lnTo>
                    <a:pt x="1874640" y="377259"/>
                  </a:lnTo>
                  <a:lnTo>
                    <a:pt x="1869601" y="377259"/>
                  </a:lnTo>
                  <a:lnTo>
                    <a:pt x="1864561" y="377259"/>
                  </a:lnTo>
                  <a:lnTo>
                    <a:pt x="1859522" y="377259"/>
                  </a:lnTo>
                  <a:lnTo>
                    <a:pt x="1854482" y="377259"/>
                  </a:lnTo>
                  <a:lnTo>
                    <a:pt x="1849443" y="377259"/>
                  </a:lnTo>
                  <a:lnTo>
                    <a:pt x="1844404" y="377259"/>
                  </a:lnTo>
                  <a:lnTo>
                    <a:pt x="1839364" y="377259"/>
                  </a:lnTo>
                  <a:lnTo>
                    <a:pt x="1834325" y="377259"/>
                  </a:lnTo>
                  <a:lnTo>
                    <a:pt x="1829286" y="377259"/>
                  </a:lnTo>
                  <a:lnTo>
                    <a:pt x="1824246" y="377259"/>
                  </a:lnTo>
                  <a:lnTo>
                    <a:pt x="1819207" y="377259"/>
                  </a:lnTo>
                  <a:lnTo>
                    <a:pt x="1814168" y="377259"/>
                  </a:lnTo>
                  <a:lnTo>
                    <a:pt x="1809128" y="377259"/>
                  </a:lnTo>
                  <a:lnTo>
                    <a:pt x="1804089" y="377259"/>
                  </a:lnTo>
                  <a:lnTo>
                    <a:pt x="1799050" y="377259"/>
                  </a:lnTo>
                  <a:lnTo>
                    <a:pt x="1794010" y="377259"/>
                  </a:lnTo>
                  <a:lnTo>
                    <a:pt x="1788971" y="377259"/>
                  </a:lnTo>
                  <a:lnTo>
                    <a:pt x="1783931" y="377259"/>
                  </a:lnTo>
                  <a:lnTo>
                    <a:pt x="1778892" y="377259"/>
                  </a:lnTo>
                  <a:lnTo>
                    <a:pt x="1773853" y="377259"/>
                  </a:lnTo>
                  <a:lnTo>
                    <a:pt x="1768813" y="377259"/>
                  </a:lnTo>
                  <a:lnTo>
                    <a:pt x="1763774" y="377259"/>
                  </a:lnTo>
                  <a:lnTo>
                    <a:pt x="1758735" y="377259"/>
                  </a:lnTo>
                  <a:lnTo>
                    <a:pt x="1753695" y="377259"/>
                  </a:lnTo>
                  <a:lnTo>
                    <a:pt x="1748656" y="377259"/>
                  </a:lnTo>
                  <a:lnTo>
                    <a:pt x="1743617" y="377259"/>
                  </a:lnTo>
                  <a:lnTo>
                    <a:pt x="1738577" y="377259"/>
                  </a:lnTo>
                  <a:lnTo>
                    <a:pt x="1733538" y="377259"/>
                  </a:lnTo>
                  <a:lnTo>
                    <a:pt x="1728499" y="377259"/>
                  </a:lnTo>
                  <a:lnTo>
                    <a:pt x="1723459" y="377259"/>
                  </a:lnTo>
                  <a:lnTo>
                    <a:pt x="1718420" y="377259"/>
                  </a:lnTo>
                  <a:lnTo>
                    <a:pt x="1713380" y="377259"/>
                  </a:lnTo>
                  <a:lnTo>
                    <a:pt x="1708341" y="377259"/>
                  </a:lnTo>
                  <a:lnTo>
                    <a:pt x="1703302" y="377259"/>
                  </a:lnTo>
                  <a:lnTo>
                    <a:pt x="1698262" y="377259"/>
                  </a:lnTo>
                  <a:lnTo>
                    <a:pt x="1693223" y="377259"/>
                  </a:lnTo>
                  <a:lnTo>
                    <a:pt x="1688184" y="377259"/>
                  </a:lnTo>
                  <a:lnTo>
                    <a:pt x="1683144" y="377259"/>
                  </a:lnTo>
                  <a:lnTo>
                    <a:pt x="1678105" y="377259"/>
                  </a:lnTo>
                  <a:lnTo>
                    <a:pt x="1673066" y="377259"/>
                  </a:lnTo>
                  <a:lnTo>
                    <a:pt x="1668026" y="377259"/>
                  </a:lnTo>
                  <a:lnTo>
                    <a:pt x="1662987" y="377259"/>
                  </a:lnTo>
                  <a:lnTo>
                    <a:pt x="1657948" y="377259"/>
                  </a:lnTo>
                  <a:lnTo>
                    <a:pt x="1652908" y="377259"/>
                  </a:lnTo>
                  <a:lnTo>
                    <a:pt x="1647869" y="377259"/>
                  </a:lnTo>
                  <a:lnTo>
                    <a:pt x="1642830" y="377259"/>
                  </a:lnTo>
                  <a:lnTo>
                    <a:pt x="1637790" y="377259"/>
                  </a:lnTo>
                  <a:lnTo>
                    <a:pt x="1632751" y="377259"/>
                  </a:lnTo>
                  <a:lnTo>
                    <a:pt x="1627711" y="377259"/>
                  </a:lnTo>
                  <a:lnTo>
                    <a:pt x="1622672" y="377259"/>
                  </a:lnTo>
                  <a:lnTo>
                    <a:pt x="1617633" y="377259"/>
                  </a:lnTo>
                  <a:lnTo>
                    <a:pt x="1612593" y="377259"/>
                  </a:lnTo>
                  <a:lnTo>
                    <a:pt x="1607554" y="377259"/>
                  </a:lnTo>
                  <a:lnTo>
                    <a:pt x="1602515" y="377259"/>
                  </a:lnTo>
                  <a:lnTo>
                    <a:pt x="1597475" y="377259"/>
                  </a:lnTo>
                  <a:lnTo>
                    <a:pt x="1592436" y="377259"/>
                  </a:lnTo>
                  <a:lnTo>
                    <a:pt x="1587397" y="377259"/>
                  </a:lnTo>
                  <a:lnTo>
                    <a:pt x="1582357" y="377259"/>
                  </a:lnTo>
                  <a:lnTo>
                    <a:pt x="1577318" y="377259"/>
                  </a:lnTo>
                  <a:lnTo>
                    <a:pt x="1572279" y="377259"/>
                  </a:lnTo>
                  <a:lnTo>
                    <a:pt x="1567239" y="377259"/>
                  </a:lnTo>
                  <a:lnTo>
                    <a:pt x="1562200" y="377259"/>
                  </a:lnTo>
                  <a:lnTo>
                    <a:pt x="1557160" y="377259"/>
                  </a:lnTo>
                  <a:lnTo>
                    <a:pt x="1552121" y="377259"/>
                  </a:lnTo>
                  <a:lnTo>
                    <a:pt x="1547082" y="377259"/>
                  </a:lnTo>
                  <a:lnTo>
                    <a:pt x="1542042" y="377259"/>
                  </a:lnTo>
                  <a:lnTo>
                    <a:pt x="1537003" y="377259"/>
                  </a:lnTo>
                  <a:lnTo>
                    <a:pt x="1531964" y="377259"/>
                  </a:lnTo>
                  <a:lnTo>
                    <a:pt x="1526924" y="377259"/>
                  </a:lnTo>
                  <a:lnTo>
                    <a:pt x="1521885" y="377259"/>
                  </a:lnTo>
                  <a:lnTo>
                    <a:pt x="1516846" y="377259"/>
                  </a:lnTo>
                  <a:lnTo>
                    <a:pt x="1511806" y="377259"/>
                  </a:lnTo>
                  <a:lnTo>
                    <a:pt x="1506767" y="377259"/>
                  </a:lnTo>
                  <a:lnTo>
                    <a:pt x="1501728" y="377259"/>
                  </a:lnTo>
                  <a:lnTo>
                    <a:pt x="1496688" y="377259"/>
                  </a:lnTo>
                  <a:lnTo>
                    <a:pt x="1491649" y="377259"/>
                  </a:lnTo>
                  <a:lnTo>
                    <a:pt x="1486609" y="377259"/>
                  </a:lnTo>
                  <a:lnTo>
                    <a:pt x="1481570" y="377259"/>
                  </a:lnTo>
                  <a:lnTo>
                    <a:pt x="1476531" y="377259"/>
                  </a:lnTo>
                  <a:lnTo>
                    <a:pt x="1471491" y="377259"/>
                  </a:lnTo>
                  <a:lnTo>
                    <a:pt x="1466452" y="377259"/>
                  </a:lnTo>
                  <a:lnTo>
                    <a:pt x="1461413" y="377259"/>
                  </a:lnTo>
                  <a:lnTo>
                    <a:pt x="1456373" y="377259"/>
                  </a:lnTo>
                  <a:lnTo>
                    <a:pt x="1451334" y="377259"/>
                  </a:lnTo>
                  <a:lnTo>
                    <a:pt x="1446295" y="377259"/>
                  </a:lnTo>
                  <a:lnTo>
                    <a:pt x="1441255" y="377259"/>
                  </a:lnTo>
                  <a:lnTo>
                    <a:pt x="1436216" y="377259"/>
                  </a:lnTo>
                  <a:lnTo>
                    <a:pt x="1431177" y="377259"/>
                  </a:lnTo>
                  <a:lnTo>
                    <a:pt x="1426137" y="377259"/>
                  </a:lnTo>
                  <a:lnTo>
                    <a:pt x="1421098" y="377259"/>
                  </a:lnTo>
                  <a:lnTo>
                    <a:pt x="1416058" y="377259"/>
                  </a:lnTo>
                  <a:lnTo>
                    <a:pt x="1411019" y="377259"/>
                  </a:lnTo>
                  <a:lnTo>
                    <a:pt x="1405980" y="377259"/>
                  </a:lnTo>
                  <a:lnTo>
                    <a:pt x="1400940" y="377259"/>
                  </a:lnTo>
                  <a:lnTo>
                    <a:pt x="1395901" y="377259"/>
                  </a:lnTo>
                  <a:lnTo>
                    <a:pt x="1390862" y="377259"/>
                  </a:lnTo>
                  <a:lnTo>
                    <a:pt x="1385822" y="377259"/>
                  </a:lnTo>
                  <a:lnTo>
                    <a:pt x="1380783" y="377259"/>
                  </a:lnTo>
                  <a:lnTo>
                    <a:pt x="1375744" y="377259"/>
                  </a:lnTo>
                  <a:lnTo>
                    <a:pt x="1370704" y="377259"/>
                  </a:lnTo>
                  <a:lnTo>
                    <a:pt x="1365665" y="377259"/>
                  </a:lnTo>
                  <a:lnTo>
                    <a:pt x="1360626" y="377259"/>
                  </a:lnTo>
                  <a:lnTo>
                    <a:pt x="1355586" y="377259"/>
                  </a:lnTo>
                  <a:lnTo>
                    <a:pt x="1350547" y="377259"/>
                  </a:lnTo>
                  <a:lnTo>
                    <a:pt x="1345508" y="377259"/>
                  </a:lnTo>
                  <a:lnTo>
                    <a:pt x="1340468" y="377259"/>
                  </a:lnTo>
                  <a:lnTo>
                    <a:pt x="1335429" y="377259"/>
                  </a:lnTo>
                  <a:lnTo>
                    <a:pt x="1330389" y="377259"/>
                  </a:lnTo>
                  <a:lnTo>
                    <a:pt x="1325350" y="377259"/>
                  </a:lnTo>
                  <a:lnTo>
                    <a:pt x="1320311" y="377259"/>
                  </a:lnTo>
                  <a:lnTo>
                    <a:pt x="1315271" y="377259"/>
                  </a:lnTo>
                  <a:lnTo>
                    <a:pt x="1310232" y="377259"/>
                  </a:lnTo>
                  <a:lnTo>
                    <a:pt x="1305193" y="377259"/>
                  </a:lnTo>
                  <a:lnTo>
                    <a:pt x="1300153" y="377259"/>
                  </a:lnTo>
                  <a:lnTo>
                    <a:pt x="1295114" y="377259"/>
                  </a:lnTo>
                  <a:lnTo>
                    <a:pt x="1290075" y="377259"/>
                  </a:lnTo>
                  <a:lnTo>
                    <a:pt x="1285035" y="377259"/>
                  </a:lnTo>
                  <a:lnTo>
                    <a:pt x="1279996" y="377259"/>
                  </a:lnTo>
                  <a:lnTo>
                    <a:pt x="1274957" y="377259"/>
                  </a:lnTo>
                  <a:lnTo>
                    <a:pt x="1269917" y="377259"/>
                  </a:lnTo>
                  <a:lnTo>
                    <a:pt x="1264878" y="377259"/>
                  </a:lnTo>
                  <a:lnTo>
                    <a:pt x="1259838" y="377259"/>
                  </a:lnTo>
                  <a:lnTo>
                    <a:pt x="1254799" y="377259"/>
                  </a:lnTo>
                  <a:lnTo>
                    <a:pt x="1249760" y="377259"/>
                  </a:lnTo>
                  <a:lnTo>
                    <a:pt x="1244720" y="377259"/>
                  </a:lnTo>
                  <a:lnTo>
                    <a:pt x="1239681" y="377259"/>
                  </a:lnTo>
                  <a:lnTo>
                    <a:pt x="1234642" y="377259"/>
                  </a:lnTo>
                  <a:lnTo>
                    <a:pt x="1229602" y="377259"/>
                  </a:lnTo>
                  <a:lnTo>
                    <a:pt x="1224563" y="377259"/>
                  </a:lnTo>
                  <a:lnTo>
                    <a:pt x="1219524" y="377259"/>
                  </a:lnTo>
                  <a:lnTo>
                    <a:pt x="1214484" y="377259"/>
                  </a:lnTo>
                  <a:lnTo>
                    <a:pt x="1209445" y="377259"/>
                  </a:lnTo>
                  <a:lnTo>
                    <a:pt x="1204406" y="377259"/>
                  </a:lnTo>
                  <a:lnTo>
                    <a:pt x="1199366" y="377259"/>
                  </a:lnTo>
                  <a:lnTo>
                    <a:pt x="1194327" y="377259"/>
                  </a:lnTo>
                  <a:lnTo>
                    <a:pt x="1189287" y="377259"/>
                  </a:lnTo>
                  <a:lnTo>
                    <a:pt x="1184248" y="377259"/>
                  </a:lnTo>
                  <a:lnTo>
                    <a:pt x="1179209" y="377259"/>
                  </a:lnTo>
                  <a:lnTo>
                    <a:pt x="1174169" y="377259"/>
                  </a:lnTo>
                  <a:lnTo>
                    <a:pt x="1169130" y="377259"/>
                  </a:lnTo>
                  <a:lnTo>
                    <a:pt x="1164091" y="377259"/>
                  </a:lnTo>
                  <a:lnTo>
                    <a:pt x="1159051" y="377259"/>
                  </a:lnTo>
                  <a:lnTo>
                    <a:pt x="1154012" y="377259"/>
                  </a:lnTo>
                  <a:lnTo>
                    <a:pt x="1148973" y="377259"/>
                  </a:lnTo>
                  <a:lnTo>
                    <a:pt x="1143933" y="377259"/>
                  </a:lnTo>
                  <a:lnTo>
                    <a:pt x="1138894" y="377259"/>
                  </a:lnTo>
                  <a:lnTo>
                    <a:pt x="1133855" y="377259"/>
                  </a:lnTo>
                  <a:lnTo>
                    <a:pt x="1128815" y="377259"/>
                  </a:lnTo>
                  <a:lnTo>
                    <a:pt x="1123776" y="377259"/>
                  </a:lnTo>
                  <a:lnTo>
                    <a:pt x="1118736" y="377259"/>
                  </a:lnTo>
                  <a:lnTo>
                    <a:pt x="1113697" y="377259"/>
                  </a:lnTo>
                  <a:lnTo>
                    <a:pt x="1108658" y="377259"/>
                  </a:lnTo>
                  <a:lnTo>
                    <a:pt x="1103618" y="377259"/>
                  </a:lnTo>
                  <a:lnTo>
                    <a:pt x="1098579" y="377259"/>
                  </a:lnTo>
                  <a:lnTo>
                    <a:pt x="1093540" y="377259"/>
                  </a:lnTo>
                  <a:lnTo>
                    <a:pt x="1088500" y="377259"/>
                  </a:lnTo>
                  <a:lnTo>
                    <a:pt x="1083461" y="377259"/>
                  </a:lnTo>
                  <a:lnTo>
                    <a:pt x="1078422" y="377259"/>
                  </a:lnTo>
                  <a:lnTo>
                    <a:pt x="1073382" y="377259"/>
                  </a:lnTo>
                  <a:lnTo>
                    <a:pt x="1068343" y="377259"/>
                  </a:lnTo>
                  <a:lnTo>
                    <a:pt x="1063304" y="377259"/>
                  </a:lnTo>
                  <a:lnTo>
                    <a:pt x="1058264" y="377259"/>
                  </a:lnTo>
                  <a:lnTo>
                    <a:pt x="1053225" y="377259"/>
                  </a:lnTo>
                  <a:lnTo>
                    <a:pt x="1048186" y="377259"/>
                  </a:lnTo>
                  <a:lnTo>
                    <a:pt x="1043146" y="377259"/>
                  </a:lnTo>
                  <a:lnTo>
                    <a:pt x="1038107" y="377259"/>
                  </a:lnTo>
                  <a:lnTo>
                    <a:pt x="1033067" y="377259"/>
                  </a:lnTo>
                  <a:lnTo>
                    <a:pt x="1028028" y="377259"/>
                  </a:lnTo>
                  <a:lnTo>
                    <a:pt x="1022989" y="377259"/>
                  </a:lnTo>
                  <a:lnTo>
                    <a:pt x="1017949" y="377259"/>
                  </a:lnTo>
                  <a:lnTo>
                    <a:pt x="1012910" y="377259"/>
                  </a:lnTo>
                  <a:lnTo>
                    <a:pt x="1007871" y="377259"/>
                  </a:lnTo>
                  <a:lnTo>
                    <a:pt x="1002831" y="377259"/>
                  </a:lnTo>
                  <a:lnTo>
                    <a:pt x="997792" y="377259"/>
                  </a:lnTo>
                  <a:lnTo>
                    <a:pt x="992753" y="377259"/>
                  </a:lnTo>
                  <a:lnTo>
                    <a:pt x="987713" y="377259"/>
                  </a:lnTo>
                  <a:lnTo>
                    <a:pt x="982674" y="377259"/>
                  </a:lnTo>
                  <a:lnTo>
                    <a:pt x="977635" y="377259"/>
                  </a:lnTo>
                  <a:lnTo>
                    <a:pt x="972595" y="377259"/>
                  </a:lnTo>
                  <a:lnTo>
                    <a:pt x="967556" y="377259"/>
                  </a:lnTo>
                  <a:lnTo>
                    <a:pt x="962516" y="377259"/>
                  </a:lnTo>
                  <a:lnTo>
                    <a:pt x="957477" y="377259"/>
                  </a:lnTo>
                  <a:lnTo>
                    <a:pt x="952438" y="377259"/>
                  </a:lnTo>
                  <a:lnTo>
                    <a:pt x="947398" y="377259"/>
                  </a:lnTo>
                  <a:lnTo>
                    <a:pt x="942359" y="377259"/>
                  </a:lnTo>
                  <a:lnTo>
                    <a:pt x="937320" y="377259"/>
                  </a:lnTo>
                  <a:lnTo>
                    <a:pt x="932280" y="377259"/>
                  </a:lnTo>
                  <a:lnTo>
                    <a:pt x="927241" y="377259"/>
                  </a:lnTo>
                  <a:lnTo>
                    <a:pt x="922202" y="377259"/>
                  </a:lnTo>
                  <a:lnTo>
                    <a:pt x="917162" y="377259"/>
                  </a:lnTo>
                  <a:lnTo>
                    <a:pt x="912123" y="377259"/>
                  </a:lnTo>
                  <a:lnTo>
                    <a:pt x="907084" y="377259"/>
                  </a:lnTo>
                  <a:lnTo>
                    <a:pt x="902044" y="377259"/>
                  </a:lnTo>
                  <a:lnTo>
                    <a:pt x="897005" y="377259"/>
                  </a:lnTo>
                  <a:lnTo>
                    <a:pt x="891965" y="377259"/>
                  </a:lnTo>
                  <a:lnTo>
                    <a:pt x="886926" y="377259"/>
                  </a:lnTo>
                  <a:lnTo>
                    <a:pt x="881887" y="377259"/>
                  </a:lnTo>
                  <a:lnTo>
                    <a:pt x="876847" y="377259"/>
                  </a:lnTo>
                  <a:lnTo>
                    <a:pt x="871808" y="377259"/>
                  </a:lnTo>
                  <a:lnTo>
                    <a:pt x="866769" y="377259"/>
                  </a:lnTo>
                  <a:lnTo>
                    <a:pt x="861729" y="377259"/>
                  </a:lnTo>
                  <a:lnTo>
                    <a:pt x="856690" y="377259"/>
                  </a:lnTo>
                  <a:lnTo>
                    <a:pt x="851651" y="377259"/>
                  </a:lnTo>
                  <a:lnTo>
                    <a:pt x="846611" y="377259"/>
                  </a:lnTo>
                  <a:lnTo>
                    <a:pt x="841572" y="377259"/>
                  </a:lnTo>
                  <a:lnTo>
                    <a:pt x="836533" y="377259"/>
                  </a:lnTo>
                  <a:lnTo>
                    <a:pt x="831493" y="377259"/>
                  </a:lnTo>
                  <a:lnTo>
                    <a:pt x="826454" y="377259"/>
                  </a:lnTo>
                  <a:lnTo>
                    <a:pt x="821415" y="377259"/>
                  </a:lnTo>
                  <a:lnTo>
                    <a:pt x="816375" y="377259"/>
                  </a:lnTo>
                  <a:lnTo>
                    <a:pt x="811336" y="377259"/>
                  </a:lnTo>
                  <a:lnTo>
                    <a:pt x="806296" y="377259"/>
                  </a:lnTo>
                  <a:lnTo>
                    <a:pt x="801257" y="377259"/>
                  </a:lnTo>
                  <a:lnTo>
                    <a:pt x="796218" y="377259"/>
                  </a:lnTo>
                  <a:lnTo>
                    <a:pt x="791178" y="377259"/>
                  </a:lnTo>
                  <a:lnTo>
                    <a:pt x="786139" y="377259"/>
                  </a:lnTo>
                  <a:lnTo>
                    <a:pt x="781100" y="377259"/>
                  </a:lnTo>
                  <a:lnTo>
                    <a:pt x="776060" y="377259"/>
                  </a:lnTo>
                  <a:lnTo>
                    <a:pt x="771021" y="377259"/>
                  </a:lnTo>
                  <a:lnTo>
                    <a:pt x="765982" y="377259"/>
                  </a:lnTo>
                  <a:lnTo>
                    <a:pt x="760942" y="377259"/>
                  </a:lnTo>
                  <a:lnTo>
                    <a:pt x="755903" y="377259"/>
                  </a:lnTo>
                  <a:lnTo>
                    <a:pt x="750864" y="377259"/>
                  </a:lnTo>
                  <a:lnTo>
                    <a:pt x="745824" y="377259"/>
                  </a:lnTo>
                  <a:lnTo>
                    <a:pt x="740785" y="377259"/>
                  </a:lnTo>
                  <a:lnTo>
                    <a:pt x="735745" y="377259"/>
                  </a:lnTo>
                  <a:lnTo>
                    <a:pt x="730706" y="377259"/>
                  </a:lnTo>
                  <a:lnTo>
                    <a:pt x="725667" y="377259"/>
                  </a:lnTo>
                  <a:lnTo>
                    <a:pt x="720627" y="377259"/>
                  </a:lnTo>
                  <a:lnTo>
                    <a:pt x="715588" y="377259"/>
                  </a:lnTo>
                  <a:lnTo>
                    <a:pt x="710549" y="377259"/>
                  </a:lnTo>
                  <a:lnTo>
                    <a:pt x="705509" y="377259"/>
                  </a:lnTo>
                  <a:lnTo>
                    <a:pt x="700470" y="377259"/>
                  </a:lnTo>
                  <a:lnTo>
                    <a:pt x="695431" y="377259"/>
                  </a:lnTo>
                  <a:lnTo>
                    <a:pt x="690391" y="377259"/>
                  </a:lnTo>
                  <a:lnTo>
                    <a:pt x="685352" y="377259"/>
                  </a:lnTo>
                  <a:lnTo>
                    <a:pt x="680313" y="377259"/>
                  </a:lnTo>
                  <a:lnTo>
                    <a:pt x="675273" y="377259"/>
                  </a:lnTo>
                  <a:lnTo>
                    <a:pt x="670234" y="377259"/>
                  </a:lnTo>
                  <a:lnTo>
                    <a:pt x="665194" y="377259"/>
                  </a:lnTo>
                  <a:lnTo>
                    <a:pt x="660155" y="377259"/>
                  </a:lnTo>
                  <a:lnTo>
                    <a:pt x="655116" y="377259"/>
                  </a:lnTo>
                  <a:lnTo>
                    <a:pt x="650076" y="377259"/>
                  </a:lnTo>
                  <a:lnTo>
                    <a:pt x="645037" y="377259"/>
                  </a:lnTo>
                  <a:lnTo>
                    <a:pt x="639998" y="377259"/>
                  </a:lnTo>
                  <a:lnTo>
                    <a:pt x="634958" y="377259"/>
                  </a:lnTo>
                  <a:lnTo>
                    <a:pt x="629919" y="377259"/>
                  </a:lnTo>
                  <a:lnTo>
                    <a:pt x="624880" y="377259"/>
                  </a:lnTo>
                  <a:lnTo>
                    <a:pt x="619840" y="377259"/>
                  </a:lnTo>
                  <a:lnTo>
                    <a:pt x="614801" y="377259"/>
                  </a:lnTo>
                  <a:lnTo>
                    <a:pt x="609762" y="377259"/>
                  </a:lnTo>
                  <a:lnTo>
                    <a:pt x="604722" y="377259"/>
                  </a:lnTo>
                  <a:lnTo>
                    <a:pt x="599683" y="377259"/>
                  </a:lnTo>
                  <a:lnTo>
                    <a:pt x="594643" y="377259"/>
                  </a:lnTo>
                  <a:lnTo>
                    <a:pt x="589604" y="377259"/>
                  </a:lnTo>
                  <a:lnTo>
                    <a:pt x="584565" y="377259"/>
                  </a:lnTo>
                  <a:lnTo>
                    <a:pt x="579525" y="377259"/>
                  </a:lnTo>
                  <a:lnTo>
                    <a:pt x="574486" y="377259"/>
                  </a:lnTo>
                  <a:lnTo>
                    <a:pt x="569447" y="377259"/>
                  </a:lnTo>
                  <a:lnTo>
                    <a:pt x="564407" y="377259"/>
                  </a:lnTo>
                  <a:lnTo>
                    <a:pt x="559368" y="377259"/>
                  </a:lnTo>
                  <a:lnTo>
                    <a:pt x="554329" y="377259"/>
                  </a:lnTo>
                  <a:lnTo>
                    <a:pt x="549289" y="377259"/>
                  </a:lnTo>
                  <a:lnTo>
                    <a:pt x="544250" y="377259"/>
                  </a:lnTo>
                  <a:lnTo>
                    <a:pt x="539211" y="377259"/>
                  </a:lnTo>
                  <a:lnTo>
                    <a:pt x="534171" y="377259"/>
                  </a:lnTo>
                  <a:lnTo>
                    <a:pt x="529132" y="377259"/>
                  </a:lnTo>
                  <a:lnTo>
                    <a:pt x="524093" y="377259"/>
                  </a:lnTo>
                  <a:lnTo>
                    <a:pt x="519053" y="377259"/>
                  </a:lnTo>
                  <a:lnTo>
                    <a:pt x="514014" y="377259"/>
                  </a:lnTo>
                  <a:lnTo>
                    <a:pt x="508974" y="377259"/>
                  </a:lnTo>
                  <a:lnTo>
                    <a:pt x="503935" y="377259"/>
                  </a:lnTo>
                  <a:lnTo>
                    <a:pt x="498896" y="377259"/>
                  </a:lnTo>
                  <a:lnTo>
                    <a:pt x="493856" y="377259"/>
                  </a:lnTo>
                  <a:lnTo>
                    <a:pt x="488817" y="377259"/>
                  </a:lnTo>
                  <a:lnTo>
                    <a:pt x="483778" y="377259"/>
                  </a:lnTo>
                  <a:lnTo>
                    <a:pt x="478738" y="377259"/>
                  </a:lnTo>
                  <a:lnTo>
                    <a:pt x="473699" y="377259"/>
                  </a:lnTo>
                  <a:lnTo>
                    <a:pt x="468660" y="377259"/>
                  </a:lnTo>
                  <a:lnTo>
                    <a:pt x="463620" y="377259"/>
                  </a:lnTo>
                  <a:lnTo>
                    <a:pt x="458581" y="377259"/>
                  </a:lnTo>
                  <a:lnTo>
                    <a:pt x="453542" y="377259"/>
                  </a:lnTo>
                  <a:lnTo>
                    <a:pt x="448502" y="377259"/>
                  </a:lnTo>
                  <a:lnTo>
                    <a:pt x="443463" y="377259"/>
                  </a:lnTo>
                  <a:lnTo>
                    <a:pt x="438423" y="377259"/>
                  </a:lnTo>
                  <a:lnTo>
                    <a:pt x="433384" y="377259"/>
                  </a:lnTo>
                  <a:lnTo>
                    <a:pt x="428345" y="377259"/>
                  </a:lnTo>
                  <a:lnTo>
                    <a:pt x="423305" y="377259"/>
                  </a:lnTo>
                  <a:lnTo>
                    <a:pt x="418266" y="377259"/>
                  </a:lnTo>
                  <a:lnTo>
                    <a:pt x="413227" y="377259"/>
                  </a:lnTo>
                  <a:lnTo>
                    <a:pt x="408187" y="377259"/>
                  </a:lnTo>
                  <a:lnTo>
                    <a:pt x="403148" y="377259"/>
                  </a:lnTo>
                  <a:lnTo>
                    <a:pt x="398109" y="377259"/>
                  </a:lnTo>
                  <a:lnTo>
                    <a:pt x="393069" y="377259"/>
                  </a:lnTo>
                  <a:lnTo>
                    <a:pt x="388030" y="377259"/>
                  </a:lnTo>
                  <a:lnTo>
                    <a:pt x="382991" y="377259"/>
                  </a:lnTo>
                  <a:lnTo>
                    <a:pt x="377951" y="377259"/>
                  </a:lnTo>
                  <a:lnTo>
                    <a:pt x="372912" y="377259"/>
                  </a:lnTo>
                  <a:lnTo>
                    <a:pt x="367872" y="377259"/>
                  </a:lnTo>
                  <a:lnTo>
                    <a:pt x="362833" y="377259"/>
                  </a:lnTo>
                  <a:lnTo>
                    <a:pt x="357794" y="377259"/>
                  </a:lnTo>
                  <a:lnTo>
                    <a:pt x="352754" y="377259"/>
                  </a:lnTo>
                  <a:lnTo>
                    <a:pt x="347715" y="377259"/>
                  </a:lnTo>
                  <a:lnTo>
                    <a:pt x="342676" y="377259"/>
                  </a:lnTo>
                  <a:lnTo>
                    <a:pt x="337636" y="377259"/>
                  </a:lnTo>
                  <a:lnTo>
                    <a:pt x="332597" y="377259"/>
                  </a:lnTo>
                  <a:lnTo>
                    <a:pt x="327558" y="377259"/>
                  </a:lnTo>
                  <a:lnTo>
                    <a:pt x="322518" y="377259"/>
                  </a:lnTo>
                  <a:lnTo>
                    <a:pt x="317479" y="377259"/>
                  </a:lnTo>
                  <a:lnTo>
                    <a:pt x="312440" y="377259"/>
                  </a:lnTo>
                  <a:lnTo>
                    <a:pt x="307400" y="377259"/>
                  </a:lnTo>
                  <a:lnTo>
                    <a:pt x="302361" y="377259"/>
                  </a:lnTo>
                  <a:lnTo>
                    <a:pt x="297321" y="377259"/>
                  </a:lnTo>
                  <a:lnTo>
                    <a:pt x="292282" y="377259"/>
                  </a:lnTo>
                  <a:lnTo>
                    <a:pt x="287243" y="377259"/>
                  </a:lnTo>
                  <a:lnTo>
                    <a:pt x="282203" y="377259"/>
                  </a:lnTo>
                  <a:lnTo>
                    <a:pt x="277164" y="377259"/>
                  </a:lnTo>
                  <a:lnTo>
                    <a:pt x="272125" y="377259"/>
                  </a:lnTo>
                  <a:lnTo>
                    <a:pt x="267085" y="377259"/>
                  </a:lnTo>
                  <a:lnTo>
                    <a:pt x="262046" y="377259"/>
                  </a:lnTo>
                  <a:lnTo>
                    <a:pt x="257007" y="377259"/>
                  </a:lnTo>
                  <a:lnTo>
                    <a:pt x="251967" y="377259"/>
                  </a:lnTo>
                  <a:lnTo>
                    <a:pt x="246928" y="377259"/>
                  </a:lnTo>
                  <a:lnTo>
                    <a:pt x="241889" y="377259"/>
                  </a:lnTo>
                  <a:lnTo>
                    <a:pt x="236849" y="377259"/>
                  </a:lnTo>
                  <a:lnTo>
                    <a:pt x="231810" y="377259"/>
                  </a:lnTo>
                  <a:lnTo>
                    <a:pt x="226771" y="377259"/>
                  </a:lnTo>
                  <a:lnTo>
                    <a:pt x="221731" y="377259"/>
                  </a:lnTo>
                  <a:lnTo>
                    <a:pt x="216692" y="377259"/>
                  </a:lnTo>
                  <a:lnTo>
                    <a:pt x="211652" y="377259"/>
                  </a:lnTo>
                  <a:lnTo>
                    <a:pt x="206613" y="377259"/>
                  </a:lnTo>
                  <a:lnTo>
                    <a:pt x="201574" y="377259"/>
                  </a:lnTo>
                  <a:lnTo>
                    <a:pt x="196534" y="377259"/>
                  </a:lnTo>
                  <a:lnTo>
                    <a:pt x="191495" y="377259"/>
                  </a:lnTo>
                  <a:lnTo>
                    <a:pt x="186456" y="377259"/>
                  </a:lnTo>
                  <a:lnTo>
                    <a:pt x="181416" y="377259"/>
                  </a:lnTo>
                  <a:lnTo>
                    <a:pt x="176377" y="377259"/>
                  </a:lnTo>
                  <a:lnTo>
                    <a:pt x="171338" y="377259"/>
                  </a:lnTo>
                  <a:lnTo>
                    <a:pt x="166298" y="377259"/>
                  </a:lnTo>
                  <a:lnTo>
                    <a:pt x="161259" y="377259"/>
                  </a:lnTo>
                  <a:lnTo>
                    <a:pt x="156220" y="377259"/>
                  </a:lnTo>
                  <a:lnTo>
                    <a:pt x="151180" y="377259"/>
                  </a:lnTo>
                  <a:lnTo>
                    <a:pt x="146141" y="377259"/>
                  </a:lnTo>
                  <a:lnTo>
                    <a:pt x="141101" y="377259"/>
                  </a:lnTo>
                  <a:lnTo>
                    <a:pt x="136062" y="377259"/>
                  </a:lnTo>
                  <a:lnTo>
                    <a:pt x="131023" y="377259"/>
                  </a:lnTo>
                  <a:lnTo>
                    <a:pt x="125983" y="377259"/>
                  </a:lnTo>
                  <a:lnTo>
                    <a:pt x="120944" y="377259"/>
                  </a:lnTo>
                  <a:lnTo>
                    <a:pt x="115905" y="377259"/>
                  </a:lnTo>
                  <a:lnTo>
                    <a:pt x="110865" y="377259"/>
                  </a:lnTo>
                  <a:lnTo>
                    <a:pt x="105826" y="377259"/>
                  </a:lnTo>
                  <a:lnTo>
                    <a:pt x="100787" y="377259"/>
                  </a:lnTo>
                  <a:lnTo>
                    <a:pt x="95747" y="377259"/>
                  </a:lnTo>
                  <a:lnTo>
                    <a:pt x="90708" y="377259"/>
                  </a:lnTo>
                  <a:lnTo>
                    <a:pt x="85669" y="377259"/>
                  </a:lnTo>
                  <a:lnTo>
                    <a:pt x="80629" y="377259"/>
                  </a:lnTo>
                  <a:lnTo>
                    <a:pt x="75590" y="377259"/>
                  </a:lnTo>
                  <a:lnTo>
                    <a:pt x="70550" y="377259"/>
                  </a:lnTo>
                  <a:lnTo>
                    <a:pt x="65511" y="377259"/>
                  </a:lnTo>
                  <a:lnTo>
                    <a:pt x="60472" y="377259"/>
                  </a:lnTo>
                  <a:lnTo>
                    <a:pt x="55432" y="377259"/>
                  </a:lnTo>
                  <a:lnTo>
                    <a:pt x="50393" y="377259"/>
                  </a:lnTo>
                  <a:lnTo>
                    <a:pt x="45354" y="377259"/>
                  </a:lnTo>
                  <a:lnTo>
                    <a:pt x="40314" y="377259"/>
                  </a:lnTo>
                  <a:lnTo>
                    <a:pt x="35275" y="377259"/>
                  </a:lnTo>
                  <a:lnTo>
                    <a:pt x="30236" y="377259"/>
                  </a:lnTo>
                  <a:lnTo>
                    <a:pt x="25196" y="377259"/>
                  </a:lnTo>
                  <a:lnTo>
                    <a:pt x="20157" y="377259"/>
                  </a:lnTo>
                  <a:lnTo>
                    <a:pt x="15118" y="377259"/>
                  </a:lnTo>
                  <a:lnTo>
                    <a:pt x="10078" y="377259"/>
                  </a:lnTo>
                  <a:lnTo>
                    <a:pt x="5039" y="377259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547426" y="4629418"/>
              <a:ext cx="2575110" cy="377259"/>
            </a:xfrm>
            <a:custGeom>
              <a:avLst/>
              <a:pathLst>
                <a:path w="2575110" h="377259">
                  <a:moveTo>
                    <a:pt x="0" y="377259"/>
                  </a:moveTo>
                  <a:lnTo>
                    <a:pt x="5039" y="377259"/>
                  </a:lnTo>
                  <a:lnTo>
                    <a:pt x="10078" y="377259"/>
                  </a:lnTo>
                  <a:lnTo>
                    <a:pt x="15118" y="377259"/>
                  </a:lnTo>
                  <a:lnTo>
                    <a:pt x="20157" y="377259"/>
                  </a:lnTo>
                  <a:lnTo>
                    <a:pt x="25196" y="377259"/>
                  </a:lnTo>
                  <a:lnTo>
                    <a:pt x="30236" y="377259"/>
                  </a:lnTo>
                  <a:lnTo>
                    <a:pt x="35275" y="377259"/>
                  </a:lnTo>
                  <a:lnTo>
                    <a:pt x="40314" y="377259"/>
                  </a:lnTo>
                  <a:lnTo>
                    <a:pt x="45354" y="377259"/>
                  </a:lnTo>
                  <a:lnTo>
                    <a:pt x="50393" y="377259"/>
                  </a:lnTo>
                  <a:lnTo>
                    <a:pt x="55432" y="377259"/>
                  </a:lnTo>
                  <a:lnTo>
                    <a:pt x="60472" y="377259"/>
                  </a:lnTo>
                  <a:lnTo>
                    <a:pt x="65511" y="377259"/>
                  </a:lnTo>
                  <a:lnTo>
                    <a:pt x="70550" y="377259"/>
                  </a:lnTo>
                  <a:lnTo>
                    <a:pt x="75590" y="377259"/>
                  </a:lnTo>
                  <a:lnTo>
                    <a:pt x="80629" y="377259"/>
                  </a:lnTo>
                  <a:lnTo>
                    <a:pt x="85669" y="377259"/>
                  </a:lnTo>
                  <a:lnTo>
                    <a:pt x="90708" y="377259"/>
                  </a:lnTo>
                  <a:lnTo>
                    <a:pt x="95747" y="377259"/>
                  </a:lnTo>
                  <a:lnTo>
                    <a:pt x="100787" y="377259"/>
                  </a:lnTo>
                  <a:lnTo>
                    <a:pt x="105826" y="377259"/>
                  </a:lnTo>
                  <a:lnTo>
                    <a:pt x="110865" y="377259"/>
                  </a:lnTo>
                  <a:lnTo>
                    <a:pt x="115905" y="377259"/>
                  </a:lnTo>
                  <a:lnTo>
                    <a:pt x="120944" y="377259"/>
                  </a:lnTo>
                  <a:lnTo>
                    <a:pt x="125983" y="377259"/>
                  </a:lnTo>
                  <a:lnTo>
                    <a:pt x="131023" y="377259"/>
                  </a:lnTo>
                  <a:lnTo>
                    <a:pt x="136062" y="377259"/>
                  </a:lnTo>
                  <a:lnTo>
                    <a:pt x="141101" y="377259"/>
                  </a:lnTo>
                  <a:lnTo>
                    <a:pt x="146141" y="377259"/>
                  </a:lnTo>
                  <a:lnTo>
                    <a:pt x="151180" y="377258"/>
                  </a:lnTo>
                  <a:lnTo>
                    <a:pt x="156220" y="377257"/>
                  </a:lnTo>
                  <a:lnTo>
                    <a:pt x="161259" y="377254"/>
                  </a:lnTo>
                  <a:lnTo>
                    <a:pt x="166298" y="377248"/>
                  </a:lnTo>
                  <a:lnTo>
                    <a:pt x="171338" y="377236"/>
                  </a:lnTo>
                  <a:lnTo>
                    <a:pt x="176377" y="377212"/>
                  </a:lnTo>
                  <a:lnTo>
                    <a:pt x="181416" y="377170"/>
                  </a:lnTo>
                  <a:lnTo>
                    <a:pt x="186456" y="377100"/>
                  </a:lnTo>
                  <a:lnTo>
                    <a:pt x="191495" y="376992"/>
                  </a:lnTo>
                  <a:lnTo>
                    <a:pt x="196534" y="376837"/>
                  </a:lnTo>
                  <a:lnTo>
                    <a:pt x="201574" y="376631"/>
                  </a:lnTo>
                  <a:lnTo>
                    <a:pt x="206613" y="376374"/>
                  </a:lnTo>
                  <a:lnTo>
                    <a:pt x="211652" y="376079"/>
                  </a:lnTo>
                  <a:lnTo>
                    <a:pt x="216692" y="375767"/>
                  </a:lnTo>
                  <a:lnTo>
                    <a:pt x="221731" y="375463"/>
                  </a:lnTo>
                  <a:lnTo>
                    <a:pt x="226771" y="375197"/>
                  </a:lnTo>
                  <a:lnTo>
                    <a:pt x="231810" y="374991"/>
                  </a:lnTo>
                  <a:lnTo>
                    <a:pt x="236849" y="374854"/>
                  </a:lnTo>
                  <a:lnTo>
                    <a:pt x="241889" y="374784"/>
                  </a:lnTo>
                  <a:lnTo>
                    <a:pt x="246928" y="374762"/>
                  </a:lnTo>
                  <a:lnTo>
                    <a:pt x="251967" y="374752"/>
                  </a:lnTo>
                  <a:lnTo>
                    <a:pt x="257007" y="374723"/>
                  </a:lnTo>
                  <a:lnTo>
                    <a:pt x="262046" y="374646"/>
                  </a:lnTo>
                  <a:lnTo>
                    <a:pt x="267085" y="374497"/>
                  </a:lnTo>
                  <a:lnTo>
                    <a:pt x="272125" y="374267"/>
                  </a:lnTo>
                  <a:lnTo>
                    <a:pt x="277164" y="373952"/>
                  </a:lnTo>
                  <a:lnTo>
                    <a:pt x="282203" y="373563"/>
                  </a:lnTo>
                  <a:lnTo>
                    <a:pt x="287243" y="373121"/>
                  </a:lnTo>
                  <a:lnTo>
                    <a:pt x="292282" y="372659"/>
                  </a:lnTo>
                  <a:lnTo>
                    <a:pt x="297321" y="372224"/>
                  </a:lnTo>
                  <a:lnTo>
                    <a:pt x="302361" y="371866"/>
                  </a:lnTo>
                  <a:lnTo>
                    <a:pt x="307400" y="371640"/>
                  </a:lnTo>
                  <a:lnTo>
                    <a:pt x="312440" y="371589"/>
                  </a:lnTo>
                  <a:lnTo>
                    <a:pt x="317479" y="371734"/>
                  </a:lnTo>
                  <a:lnTo>
                    <a:pt x="322518" y="372068"/>
                  </a:lnTo>
                  <a:lnTo>
                    <a:pt x="327558" y="372555"/>
                  </a:lnTo>
                  <a:lnTo>
                    <a:pt x="332597" y="373136"/>
                  </a:lnTo>
                  <a:lnTo>
                    <a:pt x="337636" y="373738"/>
                  </a:lnTo>
                  <a:lnTo>
                    <a:pt x="342676" y="374305"/>
                  </a:lnTo>
                  <a:lnTo>
                    <a:pt x="347715" y="374805"/>
                  </a:lnTo>
                  <a:lnTo>
                    <a:pt x="352754" y="375228"/>
                  </a:lnTo>
                  <a:lnTo>
                    <a:pt x="357794" y="375582"/>
                  </a:lnTo>
                  <a:lnTo>
                    <a:pt x="362833" y="375882"/>
                  </a:lnTo>
                  <a:lnTo>
                    <a:pt x="367872" y="376143"/>
                  </a:lnTo>
                  <a:lnTo>
                    <a:pt x="372912" y="376375"/>
                  </a:lnTo>
                  <a:lnTo>
                    <a:pt x="377951" y="376582"/>
                  </a:lnTo>
                  <a:lnTo>
                    <a:pt x="382991" y="376760"/>
                  </a:lnTo>
                  <a:lnTo>
                    <a:pt x="388030" y="376905"/>
                  </a:lnTo>
                  <a:lnTo>
                    <a:pt x="393069" y="377012"/>
                  </a:lnTo>
                  <a:lnTo>
                    <a:pt x="398109" y="377078"/>
                  </a:lnTo>
                  <a:lnTo>
                    <a:pt x="403148" y="377101"/>
                  </a:lnTo>
                  <a:lnTo>
                    <a:pt x="408187" y="377076"/>
                  </a:lnTo>
                  <a:lnTo>
                    <a:pt x="413227" y="377001"/>
                  </a:lnTo>
                  <a:lnTo>
                    <a:pt x="418266" y="376867"/>
                  </a:lnTo>
                  <a:lnTo>
                    <a:pt x="423305" y="376674"/>
                  </a:lnTo>
                  <a:lnTo>
                    <a:pt x="428345" y="376427"/>
                  </a:lnTo>
                  <a:lnTo>
                    <a:pt x="433384" y="376140"/>
                  </a:lnTo>
                  <a:lnTo>
                    <a:pt x="438423" y="375836"/>
                  </a:lnTo>
                  <a:lnTo>
                    <a:pt x="443463" y="375538"/>
                  </a:lnTo>
                  <a:lnTo>
                    <a:pt x="448502" y="375264"/>
                  </a:lnTo>
                  <a:lnTo>
                    <a:pt x="453542" y="375019"/>
                  </a:lnTo>
                  <a:lnTo>
                    <a:pt x="458581" y="374787"/>
                  </a:lnTo>
                  <a:lnTo>
                    <a:pt x="463620" y="374538"/>
                  </a:lnTo>
                  <a:lnTo>
                    <a:pt x="468660" y="374234"/>
                  </a:lnTo>
                  <a:lnTo>
                    <a:pt x="473699" y="373845"/>
                  </a:lnTo>
                  <a:lnTo>
                    <a:pt x="478738" y="373360"/>
                  </a:lnTo>
                  <a:lnTo>
                    <a:pt x="483778" y="372794"/>
                  </a:lnTo>
                  <a:lnTo>
                    <a:pt x="488817" y="372191"/>
                  </a:lnTo>
                  <a:lnTo>
                    <a:pt x="493856" y="371606"/>
                  </a:lnTo>
                  <a:lnTo>
                    <a:pt x="498896" y="371096"/>
                  </a:lnTo>
                  <a:lnTo>
                    <a:pt x="503935" y="370702"/>
                  </a:lnTo>
                  <a:lnTo>
                    <a:pt x="508974" y="370437"/>
                  </a:lnTo>
                  <a:lnTo>
                    <a:pt x="514014" y="370271"/>
                  </a:lnTo>
                  <a:lnTo>
                    <a:pt x="519053" y="370164"/>
                  </a:lnTo>
                  <a:lnTo>
                    <a:pt x="524093" y="370074"/>
                  </a:lnTo>
                  <a:lnTo>
                    <a:pt x="529132" y="369975"/>
                  </a:lnTo>
                  <a:lnTo>
                    <a:pt x="534171" y="369859"/>
                  </a:lnTo>
                  <a:lnTo>
                    <a:pt x="539211" y="369743"/>
                  </a:lnTo>
                  <a:lnTo>
                    <a:pt x="544250" y="369650"/>
                  </a:lnTo>
                  <a:lnTo>
                    <a:pt x="549289" y="369604"/>
                  </a:lnTo>
                  <a:lnTo>
                    <a:pt x="554329" y="369610"/>
                  </a:lnTo>
                  <a:lnTo>
                    <a:pt x="559368" y="369652"/>
                  </a:lnTo>
                  <a:lnTo>
                    <a:pt x="564407" y="369692"/>
                  </a:lnTo>
                  <a:lnTo>
                    <a:pt x="569447" y="369674"/>
                  </a:lnTo>
                  <a:lnTo>
                    <a:pt x="574486" y="369534"/>
                  </a:lnTo>
                  <a:lnTo>
                    <a:pt x="579525" y="369205"/>
                  </a:lnTo>
                  <a:lnTo>
                    <a:pt x="584565" y="368619"/>
                  </a:lnTo>
                  <a:lnTo>
                    <a:pt x="589604" y="367707"/>
                  </a:lnTo>
                  <a:lnTo>
                    <a:pt x="594643" y="366367"/>
                  </a:lnTo>
                  <a:lnTo>
                    <a:pt x="599683" y="364549"/>
                  </a:lnTo>
                  <a:lnTo>
                    <a:pt x="604722" y="362204"/>
                  </a:lnTo>
                  <a:lnTo>
                    <a:pt x="609762" y="359302"/>
                  </a:lnTo>
                  <a:lnTo>
                    <a:pt x="614801" y="355839"/>
                  </a:lnTo>
                  <a:lnTo>
                    <a:pt x="619840" y="351818"/>
                  </a:lnTo>
                  <a:lnTo>
                    <a:pt x="624880" y="347226"/>
                  </a:lnTo>
                  <a:lnTo>
                    <a:pt x="629919" y="342003"/>
                  </a:lnTo>
                  <a:lnTo>
                    <a:pt x="634958" y="336023"/>
                  </a:lnTo>
                  <a:lnTo>
                    <a:pt x="639998" y="329091"/>
                  </a:lnTo>
                  <a:lnTo>
                    <a:pt x="645037" y="320961"/>
                  </a:lnTo>
                  <a:lnTo>
                    <a:pt x="650076" y="311375"/>
                  </a:lnTo>
                  <a:lnTo>
                    <a:pt x="655116" y="300100"/>
                  </a:lnTo>
                  <a:lnTo>
                    <a:pt x="660155" y="286976"/>
                  </a:lnTo>
                  <a:lnTo>
                    <a:pt x="665194" y="271938"/>
                  </a:lnTo>
                  <a:lnTo>
                    <a:pt x="670234" y="255040"/>
                  </a:lnTo>
                  <a:lnTo>
                    <a:pt x="675273" y="236447"/>
                  </a:lnTo>
                  <a:lnTo>
                    <a:pt x="680313" y="216383"/>
                  </a:lnTo>
                  <a:lnTo>
                    <a:pt x="685352" y="195246"/>
                  </a:lnTo>
                  <a:lnTo>
                    <a:pt x="690391" y="173447"/>
                  </a:lnTo>
                  <a:lnTo>
                    <a:pt x="695431" y="151354"/>
                  </a:lnTo>
                  <a:lnTo>
                    <a:pt x="700470" y="129308"/>
                  </a:lnTo>
                  <a:lnTo>
                    <a:pt x="705509" y="107627"/>
                  </a:lnTo>
                  <a:lnTo>
                    <a:pt x="710549" y="86630"/>
                  </a:lnTo>
                  <a:lnTo>
                    <a:pt x="715588" y="66671"/>
                  </a:lnTo>
                  <a:lnTo>
                    <a:pt x="720627" y="48185"/>
                  </a:lnTo>
                  <a:lnTo>
                    <a:pt x="725667" y="31718"/>
                  </a:lnTo>
                  <a:lnTo>
                    <a:pt x="730706" y="17929"/>
                  </a:lnTo>
                  <a:lnTo>
                    <a:pt x="735745" y="7560"/>
                  </a:lnTo>
                  <a:lnTo>
                    <a:pt x="740785" y="1362"/>
                  </a:lnTo>
                  <a:lnTo>
                    <a:pt x="745824" y="0"/>
                  </a:lnTo>
                  <a:lnTo>
                    <a:pt x="750864" y="3918"/>
                  </a:lnTo>
                  <a:lnTo>
                    <a:pt x="755903" y="13234"/>
                  </a:lnTo>
                  <a:lnTo>
                    <a:pt x="760942" y="27664"/>
                  </a:lnTo>
                  <a:lnTo>
                    <a:pt x="765982" y="46598"/>
                  </a:lnTo>
                  <a:lnTo>
                    <a:pt x="771021" y="69042"/>
                  </a:lnTo>
                  <a:lnTo>
                    <a:pt x="776060" y="93725"/>
                  </a:lnTo>
                  <a:lnTo>
                    <a:pt x="781100" y="119687"/>
                  </a:lnTo>
                  <a:lnTo>
                    <a:pt x="786139" y="146181"/>
                  </a:lnTo>
                  <a:lnTo>
                    <a:pt x="791178" y="172676"/>
                  </a:lnTo>
                  <a:lnTo>
                    <a:pt x="796218" y="198770"/>
                  </a:lnTo>
                  <a:lnTo>
                    <a:pt x="801257" y="224090"/>
                  </a:lnTo>
                  <a:lnTo>
                    <a:pt x="806296" y="248209"/>
                  </a:lnTo>
                  <a:lnTo>
                    <a:pt x="811336" y="270640"/>
                  </a:lnTo>
                  <a:lnTo>
                    <a:pt x="816375" y="290889"/>
                  </a:lnTo>
                  <a:lnTo>
                    <a:pt x="821415" y="308547"/>
                  </a:lnTo>
                  <a:lnTo>
                    <a:pt x="826454" y="323383"/>
                  </a:lnTo>
                  <a:lnTo>
                    <a:pt x="831493" y="335392"/>
                  </a:lnTo>
                  <a:lnTo>
                    <a:pt x="836533" y="344789"/>
                  </a:lnTo>
                  <a:lnTo>
                    <a:pt x="841572" y="351959"/>
                  </a:lnTo>
                  <a:lnTo>
                    <a:pt x="846611" y="357368"/>
                  </a:lnTo>
                  <a:lnTo>
                    <a:pt x="851651" y="361478"/>
                  </a:lnTo>
                  <a:lnTo>
                    <a:pt x="856690" y="364649"/>
                  </a:lnTo>
                  <a:lnTo>
                    <a:pt x="861729" y="367231"/>
                  </a:lnTo>
                  <a:lnTo>
                    <a:pt x="866769" y="369388"/>
                  </a:lnTo>
                  <a:lnTo>
                    <a:pt x="871808" y="371200"/>
                  </a:lnTo>
                  <a:lnTo>
                    <a:pt x="876847" y="372700"/>
                  </a:lnTo>
                  <a:lnTo>
                    <a:pt x="881887" y="373895"/>
                  </a:lnTo>
                  <a:lnTo>
                    <a:pt x="886926" y="374796"/>
                  </a:lnTo>
                  <a:lnTo>
                    <a:pt x="891965" y="375425"/>
                  </a:lnTo>
                  <a:lnTo>
                    <a:pt x="897005" y="375826"/>
                  </a:lnTo>
                  <a:lnTo>
                    <a:pt x="902044" y="376053"/>
                  </a:lnTo>
                  <a:lnTo>
                    <a:pt x="907084" y="376170"/>
                  </a:lnTo>
                  <a:lnTo>
                    <a:pt x="912123" y="376232"/>
                  </a:lnTo>
                  <a:lnTo>
                    <a:pt x="917162" y="376287"/>
                  </a:lnTo>
                  <a:lnTo>
                    <a:pt x="922202" y="376362"/>
                  </a:lnTo>
                  <a:lnTo>
                    <a:pt x="927241" y="376467"/>
                  </a:lnTo>
                  <a:lnTo>
                    <a:pt x="932280" y="376597"/>
                  </a:lnTo>
                  <a:lnTo>
                    <a:pt x="937320" y="376738"/>
                  </a:lnTo>
                  <a:lnTo>
                    <a:pt x="942359" y="376874"/>
                  </a:lnTo>
                  <a:lnTo>
                    <a:pt x="947398" y="376991"/>
                  </a:lnTo>
                  <a:lnTo>
                    <a:pt x="952438" y="377084"/>
                  </a:lnTo>
                  <a:lnTo>
                    <a:pt x="957477" y="377151"/>
                  </a:lnTo>
                  <a:lnTo>
                    <a:pt x="962516" y="377196"/>
                  </a:lnTo>
                  <a:lnTo>
                    <a:pt x="967556" y="377225"/>
                  </a:lnTo>
                  <a:lnTo>
                    <a:pt x="972595" y="377242"/>
                  </a:lnTo>
                  <a:lnTo>
                    <a:pt x="977635" y="377251"/>
                  </a:lnTo>
                  <a:lnTo>
                    <a:pt x="982674" y="377255"/>
                  </a:lnTo>
                  <a:lnTo>
                    <a:pt x="987713" y="377257"/>
                  </a:lnTo>
                  <a:lnTo>
                    <a:pt x="992753" y="377258"/>
                  </a:lnTo>
                  <a:lnTo>
                    <a:pt x="997792" y="377259"/>
                  </a:lnTo>
                  <a:lnTo>
                    <a:pt x="1002831" y="377259"/>
                  </a:lnTo>
                  <a:lnTo>
                    <a:pt x="1007871" y="377259"/>
                  </a:lnTo>
                  <a:lnTo>
                    <a:pt x="1012910" y="377259"/>
                  </a:lnTo>
                  <a:lnTo>
                    <a:pt x="1017949" y="377259"/>
                  </a:lnTo>
                  <a:lnTo>
                    <a:pt x="1022989" y="377259"/>
                  </a:lnTo>
                  <a:lnTo>
                    <a:pt x="1028028" y="377259"/>
                  </a:lnTo>
                  <a:lnTo>
                    <a:pt x="1033067" y="377259"/>
                  </a:lnTo>
                  <a:lnTo>
                    <a:pt x="1038107" y="377259"/>
                  </a:lnTo>
                  <a:lnTo>
                    <a:pt x="1043146" y="377259"/>
                  </a:lnTo>
                  <a:lnTo>
                    <a:pt x="1048186" y="377259"/>
                  </a:lnTo>
                  <a:lnTo>
                    <a:pt x="1053225" y="377259"/>
                  </a:lnTo>
                  <a:lnTo>
                    <a:pt x="1058264" y="377259"/>
                  </a:lnTo>
                  <a:lnTo>
                    <a:pt x="1063304" y="377259"/>
                  </a:lnTo>
                  <a:lnTo>
                    <a:pt x="1068343" y="377259"/>
                  </a:lnTo>
                  <a:lnTo>
                    <a:pt x="1073382" y="377259"/>
                  </a:lnTo>
                  <a:lnTo>
                    <a:pt x="1078422" y="377259"/>
                  </a:lnTo>
                  <a:lnTo>
                    <a:pt x="1083461" y="377259"/>
                  </a:lnTo>
                  <a:lnTo>
                    <a:pt x="1088500" y="377259"/>
                  </a:lnTo>
                  <a:lnTo>
                    <a:pt x="1093540" y="377259"/>
                  </a:lnTo>
                  <a:lnTo>
                    <a:pt x="1098579" y="377259"/>
                  </a:lnTo>
                  <a:lnTo>
                    <a:pt x="1103618" y="377259"/>
                  </a:lnTo>
                  <a:lnTo>
                    <a:pt x="1108658" y="377259"/>
                  </a:lnTo>
                  <a:lnTo>
                    <a:pt x="1113697" y="377259"/>
                  </a:lnTo>
                  <a:lnTo>
                    <a:pt x="1118736" y="377259"/>
                  </a:lnTo>
                  <a:lnTo>
                    <a:pt x="1123776" y="377259"/>
                  </a:lnTo>
                  <a:lnTo>
                    <a:pt x="1128815" y="377259"/>
                  </a:lnTo>
                  <a:lnTo>
                    <a:pt x="1133855" y="377259"/>
                  </a:lnTo>
                  <a:lnTo>
                    <a:pt x="1138894" y="377259"/>
                  </a:lnTo>
                  <a:lnTo>
                    <a:pt x="1143933" y="377259"/>
                  </a:lnTo>
                  <a:lnTo>
                    <a:pt x="1148973" y="377259"/>
                  </a:lnTo>
                  <a:lnTo>
                    <a:pt x="1154012" y="377259"/>
                  </a:lnTo>
                  <a:lnTo>
                    <a:pt x="1159051" y="377259"/>
                  </a:lnTo>
                  <a:lnTo>
                    <a:pt x="1164091" y="377259"/>
                  </a:lnTo>
                  <a:lnTo>
                    <a:pt x="1169130" y="377259"/>
                  </a:lnTo>
                  <a:lnTo>
                    <a:pt x="1174169" y="377259"/>
                  </a:lnTo>
                  <a:lnTo>
                    <a:pt x="1179209" y="377259"/>
                  </a:lnTo>
                  <a:lnTo>
                    <a:pt x="1184248" y="377259"/>
                  </a:lnTo>
                  <a:lnTo>
                    <a:pt x="1189287" y="377259"/>
                  </a:lnTo>
                  <a:lnTo>
                    <a:pt x="1194327" y="377259"/>
                  </a:lnTo>
                  <a:lnTo>
                    <a:pt x="1199366" y="377259"/>
                  </a:lnTo>
                  <a:lnTo>
                    <a:pt x="1204406" y="377259"/>
                  </a:lnTo>
                  <a:lnTo>
                    <a:pt x="1209445" y="377259"/>
                  </a:lnTo>
                  <a:lnTo>
                    <a:pt x="1214484" y="377259"/>
                  </a:lnTo>
                  <a:lnTo>
                    <a:pt x="1219524" y="377259"/>
                  </a:lnTo>
                  <a:lnTo>
                    <a:pt x="1224563" y="377259"/>
                  </a:lnTo>
                  <a:lnTo>
                    <a:pt x="1229602" y="377259"/>
                  </a:lnTo>
                  <a:lnTo>
                    <a:pt x="1234642" y="377259"/>
                  </a:lnTo>
                  <a:lnTo>
                    <a:pt x="1239681" y="377259"/>
                  </a:lnTo>
                  <a:lnTo>
                    <a:pt x="1244720" y="377259"/>
                  </a:lnTo>
                  <a:lnTo>
                    <a:pt x="1249760" y="377259"/>
                  </a:lnTo>
                  <a:lnTo>
                    <a:pt x="1254799" y="377259"/>
                  </a:lnTo>
                  <a:lnTo>
                    <a:pt x="1259838" y="377259"/>
                  </a:lnTo>
                  <a:lnTo>
                    <a:pt x="1264878" y="377259"/>
                  </a:lnTo>
                  <a:lnTo>
                    <a:pt x="1269917" y="377259"/>
                  </a:lnTo>
                  <a:lnTo>
                    <a:pt x="1274957" y="377259"/>
                  </a:lnTo>
                  <a:lnTo>
                    <a:pt x="1279996" y="377259"/>
                  </a:lnTo>
                  <a:lnTo>
                    <a:pt x="1285035" y="377259"/>
                  </a:lnTo>
                  <a:lnTo>
                    <a:pt x="1290075" y="377259"/>
                  </a:lnTo>
                  <a:lnTo>
                    <a:pt x="1295114" y="377259"/>
                  </a:lnTo>
                  <a:lnTo>
                    <a:pt x="1300153" y="377259"/>
                  </a:lnTo>
                  <a:lnTo>
                    <a:pt x="1305193" y="377259"/>
                  </a:lnTo>
                  <a:lnTo>
                    <a:pt x="1310232" y="377259"/>
                  </a:lnTo>
                  <a:lnTo>
                    <a:pt x="1315271" y="377259"/>
                  </a:lnTo>
                  <a:lnTo>
                    <a:pt x="1320311" y="377259"/>
                  </a:lnTo>
                  <a:lnTo>
                    <a:pt x="1325350" y="377259"/>
                  </a:lnTo>
                  <a:lnTo>
                    <a:pt x="1330389" y="377259"/>
                  </a:lnTo>
                  <a:lnTo>
                    <a:pt x="1335429" y="377259"/>
                  </a:lnTo>
                  <a:lnTo>
                    <a:pt x="1340468" y="377259"/>
                  </a:lnTo>
                  <a:lnTo>
                    <a:pt x="1345508" y="377259"/>
                  </a:lnTo>
                  <a:lnTo>
                    <a:pt x="1350547" y="377259"/>
                  </a:lnTo>
                  <a:lnTo>
                    <a:pt x="1355586" y="377259"/>
                  </a:lnTo>
                  <a:lnTo>
                    <a:pt x="1360626" y="377259"/>
                  </a:lnTo>
                  <a:lnTo>
                    <a:pt x="1365665" y="377259"/>
                  </a:lnTo>
                  <a:lnTo>
                    <a:pt x="1370704" y="377259"/>
                  </a:lnTo>
                  <a:lnTo>
                    <a:pt x="1375744" y="377259"/>
                  </a:lnTo>
                  <a:lnTo>
                    <a:pt x="1380783" y="377259"/>
                  </a:lnTo>
                  <a:lnTo>
                    <a:pt x="1385822" y="377259"/>
                  </a:lnTo>
                  <a:lnTo>
                    <a:pt x="1390862" y="377259"/>
                  </a:lnTo>
                  <a:lnTo>
                    <a:pt x="1395901" y="377259"/>
                  </a:lnTo>
                  <a:lnTo>
                    <a:pt x="1400940" y="377259"/>
                  </a:lnTo>
                  <a:lnTo>
                    <a:pt x="1405980" y="377259"/>
                  </a:lnTo>
                  <a:lnTo>
                    <a:pt x="1411019" y="377259"/>
                  </a:lnTo>
                  <a:lnTo>
                    <a:pt x="1416058" y="377259"/>
                  </a:lnTo>
                  <a:lnTo>
                    <a:pt x="1421098" y="377259"/>
                  </a:lnTo>
                  <a:lnTo>
                    <a:pt x="1426137" y="377259"/>
                  </a:lnTo>
                  <a:lnTo>
                    <a:pt x="1431177" y="377259"/>
                  </a:lnTo>
                  <a:lnTo>
                    <a:pt x="1436216" y="377259"/>
                  </a:lnTo>
                  <a:lnTo>
                    <a:pt x="1441255" y="377259"/>
                  </a:lnTo>
                  <a:lnTo>
                    <a:pt x="1446295" y="377259"/>
                  </a:lnTo>
                  <a:lnTo>
                    <a:pt x="1451334" y="377259"/>
                  </a:lnTo>
                  <a:lnTo>
                    <a:pt x="1456373" y="377259"/>
                  </a:lnTo>
                  <a:lnTo>
                    <a:pt x="1461413" y="377259"/>
                  </a:lnTo>
                  <a:lnTo>
                    <a:pt x="1466452" y="377259"/>
                  </a:lnTo>
                  <a:lnTo>
                    <a:pt x="1471491" y="377259"/>
                  </a:lnTo>
                  <a:lnTo>
                    <a:pt x="1476531" y="377259"/>
                  </a:lnTo>
                  <a:lnTo>
                    <a:pt x="1481570" y="377259"/>
                  </a:lnTo>
                  <a:lnTo>
                    <a:pt x="1486609" y="377259"/>
                  </a:lnTo>
                  <a:lnTo>
                    <a:pt x="1491649" y="377259"/>
                  </a:lnTo>
                  <a:lnTo>
                    <a:pt x="1496688" y="377259"/>
                  </a:lnTo>
                  <a:lnTo>
                    <a:pt x="1501728" y="377259"/>
                  </a:lnTo>
                  <a:lnTo>
                    <a:pt x="1506767" y="377259"/>
                  </a:lnTo>
                  <a:lnTo>
                    <a:pt x="1511806" y="377259"/>
                  </a:lnTo>
                  <a:lnTo>
                    <a:pt x="1516846" y="377259"/>
                  </a:lnTo>
                  <a:lnTo>
                    <a:pt x="1521885" y="377259"/>
                  </a:lnTo>
                  <a:lnTo>
                    <a:pt x="1526924" y="377259"/>
                  </a:lnTo>
                  <a:lnTo>
                    <a:pt x="1531964" y="377259"/>
                  </a:lnTo>
                  <a:lnTo>
                    <a:pt x="1537003" y="377259"/>
                  </a:lnTo>
                  <a:lnTo>
                    <a:pt x="1542042" y="377259"/>
                  </a:lnTo>
                  <a:lnTo>
                    <a:pt x="1547082" y="377259"/>
                  </a:lnTo>
                  <a:lnTo>
                    <a:pt x="1552121" y="377259"/>
                  </a:lnTo>
                  <a:lnTo>
                    <a:pt x="1557160" y="377259"/>
                  </a:lnTo>
                  <a:lnTo>
                    <a:pt x="1562200" y="377259"/>
                  </a:lnTo>
                  <a:lnTo>
                    <a:pt x="1567239" y="377259"/>
                  </a:lnTo>
                  <a:lnTo>
                    <a:pt x="1572279" y="377259"/>
                  </a:lnTo>
                  <a:lnTo>
                    <a:pt x="1577318" y="377259"/>
                  </a:lnTo>
                  <a:lnTo>
                    <a:pt x="1582357" y="377259"/>
                  </a:lnTo>
                  <a:lnTo>
                    <a:pt x="1587397" y="377259"/>
                  </a:lnTo>
                  <a:lnTo>
                    <a:pt x="1592436" y="377259"/>
                  </a:lnTo>
                  <a:lnTo>
                    <a:pt x="1597475" y="377259"/>
                  </a:lnTo>
                  <a:lnTo>
                    <a:pt x="1602515" y="377259"/>
                  </a:lnTo>
                  <a:lnTo>
                    <a:pt x="1607554" y="377259"/>
                  </a:lnTo>
                  <a:lnTo>
                    <a:pt x="1612593" y="377259"/>
                  </a:lnTo>
                  <a:lnTo>
                    <a:pt x="1617633" y="377259"/>
                  </a:lnTo>
                  <a:lnTo>
                    <a:pt x="1622672" y="377259"/>
                  </a:lnTo>
                  <a:lnTo>
                    <a:pt x="1627711" y="377259"/>
                  </a:lnTo>
                  <a:lnTo>
                    <a:pt x="1632751" y="377259"/>
                  </a:lnTo>
                  <a:lnTo>
                    <a:pt x="1637790" y="377259"/>
                  </a:lnTo>
                  <a:lnTo>
                    <a:pt x="1642830" y="377259"/>
                  </a:lnTo>
                  <a:lnTo>
                    <a:pt x="1647869" y="377259"/>
                  </a:lnTo>
                  <a:lnTo>
                    <a:pt x="1652908" y="377259"/>
                  </a:lnTo>
                  <a:lnTo>
                    <a:pt x="1657948" y="377259"/>
                  </a:lnTo>
                  <a:lnTo>
                    <a:pt x="1662987" y="377259"/>
                  </a:lnTo>
                  <a:lnTo>
                    <a:pt x="1668026" y="377259"/>
                  </a:lnTo>
                  <a:lnTo>
                    <a:pt x="1673066" y="377259"/>
                  </a:lnTo>
                  <a:lnTo>
                    <a:pt x="1678105" y="377259"/>
                  </a:lnTo>
                  <a:lnTo>
                    <a:pt x="1683144" y="377259"/>
                  </a:lnTo>
                  <a:lnTo>
                    <a:pt x="1688184" y="377259"/>
                  </a:lnTo>
                  <a:lnTo>
                    <a:pt x="1693223" y="377259"/>
                  </a:lnTo>
                  <a:lnTo>
                    <a:pt x="1698262" y="377259"/>
                  </a:lnTo>
                  <a:lnTo>
                    <a:pt x="1703302" y="377259"/>
                  </a:lnTo>
                  <a:lnTo>
                    <a:pt x="1708341" y="377259"/>
                  </a:lnTo>
                  <a:lnTo>
                    <a:pt x="1713380" y="377259"/>
                  </a:lnTo>
                  <a:lnTo>
                    <a:pt x="1718420" y="377259"/>
                  </a:lnTo>
                  <a:lnTo>
                    <a:pt x="1723459" y="377259"/>
                  </a:lnTo>
                  <a:lnTo>
                    <a:pt x="1728499" y="377259"/>
                  </a:lnTo>
                  <a:lnTo>
                    <a:pt x="1733538" y="377259"/>
                  </a:lnTo>
                  <a:lnTo>
                    <a:pt x="1738577" y="377259"/>
                  </a:lnTo>
                  <a:lnTo>
                    <a:pt x="1743617" y="377259"/>
                  </a:lnTo>
                  <a:lnTo>
                    <a:pt x="1748656" y="377259"/>
                  </a:lnTo>
                  <a:lnTo>
                    <a:pt x="1753695" y="377259"/>
                  </a:lnTo>
                  <a:lnTo>
                    <a:pt x="1758735" y="377259"/>
                  </a:lnTo>
                  <a:lnTo>
                    <a:pt x="1763774" y="377259"/>
                  </a:lnTo>
                  <a:lnTo>
                    <a:pt x="1768813" y="377259"/>
                  </a:lnTo>
                  <a:lnTo>
                    <a:pt x="1773853" y="377259"/>
                  </a:lnTo>
                  <a:lnTo>
                    <a:pt x="1778892" y="377259"/>
                  </a:lnTo>
                  <a:lnTo>
                    <a:pt x="1783931" y="377259"/>
                  </a:lnTo>
                  <a:lnTo>
                    <a:pt x="1788971" y="377259"/>
                  </a:lnTo>
                  <a:lnTo>
                    <a:pt x="1794010" y="377259"/>
                  </a:lnTo>
                  <a:lnTo>
                    <a:pt x="1799050" y="377259"/>
                  </a:lnTo>
                  <a:lnTo>
                    <a:pt x="1804089" y="377259"/>
                  </a:lnTo>
                  <a:lnTo>
                    <a:pt x="1809128" y="377259"/>
                  </a:lnTo>
                  <a:lnTo>
                    <a:pt x="1814168" y="377259"/>
                  </a:lnTo>
                  <a:lnTo>
                    <a:pt x="1819207" y="377259"/>
                  </a:lnTo>
                  <a:lnTo>
                    <a:pt x="1824246" y="377259"/>
                  </a:lnTo>
                  <a:lnTo>
                    <a:pt x="1829286" y="377259"/>
                  </a:lnTo>
                  <a:lnTo>
                    <a:pt x="1834325" y="377259"/>
                  </a:lnTo>
                  <a:lnTo>
                    <a:pt x="1839364" y="377259"/>
                  </a:lnTo>
                  <a:lnTo>
                    <a:pt x="1844404" y="377259"/>
                  </a:lnTo>
                  <a:lnTo>
                    <a:pt x="1849443" y="377259"/>
                  </a:lnTo>
                  <a:lnTo>
                    <a:pt x="1854482" y="377259"/>
                  </a:lnTo>
                  <a:lnTo>
                    <a:pt x="1859522" y="377259"/>
                  </a:lnTo>
                  <a:lnTo>
                    <a:pt x="1864561" y="377259"/>
                  </a:lnTo>
                  <a:lnTo>
                    <a:pt x="1869601" y="377259"/>
                  </a:lnTo>
                  <a:lnTo>
                    <a:pt x="1874640" y="377259"/>
                  </a:lnTo>
                  <a:lnTo>
                    <a:pt x="1879679" y="377259"/>
                  </a:lnTo>
                  <a:lnTo>
                    <a:pt x="1884719" y="377259"/>
                  </a:lnTo>
                  <a:lnTo>
                    <a:pt x="1889758" y="377259"/>
                  </a:lnTo>
                  <a:lnTo>
                    <a:pt x="1894797" y="377259"/>
                  </a:lnTo>
                  <a:lnTo>
                    <a:pt x="1899837" y="377259"/>
                  </a:lnTo>
                  <a:lnTo>
                    <a:pt x="1904876" y="377259"/>
                  </a:lnTo>
                  <a:lnTo>
                    <a:pt x="1909915" y="377259"/>
                  </a:lnTo>
                  <a:lnTo>
                    <a:pt x="1914955" y="377259"/>
                  </a:lnTo>
                  <a:lnTo>
                    <a:pt x="1919994" y="377259"/>
                  </a:lnTo>
                  <a:lnTo>
                    <a:pt x="1925033" y="377259"/>
                  </a:lnTo>
                  <a:lnTo>
                    <a:pt x="1930073" y="377259"/>
                  </a:lnTo>
                  <a:lnTo>
                    <a:pt x="1935112" y="377259"/>
                  </a:lnTo>
                  <a:lnTo>
                    <a:pt x="1940151" y="377259"/>
                  </a:lnTo>
                  <a:lnTo>
                    <a:pt x="1945191" y="377259"/>
                  </a:lnTo>
                  <a:lnTo>
                    <a:pt x="1950230" y="377259"/>
                  </a:lnTo>
                  <a:lnTo>
                    <a:pt x="1955270" y="377259"/>
                  </a:lnTo>
                  <a:lnTo>
                    <a:pt x="1960309" y="377259"/>
                  </a:lnTo>
                  <a:lnTo>
                    <a:pt x="1965348" y="377259"/>
                  </a:lnTo>
                  <a:lnTo>
                    <a:pt x="1970388" y="377259"/>
                  </a:lnTo>
                  <a:lnTo>
                    <a:pt x="1975427" y="377259"/>
                  </a:lnTo>
                  <a:lnTo>
                    <a:pt x="1980466" y="377259"/>
                  </a:lnTo>
                  <a:lnTo>
                    <a:pt x="1985506" y="377259"/>
                  </a:lnTo>
                  <a:lnTo>
                    <a:pt x="1990545" y="377259"/>
                  </a:lnTo>
                  <a:lnTo>
                    <a:pt x="1995584" y="377259"/>
                  </a:lnTo>
                  <a:lnTo>
                    <a:pt x="2000624" y="377259"/>
                  </a:lnTo>
                  <a:lnTo>
                    <a:pt x="2005663" y="377259"/>
                  </a:lnTo>
                  <a:lnTo>
                    <a:pt x="2010702" y="377259"/>
                  </a:lnTo>
                  <a:lnTo>
                    <a:pt x="2015742" y="377259"/>
                  </a:lnTo>
                  <a:lnTo>
                    <a:pt x="2020781" y="377259"/>
                  </a:lnTo>
                  <a:lnTo>
                    <a:pt x="2025821" y="377259"/>
                  </a:lnTo>
                  <a:lnTo>
                    <a:pt x="2030860" y="377259"/>
                  </a:lnTo>
                  <a:lnTo>
                    <a:pt x="2035899" y="377259"/>
                  </a:lnTo>
                  <a:lnTo>
                    <a:pt x="2040939" y="377259"/>
                  </a:lnTo>
                  <a:lnTo>
                    <a:pt x="2045978" y="377259"/>
                  </a:lnTo>
                  <a:lnTo>
                    <a:pt x="2051017" y="377259"/>
                  </a:lnTo>
                  <a:lnTo>
                    <a:pt x="2056057" y="377259"/>
                  </a:lnTo>
                  <a:lnTo>
                    <a:pt x="2061096" y="377259"/>
                  </a:lnTo>
                  <a:lnTo>
                    <a:pt x="2066135" y="377259"/>
                  </a:lnTo>
                  <a:lnTo>
                    <a:pt x="2071175" y="377259"/>
                  </a:lnTo>
                  <a:lnTo>
                    <a:pt x="2076214" y="377259"/>
                  </a:lnTo>
                  <a:lnTo>
                    <a:pt x="2081253" y="377259"/>
                  </a:lnTo>
                  <a:lnTo>
                    <a:pt x="2086293" y="377259"/>
                  </a:lnTo>
                  <a:lnTo>
                    <a:pt x="2091332" y="377259"/>
                  </a:lnTo>
                  <a:lnTo>
                    <a:pt x="2096372" y="377259"/>
                  </a:lnTo>
                  <a:lnTo>
                    <a:pt x="2101411" y="377259"/>
                  </a:lnTo>
                  <a:lnTo>
                    <a:pt x="2106450" y="377259"/>
                  </a:lnTo>
                  <a:lnTo>
                    <a:pt x="2111490" y="377259"/>
                  </a:lnTo>
                  <a:lnTo>
                    <a:pt x="2116529" y="377259"/>
                  </a:lnTo>
                  <a:lnTo>
                    <a:pt x="2121568" y="377259"/>
                  </a:lnTo>
                  <a:lnTo>
                    <a:pt x="2126608" y="377259"/>
                  </a:lnTo>
                  <a:lnTo>
                    <a:pt x="2131647" y="377259"/>
                  </a:lnTo>
                  <a:lnTo>
                    <a:pt x="2136686" y="377259"/>
                  </a:lnTo>
                  <a:lnTo>
                    <a:pt x="2141726" y="377259"/>
                  </a:lnTo>
                  <a:lnTo>
                    <a:pt x="2146765" y="377259"/>
                  </a:lnTo>
                  <a:lnTo>
                    <a:pt x="2151804" y="377259"/>
                  </a:lnTo>
                  <a:lnTo>
                    <a:pt x="2156844" y="377259"/>
                  </a:lnTo>
                  <a:lnTo>
                    <a:pt x="2161883" y="377259"/>
                  </a:lnTo>
                  <a:lnTo>
                    <a:pt x="2166923" y="377259"/>
                  </a:lnTo>
                  <a:lnTo>
                    <a:pt x="2171962" y="377259"/>
                  </a:lnTo>
                  <a:lnTo>
                    <a:pt x="2177001" y="377259"/>
                  </a:lnTo>
                  <a:lnTo>
                    <a:pt x="2182041" y="377259"/>
                  </a:lnTo>
                  <a:lnTo>
                    <a:pt x="2187080" y="377259"/>
                  </a:lnTo>
                  <a:lnTo>
                    <a:pt x="2192119" y="377259"/>
                  </a:lnTo>
                  <a:lnTo>
                    <a:pt x="2197159" y="377259"/>
                  </a:lnTo>
                  <a:lnTo>
                    <a:pt x="2202198" y="377259"/>
                  </a:lnTo>
                  <a:lnTo>
                    <a:pt x="2207237" y="377259"/>
                  </a:lnTo>
                  <a:lnTo>
                    <a:pt x="2212277" y="377259"/>
                  </a:lnTo>
                  <a:lnTo>
                    <a:pt x="2217316" y="377259"/>
                  </a:lnTo>
                  <a:lnTo>
                    <a:pt x="2222355" y="377259"/>
                  </a:lnTo>
                  <a:lnTo>
                    <a:pt x="2227395" y="377259"/>
                  </a:lnTo>
                  <a:lnTo>
                    <a:pt x="2232434" y="377259"/>
                  </a:lnTo>
                  <a:lnTo>
                    <a:pt x="2237473" y="377259"/>
                  </a:lnTo>
                  <a:lnTo>
                    <a:pt x="2242513" y="377259"/>
                  </a:lnTo>
                  <a:lnTo>
                    <a:pt x="2247552" y="377259"/>
                  </a:lnTo>
                  <a:lnTo>
                    <a:pt x="2252592" y="377259"/>
                  </a:lnTo>
                  <a:lnTo>
                    <a:pt x="2257631" y="377259"/>
                  </a:lnTo>
                  <a:lnTo>
                    <a:pt x="2262670" y="377259"/>
                  </a:lnTo>
                  <a:lnTo>
                    <a:pt x="2267710" y="377259"/>
                  </a:lnTo>
                  <a:lnTo>
                    <a:pt x="2272749" y="377259"/>
                  </a:lnTo>
                  <a:lnTo>
                    <a:pt x="2277788" y="377259"/>
                  </a:lnTo>
                  <a:lnTo>
                    <a:pt x="2282828" y="377259"/>
                  </a:lnTo>
                  <a:lnTo>
                    <a:pt x="2287867" y="377259"/>
                  </a:lnTo>
                  <a:lnTo>
                    <a:pt x="2292906" y="377259"/>
                  </a:lnTo>
                  <a:lnTo>
                    <a:pt x="2297946" y="377259"/>
                  </a:lnTo>
                  <a:lnTo>
                    <a:pt x="2302985" y="377259"/>
                  </a:lnTo>
                  <a:lnTo>
                    <a:pt x="2308024" y="377259"/>
                  </a:lnTo>
                  <a:lnTo>
                    <a:pt x="2313064" y="377259"/>
                  </a:lnTo>
                  <a:lnTo>
                    <a:pt x="2318103" y="377259"/>
                  </a:lnTo>
                  <a:lnTo>
                    <a:pt x="2323143" y="377259"/>
                  </a:lnTo>
                  <a:lnTo>
                    <a:pt x="2328182" y="377259"/>
                  </a:lnTo>
                  <a:lnTo>
                    <a:pt x="2333221" y="377259"/>
                  </a:lnTo>
                  <a:lnTo>
                    <a:pt x="2338261" y="377259"/>
                  </a:lnTo>
                  <a:lnTo>
                    <a:pt x="2343300" y="377259"/>
                  </a:lnTo>
                  <a:lnTo>
                    <a:pt x="2348339" y="377259"/>
                  </a:lnTo>
                  <a:lnTo>
                    <a:pt x="2353379" y="377259"/>
                  </a:lnTo>
                  <a:lnTo>
                    <a:pt x="2358418" y="377259"/>
                  </a:lnTo>
                  <a:lnTo>
                    <a:pt x="2363457" y="377259"/>
                  </a:lnTo>
                  <a:lnTo>
                    <a:pt x="2368497" y="377259"/>
                  </a:lnTo>
                  <a:lnTo>
                    <a:pt x="2373536" y="377259"/>
                  </a:lnTo>
                  <a:lnTo>
                    <a:pt x="2378575" y="377259"/>
                  </a:lnTo>
                  <a:lnTo>
                    <a:pt x="2383615" y="377259"/>
                  </a:lnTo>
                  <a:lnTo>
                    <a:pt x="2388654" y="377259"/>
                  </a:lnTo>
                  <a:lnTo>
                    <a:pt x="2393694" y="377259"/>
                  </a:lnTo>
                  <a:lnTo>
                    <a:pt x="2398733" y="377259"/>
                  </a:lnTo>
                  <a:lnTo>
                    <a:pt x="2403772" y="377259"/>
                  </a:lnTo>
                  <a:lnTo>
                    <a:pt x="2408812" y="377259"/>
                  </a:lnTo>
                  <a:lnTo>
                    <a:pt x="2413851" y="377259"/>
                  </a:lnTo>
                  <a:lnTo>
                    <a:pt x="2418890" y="377259"/>
                  </a:lnTo>
                  <a:lnTo>
                    <a:pt x="2423930" y="377259"/>
                  </a:lnTo>
                  <a:lnTo>
                    <a:pt x="2428969" y="377259"/>
                  </a:lnTo>
                  <a:lnTo>
                    <a:pt x="2434008" y="377259"/>
                  </a:lnTo>
                  <a:lnTo>
                    <a:pt x="2439048" y="377259"/>
                  </a:lnTo>
                  <a:lnTo>
                    <a:pt x="2444087" y="377259"/>
                  </a:lnTo>
                  <a:lnTo>
                    <a:pt x="2449126" y="377259"/>
                  </a:lnTo>
                  <a:lnTo>
                    <a:pt x="2454166" y="377259"/>
                  </a:lnTo>
                  <a:lnTo>
                    <a:pt x="2459205" y="377259"/>
                  </a:lnTo>
                  <a:lnTo>
                    <a:pt x="2464245" y="377259"/>
                  </a:lnTo>
                  <a:lnTo>
                    <a:pt x="2469284" y="377259"/>
                  </a:lnTo>
                  <a:lnTo>
                    <a:pt x="2474323" y="377259"/>
                  </a:lnTo>
                  <a:lnTo>
                    <a:pt x="2479363" y="377259"/>
                  </a:lnTo>
                  <a:lnTo>
                    <a:pt x="2484402" y="377259"/>
                  </a:lnTo>
                  <a:lnTo>
                    <a:pt x="2489441" y="377259"/>
                  </a:lnTo>
                  <a:lnTo>
                    <a:pt x="2494481" y="377259"/>
                  </a:lnTo>
                  <a:lnTo>
                    <a:pt x="2499520" y="377259"/>
                  </a:lnTo>
                  <a:lnTo>
                    <a:pt x="2504559" y="377259"/>
                  </a:lnTo>
                  <a:lnTo>
                    <a:pt x="2509599" y="377259"/>
                  </a:lnTo>
                  <a:lnTo>
                    <a:pt x="2514638" y="377259"/>
                  </a:lnTo>
                  <a:lnTo>
                    <a:pt x="2519677" y="377259"/>
                  </a:lnTo>
                  <a:lnTo>
                    <a:pt x="2524717" y="377259"/>
                  </a:lnTo>
                  <a:lnTo>
                    <a:pt x="2529756" y="377259"/>
                  </a:lnTo>
                  <a:lnTo>
                    <a:pt x="2534795" y="377259"/>
                  </a:lnTo>
                  <a:lnTo>
                    <a:pt x="2539835" y="377259"/>
                  </a:lnTo>
                  <a:lnTo>
                    <a:pt x="2544874" y="377259"/>
                  </a:lnTo>
                  <a:lnTo>
                    <a:pt x="2549914" y="377259"/>
                  </a:lnTo>
                  <a:lnTo>
                    <a:pt x="2554953" y="377259"/>
                  </a:lnTo>
                  <a:lnTo>
                    <a:pt x="2559992" y="377259"/>
                  </a:lnTo>
                  <a:lnTo>
                    <a:pt x="2565032" y="377259"/>
                  </a:lnTo>
                  <a:lnTo>
                    <a:pt x="2570071" y="377259"/>
                  </a:lnTo>
                  <a:lnTo>
                    <a:pt x="2575110" y="377259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5547426" y="4827582"/>
              <a:ext cx="2575110" cy="179095"/>
            </a:xfrm>
            <a:custGeom>
              <a:avLst/>
              <a:pathLst>
                <a:path w="2575110" h="179095">
                  <a:moveTo>
                    <a:pt x="0" y="179095"/>
                  </a:moveTo>
                  <a:lnTo>
                    <a:pt x="5039" y="179095"/>
                  </a:lnTo>
                  <a:lnTo>
                    <a:pt x="10078" y="179095"/>
                  </a:lnTo>
                  <a:lnTo>
                    <a:pt x="15118" y="179095"/>
                  </a:lnTo>
                  <a:lnTo>
                    <a:pt x="20157" y="179095"/>
                  </a:lnTo>
                  <a:lnTo>
                    <a:pt x="25196" y="179095"/>
                  </a:lnTo>
                  <a:lnTo>
                    <a:pt x="30236" y="179095"/>
                  </a:lnTo>
                  <a:lnTo>
                    <a:pt x="35275" y="179095"/>
                  </a:lnTo>
                  <a:lnTo>
                    <a:pt x="40314" y="179095"/>
                  </a:lnTo>
                  <a:lnTo>
                    <a:pt x="45354" y="179095"/>
                  </a:lnTo>
                  <a:lnTo>
                    <a:pt x="50393" y="179095"/>
                  </a:lnTo>
                  <a:lnTo>
                    <a:pt x="55432" y="179095"/>
                  </a:lnTo>
                  <a:lnTo>
                    <a:pt x="60472" y="179095"/>
                  </a:lnTo>
                  <a:lnTo>
                    <a:pt x="65511" y="179095"/>
                  </a:lnTo>
                  <a:lnTo>
                    <a:pt x="70550" y="179095"/>
                  </a:lnTo>
                  <a:lnTo>
                    <a:pt x="75590" y="179095"/>
                  </a:lnTo>
                  <a:lnTo>
                    <a:pt x="80629" y="179095"/>
                  </a:lnTo>
                  <a:lnTo>
                    <a:pt x="85669" y="179095"/>
                  </a:lnTo>
                  <a:lnTo>
                    <a:pt x="90708" y="179095"/>
                  </a:lnTo>
                  <a:lnTo>
                    <a:pt x="95747" y="179095"/>
                  </a:lnTo>
                  <a:lnTo>
                    <a:pt x="100787" y="179095"/>
                  </a:lnTo>
                  <a:lnTo>
                    <a:pt x="105826" y="179095"/>
                  </a:lnTo>
                  <a:lnTo>
                    <a:pt x="110865" y="179095"/>
                  </a:lnTo>
                  <a:lnTo>
                    <a:pt x="115905" y="179095"/>
                  </a:lnTo>
                  <a:lnTo>
                    <a:pt x="120944" y="179095"/>
                  </a:lnTo>
                  <a:lnTo>
                    <a:pt x="125983" y="179095"/>
                  </a:lnTo>
                  <a:lnTo>
                    <a:pt x="131023" y="179095"/>
                  </a:lnTo>
                  <a:lnTo>
                    <a:pt x="136062" y="179095"/>
                  </a:lnTo>
                  <a:lnTo>
                    <a:pt x="141101" y="179095"/>
                  </a:lnTo>
                  <a:lnTo>
                    <a:pt x="146141" y="179095"/>
                  </a:lnTo>
                  <a:lnTo>
                    <a:pt x="151180" y="179095"/>
                  </a:lnTo>
                  <a:lnTo>
                    <a:pt x="156220" y="179095"/>
                  </a:lnTo>
                  <a:lnTo>
                    <a:pt x="161259" y="179095"/>
                  </a:lnTo>
                  <a:lnTo>
                    <a:pt x="166298" y="179094"/>
                  </a:lnTo>
                  <a:lnTo>
                    <a:pt x="171338" y="179094"/>
                  </a:lnTo>
                  <a:lnTo>
                    <a:pt x="176377" y="179093"/>
                  </a:lnTo>
                  <a:lnTo>
                    <a:pt x="181416" y="179093"/>
                  </a:lnTo>
                  <a:lnTo>
                    <a:pt x="186456" y="179092"/>
                  </a:lnTo>
                  <a:lnTo>
                    <a:pt x="191495" y="179090"/>
                  </a:lnTo>
                  <a:lnTo>
                    <a:pt x="196534" y="179088"/>
                  </a:lnTo>
                  <a:lnTo>
                    <a:pt x="201574" y="179085"/>
                  </a:lnTo>
                  <a:lnTo>
                    <a:pt x="206613" y="179080"/>
                  </a:lnTo>
                  <a:lnTo>
                    <a:pt x="211652" y="179074"/>
                  </a:lnTo>
                  <a:lnTo>
                    <a:pt x="216692" y="179066"/>
                  </a:lnTo>
                  <a:lnTo>
                    <a:pt x="221731" y="179056"/>
                  </a:lnTo>
                  <a:lnTo>
                    <a:pt x="226771" y="179043"/>
                  </a:lnTo>
                  <a:lnTo>
                    <a:pt x="231810" y="179026"/>
                  </a:lnTo>
                  <a:lnTo>
                    <a:pt x="236849" y="179005"/>
                  </a:lnTo>
                  <a:lnTo>
                    <a:pt x="241889" y="178979"/>
                  </a:lnTo>
                  <a:lnTo>
                    <a:pt x="246928" y="178948"/>
                  </a:lnTo>
                  <a:lnTo>
                    <a:pt x="251967" y="178911"/>
                  </a:lnTo>
                  <a:lnTo>
                    <a:pt x="257007" y="178867"/>
                  </a:lnTo>
                  <a:lnTo>
                    <a:pt x="262046" y="178816"/>
                  </a:lnTo>
                  <a:lnTo>
                    <a:pt x="267085" y="178759"/>
                  </a:lnTo>
                  <a:lnTo>
                    <a:pt x="272125" y="178695"/>
                  </a:lnTo>
                  <a:lnTo>
                    <a:pt x="277164" y="178625"/>
                  </a:lnTo>
                  <a:lnTo>
                    <a:pt x="282203" y="178549"/>
                  </a:lnTo>
                  <a:lnTo>
                    <a:pt x="287243" y="178469"/>
                  </a:lnTo>
                  <a:lnTo>
                    <a:pt x="292282" y="178385"/>
                  </a:lnTo>
                  <a:lnTo>
                    <a:pt x="297321" y="178298"/>
                  </a:lnTo>
                  <a:lnTo>
                    <a:pt x="302361" y="178210"/>
                  </a:lnTo>
                  <a:lnTo>
                    <a:pt x="307400" y="178123"/>
                  </a:lnTo>
                  <a:lnTo>
                    <a:pt x="312440" y="178038"/>
                  </a:lnTo>
                  <a:lnTo>
                    <a:pt x="317479" y="177956"/>
                  </a:lnTo>
                  <a:lnTo>
                    <a:pt x="322518" y="177879"/>
                  </a:lnTo>
                  <a:lnTo>
                    <a:pt x="327558" y="177805"/>
                  </a:lnTo>
                  <a:lnTo>
                    <a:pt x="332597" y="177737"/>
                  </a:lnTo>
                  <a:lnTo>
                    <a:pt x="337636" y="177673"/>
                  </a:lnTo>
                  <a:lnTo>
                    <a:pt x="342676" y="177614"/>
                  </a:lnTo>
                  <a:lnTo>
                    <a:pt x="347715" y="177558"/>
                  </a:lnTo>
                  <a:lnTo>
                    <a:pt x="352754" y="177503"/>
                  </a:lnTo>
                  <a:lnTo>
                    <a:pt x="357794" y="177446"/>
                  </a:lnTo>
                  <a:lnTo>
                    <a:pt x="362833" y="177387"/>
                  </a:lnTo>
                  <a:lnTo>
                    <a:pt x="367872" y="177323"/>
                  </a:lnTo>
                  <a:lnTo>
                    <a:pt x="372912" y="177253"/>
                  </a:lnTo>
                  <a:lnTo>
                    <a:pt x="377951" y="177173"/>
                  </a:lnTo>
                  <a:lnTo>
                    <a:pt x="382991" y="177084"/>
                  </a:lnTo>
                  <a:lnTo>
                    <a:pt x="388030" y="176983"/>
                  </a:lnTo>
                  <a:lnTo>
                    <a:pt x="393069" y="176871"/>
                  </a:lnTo>
                  <a:lnTo>
                    <a:pt x="398109" y="176751"/>
                  </a:lnTo>
                  <a:lnTo>
                    <a:pt x="403148" y="176623"/>
                  </a:lnTo>
                  <a:lnTo>
                    <a:pt x="408187" y="176491"/>
                  </a:lnTo>
                  <a:lnTo>
                    <a:pt x="413227" y="176359"/>
                  </a:lnTo>
                  <a:lnTo>
                    <a:pt x="418266" y="176231"/>
                  </a:lnTo>
                  <a:lnTo>
                    <a:pt x="423305" y="176111"/>
                  </a:lnTo>
                  <a:lnTo>
                    <a:pt x="428345" y="176003"/>
                  </a:lnTo>
                  <a:lnTo>
                    <a:pt x="433384" y="175915"/>
                  </a:lnTo>
                  <a:lnTo>
                    <a:pt x="438423" y="175851"/>
                  </a:lnTo>
                  <a:lnTo>
                    <a:pt x="443463" y="175812"/>
                  </a:lnTo>
                  <a:lnTo>
                    <a:pt x="448502" y="175800"/>
                  </a:lnTo>
                  <a:lnTo>
                    <a:pt x="453542" y="175818"/>
                  </a:lnTo>
                  <a:lnTo>
                    <a:pt x="458581" y="175864"/>
                  </a:lnTo>
                  <a:lnTo>
                    <a:pt x="463620" y="175938"/>
                  </a:lnTo>
                  <a:lnTo>
                    <a:pt x="468660" y="176037"/>
                  </a:lnTo>
                  <a:lnTo>
                    <a:pt x="473699" y="176158"/>
                  </a:lnTo>
                  <a:lnTo>
                    <a:pt x="478738" y="176299"/>
                  </a:lnTo>
                  <a:lnTo>
                    <a:pt x="483778" y="176452"/>
                  </a:lnTo>
                  <a:lnTo>
                    <a:pt x="488817" y="176612"/>
                  </a:lnTo>
                  <a:lnTo>
                    <a:pt x="493856" y="176774"/>
                  </a:lnTo>
                  <a:lnTo>
                    <a:pt x="498896" y="176934"/>
                  </a:lnTo>
                  <a:lnTo>
                    <a:pt x="503935" y="177087"/>
                  </a:lnTo>
                  <a:lnTo>
                    <a:pt x="508974" y="177229"/>
                  </a:lnTo>
                  <a:lnTo>
                    <a:pt x="514014" y="177358"/>
                  </a:lnTo>
                  <a:lnTo>
                    <a:pt x="519053" y="177471"/>
                  </a:lnTo>
                  <a:lnTo>
                    <a:pt x="524093" y="177565"/>
                  </a:lnTo>
                  <a:lnTo>
                    <a:pt x="529132" y="177641"/>
                  </a:lnTo>
                  <a:lnTo>
                    <a:pt x="534171" y="177698"/>
                  </a:lnTo>
                  <a:lnTo>
                    <a:pt x="539211" y="177739"/>
                  </a:lnTo>
                  <a:lnTo>
                    <a:pt x="544250" y="177765"/>
                  </a:lnTo>
                  <a:lnTo>
                    <a:pt x="549289" y="177776"/>
                  </a:lnTo>
                  <a:lnTo>
                    <a:pt x="554329" y="177777"/>
                  </a:lnTo>
                  <a:lnTo>
                    <a:pt x="559368" y="177769"/>
                  </a:lnTo>
                  <a:lnTo>
                    <a:pt x="564407" y="177754"/>
                  </a:lnTo>
                  <a:lnTo>
                    <a:pt x="569447" y="177734"/>
                  </a:lnTo>
                  <a:lnTo>
                    <a:pt x="574486" y="177713"/>
                  </a:lnTo>
                  <a:lnTo>
                    <a:pt x="579525" y="177692"/>
                  </a:lnTo>
                  <a:lnTo>
                    <a:pt x="584565" y="177671"/>
                  </a:lnTo>
                  <a:lnTo>
                    <a:pt x="589604" y="177650"/>
                  </a:lnTo>
                  <a:lnTo>
                    <a:pt x="594643" y="177628"/>
                  </a:lnTo>
                  <a:lnTo>
                    <a:pt x="599683" y="177605"/>
                  </a:lnTo>
                  <a:lnTo>
                    <a:pt x="604722" y="177577"/>
                  </a:lnTo>
                  <a:lnTo>
                    <a:pt x="609762" y="177542"/>
                  </a:lnTo>
                  <a:lnTo>
                    <a:pt x="614801" y="177494"/>
                  </a:lnTo>
                  <a:lnTo>
                    <a:pt x="619840" y="177429"/>
                  </a:lnTo>
                  <a:lnTo>
                    <a:pt x="624880" y="177345"/>
                  </a:lnTo>
                  <a:lnTo>
                    <a:pt x="629919" y="177236"/>
                  </a:lnTo>
                  <a:lnTo>
                    <a:pt x="634958" y="177100"/>
                  </a:lnTo>
                  <a:lnTo>
                    <a:pt x="639998" y="176935"/>
                  </a:lnTo>
                  <a:lnTo>
                    <a:pt x="645037" y="176737"/>
                  </a:lnTo>
                  <a:lnTo>
                    <a:pt x="650076" y="176507"/>
                  </a:lnTo>
                  <a:lnTo>
                    <a:pt x="655116" y="176243"/>
                  </a:lnTo>
                  <a:lnTo>
                    <a:pt x="660155" y="175943"/>
                  </a:lnTo>
                  <a:lnTo>
                    <a:pt x="665194" y="175612"/>
                  </a:lnTo>
                  <a:lnTo>
                    <a:pt x="670234" y="175253"/>
                  </a:lnTo>
                  <a:lnTo>
                    <a:pt x="675273" y="174867"/>
                  </a:lnTo>
                  <a:lnTo>
                    <a:pt x="680313" y="174455"/>
                  </a:lnTo>
                  <a:lnTo>
                    <a:pt x="685352" y="174020"/>
                  </a:lnTo>
                  <a:lnTo>
                    <a:pt x="690391" y="173562"/>
                  </a:lnTo>
                  <a:lnTo>
                    <a:pt x="695431" y="173079"/>
                  </a:lnTo>
                  <a:lnTo>
                    <a:pt x="700470" y="172570"/>
                  </a:lnTo>
                  <a:lnTo>
                    <a:pt x="705509" y="172026"/>
                  </a:lnTo>
                  <a:lnTo>
                    <a:pt x="710549" y="171445"/>
                  </a:lnTo>
                  <a:lnTo>
                    <a:pt x="715588" y="170820"/>
                  </a:lnTo>
                  <a:lnTo>
                    <a:pt x="720627" y="170142"/>
                  </a:lnTo>
                  <a:lnTo>
                    <a:pt x="725667" y="169403"/>
                  </a:lnTo>
                  <a:lnTo>
                    <a:pt x="730706" y="168592"/>
                  </a:lnTo>
                  <a:lnTo>
                    <a:pt x="735745" y="167698"/>
                  </a:lnTo>
                  <a:lnTo>
                    <a:pt x="740785" y="166709"/>
                  </a:lnTo>
                  <a:lnTo>
                    <a:pt x="745824" y="165615"/>
                  </a:lnTo>
                  <a:lnTo>
                    <a:pt x="750864" y="164387"/>
                  </a:lnTo>
                  <a:lnTo>
                    <a:pt x="755903" y="163027"/>
                  </a:lnTo>
                  <a:lnTo>
                    <a:pt x="760942" y="161527"/>
                  </a:lnTo>
                  <a:lnTo>
                    <a:pt x="765982" y="159879"/>
                  </a:lnTo>
                  <a:lnTo>
                    <a:pt x="771021" y="158076"/>
                  </a:lnTo>
                  <a:lnTo>
                    <a:pt x="776060" y="156114"/>
                  </a:lnTo>
                  <a:lnTo>
                    <a:pt x="781100" y="153987"/>
                  </a:lnTo>
                  <a:lnTo>
                    <a:pt x="786139" y="151694"/>
                  </a:lnTo>
                  <a:lnTo>
                    <a:pt x="791178" y="149235"/>
                  </a:lnTo>
                  <a:lnTo>
                    <a:pt x="796218" y="146586"/>
                  </a:lnTo>
                  <a:lnTo>
                    <a:pt x="801257" y="143775"/>
                  </a:lnTo>
                  <a:lnTo>
                    <a:pt x="806296" y="140806"/>
                  </a:lnTo>
                  <a:lnTo>
                    <a:pt x="811336" y="137683"/>
                  </a:lnTo>
                  <a:lnTo>
                    <a:pt x="816375" y="134411"/>
                  </a:lnTo>
                  <a:lnTo>
                    <a:pt x="821415" y="130994"/>
                  </a:lnTo>
                  <a:lnTo>
                    <a:pt x="826454" y="127437"/>
                  </a:lnTo>
                  <a:lnTo>
                    <a:pt x="831493" y="123745"/>
                  </a:lnTo>
                  <a:lnTo>
                    <a:pt x="836533" y="119920"/>
                  </a:lnTo>
                  <a:lnTo>
                    <a:pt x="841572" y="115948"/>
                  </a:lnTo>
                  <a:lnTo>
                    <a:pt x="846611" y="111849"/>
                  </a:lnTo>
                  <a:lnTo>
                    <a:pt x="851651" y="107624"/>
                  </a:lnTo>
                  <a:lnTo>
                    <a:pt x="856690" y="103273"/>
                  </a:lnTo>
                  <a:lnTo>
                    <a:pt x="861729" y="98797"/>
                  </a:lnTo>
                  <a:lnTo>
                    <a:pt x="866769" y="94195"/>
                  </a:lnTo>
                  <a:lnTo>
                    <a:pt x="871808" y="89471"/>
                  </a:lnTo>
                  <a:lnTo>
                    <a:pt x="876847" y="84626"/>
                  </a:lnTo>
                  <a:lnTo>
                    <a:pt x="881887" y="79664"/>
                  </a:lnTo>
                  <a:lnTo>
                    <a:pt x="886926" y="74585"/>
                  </a:lnTo>
                  <a:lnTo>
                    <a:pt x="891965" y="69415"/>
                  </a:lnTo>
                  <a:lnTo>
                    <a:pt x="897005" y="64176"/>
                  </a:lnTo>
                  <a:lnTo>
                    <a:pt x="902044" y="58889"/>
                  </a:lnTo>
                  <a:lnTo>
                    <a:pt x="907084" y="53585"/>
                  </a:lnTo>
                  <a:lnTo>
                    <a:pt x="912123" y="48296"/>
                  </a:lnTo>
                  <a:lnTo>
                    <a:pt x="917162" y="43062"/>
                  </a:lnTo>
                  <a:lnTo>
                    <a:pt x="922202" y="37924"/>
                  </a:lnTo>
                  <a:lnTo>
                    <a:pt x="927241" y="32931"/>
                  </a:lnTo>
                  <a:lnTo>
                    <a:pt x="932280" y="28160"/>
                  </a:lnTo>
                  <a:lnTo>
                    <a:pt x="937320" y="23638"/>
                  </a:lnTo>
                  <a:lnTo>
                    <a:pt x="942359" y="19410"/>
                  </a:lnTo>
                  <a:lnTo>
                    <a:pt x="947398" y="15516"/>
                  </a:lnTo>
                  <a:lnTo>
                    <a:pt x="952438" y="11994"/>
                  </a:lnTo>
                  <a:lnTo>
                    <a:pt x="957477" y="8873"/>
                  </a:lnTo>
                  <a:lnTo>
                    <a:pt x="962516" y="6182"/>
                  </a:lnTo>
                  <a:lnTo>
                    <a:pt x="967556" y="3941"/>
                  </a:lnTo>
                  <a:lnTo>
                    <a:pt x="972595" y="2181"/>
                  </a:lnTo>
                  <a:lnTo>
                    <a:pt x="977635" y="960"/>
                  </a:lnTo>
                  <a:lnTo>
                    <a:pt x="982674" y="231"/>
                  </a:lnTo>
                  <a:lnTo>
                    <a:pt x="987713" y="0"/>
                  </a:lnTo>
                  <a:lnTo>
                    <a:pt x="992753" y="269"/>
                  </a:lnTo>
                  <a:lnTo>
                    <a:pt x="997792" y="1041"/>
                  </a:lnTo>
                  <a:lnTo>
                    <a:pt x="1002831" y="2314"/>
                  </a:lnTo>
                  <a:lnTo>
                    <a:pt x="1007871" y="4082"/>
                  </a:lnTo>
                  <a:lnTo>
                    <a:pt x="1012910" y="6337"/>
                  </a:lnTo>
                  <a:lnTo>
                    <a:pt x="1017949" y="9082"/>
                  </a:lnTo>
                  <a:lnTo>
                    <a:pt x="1022989" y="12327"/>
                  </a:lnTo>
                  <a:lnTo>
                    <a:pt x="1028028" y="15994"/>
                  </a:lnTo>
                  <a:lnTo>
                    <a:pt x="1033067" y="20048"/>
                  </a:lnTo>
                  <a:lnTo>
                    <a:pt x="1038107" y="24452"/>
                  </a:lnTo>
                  <a:lnTo>
                    <a:pt x="1043146" y="29163"/>
                  </a:lnTo>
                  <a:lnTo>
                    <a:pt x="1048186" y="34136"/>
                  </a:lnTo>
                  <a:lnTo>
                    <a:pt x="1053225" y="39324"/>
                  </a:lnTo>
                  <a:lnTo>
                    <a:pt x="1058264" y="44681"/>
                  </a:lnTo>
                  <a:lnTo>
                    <a:pt x="1063304" y="50164"/>
                  </a:lnTo>
                  <a:lnTo>
                    <a:pt x="1068343" y="55728"/>
                  </a:lnTo>
                  <a:lnTo>
                    <a:pt x="1073382" y="61325"/>
                  </a:lnTo>
                  <a:lnTo>
                    <a:pt x="1078422" y="66927"/>
                  </a:lnTo>
                  <a:lnTo>
                    <a:pt x="1083461" y="72507"/>
                  </a:lnTo>
                  <a:lnTo>
                    <a:pt x="1088500" y="78045"/>
                  </a:lnTo>
                  <a:lnTo>
                    <a:pt x="1093540" y="83527"/>
                  </a:lnTo>
                  <a:lnTo>
                    <a:pt x="1098579" y="88938"/>
                  </a:lnTo>
                  <a:lnTo>
                    <a:pt x="1103618" y="94267"/>
                  </a:lnTo>
                  <a:lnTo>
                    <a:pt x="1108658" y="99501"/>
                  </a:lnTo>
                  <a:lnTo>
                    <a:pt x="1113697" y="104622"/>
                  </a:lnTo>
                  <a:lnTo>
                    <a:pt x="1118736" y="109628"/>
                  </a:lnTo>
                  <a:lnTo>
                    <a:pt x="1123776" y="114506"/>
                  </a:lnTo>
                  <a:lnTo>
                    <a:pt x="1128815" y="119243"/>
                  </a:lnTo>
                  <a:lnTo>
                    <a:pt x="1133855" y="123824"/>
                  </a:lnTo>
                  <a:lnTo>
                    <a:pt x="1138894" y="128233"/>
                  </a:lnTo>
                  <a:lnTo>
                    <a:pt x="1143933" y="132456"/>
                  </a:lnTo>
                  <a:lnTo>
                    <a:pt x="1148973" y="136476"/>
                  </a:lnTo>
                  <a:lnTo>
                    <a:pt x="1154012" y="140269"/>
                  </a:lnTo>
                  <a:lnTo>
                    <a:pt x="1159051" y="143813"/>
                  </a:lnTo>
                  <a:lnTo>
                    <a:pt x="1164091" y="147120"/>
                  </a:lnTo>
                  <a:lnTo>
                    <a:pt x="1169130" y="150187"/>
                  </a:lnTo>
                  <a:lnTo>
                    <a:pt x="1174169" y="153013"/>
                  </a:lnTo>
                  <a:lnTo>
                    <a:pt x="1179209" y="155604"/>
                  </a:lnTo>
                  <a:lnTo>
                    <a:pt x="1184248" y="157964"/>
                  </a:lnTo>
                  <a:lnTo>
                    <a:pt x="1189287" y="160103"/>
                  </a:lnTo>
                  <a:lnTo>
                    <a:pt x="1194327" y="162035"/>
                  </a:lnTo>
                  <a:lnTo>
                    <a:pt x="1199366" y="163760"/>
                  </a:lnTo>
                  <a:lnTo>
                    <a:pt x="1204406" y="165295"/>
                  </a:lnTo>
                  <a:lnTo>
                    <a:pt x="1209445" y="166671"/>
                  </a:lnTo>
                  <a:lnTo>
                    <a:pt x="1214484" y="167903"/>
                  </a:lnTo>
                  <a:lnTo>
                    <a:pt x="1219524" y="169007"/>
                  </a:lnTo>
                  <a:lnTo>
                    <a:pt x="1224563" y="169997"/>
                  </a:lnTo>
                  <a:lnTo>
                    <a:pt x="1229602" y="170886"/>
                  </a:lnTo>
                  <a:lnTo>
                    <a:pt x="1234642" y="171685"/>
                  </a:lnTo>
                  <a:lnTo>
                    <a:pt x="1239681" y="172406"/>
                  </a:lnTo>
                  <a:lnTo>
                    <a:pt x="1244720" y="173054"/>
                  </a:lnTo>
                  <a:lnTo>
                    <a:pt x="1249760" y="173638"/>
                  </a:lnTo>
                  <a:lnTo>
                    <a:pt x="1254799" y="174170"/>
                  </a:lnTo>
                  <a:lnTo>
                    <a:pt x="1259838" y="174655"/>
                  </a:lnTo>
                  <a:lnTo>
                    <a:pt x="1264878" y="175098"/>
                  </a:lnTo>
                  <a:lnTo>
                    <a:pt x="1269917" y="175502"/>
                  </a:lnTo>
                  <a:lnTo>
                    <a:pt x="1274957" y="175872"/>
                  </a:lnTo>
                  <a:lnTo>
                    <a:pt x="1279996" y="176209"/>
                  </a:lnTo>
                  <a:lnTo>
                    <a:pt x="1285035" y="176517"/>
                  </a:lnTo>
                  <a:lnTo>
                    <a:pt x="1290075" y="176794"/>
                  </a:lnTo>
                  <a:lnTo>
                    <a:pt x="1295114" y="177043"/>
                  </a:lnTo>
                  <a:lnTo>
                    <a:pt x="1300153" y="177268"/>
                  </a:lnTo>
                  <a:lnTo>
                    <a:pt x="1305193" y="177469"/>
                  </a:lnTo>
                  <a:lnTo>
                    <a:pt x="1310232" y="177647"/>
                  </a:lnTo>
                  <a:lnTo>
                    <a:pt x="1315271" y="177803"/>
                  </a:lnTo>
                  <a:lnTo>
                    <a:pt x="1320311" y="177940"/>
                  </a:lnTo>
                  <a:lnTo>
                    <a:pt x="1325350" y="178057"/>
                  </a:lnTo>
                  <a:lnTo>
                    <a:pt x="1330389" y="178157"/>
                  </a:lnTo>
                  <a:lnTo>
                    <a:pt x="1335429" y="178240"/>
                  </a:lnTo>
                  <a:lnTo>
                    <a:pt x="1340468" y="178307"/>
                  </a:lnTo>
                  <a:lnTo>
                    <a:pt x="1345508" y="178362"/>
                  </a:lnTo>
                  <a:lnTo>
                    <a:pt x="1350547" y="178406"/>
                  </a:lnTo>
                  <a:lnTo>
                    <a:pt x="1355586" y="178441"/>
                  </a:lnTo>
                  <a:lnTo>
                    <a:pt x="1360626" y="178471"/>
                  </a:lnTo>
                  <a:lnTo>
                    <a:pt x="1365665" y="178495"/>
                  </a:lnTo>
                  <a:lnTo>
                    <a:pt x="1370704" y="178516"/>
                  </a:lnTo>
                  <a:lnTo>
                    <a:pt x="1375744" y="178537"/>
                  </a:lnTo>
                  <a:lnTo>
                    <a:pt x="1380783" y="178557"/>
                  </a:lnTo>
                  <a:lnTo>
                    <a:pt x="1385822" y="178579"/>
                  </a:lnTo>
                  <a:lnTo>
                    <a:pt x="1390862" y="178604"/>
                  </a:lnTo>
                  <a:lnTo>
                    <a:pt x="1395901" y="178631"/>
                  </a:lnTo>
                  <a:lnTo>
                    <a:pt x="1400940" y="178661"/>
                  </a:lnTo>
                  <a:lnTo>
                    <a:pt x="1405980" y="178693"/>
                  </a:lnTo>
                  <a:lnTo>
                    <a:pt x="1411019" y="178727"/>
                  </a:lnTo>
                  <a:lnTo>
                    <a:pt x="1416058" y="178763"/>
                  </a:lnTo>
                  <a:lnTo>
                    <a:pt x="1421098" y="178799"/>
                  </a:lnTo>
                  <a:lnTo>
                    <a:pt x="1426137" y="178835"/>
                  </a:lnTo>
                  <a:lnTo>
                    <a:pt x="1431177" y="178869"/>
                  </a:lnTo>
                  <a:lnTo>
                    <a:pt x="1436216" y="178902"/>
                  </a:lnTo>
                  <a:lnTo>
                    <a:pt x="1441255" y="178932"/>
                  </a:lnTo>
                  <a:lnTo>
                    <a:pt x="1446295" y="178960"/>
                  </a:lnTo>
                  <a:lnTo>
                    <a:pt x="1451334" y="178984"/>
                  </a:lnTo>
                  <a:lnTo>
                    <a:pt x="1456373" y="179006"/>
                  </a:lnTo>
                  <a:lnTo>
                    <a:pt x="1461413" y="179024"/>
                  </a:lnTo>
                  <a:lnTo>
                    <a:pt x="1466452" y="179040"/>
                  </a:lnTo>
                  <a:lnTo>
                    <a:pt x="1471491" y="179053"/>
                  </a:lnTo>
                  <a:lnTo>
                    <a:pt x="1476531" y="179063"/>
                  </a:lnTo>
                  <a:lnTo>
                    <a:pt x="1481570" y="179071"/>
                  </a:lnTo>
                  <a:lnTo>
                    <a:pt x="1486609" y="179077"/>
                  </a:lnTo>
                  <a:lnTo>
                    <a:pt x="1491649" y="179082"/>
                  </a:lnTo>
                  <a:lnTo>
                    <a:pt x="1496688" y="179086"/>
                  </a:lnTo>
                  <a:lnTo>
                    <a:pt x="1501728" y="179089"/>
                  </a:lnTo>
                  <a:lnTo>
                    <a:pt x="1506767" y="179091"/>
                  </a:lnTo>
                  <a:lnTo>
                    <a:pt x="1511806" y="179092"/>
                  </a:lnTo>
                  <a:lnTo>
                    <a:pt x="1516846" y="179093"/>
                  </a:lnTo>
                  <a:lnTo>
                    <a:pt x="1521885" y="179094"/>
                  </a:lnTo>
                  <a:lnTo>
                    <a:pt x="1526924" y="179094"/>
                  </a:lnTo>
                  <a:lnTo>
                    <a:pt x="1531964" y="179094"/>
                  </a:lnTo>
                  <a:lnTo>
                    <a:pt x="1537003" y="179095"/>
                  </a:lnTo>
                  <a:lnTo>
                    <a:pt x="1542042" y="179095"/>
                  </a:lnTo>
                  <a:lnTo>
                    <a:pt x="1547082" y="179095"/>
                  </a:lnTo>
                  <a:lnTo>
                    <a:pt x="1552121" y="179095"/>
                  </a:lnTo>
                  <a:lnTo>
                    <a:pt x="1557160" y="179095"/>
                  </a:lnTo>
                  <a:lnTo>
                    <a:pt x="1562200" y="179095"/>
                  </a:lnTo>
                  <a:lnTo>
                    <a:pt x="1567239" y="179095"/>
                  </a:lnTo>
                  <a:lnTo>
                    <a:pt x="1572279" y="179095"/>
                  </a:lnTo>
                  <a:lnTo>
                    <a:pt x="1577318" y="179095"/>
                  </a:lnTo>
                  <a:lnTo>
                    <a:pt x="1582357" y="179095"/>
                  </a:lnTo>
                  <a:lnTo>
                    <a:pt x="1587397" y="179095"/>
                  </a:lnTo>
                  <a:lnTo>
                    <a:pt x="1592436" y="179095"/>
                  </a:lnTo>
                  <a:lnTo>
                    <a:pt x="1597475" y="179095"/>
                  </a:lnTo>
                  <a:lnTo>
                    <a:pt x="1602515" y="179095"/>
                  </a:lnTo>
                  <a:lnTo>
                    <a:pt x="1607554" y="179095"/>
                  </a:lnTo>
                  <a:lnTo>
                    <a:pt x="1612593" y="179095"/>
                  </a:lnTo>
                  <a:lnTo>
                    <a:pt x="1617633" y="179095"/>
                  </a:lnTo>
                  <a:lnTo>
                    <a:pt x="1622672" y="179095"/>
                  </a:lnTo>
                  <a:lnTo>
                    <a:pt x="1627711" y="179095"/>
                  </a:lnTo>
                  <a:lnTo>
                    <a:pt x="1632751" y="179095"/>
                  </a:lnTo>
                  <a:lnTo>
                    <a:pt x="1637790" y="179095"/>
                  </a:lnTo>
                  <a:lnTo>
                    <a:pt x="1642830" y="179095"/>
                  </a:lnTo>
                  <a:lnTo>
                    <a:pt x="1647869" y="179095"/>
                  </a:lnTo>
                  <a:lnTo>
                    <a:pt x="1652908" y="179095"/>
                  </a:lnTo>
                  <a:lnTo>
                    <a:pt x="1657948" y="179095"/>
                  </a:lnTo>
                  <a:lnTo>
                    <a:pt x="1662987" y="179095"/>
                  </a:lnTo>
                  <a:lnTo>
                    <a:pt x="1668026" y="179095"/>
                  </a:lnTo>
                  <a:lnTo>
                    <a:pt x="1673066" y="179095"/>
                  </a:lnTo>
                  <a:lnTo>
                    <a:pt x="1678105" y="179095"/>
                  </a:lnTo>
                  <a:lnTo>
                    <a:pt x="1683144" y="179095"/>
                  </a:lnTo>
                  <a:lnTo>
                    <a:pt x="1688184" y="179095"/>
                  </a:lnTo>
                  <a:lnTo>
                    <a:pt x="1693223" y="179095"/>
                  </a:lnTo>
                  <a:lnTo>
                    <a:pt x="1698262" y="179095"/>
                  </a:lnTo>
                  <a:lnTo>
                    <a:pt x="1703302" y="179095"/>
                  </a:lnTo>
                  <a:lnTo>
                    <a:pt x="1708341" y="179095"/>
                  </a:lnTo>
                  <a:lnTo>
                    <a:pt x="1713380" y="179095"/>
                  </a:lnTo>
                  <a:lnTo>
                    <a:pt x="1718420" y="179095"/>
                  </a:lnTo>
                  <a:lnTo>
                    <a:pt x="1723459" y="179095"/>
                  </a:lnTo>
                  <a:lnTo>
                    <a:pt x="1728499" y="179095"/>
                  </a:lnTo>
                  <a:lnTo>
                    <a:pt x="1733538" y="179095"/>
                  </a:lnTo>
                  <a:lnTo>
                    <a:pt x="1738577" y="179095"/>
                  </a:lnTo>
                  <a:lnTo>
                    <a:pt x="1743617" y="179095"/>
                  </a:lnTo>
                  <a:lnTo>
                    <a:pt x="1748656" y="179095"/>
                  </a:lnTo>
                  <a:lnTo>
                    <a:pt x="1753695" y="179095"/>
                  </a:lnTo>
                  <a:lnTo>
                    <a:pt x="1758735" y="179095"/>
                  </a:lnTo>
                  <a:lnTo>
                    <a:pt x="1763774" y="179095"/>
                  </a:lnTo>
                  <a:lnTo>
                    <a:pt x="1768813" y="179095"/>
                  </a:lnTo>
                  <a:lnTo>
                    <a:pt x="1773853" y="179095"/>
                  </a:lnTo>
                  <a:lnTo>
                    <a:pt x="1778892" y="179095"/>
                  </a:lnTo>
                  <a:lnTo>
                    <a:pt x="1783931" y="179095"/>
                  </a:lnTo>
                  <a:lnTo>
                    <a:pt x="1788971" y="179095"/>
                  </a:lnTo>
                  <a:lnTo>
                    <a:pt x="1794010" y="179095"/>
                  </a:lnTo>
                  <a:lnTo>
                    <a:pt x="1799050" y="179095"/>
                  </a:lnTo>
                  <a:lnTo>
                    <a:pt x="1804089" y="179095"/>
                  </a:lnTo>
                  <a:lnTo>
                    <a:pt x="1809128" y="179095"/>
                  </a:lnTo>
                  <a:lnTo>
                    <a:pt x="1814168" y="179095"/>
                  </a:lnTo>
                  <a:lnTo>
                    <a:pt x="1819207" y="179095"/>
                  </a:lnTo>
                  <a:lnTo>
                    <a:pt x="1824246" y="179095"/>
                  </a:lnTo>
                  <a:lnTo>
                    <a:pt x="1829286" y="179095"/>
                  </a:lnTo>
                  <a:lnTo>
                    <a:pt x="1834325" y="179095"/>
                  </a:lnTo>
                  <a:lnTo>
                    <a:pt x="1839364" y="179095"/>
                  </a:lnTo>
                  <a:lnTo>
                    <a:pt x="1844404" y="179095"/>
                  </a:lnTo>
                  <a:lnTo>
                    <a:pt x="1849443" y="179095"/>
                  </a:lnTo>
                  <a:lnTo>
                    <a:pt x="1854482" y="179095"/>
                  </a:lnTo>
                  <a:lnTo>
                    <a:pt x="1859522" y="179095"/>
                  </a:lnTo>
                  <a:lnTo>
                    <a:pt x="1864561" y="179095"/>
                  </a:lnTo>
                  <a:lnTo>
                    <a:pt x="1869601" y="179095"/>
                  </a:lnTo>
                  <a:lnTo>
                    <a:pt x="1874640" y="179095"/>
                  </a:lnTo>
                  <a:lnTo>
                    <a:pt x="1879679" y="179095"/>
                  </a:lnTo>
                  <a:lnTo>
                    <a:pt x="1884719" y="179095"/>
                  </a:lnTo>
                  <a:lnTo>
                    <a:pt x="1889758" y="179095"/>
                  </a:lnTo>
                  <a:lnTo>
                    <a:pt x="1894797" y="179095"/>
                  </a:lnTo>
                  <a:lnTo>
                    <a:pt x="1899837" y="179095"/>
                  </a:lnTo>
                  <a:lnTo>
                    <a:pt x="1904876" y="179095"/>
                  </a:lnTo>
                  <a:lnTo>
                    <a:pt x="1909915" y="179095"/>
                  </a:lnTo>
                  <a:lnTo>
                    <a:pt x="1914955" y="179095"/>
                  </a:lnTo>
                  <a:lnTo>
                    <a:pt x="1919994" y="179095"/>
                  </a:lnTo>
                  <a:lnTo>
                    <a:pt x="1925033" y="179095"/>
                  </a:lnTo>
                  <a:lnTo>
                    <a:pt x="1930073" y="179095"/>
                  </a:lnTo>
                  <a:lnTo>
                    <a:pt x="1935112" y="179095"/>
                  </a:lnTo>
                  <a:lnTo>
                    <a:pt x="1940151" y="179095"/>
                  </a:lnTo>
                  <a:lnTo>
                    <a:pt x="1945191" y="179095"/>
                  </a:lnTo>
                  <a:lnTo>
                    <a:pt x="1950230" y="179095"/>
                  </a:lnTo>
                  <a:lnTo>
                    <a:pt x="1955270" y="179095"/>
                  </a:lnTo>
                  <a:lnTo>
                    <a:pt x="1960309" y="179095"/>
                  </a:lnTo>
                  <a:lnTo>
                    <a:pt x="1965348" y="179095"/>
                  </a:lnTo>
                  <a:lnTo>
                    <a:pt x="1970388" y="179095"/>
                  </a:lnTo>
                  <a:lnTo>
                    <a:pt x="1975427" y="179095"/>
                  </a:lnTo>
                  <a:lnTo>
                    <a:pt x="1980466" y="179095"/>
                  </a:lnTo>
                  <a:lnTo>
                    <a:pt x="1985506" y="179095"/>
                  </a:lnTo>
                  <a:lnTo>
                    <a:pt x="1990545" y="179095"/>
                  </a:lnTo>
                  <a:lnTo>
                    <a:pt x="1995584" y="179095"/>
                  </a:lnTo>
                  <a:lnTo>
                    <a:pt x="2000624" y="179095"/>
                  </a:lnTo>
                  <a:lnTo>
                    <a:pt x="2005663" y="179095"/>
                  </a:lnTo>
                  <a:lnTo>
                    <a:pt x="2010702" y="179095"/>
                  </a:lnTo>
                  <a:lnTo>
                    <a:pt x="2015742" y="179095"/>
                  </a:lnTo>
                  <a:lnTo>
                    <a:pt x="2020781" y="179095"/>
                  </a:lnTo>
                  <a:lnTo>
                    <a:pt x="2025821" y="179095"/>
                  </a:lnTo>
                  <a:lnTo>
                    <a:pt x="2030860" y="179095"/>
                  </a:lnTo>
                  <a:lnTo>
                    <a:pt x="2035899" y="179095"/>
                  </a:lnTo>
                  <a:lnTo>
                    <a:pt x="2040939" y="179095"/>
                  </a:lnTo>
                  <a:lnTo>
                    <a:pt x="2045978" y="179095"/>
                  </a:lnTo>
                  <a:lnTo>
                    <a:pt x="2051017" y="179095"/>
                  </a:lnTo>
                  <a:lnTo>
                    <a:pt x="2056057" y="179095"/>
                  </a:lnTo>
                  <a:lnTo>
                    <a:pt x="2061096" y="179095"/>
                  </a:lnTo>
                  <a:lnTo>
                    <a:pt x="2066135" y="179095"/>
                  </a:lnTo>
                  <a:lnTo>
                    <a:pt x="2071175" y="179095"/>
                  </a:lnTo>
                  <a:lnTo>
                    <a:pt x="2076214" y="179095"/>
                  </a:lnTo>
                  <a:lnTo>
                    <a:pt x="2081253" y="179095"/>
                  </a:lnTo>
                  <a:lnTo>
                    <a:pt x="2086293" y="179095"/>
                  </a:lnTo>
                  <a:lnTo>
                    <a:pt x="2091332" y="179095"/>
                  </a:lnTo>
                  <a:lnTo>
                    <a:pt x="2096372" y="179095"/>
                  </a:lnTo>
                  <a:lnTo>
                    <a:pt x="2101411" y="179095"/>
                  </a:lnTo>
                  <a:lnTo>
                    <a:pt x="2106450" y="179095"/>
                  </a:lnTo>
                  <a:lnTo>
                    <a:pt x="2111490" y="179095"/>
                  </a:lnTo>
                  <a:lnTo>
                    <a:pt x="2116529" y="179095"/>
                  </a:lnTo>
                  <a:lnTo>
                    <a:pt x="2121568" y="179095"/>
                  </a:lnTo>
                  <a:lnTo>
                    <a:pt x="2126608" y="179095"/>
                  </a:lnTo>
                  <a:lnTo>
                    <a:pt x="2131647" y="179095"/>
                  </a:lnTo>
                  <a:lnTo>
                    <a:pt x="2136686" y="179095"/>
                  </a:lnTo>
                  <a:lnTo>
                    <a:pt x="2141726" y="179095"/>
                  </a:lnTo>
                  <a:lnTo>
                    <a:pt x="2146765" y="179095"/>
                  </a:lnTo>
                  <a:lnTo>
                    <a:pt x="2151804" y="179095"/>
                  </a:lnTo>
                  <a:lnTo>
                    <a:pt x="2156844" y="179095"/>
                  </a:lnTo>
                  <a:lnTo>
                    <a:pt x="2161883" y="179095"/>
                  </a:lnTo>
                  <a:lnTo>
                    <a:pt x="2166923" y="179095"/>
                  </a:lnTo>
                  <a:lnTo>
                    <a:pt x="2171962" y="179095"/>
                  </a:lnTo>
                  <a:lnTo>
                    <a:pt x="2177001" y="179095"/>
                  </a:lnTo>
                  <a:lnTo>
                    <a:pt x="2182041" y="179095"/>
                  </a:lnTo>
                  <a:lnTo>
                    <a:pt x="2187080" y="179095"/>
                  </a:lnTo>
                  <a:lnTo>
                    <a:pt x="2192119" y="179095"/>
                  </a:lnTo>
                  <a:lnTo>
                    <a:pt x="2197159" y="179095"/>
                  </a:lnTo>
                  <a:lnTo>
                    <a:pt x="2202198" y="179095"/>
                  </a:lnTo>
                  <a:lnTo>
                    <a:pt x="2207237" y="179095"/>
                  </a:lnTo>
                  <a:lnTo>
                    <a:pt x="2212277" y="179095"/>
                  </a:lnTo>
                  <a:lnTo>
                    <a:pt x="2217316" y="179095"/>
                  </a:lnTo>
                  <a:lnTo>
                    <a:pt x="2222355" y="179095"/>
                  </a:lnTo>
                  <a:lnTo>
                    <a:pt x="2227395" y="179095"/>
                  </a:lnTo>
                  <a:lnTo>
                    <a:pt x="2232434" y="179095"/>
                  </a:lnTo>
                  <a:lnTo>
                    <a:pt x="2237473" y="179095"/>
                  </a:lnTo>
                  <a:lnTo>
                    <a:pt x="2242513" y="179095"/>
                  </a:lnTo>
                  <a:lnTo>
                    <a:pt x="2247552" y="179095"/>
                  </a:lnTo>
                  <a:lnTo>
                    <a:pt x="2252592" y="179095"/>
                  </a:lnTo>
                  <a:lnTo>
                    <a:pt x="2257631" y="179095"/>
                  </a:lnTo>
                  <a:lnTo>
                    <a:pt x="2262670" y="179095"/>
                  </a:lnTo>
                  <a:lnTo>
                    <a:pt x="2267710" y="179095"/>
                  </a:lnTo>
                  <a:lnTo>
                    <a:pt x="2272749" y="179095"/>
                  </a:lnTo>
                  <a:lnTo>
                    <a:pt x="2277788" y="179095"/>
                  </a:lnTo>
                  <a:lnTo>
                    <a:pt x="2282828" y="179095"/>
                  </a:lnTo>
                  <a:lnTo>
                    <a:pt x="2287867" y="179095"/>
                  </a:lnTo>
                  <a:lnTo>
                    <a:pt x="2292906" y="179095"/>
                  </a:lnTo>
                  <a:lnTo>
                    <a:pt x="2297946" y="179095"/>
                  </a:lnTo>
                  <a:lnTo>
                    <a:pt x="2302985" y="179095"/>
                  </a:lnTo>
                  <a:lnTo>
                    <a:pt x="2308024" y="179095"/>
                  </a:lnTo>
                  <a:lnTo>
                    <a:pt x="2313064" y="179095"/>
                  </a:lnTo>
                  <a:lnTo>
                    <a:pt x="2318103" y="179095"/>
                  </a:lnTo>
                  <a:lnTo>
                    <a:pt x="2323143" y="179095"/>
                  </a:lnTo>
                  <a:lnTo>
                    <a:pt x="2328182" y="179095"/>
                  </a:lnTo>
                  <a:lnTo>
                    <a:pt x="2333221" y="179095"/>
                  </a:lnTo>
                  <a:lnTo>
                    <a:pt x="2338261" y="179095"/>
                  </a:lnTo>
                  <a:lnTo>
                    <a:pt x="2343300" y="179095"/>
                  </a:lnTo>
                  <a:lnTo>
                    <a:pt x="2348339" y="179095"/>
                  </a:lnTo>
                  <a:lnTo>
                    <a:pt x="2353379" y="179095"/>
                  </a:lnTo>
                  <a:lnTo>
                    <a:pt x="2358418" y="179095"/>
                  </a:lnTo>
                  <a:lnTo>
                    <a:pt x="2363457" y="179095"/>
                  </a:lnTo>
                  <a:lnTo>
                    <a:pt x="2368497" y="179095"/>
                  </a:lnTo>
                  <a:lnTo>
                    <a:pt x="2373536" y="179095"/>
                  </a:lnTo>
                  <a:lnTo>
                    <a:pt x="2378575" y="179095"/>
                  </a:lnTo>
                  <a:lnTo>
                    <a:pt x="2383615" y="179095"/>
                  </a:lnTo>
                  <a:lnTo>
                    <a:pt x="2388654" y="179095"/>
                  </a:lnTo>
                  <a:lnTo>
                    <a:pt x="2393694" y="179095"/>
                  </a:lnTo>
                  <a:lnTo>
                    <a:pt x="2398733" y="179095"/>
                  </a:lnTo>
                  <a:lnTo>
                    <a:pt x="2403772" y="179095"/>
                  </a:lnTo>
                  <a:lnTo>
                    <a:pt x="2408812" y="179095"/>
                  </a:lnTo>
                  <a:lnTo>
                    <a:pt x="2413851" y="179095"/>
                  </a:lnTo>
                  <a:lnTo>
                    <a:pt x="2418890" y="179095"/>
                  </a:lnTo>
                  <a:lnTo>
                    <a:pt x="2423930" y="179095"/>
                  </a:lnTo>
                  <a:lnTo>
                    <a:pt x="2428969" y="179095"/>
                  </a:lnTo>
                  <a:lnTo>
                    <a:pt x="2434008" y="179095"/>
                  </a:lnTo>
                  <a:lnTo>
                    <a:pt x="2439048" y="179095"/>
                  </a:lnTo>
                  <a:lnTo>
                    <a:pt x="2444087" y="179095"/>
                  </a:lnTo>
                  <a:lnTo>
                    <a:pt x="2449126" y="179095"/>
                  </a:lnTo>
                  <a:lnTo>
                    <a:pt x="2454166" y="179095"/>
                  </a:lnTo>
                  <a:lnTo>
                    <a:pt x="2459205" y="179095"/>
                  </a:lnTo>
                  <a:lnTo>
                    <a:pt x="2464245" y="179095"/>
                  </a:lnTo>
                  <a:lnTo>
                    <a:pt x="2469284" y="179095"/>
                  </a:lnTo>
                  <a:lnTo>
                    <a:pt x="2474323" y="179095"/>
                  </a:lnTo>
                  <a:lnTo>
                    <a:pt x="2479363" y="179095"/>
                  </a:lnTo>
                  <a:lnTo>
                    <a:pt x="2484402" y="179095"/>
                  </a:lnTo>
                  <a:lnTo>
                    <a:pt x="2489441" y="179095"/>
                  </a:lnTo>
                  <a:lnTo>
                    <a:pt x="2494481" y="179095"/>
                  </a:lnTo>
                  <a:lnTo>
                    <a:pt x="2499520" y="179095"/>
                  </a:lnTo>
                  <a:lnTo>
                    <a:pt x="2504559" y="179095"/>
                  </a:lnTo>
                  <a:lnTo>
                    <a:pt x="2509599" y="179095"/>
                  </a:lnTo>
                  <a:lnTo>
                    <a:pt x="2514638" y="179095"/>
                  </a:lnTo>
                  <a:lnTo>
                    <a:pt x="2519677" y="179095"/>
                  </a:lnTo>
                  <a:lnTo>
                    <a:pt x="2524717" y="179095"/>
                  </a:lnTo>
                  <a:lnTo>
                    <a:pt x="2529756" y="179095"/>
                  </a:lnTo>
                  <a:lnTo>
                    <a:pt x="2534795" y="179095"/>
                  </a:lnTo>
                  <a:lnTo>
                    <a:pt x="2539835" y="179095"/>
                  </a:lnTo>
                  <a:lnTo>
                    <a:pt x="2544874" y="179095"/>
                  </a:lnTo>
                  <a:lnTo>
                    <a:pt x="2549914" y="179095"/>
                  </a:lnTo>
                  <a:lnTo>
                    <a:pt x="2554953" y="179095"/>
                  </a:lnTo>
                  <a:lnTo>
                    <a:pt x="2559992" y="179095"/>
                  </a:lnTo>
                  <a:lnTo>
                    <a:pt x="2565032" y="179095"/>
                  </a:lnTo>
                  <a:lnTo>
                    <a:pt x="2570071" y="179095"/>
                  </a:lnTo>
                  <a:lnTo>
                    <a:pt x="2575110" y="179095"/>
                  </a:lnTo>
                  <a:lnTo>
                    <a:pt x="2570071" y="179095"/>
                  </a:lnTo>
                  <a:lnTo>
                    <a:pt x="2565032" y="179095"/>
                  </a:lnTo>
                  <a:lnTo>
                    <a:pt x="2559992" y="179095"/>
                  </a:lnTo>
                  <a:lnTo>
                    <a:pt x="2554953" y="179095"/>
                  </a:lnTo>
                  <a:lnTo>
                    <a:pt x="2549914" y="179095"/>
                  </a:lnTo>
                  <a:lnTo>
                    <a:pt x="2544874" y="179095"/>
                  </a:lnTo>
                  <a:lnTo>
                    <a:pt x="2539835" y="179095"/>
                  </a:lnTo>
                  <a:lnTo>
                    <a:pt x="2534795" y="179095"/>
                  </a:lnTo>
                  <a:lnTo>
                    <a:pt x="2529756" y="179095"/>
                  </a:lnTo>
                  <a:lnTo>
                    <a:pt x="2524717" y="179095"/>
                  </a:lnTo>
                  <a:lnTo>
                    <a:pt x="2519677" y="179095"/>
                  </a:lnTo>
                  <a:lnTo>
                    <a:pt x="2514638" y="179095"/>
                  </a:lnTo>
                  <a:lnTo>
                    <a:pt x="2509599" y="179095"/>
                  </a:lnTo>
                  <a:lnTo>
                    <a:pt x="2504559" y="179095"/>
                  </a:lnTo>
                  <a:lnTo>
                    <a:pt x="2499520" y="179095"/>
                  </a:lnTo>
                  <a:lnTo>
                    <a:pt x="2494481" y="179095"/>
                  </a:lnTo>
                  <a:lnTo>
                    <a:pt x="2489441" y="179095"/>
                  </a:lnTo>
                  <a:lnTo>
                    <a:pt x="2484402" y="179095"/>
                  </a:lnTo>
                  <a:lnTo>
                    <a:pt x="2479363" y="179095"/>
                  </a:lnTo>
                  <a:lnTo>
                    <a:pt x="2474323" y="179095"/>
                  </a:lnTo>
                  <a:lnTo>
                    <a:pt x="2469284" y="179095"/>
                  </a:lnTo>
                  <a:lnTo>
                    <a:pt x="2464245" y="179095"/>
                  </a:lnTo>
                  <a:lnTo>
                    <a:pt x="2459205" y="179095"/>
                  </a:lnTo>
                  <a:lnTo>
                    <a:pt x="2454166" y="179095"/>
                  </a:lnTo>
                  <a:lnTo>
                    <a:pt x="2449126" y="179095"/>
                  </a:lnTo>
                  <a:lnTo>
                    <a:pt x="2444087" y="179095"/>
                  </a:lnTo>
                  <a:lnTo>
                    <a:pt x="2439048" y="179095"/>
                  </a:lnTo>
                  <a:lnTo>
                    <a:pt x="2434008" y="179095"/>
                  </a:lnTo>
                  <a:lnTo>
                    <a:pt x="2428969" y="179095"/>
                  </a:lnTo>
                  <a:lnTo>
                    <a:pt x="2423930" y="179095"/>
                  </a:lnTo>
                  <a:lnTo>
                    <a:pt x="2418890" y="179095"/>
                  </a:lnTo>
                  <a:lnTo>
                    <a:pt x="2413851" y="179095"/>
                  </a:lnTo>
                  <a:lnTo>
                    <a:pt x="2408812" y="179095"/>
                  </a:lnTo>
                  <a:lnTo>
                    <a:pt x="2403772" y="179095"/>
                  </a:lnTo>
                  <a:lnTo>
                    <a:pt x="2398733" y="179095"/>
                  </a:lnTo>
                  <a:lnTo>
                    <a:pt x="2393694" y="179095"/>
                  </a:lnTo>
                  <a:lnTo>
                    <a:pt x="2388654" y="179095"/>
                  </a:lnTo>
                  <a:lnTo>
                    <a:pt x="2383615" y="179095"/>
                  </a:lnTo>
                  <a:lnTo>
                    <a:pt x="2378575" y="179095"/>
                  </a:lnTo>
                  <a:lnTo>
                    <a:pt x="2373536" y="179095"/>
                  </a:lnTo>
                  <a:lnTo>
                    <a:pt x="2368497" y="179095"/>
                  </a:lnTo>
                  <a:lnTo>
                    <a:pt x="2363457" y="179095"/>
                  </a:lnTo>
                  <a:lnTo>
                    <a:pt x="2358418" y="179095"/>
                  </a:lnTo>
                  <a:lnTo>
                    <a:pt x="2353379" y="179095"/>
                  </a:lnTo>
                  <a:lnTo>
                    <a:pt x="2348339" y="179095"/>
                  </a:lnTo>
                  <a:lnTo>
                    <a:pt x="2343300" y="179095"/>
                  </a:lnTo>
                  <a:lnTo>
                    <a:pt x="2338261" y="179095"/>
                  </a:lnTo>
                  <a:lnTo>
                    <a:pt x="2333221" y="179095"/>
                  </a:lnTo>
                  <a:lnTo>
                    <a:pt x="2328182" y="179095"/>
                  </a:lnTo>
                  <a:lnTo>
                    <a:pt x="2323143" y="179095"/>
                  </a:lnTo>
                  <a:lnTo>
                    <a:pt x="2318103" y="179095"/>
                  </a:lnTo>
                  <a:lnTo>
                    <a:pt x="2313064" y="179095"/>
                  </a:lnTo>
                  <a:lnTo>
                    <a:pt x="2308024" y="179095"/>
                  </a:lnTo>
                  <a:lnTo>
                    <a:pt x="2302985" y="179095"/>
                  </a:lnTo>
                  <a:lnTo>
                    <a:pt x="2297946" y="179095"/>
                  </a:lnTo>
                  <a:lnTo>
                    <a:pt x="2292906" y="179095"/>
                  </a:lnTo>
                  <a:lnTo>
                    <a:pt x="2287867" y="179095"/>
                  </a:lnTo>
                  <a:lnTo>
                    <a:pt x="2282828" y="179095"/>
                  </a:lnTo>
                  <a:lnTo>
                    <a:pt x="2277788" y="179095"/>
                  </a:lnTo>
                  <a:lnTo>
                    <a:pt x="2272749" y="179095"/>
                  </a:lnTo>
                  <a:lnTo>
                    <a:pt x="2267710" y="179095"/>
                  </a:lnTo>
                  <a:lnTo>
                    <a:pt x="2262670" y="179095"/>
                  </a:lnTo>
                  <a:lnTo>
                    <a:pt x="2257631" y="179095"/>
                  </a:lnTo>
                  <a:lnTo>
                    <a:pt x="2252592" y="179095"/>
                  </a:lnTo>
                  <a:lnTo>
                    <a:pt x="2247552" y="179095"/>
                  </a:lnTo>
                  <a:lnTo>
                    <a:pt x="2242513" y="179095"/>
                  </a:lnTo>
                  <a:lnTo>
                    <a:pt x="2237473" y="179095"/>
                  </a:lnTo>
                  <a:lnTo>
                    <a:pt x="2232434" y="179095"/>
                  </a:lnTo>
                  <a:lnTo>
                    <a:pt x="2227395" y="179095"/>
                  </a:lnTo>
                  <a:lnTo>
                    <a:pt x="2222355" y="179095"/>
                  </a:lnTo>
                  <a:lnTo>
                    <a:pt x="2217316" y="179095"/>
                  </a:lnTo>
                  <a:lnTo>
                    <a:pt x="2212277" y="179095"/>
                  </a:lnTo>
                  <a:lnTo>
                    <a:pt x="2207237" y="179095"/>
                  </a:lnTo>
                  <a:lnTo>
                    <a:pt x="2202198" y="179095"/>
                  </a:lnTo>
                  <a:lnTo>
                    <a:pt x="2197159" y="179095"/>
                  </a:lnTo>
                  <a:lnTo>
                    <a:pt x="2192119" y="179095"/>
                  </a:lnTo>
                  <a:lnTo>
                    <a:pt x="2187080" y="179095"/>
                  </a:lnTo>
                  <a:lnTo>
                    <a:pt x="2182041" y="179095"/>
                  </a:lnTo>
                  <a:lnTo>
                    <a:pt x="2177001" y="179095"/>
                  </a:lnTo>
                  <a:lnTo>
                    <a:pt x="2171962" y="179095"/>
                  </a:lnTo>
                  <a:lnTo>
                    <a:pt x="2166923" y="179095"/>
                  </a:lnTo>
                  <a:lnTo>
                    <a:pt x="2161883" y="179095"/>
                  </a:lnTo>
                  <a:lnTo>
                    <a:pt x="2156844" y="179095"/>
                  </a:lnTo>
                  <a:lnTo>
                    <a:pt x="2151804" y="179095"/>
                  </a:lnTo>
                  <a:lnTo>
                    <a:pt x="2146765" y="179095"/>
                  </a:lnTo>
                  <a:lnTo>
                    <a:pt x="2141726" y="179095"/>
                  </a:lnTo>
                  <a:lnTo>
                    <a:pt x="2136686" y="179095"/>
                  </a:lnTo>
                  <a:lnTo>
                    <a:pt x="2131647" y="179095"/>
                  </a:lnTo>
                  <a:lnTo>
                    <a:pt x="2126608" y="179095"/>
                  </a:lnTo>
                  <a:lnTo>
                    <a:pt x="2121568" y="179095"/>
                  </a:lnTo>
                  <a:lnTo>
                    <a:pt x="2116529" y="179095"/>
                  </a:lnTo>
                  <a:lnTo>
                    <a:pt x="2111490" y="179095"/>
                  </a:lnTo>
                  <a:lnTo>
                    <a:pt x="2106450" y="179095"/>
                  </a:lnTo>
                  <a:lnTo>
                    <a:pt x="2101411" y="179095"/>
                  </a:lnTo>
                  <a:lnTo>
                    <a:pt x="2096372" y="179095"/>
                  </a:lnTo>
                  <a:lnTo>
                    <a:pt x="2091332" y="179095"/>
                  </a:lnTo>
                  <a:lnTo>
                    <a:pt x="2086293" y="179095"/>
                  </a:lnTo>
                  <a:lnTo>
                    <a:pt x="2081253" y="179095"/>
                  </a:lnTo>
                  <a:lnTo>
                    <a:pt x="2076214" y="179095"/>
                  </a:lnTo>
                  <a:lnTo>
                    <a:pt x="2071175" y="179095"/>
                  </a:lnTo>
                  <a:lnTo>
                    <a:pt x="2066135" y="179095"/>
                  </a:lnTo>
                  <a:lnTo>
                    <a:pt x="2061096" y="179095"/>
                  </a:lnTo>
                  <a:lnTo>
                    <a:pt x="2056057" y="179095"/>
                  </a:lnTo>
                  <a:lnTo>
                    <a:pt x="2051017" y="179095"/>
                  </a:lnTo>
                  <a:lnTo>
                    <a:pt x="2045978" y="179095"/>
                  </a:lnTo>
                  <a:lnTo>
                    <a:pt x="2040939" y="179095"/>
                  </a:lnTo>
                  <a:lnTo>
                    <a:pt x="2035899" y="179095"/>
                  </a:lnTo>
                  <a:lnTo>
                    <a:pt x="2030860" y="179095"/>
                  </a:lnTo>
                  <a:lnTo>
                    <a:pt x="2025821" y="179095"/>
                  </a:lnTo>
                  <a:lnTo>
                    <a:pt x="2020781" y="179095"/>
                  </a:lnTo>
                  <a:lnTo>
                    <a:pt x="2015742" y="179095"/>
                  </a:lnTo>
                  <a:lnTo>
                    <a:pt x="2010702" y="179095"/>
                  </a:lnTo>
                  <a:lnTo>
                    <a:pt x="2005663" y="179095"/>
                  </a:lnTo>
                  <a:lnTo>
                    <a:pt x="2000624" y="179095"/>
                  </a:lnTo>
                  <a:lnTo>
                    <a:pt x="1995584" y="179095"/>
                  </a:lnTo>
                  <a:lnTo>
                    <a:pt x="1990545" y="179095"/>
                  </a:lnTo>
                  <a:lnTo>
                    <a:pt x="1985506" y="179095"/>
                  </a:lnTo>
                  <a:lnTo>
                    <a:pt x="1980466" y="179095"/>
                  </a:lnTo>
                  <a:lnTo>
                    <a:pt x="1975427" y="179095"/>
                  </a:lnTo>
                  <a:lnTo>
                    <a:pt x="1970388" y="179095"/>
                  </a:lnTo>
                  <a:lnTo>
                    <a:pt x="1965348" y="179095"/>
                  </a:lnTo>
                  <a:lnTo>
                    <a:pt x="1960309" y="179095"/>
                  </a:lnTo>
                  <a:lnTo>
                    <a:pt x="1955270" y="179095"/>
                  </a:lnTo>
                  <a:lnTo>
                    <a:pt x="1950230" y="179095"/>
                  </a:lnTo>
                  <a:lnTo>
                    <a:pt x="1945191" y="179095"/>
                  </a:lnTo>
                  <a:lnTo>
                    <a:pt x="1940151" y="179095"/>
                  </a:lnTo>
                  <a:lnTo>
                    <a:pt x="1935112" y="179095"/>
                  </a:lnTo>
                  <a:lnTo>
                    <a:pt x="1930073" y="179095"/>
                  </a:lnTo>
                  <a:lnTo>
                    <a:pt x="1925033" y="179095"/>
                  </a:lnTo>
                  <a:lnTo>
                    <a:pt x="1919994" y="179095"/>
                  </a:lnTo>
                  <a:lnTo>
                    <a:pt x="1914955" y="179095"/>
                  </a:lnTo>
                  <a:lnTo>
                    <a:pt x="1909915" y="179095"/>
                  </a:lnTo>
                  <a:lnTo>
                    <a:pt x="1904876" y="179095"/>
                  </a:lnTo>
                  <a:lnTo>
                    <a:pt x="1899837" y="179095"/>
                  </a:lnTo>
                  <a:lnTo>
                    <a:pt x="1894797" y="179095"/>
                  </a:lnTo>
                  <a:lnTo>
                    <a:pt x="1889758" y="179095"/>
                  </a:lnTo>
                  <a:lnTo>
                    <a:pt x="1884719" y="179095"/>
                  </a:lnTo>
                  <a:lnTo>
                    <a:pt x="1879679" y="179095"/>
                  </a:lnTo>
                  <a:lnTo>
                    <a:pt x="1874640" y="179095"/>
                  </a:lnTo>
                  <a:lnTo>
                    <a:pt x="1869601" y="179095"/>
                  </a:lnTo>
                  <a:lnTo>
                    <a:pt x="1864561" y="179095"/>
                  </a:lnTo>
                  <a:lnTo>
                    <a:pt x="1859522" y="179095"/>
                  </a:lnTo>
                  <a:lnTo>
                    <a:pt x="1854482" y="179095"/>
                  </a:lnTo>
                  <a:lnTo>
                    <a:pt x="1849443" y="179095"/>
                  </a:lnTo>
                  <a:lnTo>
                    <a:pt x="1844404" y="179095"/>
                  </a:lnTo>
                  <a:lnTo>
                    <a:pt x="1839364" y="179095"/>
                  </a:lnTo>
                  <a:lnTo>
                    <a:pt x="1834325" y="179095"/>
                  </a:lnTo>
                  <a:lnTo>
                    <a:pt x="1829286" y="179095"/>
                  </a:lnTo>
                  <a:lnTo>
                    <a:pt x="1824246" y="179095"/>
                  </a:lnTo>
                  <a:lnTo>
                    <a:pt x="1819207" y="179095"/>
                  </a:lnTo>
                  <a:lnTo>
                    <a:pt x="1814168" y="179095"/>
                  </a:lnTo>
                  <a:lnTo>
                    <a:pt x="1809128" y="179095"/>
                  </a:lnTo>
                  <a:lnTo>
                    <a:pt x="1804089" y="179095"/>
                  </a:lnTo>
                  <a:lnTo>
                    <a:pt x="1799050" y="179095"/>
                  </a:lnTo>
                  <a:lnTo>
                    <a:pt x="1794010" y="179095"/>
                  </a:lnTo>
                  <a:lnTo>
                    <a:pt x="1788971" y="179095"/>
                  </a:lnTo>
                  <a:lnTo>
                    <a:pt x="1783931" y="179095"/>
                  </a:lnTo>
                  <a:lnTo>
                    <a:pt x="1778892" y="179095"/>
                  </a:lnTo>
                  <a:lnTo>
                    <a:pt x="1773853" y="179095"/>
                  </a:lnTo>
                  <a:lnTo>
                    <a:pt x="1768813" y="179095"/>
                  </a:lnTo>
                  <a:lnTo>
                    <a:pt x="1763774" y="179095"/>
                  </a:lnTo>
                  <a:lnTo>
                    <a:pt x="1758735" y="179095"/>
                  </a:lnTo>
                  <a:lnTo>
                    <a:pt x="1753695" y="179095"/>
                  </a:lnTo>
                  <a:lnTo>
                    <a:pt x="1748656" y="179095"/>
                  </a:lnTo>
                  <a:lnTo>
                    <a:pt x="1743617" y="179095"/>
                  </a:lnTo>
                  <a:lnTo>
                    <a:pt x="1738577" y="179095"/>
                  </a:lnTo>
                  <a:lnTo>
                    <a:pt x="1733538" y="179095"/>
                  </a:lnTo>
                  <a:lnTo>
                    <a:pt x="1728499" y="179095"/>
                  </a:lnTo>
                  <a:lnTo>
                    <a:pt x="1723459" y="179095"/>
                  </a:lnTo>
                  <a:lnTo>
                    <a:pt x="1718420" y="179095"/>
                  </a:lnTo>
                  <a:lnTo>
                    <a:pt x="1713380" y="179095"/>
                  </a:lnTo>
                  <a:lnTo>
                    <a:pt x="1708341" y="179095"/>
                  </a:lnTo>
                  <a:lnTo>
                    <a:pt x="1703302" y="179095"/>
                  </a:lnTo>
                  <a:lnTo>
                    <a:pt x="1698262" y="179095"/>
                  </a:lnTo>
                  <a:lnTo>
                    <a:pt x="1693223" y="179095"/>
                  </a:lnTo>
                  <a:lnTo>
                    <a:pt x="1688184" y="179095"/>
                  </a:lnTo>
                  <a:lnTo>
                    <a:pt x="1683144" y="179095"/>
                  </a:lnTo>
                  <a:lnTo>
                    <a:pt x="1678105" y="179095"/>
                  </a:lnTo>
                  <a:lnTo>
                    <a:pt x="1673066" y="179095"/>
                  </a:lnTo>
                  <a:lnTo>
                    <a:pt x="1668026" y="179095"/>
                  </a:lnTo>
                  <a:lnTo>
                    <a:pt x="1662987" y="179095"/>
                  </a:lnTo>
                  <a:lnTo>
                    <a:pt x="1657948" y="179095"/>
                  </a:lnTo>
                  <a:lnTo>
                    <a:pt x="1652908" y="179095"/>
                  </a:lnTo>
                  <a:lnTo>
                    <a:pt x="1647869" y="179095"/>
                  </a:lnTo>
                  <a:lnTo>
                    <a:pt x="1642830" y="179095"/>
                  </a:lnTo>
                  <a:lnTo>
                    <a:pt x="1637790" y="179095"/>
                  </a:lnTo>
                  <a:lnTo>
                    <a:pt x="1632751" y="179095"/>
                  </a:lnTo>
                  <a:lnTo>
                    <a:pt x="1627711" y="179095"/>
                  </a:lnTo>
                  <a:lnTo>
                    <a:pt x="1622672" y="179095"/>
                  </a:lnTo>
                  <a:lnTo>
                    <a:pt x="1617633" y="179095"/>
                  </a:lnTo>
                  <a:lnTo>
                    <a:pt x="1612593" y="179095"/>
                  </a:lnTo>
                  <a:lnTo>
                    <a:pt x="1607554" y="179095"/>
                  </a:lnTo>
                  <a:lnTo>
                    <a:pt x="1602515" y="179095"/>
                  </a:lnTo>
                  <a:lnTo>
                    <a:pt x="1597475" y="179095"/>
                  </a:lnTo>
                  <a:lnTo>
                    <a:pt x="1592436" y="179095"/>
                  </a:lnTo>
                  <a:lnTo>
                    <a:pt x="1587397" y="179095"/>
                  </a:lnTo>
                  <a:lnTo>
                    <a:pt x="1582357" y="179095"/>
                  </a:lnTo>
                  <a:lnTo>
                    <a:pt x="1577318" y="179095"/>
                  </a:lnTo>
                  <a:lnTo>
                    <a:pt x="1572279" y="179095"/>
                  </a:lnTo>
                  <a:lnTo>
                    <a:pt x="1567239" y="179095"/>
                  </a:lnTo>
                  <a:lnTo>
                    <a:pt x="1562200" y="179095"/>
                  </a:lnTo>
                  <a:lnTo>
                    <a:pt x="1557160" y="179095"/>
                  </a:lnTo>
                  <a:lnTo>
                    <a:pt x="1552121" y="179095"/>
                  </a:lnTo>
                  <a:lnTo>
                    <a:pt x="1547082" y="179095"/>
                  </a:lnTo>
                  <a:lnTo>
                    <a:pt x="1542042" y="179095"/>
                  </a:lnTo>
                  <a:lnTo>
                    <a:pt x="1537003" y="179095"/>
                  </a:lnTo>
                  <a:lnTo>
                    <a:pt x="1531964" y="179095"/>
                  </a:lnTo>
                  <a:lnTo>
                    <a:pt x="1526924" y="179095"/>
                  </a:lnTo>
                  <a:lnTo>
                    <a:pt x="1521885" y="179095"/>
                  </a:lnTo>
                  <a:lnTo>
                    <a:pt x="1516846" y="179095"/>
                  </a:lnTo>
                  <a:lnTo>
                    <a:pt x="1511806" y="179095"/>
                  </a:lnTo>
                  <a:lnTo>
                    <a:pt x="1506767" y="179095"/>
                  </a:lnTo>
                  <a:lnTo>
                    <a:pt x="1501728" y="179095"/>
                  </a:lnTo>
                  <a:lnTo>
                    <a:pt x="1496688" y="179095"/>
                  </a:lnTo>
                  <a:lnTo>
                    <a:pt x="1491649" y="179095"/>
                  </a:lnTo>
                  <a:lnTo>
                    <a:pt x="1486609" y="179095"/>
                  </a:lnTo>
                  <a:lnTo>
                    <a:pt x="1481570" y="179095"/>
                  </a:lnTo>
                  <a:lnTo>
                    <a:pt x="1476531" y="179095"/>
                  </a:lnTo>
                  <a:lnTo>
                    <a:pt x="1471491" y="179095"/>
                  </a:lnTo>
                  <a:lnTo>
                    <a:pt x="1466452" y="179095"/>
                  </a:lnTo>
                  <a:lnTo>
                    <a:pt x="1461413" y="179095"/>
                  </a:lnTo>
                  <a:lnTo>
                    <a:pt x="1456373" y="179095"/>
                  </a:lnTo>
                  <a:lnTo>
                    <a:pt x="1451334" y="179095"/>
                  </a:lnTo>
                  <a:lnTo>
                    <a:pt x="1446295" y="179095"/>
                  </a:lnTo>
                  <a:lnTo>
                    <a:pt x="1441255" y="179095"/>
                  </a:lnTo>
                  <a:lnTo>
                    <a:pt x="1436216" y="179095"/>
                  </a:lnTo>
                  <a:lnTo>
                    <a:pt x="1431177" y="179095"/>
                  </a:lnTo>
                  <a:lnTo>
                    <a:pt x="1426137" y="179095"/>
                  </a:lnTo>
                  <a:lnTo>
                    <a:pt x="1421098" y="179095"/>
                  </a:lnTo>
                  <a:lnTo>
                    <a:pt x="1416058" y="179095"/>
                  </a:lnTo>
                  <a:lnTo>
                    <a:pt x="1411019" y="179095"/>
                  </a:lnTo>
                  <a:lnTo>
                    <a:pt x="1405980" y="179095"/>
                  </a:lnTo>
                  <a:lnTo>
                    <a:pt x="1400940" y="179095"/>
                  </a:lnTo>
                  <a:lnTo>
                    <a:pt x="1395901" y="179095"/>
                  </a:lnTo>
                  <a:lnTo>
                    <a:pt x="1390862" y="179095"/>
                  </a:lnTo>
                  <a:lnTo>
                    <a:pt x="1385822" y="179095"/>
                  </a:lnTo>
                  <a:lnTo>
                    <a:pt x="1380783" y="179095"/>
                  </a:lnTo>
                  <a:lnTo>
                    <a:pt x="1375744" y="179095"/>
                  </a:lnTo>
                  <a:lnTo>
                    <a:pt x="1370704" y="179095"/>
                  </a:lnTo>
                  <a:lnTo>
                    <a:pt x="1365665" y="179095"/>
                  </a:lnTo>
                  <a:lnTo>
                    <a:pt x="1360626" y="179095"/>
                  </a:lnTo>
                  <a:lnTo>
                    <a:pt x="1355586" y="179095"/>
                  </a:lnTo>
                  <a:lnTo>
                    <a:pt x="1350547" y="179095"/>
                  </a:lnTo>
                  <a:lnTo>
                    <a:pt x="1345508" y="179095"/>
                  </a:lnTo>
                  <a:lnTo>
                    <a:pt x="1340468" y="179095"/>
                  </a:lnTo>
                  <a:lnTo>
                    <a:pt x="1335429" y="179095"/>
                  </a:lnTo>
                  <a:lnTo>
                    <a:pt x="1330389" y="179095"/>
                  </a:lnTo>
                  <a:lnTo>
                    <a:pt x="1325350" y="179095"/>
                  </a:lnTo>
                  <a:lnTo>
                    <a:pt x="1320311" y="179095"/>
                  </a:lnTo>
                  <a:lnTo>
                    <a:pt x="1315271" y="179095"/>
                  </a:lnTo>
                  <a:lnTo>
                    <a:pt x="1310232" y="179095"/>
                  </a:lnTo>
                  <a:lnTo>
                    <a:pt x="1305193" y="179095"/>
                  </a:lnTo>
                  <a:lnTo>
                    <a:pt x="1300153" y="179095"/>
                  </a:lnTo>
                  <a:lnTo>
                    <a:pt x="1295114" y="179095"/>
                  </a:lnTo>
                  <a:lnTo>
                    <a:pt x="1290075" y="179095"/>
                  </a:lnTo>
                  <a:lnTo>
                    <a:pt x="1285035" y="179095"/>
                  </a:lnTo>
                  <a:lnTo>
                    <a:pt x="1279996" y="179095"/>
                  </a:lnTo>
                  <a:lnTo>
                    <a:pt x="1274957" y="179095"/>
                  </a:lnTo>
                  <a:lnTo>
                    <a:pt x="1269917" y="179095"/>
                  </a:lnTo>
                  <a:lnTo>
                    <a:pt x="1264878" y="179095"/>
                  </a:lnTo>
                  <a:lnTo>
                    <a:pt x="1259838" y="179095"/>
                  </a:lnTo>
                  <a:lnTo>
                    <a:pt x="1254799" y="179095"/>
                  </a:lnTo>
                  <a:lnTo>
                    <a:pt x="1249760" y="179095"/>
                  </a:lnTo>
                  <a:lnTo>
                    <a:pt x="1244720" y="179095"/>
                  </a:lnTo>
                  <a:lnTo>
                    <a:pt x="1239681" y="179095"/>
                  </a:lnTo>
                  <a:lnTo>
                    <a:pt x="1234642" y="179095"/>
                  </a:lnTo>
                  <a:lnTo>
                    <a:pt x="1229602" y="179095"/>
                  </a:lnTo>
                  <a:lnTo>
                    <a:pt x="1224563" y="179095"/>
                  </a:lnTo>
                  <a:lnTo>
                    <a:pt x="1219524" y="179095"/>
                  </a:lnTo>
                  <a:lnTo>
                    <a:pt x="1214484" y="179095"/>
                  </a:lnTo>
                  <a:lnTo>
                    <a:pt x="1209445" y="179095"/>
                  </a:lnTo>
                  <a:lnTo>
                    <a:pt x="1204406" y="179095"/>
                  </a:lnTo>
                  <a:lnTo>
                    <a:pt x="1199366" y="179095"/>
                  </a:lnTo>
                  <a:lnTo>
                    <a:pt x="1194327" y="179095"/>
                  </a:lnTo>
                  <a:lnTo>
                    <a:pt x="1189287" y="179095"/>
                  </a:lnTo>
                  <a:lnTo>
                    <a:pt x="1184248" y="179095"/>
                  </a:lnTo>
                  <a:lnTo>
                    <a:pt x="1179209" y="179095"/>
                  </a:lnTo>
                  <a:lnTo>
                    <a:pt x="1174169" y="179095"/>
                  </a:lnTo>
                  <a:lnTo>
                    <a:pt x="1169130" y="179095"/>
                  </a:lnTo>
                  <a:lnTo>
                    <a:pt x="1164091" y="179095"/>
                  </a:lnTo>
                  <a:lnTo>
                    <a:pt x="1159051" y="179095"/>
                  </a:lnTo>
                  <a:lnTo>
                    <a:pt x="1154012" y="179095"/>
                  </a:lnTo>
                  <a:lnTo>
                    <a:pt x="1148973" y="179095"/>
                  </a:lnTo>
                  <a:lnTo>
                    <a:pt x="1143933" y="179095"/>
                  </a:lnTo>
                  <a:lnTo>
                    <a:pt x="1138894" y="179095"/>
                  </a:lnTo>
                  <a:lnTo>
                    <a:pt x="1133855" y="179095"/>
                  </a:lnTo>
                  <a:lnTo>
                    <a:pt x="1128815" y="179095"/>
                  </a:lnTo>
                  <a:lnTo>
                    <a:pt x="1123776" y="179095"/>
                  </a:lnTo>
                  <a:lnTo>
                    <a:pt x="1118736" y="179095"/>
                  </a:lnTo>
                  <a:lnTo>
                    <a:pt x="1113697" y="179095"/>
                  </a:lnTo>
                  <a:lnTo>
                    <a:pt x="1108658" y="179095"/>
                  </a:lnTo>
                  <a:lnTo>
                    <a:pt x="1103618" y="179095"/>
                  </a:lnTo>
                  <a:lnTo>
                    <a:pt x="1098579" y="179095"/>
                  </a:lnTo>
                  <a:lnTo>
                    <a:pt x="1093540" y="179095"/>
                  </a:lnTo>
                  <a:lnTo>
                    <a:pt x="1088500" y="179095"/>
                  </a:lnTo>
                  <a:lnTo>
                    <a:pt x="1083461" y="179095"/>
                  </a:lnTo>
                  <a:lnTo>
                    <a:pt x="1078422" y="179095"/>
                  </a:lnTo>
                  <a:lnTo>
                    <a:pt x="1073382" y="179095"/>
                  </a:lnTo>
                  <a:lnTo>
                    <a:pt x="1068343" y="179095"/>
                  </a:lnTo>
                  <a:lnTo>
                    <a:pt x="1063304" y="179095"/>
                  </a:lnTo>
                  <a:lnTo>
                    <a:pt x="1058264" y="179095"/>
                  </a:lnTo>
                  <a:lnTo>
                    <a:pt x="1053225" y="179095"/>
                  </a:lnTo>
                  <a:lnTo>
                    <a:pt x="1048186" y="179095"/>
                  </a:lnTo>
                  <a:lnTo>
                    <a:pt x="1043146" y="179095"/>
                  </a:lnTo>
                  <a:lnTo>
                    <a:pt x="1038107" y="179095"/>
                  </a:lnTo>
                  <a:lnTo>
                    <a:pt x="1033067" y="179095"/>
                  </a:lnTo>
                  <a:lnTo>
                    <a:pt x="1028028" y="179095"/>
                  </a:lnTo>
                  <a:lnTo>
                    <a:pt x="1022989" y="179095"/>
                  </a:lnTo>
                  <a:lnTo>
                    <a:pt x="1017949" y="179095"/>
                  </a:lnTo>
                  <a:lnTo>
                    <a:pt x="1012910" y="179095"/>
                  </a:lnTo>
                  <a:lnTo>
                    <a:pt x="1007871" y="179095"/>
                  </a:lnTo>
                  <a:lnTo>
                    <a:pt x="1002831" y="179095"/>
                  </a:lnTo>
                  <a:lnTo>
                    <a:pt x="997792" y="179095"/>
                  </a:lnTo>
                  <a:lnTo>
                    <a:pt x="992753" y="179095"/>
                  </a:lnTo>
                  <a:lnTo>
                    <a:pt x="987713" y="179095"/>
                  </a:lnTo>
                  <a:lnTo>
                    <a:pt x="982674" y="179095"/>
                  </a:lnTo>
                  <a:lnTo>
                    <a:pt x="977635" y="179095"/>
                  </a:lnTo>
                  <a:lnTo>
                    <a:pt x="972595" y="179095"/>
                  </a:lnTo>
                  <a:lnTo>
                    <a:pt x="967556" y="179095"/>
                  </a:lnTo>
                  <a:lnTo>
                    <a:pt x="962516" y="179095"/>
                  </a:lnTo>
                  <a:lnTo>
                    <a:pt x="957477" y="179095"/>
                  </a:lnTo>
                  <a:lnTo>
                    <a:pt x="952438" y="179095"/>
                  </a:lnTo>
                  <a:lnTo>
                    <a:pt x="947398" y="179095"/>
                  </a:lnTo>
                  <a:lnTo>
                    <a:pt x="942359" y="179095"/>
                  </a:lnTo>
                  <a:lnTo>
                    <a:pt x="937320" y="179095"/>
                  </a:lnTo>
                  <a:lnTo>
                    <a:pt x="932280" y="179095"/>
                  </a:lnTo>
                  <a:lnTo>
                    <a:pt x="927241" y="179095"/>
                  </a:lnTo>
                  <a:lnTo>
                    <a:pt x="922202" y="179095"/>
                  </a:lnTo>
                  <a:lnTo>
                    <a:pt x="917162" y="179095"/>
                  </a:lnTo>
                  <a:lnTo>
                    <a:pt x="912123" y="179095"/>
                  </a:lnTo>
                  <a:lnTo>
                    <a:pt x="907084" y="179095"/>
                  </a:lnTo>
                  <a:lnTo>
                    <a:pt x="902044" y="179095"/>
                  </a:lnTo>
                  <a:lnTo>
                    <a:pt x="897005" y="179095"/>
                  </a:lnTo>
                  <a:lnTo>
                    <a:pt x="891965" y="179095"/>
                  </a:lnTo>
                  <a:lnTo>
                    <a:pt x="886926" y="179095"/>
                  </a:lnTo>
                  <a:lnTo>
                    <a:pt x="881887" y="179095"/>
                  </a:lnTo>
                  <a:lnTo>
                    <a:pt x="876847" y="179095"/>
                  </a:lnTo>
                  <a:lnTo>
                    <a:pt x="871808" y="179095"/>
                  </a:lnTo>
                  <a:lnTo>
                    <a:pt x="866769" y="179095"/>
                  </a:lnTo>
                  <a:lnTo>
                    <a:pt x="861729" y="179095"/>
                  </a:lnTo>
                  <a:lnTo>
                    <a:pt x="856690" y="179095"/>
                  </a:lnTo>
                  <a:lnTo>
                    <a:pt x="851651" y="179095"/>
                  </a:lnTo>
                  <a:lnTo>
                    <a:pt x="846611" y="179095"/>
                  </a:lnTo>
                  <a:lnTo>
                    <a:pt x="841572" y="179095"/>
                  </a:lnTo>
                  <a:lnTo>
                    <a:pt x="836533" y="179095"/>
                  </a:lnTo>
                  <a:lnTo>
                    <a:pt x="831493" y="179095"/>
                  </a:lnTo>
                  <a:lnTo>
                    <a:pt x="826454" y="179095"/>
                  </a:lnTo>
                  <a:lnTo>
                    <a:pt x="821415" y="179095"/>
                  </a:lnTo>
                  <a:lnTo>
                    <a:pt x="816375" y="179095"/>
                  </a:lnTo>
                  <a:lnTo>
                    <a:pt x="811336" y="179095"/>
                  </a:lnTo>
                  <a:lnTo>
                    <a:pt x="806296" y="179095"/>
                  </a:lnTo>
                  <a:lnTo>
                    <a:pt x="801257" y="179095"/>
                  </a:lnTo>
                  <a:lnTo>
                    <a:pt x="796218" y="179095"/>
                  </a:lnTo>
                  <a:lnTo>
                    <a:pt x="791178" y="179095"/>
                  </a:lnTo>
                  <a:lnTo>
                    <a:pt x="786139" y="179095"/>
                  </a:lnTo>
                  <a:lnTo>
                    <a:pt x="781100" y="179095"/>
                  </a:lnTo>
                  <a:lnTo>
                    <a:pt x="776060" y="179095"/>
                  </a:lnTo>
                  <a:lnTo>
                    <a:pt x="771021" y="179095"/>
                  </a:lnTo>
                  <a:lnTo>
                    <a:pt x="765982" y="179095"/>
                  </a:lnTo>
                  <a:lnTo>
                    <a:pt x="760942" y="179095"/>
                  </a:lnTo>
                  <a:lnTo>
                    <a:pt x="755903" y="179095"/>
                  </a:lnTo>
                  <a:lnTo>
                    <a:pt x="750864" y="179095"/>
                  </a:lnTo>
                  <a:lnTo>
                    <a:pt x="745824" y="179095"/>
                  </a:lnTo>
                  <a:lnTo>
                    <a:pt x="740785" y="179095"/>
                  </a:lnTo>
                  <a:lnTo>
                    <a:pt x="735745" y="179095"/>
                  </a:lnTo>
                  <a:lnTo>
                    <a:pt x="730706" y="179095"/>
                  </a:lnTo>
                  <a:lnTo>
                    <a:pt x="725667" y="179095"/>
                  </a:lnTo>
                  <a:lnTo>
                    <a:pt x="720627" y="179095"/>
                  </a:lnTo>
                  <a:lnTo>
                    <a:pt x="715588" y="179095"/>
                  </a:lnTo>
                  <a:lnTo>
                    <a:pt x="710549" y="179095"/>
                  </a:lnTo>
                  <a:lnTo>
                    <a:pt x="705509" y="179095"/>
                  </a:lnTo>
                  <a:lnTo>
                    <a:pt x="700470" y="179095"/>
                  </a:lnTo>
                  <a:lnTo>
                    <a:pt x="695431" y="179095"/>
                  </a:lnTo>
                  <a:lnTo>
                    <a:pt x="690391" y="179095"/>
                  </a:lnTo>
                  <a:lnTo>
                    <a:pt x="685352" y="179095"/>
                  </a:lnTo>
                  <a:lnTo>
                    <a:pt x="680313" y="179095"/>
                  </a:lnTo>
                  <a:lnTo>
                    <a:pt x="675273" y="179095"/>
                  </a:lnTo>
                  <a:lnTo>
                    <a:pt x="670234" y="179095"/>
                  </a:lnTo>
                  <a:lnTo>
                    <a:pt x="665194" y="179095"/>
                  </a:lnTo>
                  <a:lnTo>
                    <a:pt x="660155" y="179095"/>
                  </a:lnTo>
                  <a:lnTo>
                    <a:pt x="655116" y="179095"/>
                  </a:lnTo>
                  <a:lnTo>
                    <a:pt x="650076" y="179095"/>
                  </a:lnTo>
                  <a:lnTo>
                    <a:pt x="645037" y="179095"/>
                  </a:lnTo>
                  <a:lnTo>
                    <a:pt x="639998" y="179095"/>
                  </a:lnTo>
                  <a:lnTo>
                    <a:pt x="634958" y="179095"/>
                  </a:lnTo>
                  <a:lnTo>
                    <a:pt x="629919" y="179095"/>
                  </a:lnTo>
                  <a:lnTo>
                    <a:pt x="624880" y="179095"/>
                  </a:lnTo>
                  <a:lnTo>
                    <a:pt x="619840" y="179095"/>
                  </a:lnTo>
                  <a:lnTo>
                    <a:pt x="614801" y="179095"/>
                  </a:lnTo>
                  <a:lnTo>
                    <a:pt x="609762" y="179095"/>
                  </a:lnTo>
                  <a:lnTo>
                    <a:pt x="604722" y="179095"/>
                  </a:lnTo>
                  <a:lnTo>
                    <a:pt x="599683" y="179095"/>
                  </a:lnTo>
                  <a:lnTo>
                    <a:pt x="594643" y="179095"/>
                  </a:lnTo>
                  <a:lnTo>
                    <a:pt x="589604" y="179095"/>
                  </a:lnTo>
                  <a:lnTo>
                    <a:pt x="584565" y="179095"/>
                  </a:lnTo>
                  <a:lnTo>
                    <a:pt x="579525" y="179095"/>
                  </a:lnTo>
                  <a:lnTo>
                    <a:pt x="574486" y="179095"/>
                  </a:lnTo>
                  <a:lnTo>
                    <a:pt x="569447" y="179095"/>
                  </a:lnTo>
                  <a:lnTo>
                    <a:pt x="564407" y="179095"/>
                  </a:lnTo>
                  <a:lnTo>
                    <a:pt x="559368" y="179095"/>
                  </a:lnTo>
                  <a:lnTo>
                    <a:pt x="554329" y="179095"/>
                  </a:lnTo>
                  <a:lnTo>
                    <a:pt x="549289" y="179095"/>
                  </a:lnTo>
                  <a:lnTo>
                    <a:pt x="544250" y="179095"/>
                  </a:lnTo>
                  <a:lnTo>
                    <a:pt x="539211" y="179095"/>
                  </a:lnTo>
                  <a:lnTo>
                    <a:pt x="534171" y="179095"/>
                  </a:lnTo>
                  <a:lnTo>
                    <a:pt x="529132" y="179095"/>
                  </a:lnTo>
                  <a:lnTo>
                    <a:pt x="524093" y="179095"/>
                  </a:lnTo>
                  <a:lnTo>
                    <a:pt x="519053" y="179095"/>
                  </a:lnTo>
                  <a:lnTo>
                    <a:pt x="514014" y="179095"/>
                  </a:lnTo>
                  <a:lnTo>
                    <a:pt x="508974" y="179095"/>
                  </a:lnTo>
                  <a:lnTo>
                    <a:pt x="503935" y="179095"/>
                  </a:lnTo>
                  <a:lnTo>
                    <a:pt x="498896" y="179095"/>
                  </a:lnTo>
                  <a:lnTo>
                    <a:pt x="493856" y="179095"/>
                  </a:lnTo>
                  <a:lnTo>
                    <a:pt x="488817" y="179095"/>
                  </a:lnTo>
                  <a:lnTo>
                    <a:pt x="483778" y="179095"/>
                  </a:lnTo>
                  <a:lnTo>
                    <a:pt x="478738" y="179095"/>
                  </a:lnTo>
                  <a:lnTo>
                    <a:pt x="473699" y="179095"/>
                  </a:lnTo>
                  <a:lnTo>
                    <a:pt x="468660" y="179095"/>
                  </a:lnTo>
                  <a:lnTo>
                    <a:pt x="463620" y="179095"/>
                  </a:lnTo>
                  <a:lnTo>
                    <a:pt x="458581" y="179095"/>
                  </a:lnTo>
                  <a:lnTo>
                    <a:pt x="453542" y="179095"/>
                  </a:lnTo>
                  <a:lnTo>
                    <a:pt x="448502" y="179095"/>
                  </a:lnTo>
                  <a:lnTo>
                    <a:pt x="443463" y="179095"/>
                  </a:lnTo>
                  <a:lnTo>
                    <a:pt x="438423" y="179095"/>
                  </a:lnTo>
                  <a:lnTo>
                    <a:pt x="433384" y="179095"/>
                  </a:lnTo>
                  <a:lnTo>
                    <a:pt x="428345" y="179095"/>
                  </a:lnTo>
                  <a:lnTo>
                    <a:pt x="423305" y="179095"/>
                  </a:lnTo>
                  <a:lnTo>
                    <a:pt x="418266" y="179095"/>
                  </a:lnTo>
                  <a:lnTo>
                    <a:pt x="413227" y="179095"/>
                  </a:lnTo>
                  <a:lnTo>
                    <a:pt x="408187" y="179095"/>
                  </a:lnTo>
                  <a:lnTo>
                    <a:pt x="403148" y="179095"/>
                  </a:lnTo>
                  <a:lnTo>
                    <a:pt x="398109" y="179095"/>
                  </a:lnTo>
                  <a:lnTo>
                    <a:pt x="393069" y="179095"/>
                  </a:lnTo>
                  <a:lnTo>
                    <a:pt x="388030" y="179095"/>
                  </a:lnTo>
                  <a:lnTo>
                    <a:pt x="382991" y="179095"/>
                  </a:lnTo>
                  <a:lnTo>
                    <a:pt x="377951" y="179095"/>
                  </a:lnTo>
                  <a:lnTo>
                    <a:pt x="372912" y="179095"/>
                  </a:lnTo>
                  <a:lnTo>
                    <a:pt x="367872" y="179095"/>
                  </a:lnTo>
                  <a:lnTo>
                    <a:pt x="362833" y="179095"/>
                  </a:lnTo>
                  <a:lnTo>
                    <a:pt x="357794" y="179095"/>
                  </a:lnTo>
                  <a:lnTo>
                    <a:pt x="352754" y="179095"/>
                  </a:lnTo>
                  <a:lnTo>
                    <a:pt x="347715" y="179095"/>
                  </a:lnTo>
                  <a:lnTo>
                    <a:pt x="342676" y="179095"/>
                  </a:lnTo>
                  <a:lnTo>
                    <a:pt x="337636" y="179095"/>
                  </a:lnTo>
                  <a:lnTo>
                    <a:pt x="332597" y="179095"/>
                  </a:lnTo>
                  <a:lnTo>
                    <a:pt x="327558" y="179095"/>
                  </a:lnTo>
                  <a:lnTo>
                    <a:pt x="322518" y="179095"/>
                  </a:lnTo>
                  <a:lnTo>
                    <a:pt x="317479" y="179095"/>
                  </a:lnTo>
                  <a:lnTo>
                    <a:pt x="312440" y="179095"/>
                  </a:lnTo>
                  <a:lnTo>
                    <a:pt x="307400" y="179095"/>
                  </a:lnTo>
                  <a:lnTo>
                    <a:pt x="302361" y="179095"/>
                  </a:lnTo>
                  <a:lnTo>
                    <a:pt x="297321" y="179095"/>
                  </a:lnTo>
                  <a:lnTo>
                    <a:pt x="292282" y="179095"/>
                  </a:lnTo>
                  <a:lnTo>
                    <a:pt x="287243" y="179095"/>
                  </a:lnTo>
                  <a:lnTo>
                    <a:pt x="282203" y="179095"/>
                  </a:lnTo>
                  <a:lnTo>
                    <a:pt x="277164" y="179095"/>
                  </a:lnTo>
                  <a:lnTo>
                    <a:pt x="272125" y="179095"/>
                  </a:lnTo>
                  <a:lnTo>
                    <a:pt x="267085" y="179095"/>
                  </a:lnTo>
                  <a:lnTo>
                    <a:pt x="262046" y="179095"/>
                  </a:lnTo>
                  <a:lnTo>
                    <a:pt x="257007" y="179095"/>
                  </a:lnTo>
                  <a:lnTo>
                    <a:pt x="251967" y="179095"/>
                  </a:lnTo>
                  <a:lnTo>
                    <a:pt x="246928" y="179095"/>
                  </a:lnTo>
                  <a:lnTo>
                    <a:pt x="241889" y="179095"/>
                  </a:lnTo>
                  <a:lnTo>
                    <a:pt x="236849" y="179095"/>
                  </a:lnTo>
                  <a:lnTo>
                    <a:pt x="231810" y="179095"/>
                  </a:lnTo>
                  <a:lnTo>
                    <a:pt x="226771" y="179095"/>
                  </a:lnTo>
                  <a:lnTo>
                    <a:pt x="221731" y="179095"/>
                  </a:lnTo>
                  <a:lnTo>
                    <a:pt x="216692" y="179095"/>
                  </a:lnTo>
                  <a:lnTo>
                    <a:pt x="211652" y="179095"/>
                  </a:lnTo>
                  <a:lnTo>
                    <a:pt x="206613" y="179095"/>
                  </a:lnTo>
                  <a:lnTo>
                    <a:pt x="201574" y="179095"/>
                  </a:lnTo>
                  <a:lnTo>
                    <a:pt x="196534" y="179095"/>
                  </a:lnTo>
                  <a:lnTo>
                    <a:pt x="191495" y="179095"/>
                  </a:lnTo>
                  <a:lnTo>
                    <a:pt x="186456" y="179095"/>
                  </a:lnTo>
                  <a:lnTo>
                    <a:pt x="181416" y="179095"/>
                  </a:lnTo>
                  <a:lnTo>
                    <a:pt x="176377" y="179095"/>
                  </a:lnTo>
                  <a:lnTo>
                    <a:pt x="171338" y="179095"/>
                  </a:lnTo>
                  <a:lnTo>
                    <a:pt x="166298" y="179095"/>
                  </a:lnTo>
                  <a:lnTo>
                    <a:pt x="161259" y="179095"/>
                  </a:lnTo>
                  <a:lnTo>
                    <a:pt x="156220" y="179095"/>
                  </a:lnTo>
                  <a:lnTo>
                    <a:pt x="151180" y="179095"/>
                  </a:lnTo>
                  <a:lnTo>
                    <a:pt x="146141" y="179095"/>
                  </a:lnTo>
                  <a:lnTo>
                    <a:pt x="141101" y="179095"/>
                  </a:lnTo>
                  <a:lnTo>
                    <a:pt x="136062" y="179095"/>
                  </a:lnTo>
                  <a:lnTo>
                    <a:pt x="131023" y="179095"/>
                  </a:lnTo>
                  <a:lnTo>
                    <a:pt x="125983" y="179095"/>
                  </a:lnTo>
                  <a:lnTo>
                    <a:pt x="120944" y="179095"/>
                  </a:lnTo>
                  <a:lnTo>
                    <a:pt x="115905" y="179095"/>
                  </a:lnTo>
                  <a:lnTo>
                    <a:pt x="110865" y="179095"/>
                  </a:lnTo>
                  <a:lnTo>
                    <a:pt x="105826" y="179095"/>
                  </a:lnTo>
                  <a:lnTo>
                    <a:pt x="100787" y="179095"/>
                  </a:lnTo>
                  <a:lnTo>
                    <a:pt x="95747" y="179095"/>
                  </a:lnTo>
                  <a:lnTo>
                    <a:pt x="90708" y="179095"/>
                  </a:lnTo>
                  <a:lnTo>
                    <a:pt x="85669" y="179095"/>
                  </a:lnTo>
                  <a:lnTo>
                    <a:pt x="80629" y="179095"/>
                  </a:lnTo>
                  <a:lnTo>
                    <a:pt x="75590" y="179095"/>
                  </a:lnTo>
                  <a:lnTo>
                    <a:pt x="70550" y="179095"/>
                  </a:lnTo>
                  <a:lnTo>
                    <a:pt x="65511" y="179095"/>
                  </a:lnTo>
                  <a:lnTo>
                    <a:pt x="60472" y="179095"/>
                  </a:lnTo>
                  <a:lnTo>
                    <a:pt x="55432" y="179095"/>
                  </a:lnTo>
                  <a:lnTo>
                    <a:pt x="50393" y="179095"/>
                  </a:lnTo>
                  <a:lnTo>
                    <a:pt x="45354" y="179095"/>
                  </a:lnTo>
                  <a:lnTo>
                    <a:pt x="40314" y="179095"/>
                  </a:lnTo>
                  <a:lnTo>
                    <a:pt x="35275" y="179095"/>
                  </a:lnTo>
                  <a:lnTo>
                    <a:pt x="30236" y="179095"/>
                  </a:lnTo>
                  <a:lnTo>
                    <a:pt x="25196" y="179095"/>
                  </a:lnTo>
                  <a:lnTo>
                    <a:pt x="20157" y="179095"/>
                  </a:lnTo>
                  <a:lnTo>
                    <a:pt x="15118" y="179095"/>
                  </a:lnTo>
                  <a:lnTo>
                    <a:pt x="10078" y="179095"/>
                  </a:lnTo>
                  <a:lnTo>
                    <a:pt x="5039" y="179095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5547426" y="4827582"/>
              <a:ext cx="2575110" cy="179095"/>
            </a:xfrm>
            <a:custGeom>
              <a:avLst/>
              <a:pathLst>
                <a:path w="2575110" h="179095">
                  <a:moveTo>
                    <a:pt x="0" y="179095"/>
                  </a:moveTo>
                  <a:lnTo>
                    <a:pt x="5039" y="179095"/>
                  </a:lnTo>
                  <a:lnTo>
                    <a:pt x="10078" y="179095"/>
                  </a:lnTo>
                  <a:lnTo>
                    <a:pt x="15118" y="179095"/>
                  </a:lnTo>
                  <a:lnTo>
                    <a:pt x="20157" y="179095"/>
                  </a:lnTo>
                  <a:lnTo>
                    <a:pt x="25196" y="179095"/>
                  </a:lnTo>
                  <a:lnTo>
                    <a:pt x="30236" y="179095"/>
                  </a:lnTo>
                  <a:lnTo>
                    <a:pt x="35275" y="179095"/>
                  </a:lnTo>
                  <a:lnTo>
                    <a:pt x="40314" y="179095"/>
                  </a:lnTo>
                  <a:lnTo>
                    <a:pt x="45354" y="179095"/>
                  </a:lnTo>
                  <a:lnTo>
                    <a:pt x="50393" y="179095"/>
                  </a:lnTo>
                  <a:lnTo>
                    <a:pt x="55432" y="179095"/>
                  </a:lnTo>
                  <a:lnTo>
                    <a:pt x="60472" y="179095"/>
                  </a:lnTo>
                  <a:lnTo>
                    <a:pt x="65511" y="179095"/>
                  </a:lnTo>
                  <a:lnTo>
                    <a:pt x="70550" y="179095"/>
                  </a:lnTo>
                  <a:lnTo>
                    <a:pt x="75590" y="179095"/>
                  </a:lnTo>
                  <a:lnTo>
                    <a:pt x="80629" y="179095"/>
                  </a:lnTo>
                  <a:lnTo>
                    <a:pt x="85669" y="179095"/>
                  </a:lnTo>
                  <a:lnTo>
                    <a:pt x="90708" y="179095"/>
                  </a:lnTo>
                  <a:lnTo>
                    <a:pt x="95747" y="179095"/>
                  </a:lnTo>
                  <a:lnTo>
                    <a:pt x="100787" y="179095"/>
                  </a:lnTo>
                  <a:lnTo>
                    <a:pt x="105826" y="179095"/>
                  </a:lnTo>
                  <a:lnTo>
                    <a:pt x="110865" y="179095"/>
                  </a:lnTo>
                  <a:lnTo>
                    <a:pt x="115905" y="179095"/>
                  </a:lnTo>
                  <a:lnTo>
                    <a:pt x="120944" y="179095"/>
                  </a:lnTo>
                  <a:lnTo>
                    <a:pt x="125983" y="179095"/>
                  </a:lnTo>
                  <a:lnTo>
                    <a:pt x="131023" y="179095"/>
                  </a:lnTo>
                  <a:lnTo>
                    <a:pt x="136062" y="179095"/>
                  </a:lnTo>
                  <a:lnTo>
                    <a:pt x="141101" y="179095"/>
                  </a:lnTo>
                  <a:lnTo>
                    <a:pt x="146141" y="179095"/>
                  </a:lnTo>
                  <a:lnTo>
                    <a:pt x="151180" y="179095"/>
                  </a:lnTo>
                  <a:lnTo>
                    <a:pt x="156220" y="179095"/>
                  </a:lnTo>
                  <a:lnTo>
                    <a:pt x="161259" y="179095"/>
                  </a:lnTo>
                  <a:lnTo>
                    <a:pt x="166298" y="179094"/>
                  </a:lnTo>
                  <a:lnTo>
                    <a:pt x="171338" y="179094"/>
                  </a:lnTo>
                  <a:lnTo>
                    <a:pt x="176377" y="179093"/>
                  </a:lnTo>
                  <a:lnTo>
                    <a:pt x="181416" y="179093"/>
                  </a:lnTo>
                  <a:lnTo>
                    <a:pt x="186456" y="179092"/>
                  </a:lnTo>
                  <a:lnTo>
                    <a:pt x="191495" y="179090"/>
                  </a:lnTo>
                  <a:lnTo>
                    <a:pt x="196534" y="179088"/>
                  </a:lnTo>
                  <a:lnTo>
                    <a:pt x="201574" y="179085"/>
                  </a:lnTo>
                  <a:lnTo>
                    <a:pt x="206613" y="179080"/>
                  </a:lnTo>
                  <a:lnTo>
                    <a:pt x="211652" y="179074"/>
                  </a:lnTo>
                  <a:lnTo>
                    <a:pt x="216692" y="179066"/>
                  </a:lnTo>
                  <a:lnTo>
                    <a:pt x="221731" y="179056"/>
                  </a:lnTo>
                  <a:lnTo>
                    <a:pt x="226771" y="179043"/>
                  </a:lnTo>
                  <a:lnTo>
                    <a:pt x="231810" y="179026"/>
                  </a:lnTo>
                  <a:lnTo>
                    <a:pt x="236849" y="179005"/>
                  </a:lnTo>
                  <a:lnTo>
                    <a:pt x="241889" y="178979"/>
                  </a:lnTo>
                  <a:lnTo>
                    <a:pt x="246928" y="178948"/>
                  </a:lnTo>
                  <a:lnTo>
                    <a:pt x="251967" y="178911"/>
                  </a:lnTo>
                  <a:lnTo>
                    <a:pt x="257007" y="178867"/>
                  </a:lnTo>
                  <a:lnTo>
                    <a:pt x="262046" y="178816"/>
                  </a:lnTo>
                  <a:lnTo>
                    <a:pt x="267085" y="178759"/>
                  </a:lnTo>
                  <a:lnTo>
                    <a:pt x="272125" y="178695"/>
                  </a:lnTo>
                  <a:lnTo>
                    <a:pt x="277164" y="178625"/>
                  </a:lnTo>
                  <a:lnTo>
                    <a:pt x="282203" y="178549"/>
                  </a:lnTo>
                  <a:lnTo>
                    <a:pt x="287243" y="178469"/>
                  </a:lnTo>
                  <a:lnTo>
                    <a:pt x="292282" y="178385"/>
                  </a:lnTo>
                  <a:lnTo>
                    <a:pt x="297321" y="178298"/>
                  </a:lnTo>
                  <a:lnTo>
                    <a:pt x="302361" y="178210"/>
                  </a:lnTo>
                  <a:lnTo>
                    <a:pt x="307400" y="178123"/>
                  </a:lnTo>
                  <a:lnTo>
                    <a:pt x="312440" y="178038"/>
                  </a:lnTo>
                  <a:lnTo>
                    <a:pt x="317479" y="177956"/>
                  </a:lnTo>
                  <a:lnTo>
                    <a:pt x="322518" y="177879"/>
                  </a:lnTo>
                  <a:lnTo>
                    <a:pt x="327558" y="177805"/>
                  </a:lnTo>
                  <a:lnTo>
                    <a:pt x="332597" y="177737"/>
                  </a:lnTo>
                  <a:lnTo>
                    <a:pt x="337636" y="177673"/>
                  </a:lnTo>
                  <a:lnTo>
                    <a:pt x="342676" y="177614"/>
                  </a:lnTo>
                  <a:lnTo>
                    <a:pt x="347715" y="177558"/>
                  </a:lnTo>
                  <a:lnTo>
                    <a:pt x="352754" y="177503"/>
                  </a:lnTo>
                  <a:lnTo>
                    <a:pt x="357794" y="177446"/>
                  </a:lnTo>
                  <a:lnTo>
                    <a:pt x="362833" y="177387"/>
                  </a:lnTo>
                  <a:lnTo>
                    <a:pt x="367872" y="177323"/>
                  </a:lnTo>
                  <a:lnTo>
                    <a:pt x="372912" y="177253"/>
                  </a:lnTo>
                  <a:lnTo>
                    <a:pt x="377951" y="177173"/>
                  </a:lnTo>
                  <a:lnTo>
                    <a:pt x="382991" y="177084"/>
                  </a:lnTo>
                  <a:lnTo>
                    <a:pt x="388030" y="176983"/>
                  </a:lnTo>
                  <a:lnTo>
                    <a:pt x="393069" y="176871"/>
                  </a:lnTo>
                  <a:lnTo>
                    <a:pt x="398109" y="176751"/>
                  </a:lnTo>
                  <a:lnTo>
                    <a:pt x="403148" y="176623"/>
                  </a:lnTo>
                  <a:lnTo>
                    <a:pt x="408187" y="176491"/>
                  </a:lnTo>
                  <a:lnTo>
                    <a:pt x="413227" y="176359"/>
                  </a:lnTo>
                  <a:lnTo>
                    <a:pt x="418266" y="176231"/>
                  </a:lnTo>
                  <a:lnTo>
                    <a:pt x="423305" y="176111"/>
                  </a:lnTo>
                  <a:lnTo>
                    <a:pt x="428345" y="176003"/>
                  </a:lnTo>
                  <a:lnTo>
                    <a:pt x="433384" y="175915"/>
                  </a:lnTo>
                  <a:lnTo>
                    <a:pt x="438423" y="175851"/>
                  </a:lnTo>
                  <a:lnTo>
                    <a:pt x="443463" y="175812"/>
                  </a:lnTo>
                  <a:lnTo>
                    <a:pt x="448502" y="175800"/>
                  </a:lnTo>
                  <a:lnTo>
                    <a:pt x="453542" y="175818"/>
                  </a:lnTo>
                  <a:lnTo>
                    <a:pt x="458581" y="175864"/>
                  </a:lnTo>
                  <a:lnTo>
                    <a:pt x="463620" y="175938"/>
                  </a:lnTo>
                  <a:lnTo>
                    <a:pt x="468660" y="176037"/>
                  </a:lnTo>
                  <a:lnTo>
                    <a:pt x="473699" y="176158"/>
                  </a:lnTo>
                  <a:lnTo>
                    <a:pt x="478738" y="176299"/>
                  </a:lnTo>
                  <a:lnTo>
                    <a:pt x="483778" y="176452"/>
                  </a:lnTo>
                  <a:lnTo>
                    <a:pt x="488817" y="176612"/>
                  </a:lnTo>
                  <a:lnTo>
                    <a:pt x="493856" y="176774"/>
                  </a:lnTo>
                  <a:lnTo>
                    <a:pt x="498896" y="176934"/>
                  </a:lnTo>
                  <a:lnTo>
                    <a:pt x="503935" y="177087"/>
                  </a:lnTo>
                  <a:lnTo>
                    <a:pt x="508974" y="177229"/>
                  </a:lnTo>
                  <a:lnTo>
                    <a:pt x="514014" y="177358"/>
                  </a:lnTo>
                  <a:lnTo>
                    <a:pt x="519053" y="177471"/>
                  </a:lnTo>
                  <a:lnTo>
                    <a:pt x="524093" y="177565"/>
                  </a:lnTo>
                  <a:lnTo>
                    <a:pt x="529132" y="177641"/>
                  </a:lnTo>
                  <a:lnTo>
                    <a:pt x="534171" y="177698"/>
                  </a:lnTo>
                  <a:lnTo>
                    <a:pt x="539211" y="177739"/>
                  </a:lnTo>
                  <a:lnTo>
                    <a:pt x="544250" y="177765"/>
                  </a:lnTo>
                  <a:lnTo>
                    <a:pt x="549289" y="177776"/>
                  </a:lnTo>
                  <a:lnTo>
                    <a:pt x="554329" y="177777"/>
                  </a:lnTo>
                  <a:lnTo>
                    <a:pt x="559368" y="177769"/>
                  </a:lnTo>
                  <a:lnTo>
                    <a:pt x="564407" y="177754"/>
                  </a:lnTo>
                  <a:lnTo>
                    <a:pt x="569447" y="177734"/>
                  </a:lnTo>
                  <a:lnTo>
                    <a:pt x="574486" y="177713"/>
                  </a:lnTo>
                  <a:lnTo>
                    <a:pt x="579525" y="177692"/>
                  </a:lnTo>
                  <a:lnTo>
                    <a:pt x="584565" y="177671"/>
                  </a:lnTo>
                  <a:lnTo>
                    <a:pt x="589604" y="177650"/>
                  </a:lnTo>
                  <a:lnTo>
                    <a:pt x="594643" y="177628"/>
                  </a:lnTo>
                  <a:lnTo>
                    <a:pt x="599683" y="177605"/>
                  </a:lnTo>
                  <a:lnTo>
                    <a:pt x="604722" y="177577"/>
                  </a:lnTo>
                  <a:lnTo>
                    <a:pt x="609762" y="177542"/>
                  </a:lnTo>
                  <a:lnTo>
                    <a:pt x="614801" y="177494"/>
                  </a:lnTo>
                  <a:lnTo>
                    <a:pt x="619840" y="177429"/>
                  </a:lnTo>
                  <a:lnTo>
                    <a:pt x="624880" y="177345"/>
                  </a:lnTo>
                  <a:lnTo>
                    <a:pt x="629919" y="177236"/>
                  </a:lnTo>
                  <a:lnTo>
                    <a:pt x="634958" y="177100"/>
                  </a:lnTo>
                  <a:lnTo>
                    <a:pt x="639998" y="176935"/>
                  </a:lnTo>
                  <a:lnTo>
                    <a:pt x="645037" y="176737"/>
                  </a:lnTo>
                  <a:lnTo>
                    <a:pt x="650076" y="176507"/>
                  </a:lnTo>
                  <a:lnTo>
                    <a:pt x="655116" y="176243"/>
                  </a:lnTo>
                  <a:lnTo>
                    <a:pt x="660155" y="175943"/>
                  </a:lnTo>
                  <a:lnTo>
                    <a:pt x="665194" y="175612"/>
                  </a:lnTo>
                  <a:lnTo>
                    <a:pt x="670234" y="175253"/>
                  </a:lnTo>
                  <a:lnTo>
                    <a:pt x="675273" y="174867"/>
                  </a:lnTo>
                  <a:lnTo>
                    <a:pt x="680313" y="174455"/>
                  </a:lnTo>
                  <a:lnTo>
                    <a:pt x="685352" y="174020"/>
                  </a:lnTo>
                  <a:lnTo>
                    <a:pt x="690391" y="173562"/>
                  </a:lnTo>
                  <a:lnTo>
                    <a:pt x="695431" y="173079"/>
                  </a:lnTo>
                  <a:lnTo>
                    <a:pt x="700470" y="172570"/>
                  </a:lnTo>
                  <a:lnTo>
                    <a:pt x="705509" y="172026"/>
                  </a:lnTo>
                  <a:lnTo>
                    <a:pt x="710549" y="171445"/>
                  </a:lnTo>
                  <a:lnTo>
                    <a:pt x="715588" y="170820"/>
                  </a:lnTo>
                  <a:lnTo>
                    <a:pt x="720627" y="170142"/>
                  </a:lnTo>
                  <a:lnTo>
                    <a:pt x="725667" y="169403"/>
                  </a:lnTo>
                  <a:lnTo>
                    <a:pt x="730706" y="168592"/>
                  </a:lnTo>
                  <a:lnTo>
                    <a:pt x="735745" y="167698"/>
                  </a:lnTo>
                  <a:lnTo>
                    <a:pt x="740785" y="166709"/>
                  </a:lnTo>
                  <a:lnTo>
                    <a:pt x="745824" y="165615"/>
                  </a:lnTo>
                  <a:lnTo>
                    <a:pt x="750864" y="164387"/>
                  </a:lnTo>
                  <a:lnTo>
                    <a:pt x="755903" y="163027"/>
                  </a:lnTo>
                  <a:lnTo>
                    <a:pt x="760942" y="161527"/>
                  </a:lnTo>
                  <a:lnTo>
                    <a:pt x="765982" y="159879"/>
                  </a:lnTo>
                  <a:lnTo>
                    <a:pt x="771021" y="158076"/>
                  </a:lnTo>
                  <a:lnTo>
                    <a:pt x="776060" y="156114"/>
                  </a:lnTo>
                  <a:lnTo>
                    <a:pt x="781100" y="153987"/>
                  </a:lnTo>
                  <a:lnTo>
                    <a:pt x="786139" y="151694"/>
                  </a:lnTo>
                  <a:lnTo>
                    <a:pt x="791178" y="149235"/>
                  </a:lnTo>
                  <a:lnTo>
                    <a:pt x="796218" y="146586"/>
                  </a:lnTo>
                  <a:lnTo>
                    <a:pt x="801257" y="143775"/>
                  </a:lnTo>
                  <a:lnTo>
                    <a:pt x="806296" y="140806"/>
                  </a:lnTo>
                  <a:lnTo>
                    <a:pt x="811336" y="137683"/>
                  </a:lnTo>
                  <a:lnTo>
                    <a:pt x="816375" y="134411"/>
                  </a:lnTo>
                  <a:lnTo>
                    <a:pt x="821415" y="130994"/>
                  </a:lnTo>
                  <a:lnTo>
                    <a:pt x="826454" y="127437"/>
                  </a:lnTo>
                  <a:lnTo>
                    <a:pt x="831493" y="123745"/>
                  </a:lnTo>
                  <a:lnTo>
                    <a:pt x="836533" y="119920"/>
                  </a:lnTo>
                  <a:lnTo>
                    <a:pt x="841572" y="115948"/>
                  </a:lnTo>
                  <a:lnTo>
                    <a:pt x="846611" y="111849"/>
                  </a:lnTo>
                  <a:lnTo>
                    <a:pt x="851651" y="107624"/>
                  </a:lnTo>
                  <a:lnTo>
                    <a:pt x="856690" y="103273"/>
                  </a:lnTo>
                  <a:lnTo>
                    <a:pt x="861729" y="98797"/>
                  </a:lnTo>
                  <a:lnTo>
                    <a:pt x="866769" y="94195"/>
                  </a:lnTo>
                  <a:lnTo>
                    <a:pt x="871808" y="89471"/>
                  </a:lnTo>
                  <a:lnTo>
                    <a:pt x="876847" y="84626"/>
                  </a:lnTo>
                  <a:lnTo>
                    <a:pt x="881887" y="79664"/>
                  </a:lnTo>
                  <a:lnTo>
                    <a:pt x="886926" y="74585"/>
                  </a:lnTo>
                  <a:lnTo>
                    <a:pt x="891965" y="69415"/>
                  </a:lnTo>
                  <a:lnTo>
                    <a:pt x="897005" y="64176"/>
                  </a:lnTo>
                  <a:lnTo>
                    <a:pt x="902044" y="58889"/>
                  </a:lnTo>
                  <a:lnTo>
                    <a:pt x="907084" y="53585"/>
                  </a:lnTo>
                  <a:lnTo>
                    <a:pt x="912123" y="48296"/>
                  </a:lnTo>
                  <a:lnTo>
                    <a:pt x="917162" y="43062"/>
                  </a:lnTo>
                  <a:lnTo>
                    <a:pt x="922202" y="37924"/>
                  </a:lnTo>
                  <a:lnTo>
                    <a:pt x="927241" y="32931"/>
                  </a:lnTo>
                  <a:lnTo>
                    <a:pt x="932280" y="28160"/>
                  </a:lnTo>
                  <a:lnTo>
                    <a:pt x="937320" y="23638"/>
                  </a:lnTo>
                  <a:lnTo>
                    <a:pt x="942359" y="19410"/>
                  </a:lnTo>
                  <a:lnTo>
                    <a:pt x="947398" y="15516"/>
                  </a:lnTo>
                  <a:lnTo>
                    <a:pt x="952438" y="11994"/>
                  </a:lnTo>
                  <a:lnTo>
                    <a:pt x="957477" y="8873"/>
                  </a:lnTo>
                  <a:lnTo>
                    <a:pt x="962516" y="6182"/>
                  </a:lnTo>
                  <a:lnTo>
                    <a:pt x="967556" y="3941"/>
                  </a:lnTo>
                  <a:lnTo>
                    <a:pt x="972595" y="2181"/>
                  </a:lnTo>
                  <a:lnTo>
                    <a:pt x="977635" y="960"/>
                  </a:lnTo>
                  <a:lnTo>
                    <a:pt x="982674" y="231"/>
                  </a:lnTo>
                  <a:lnTo>
                    <a:pt x="987713" y="0"/>
                  </a:lnTo>
                  <a:lnTo>
                    <a:pt x="992753" y="269"/>
                  </a:lnTo>
                  <a:lnTo>
                    <a:pt x="997792" y="1041"/>
                  </a:lnTo>
                  <a:lnTo>
                    <a:pt x="1002831" y="2314"/>
                  </a:lnTo>
                  <a:lnTo>
                    <a:pt x="1007871" y="4082"/>
                  </a:lnTo>
                  <a:lnTo>
                    <a:pt x="1012910" y="6337"/>
                  </a:lnTo>
                  <a:lnTo>
                    <a:pt x="1017949" y="9082"/>
                  </a:lnTo>
                  <a:lnTo>
                    <a:pt x="1022989" y="12327"/>
                  </a:lnTo>
                  <a:lnTo>
                    <a:pt x="1028028" y="15994"/>
                  </a:lnTo>
                  <a:lnTo>
                    <a:pt x="1033067" y="20048"/>
                  </a:lnTo>
                  <a:lnTo>
                    <a:pt x="1038107" y="24452"/>
                  </a:lnTo>
                  <a:lnTo>
                    <a:pt x="1043146" y="29163"/>
                  </a:lnTo>
                  <a:lnTo>
                    <a:pt x="1048186" y="34136"/>
                  </a:lnTo>
                  <a:lnTo>
                    <a:pt x="1053225" y="39324"/>
                  </a:lnTo>
                  <a:lnTo>
                    <a:pt x="1058264" y="44681"/>
                  </a:lnTo>
                  <a:lnTo>
                    <a:pt x="1063304" y="50164"/>
                  </a:lnTo>
                  <a:lnTo>
                    <a:pt x="1068343" y="55728"/>
                  </a:lnTo>
                  <a:lnTo>
                    <a:pt x="1073382" y="61325"/>
                  </a:lnTo>
                  <a:lnTo>
                    <a:pt x="1078422" y="66927"/>
                  </a:lnTo>
                  <a:lnTo>
                    <a:pt x="1083461" y="72507"/>
                  </a:lnTo>
                  <a:lnTo>
                    <a:pt x="1088500" y="78045"/>
                  </a:lnTo>
                  <a:lnTo>
                    <a:pt x="1093540" y="83527"/>
                  </a:lnTo>
                  <a:lnTo>
                    <a:pt x="1098579" y="88938"/>
                  </a:lnTo>
                  <a:lnTo>
                    <a:pt x="1103618" y="94267"/>
                  </a:lnTo>
                  <a:lnTo>
                    <a:pt x="1108658" y="99501"/>
                  </a:lnTo>
                  <a:lnTo>
                    <a:pt x="1113697" y="104622"/>
                  </a:lnTo>
                  <a:lnTo>
                    <a:pt x="1118736" y="109628"/>
                  </a:lnTo>
                  <a:lnTo>
                    <a:pt x="1123776" y="114506"/>
                  </a:lnTo>
                  <a:lnTo>
                    <a:pt x="1128815" y="119243"/>
                  </a:lnTo>
                  <a:lnTo>
                    <a:pt x="1133855" y="123824"/>
                  </a:lnTo>
                  <a:lnTo>
                    <a:pt x="1138894" y="128233"/>
                  </a:lnTo>
                  <a:lnTo>
                    <a:pt x="1143933" y="132456"/>
                  </a:lnTo>
                  <a:lnTo>
                    <a:pt x="1148973" y="136476"/>
                  </a:lnTo>
                  <a:lnTo>
                    <a:pt x="1154012" y="140269"/>
                  </a:lnTo>
                  <a:lnTo>
                    <a:pt x="1159051" y="143813"/>
                  </a:lnTo>
                  <a:lnTo>
                    <a:pt x="1164091" y="147120"/>
                  </a:lnTo>
                  <a:lnTo>
                    <a:pt x="1169130" y="150187"/>
                  </a:lnTo>
                  <a:lnTo>
                    <a:pt x="1174169" y="153013"/>
                  </a:lnTo>
                  <a:lnTo>
                    <a:pt x="1179209" y="155604"/>
                  </a:lnTo>
                  <a:lnTo>
                    <a:pt x="1184248" y="157964"/>
                  </a:lnTo>
                  <a:lnTo>
                    <a:pt x="1189287" y="160103"/>
                  </a:lnTo>
                  <a:lnTo>
                    <a:pt x="1194327" y="162035"/>
                  </a:lnTo>
                  <a:lnTo>
                    <a:pt x="1199366" y="163760"/>
                  </a:lnTo>
                  <a:lnTo>
                    <a:pt x="1204406" y="165295"/>
                  </a:lnTo>
                  <a:lnTo>
                    <a:pt x="1209445" y="166671"/>
                  </a:lnTo>
                  <a:lnTo>
                    <a:pt x="1214484" y="167903"/>
                  </a:lnTo>
                  <a:lnTo>
                    <a:pt x="1219524" y="169007"/>
                  </a:lnTo>
                  <a:lnTo>
                    <a:pt x="1224563" y="169997"/>
                  </a:lnTo>
                  <a:lnTo>
                    <a:pt x="1229602" y="170886"/>
                  </a:lnTo>
                  <a:lnTo>
                    <a:pt x="1234642" y="171685"/>
                  </a:lnTo>
                  <a:lnTo>
                    <a:pt x="1239681" y="172406"/>
                  </a:lnTo>
                  <a:lnTo>
                    <a:pt x="1244720" y="173054"/>
                  </a:lnTo>
                  <a:lnTo>
                    <a:pt x="1249760" y="173638"/>
                  </a:lnTo>
                  <a:lnTo>
                    <a:pt x="1254799" y="174170"/>
                  </a:lnTo>
                  <a:lnTo>
                    <a:pt x="1259838" y="174655"/>
                  </a:lnTo>
                  <a:lnTo>
                    <a:pt x="1264878" y="175098"/>
                  </a:lnTo>
                  <a:lnTo>
                    <a:pt x="1269917" y="175502"/>
                  </a:lnTo>
                  <a:lnTo>
                    <a:pt x="1274957" y="175872"/>
                  </a:lnTo>
                  <a:lnTo>
                    <a:pt x="1279996" y="176209"/>
                  </a:lnTo>
                  <a:lnTo>
                    <a:pt x="1285035" y="176517"/>
                  </a:lnTo>
                  <a:lnTo>
                    <a:pt x="1290075" y="176794"/>
                  </a:lnTo>
                  <a:lnTo>
                    <a:pt x="1295114" y="177043"/>
                  </a:lnTo>
                  <a:lnTo>
                    <a:pt x="1300153" y="177268"/>
                  </a:lnTo>
                  <a:lnTo>
                    <a:pt x="1305193" y="177469"/>
                  </a:lnTo>
                  <a:lnTo>
                    <a:pt x="1310232" y="177647"/>
                  </a:lnTo>
                  <a:lnTo>
                    <a:pt x="1315271" y="177803"/>
                  </a:lnTo>
                  <a:lnTo>
                    <a:pt x="1320311" y="177940"/>
                  </a:lnTo>
                  <a:lnTo>
                    <a:pt x="1325350" y="178057"/>
                  </a:lnTo>
                  <a:lnTo>
                    <a:pt x="1330389" y="178157"/>
                  </a:lnTo>
                  <a:lnTo>
                    <a:pt x="1335429" y="178240"/>
                  </a:lnTo>
                  <a:lnTo>
                    <a:pt x="1340468" y="178307"/>
                  </a:lnTo>
                  <a:lnTo>
                    <a:pt x="1345508" y="178362"/>
                  </a:lnTo>
                  <a:lnTo>
                    <a:pt x="1350547" y="178406"/>
                  </a:lnTo>
                  <a:lnTo>
                    <a:pt x="1355586" y="178441"/>
                  </a:lnTo>
                  <a:lnTo>
                    <a:pt x="1360626" y="178471"/>
                  </a:lnTo>
                  <a:lnTo>
                    <a:pt x="1365665" y="178495"/>
                  </a:lnTo>
                  <a:lnTo>
                    <a:pt x="1370704" y="178516"/>
                  </a:lnTo>
                  <a:lnTo>
                    <a:pt x="1375744" y="178537"/>
                  </a:lnTo>
                  <a:lnTo>
                    <a:pt x="1380783" y="178557"/>
                  </a:lnTo>
                  <a:lnTo>
                    <a:pt x="1385822" y="178579"/>
                  </a:lnTo>
                  <a:lnTo>
                    <a:pt x="1390862" y="178604"/>
                  </a:lnTo>
                  <a:lnTo>
                    <a:pt x="1395901" y="178631"/>
                  </a:lnTo>
                  <a:lnTo>
                    <a:pt x="1400940" y="178661"/>
                  </a:lnTo>
                  <a:lnTo>
                    <a:pt x="1405980" y="178693"/>
                  </a:lnTo>
                  <a:lnTo>
                    <a:pt x="1411019" y="178727"/>
                  </a:lnTo>
                  <a:lnTo>
                    <a:pt x="1416058" y="178763"/>
                  </a:lnTo>
                  <a:lnTo>
                    <a:pt x="1421098" y="178799"/>
                  </a:lnTo>
                  <a:lnTo>
                    <a:pt x="1426137" y="178835"/>
                  </a:lnTo>
                  <a:lnTo>
                    <a:pt x="1431177" y="178869"/>
                  </a:lnTo>
                  <a:lnTo>
                    <a:pt x="1436216" y="178902"/>
                  </a:lnTo>
                  <a:lnTo>
                    <a:pt x="1441255" y="178932"/>
                  </a:lnTo>
                  <a:lnTo>
                    <a:pt x="1446295" y="178960"/>
                  </a:lnTo>
                  <a:lnTo>
                    <a:pt x="1451334" y="178984"/>
                  </a:lnTo>
                  <a:lnTo>
                    <a:pt x="1456373" y="179006"/>
                  </a:lnTo>
                  <a:lnTo>
                    <a:pt x="1461413" y="179024"/>
                  </a:lnTo>
                  <a:lnTo>
                    <a:pt x="1466452" y="179040"/>
                  </a:lnTo>
                  <a:lnTo>
                    <a:pt x="1471491" y="179053"/>
                  </a:lnTo>
                  <a:lnTo>
                    <a:pt x="1476531" y="179063"/>
                  </a:lnTo>
                  <a:lnTo>
                    <a:pt x="1481570" y="179071"/>
                  </a:lnTo>
                  <a:lnTo>
                    <a:pt x="1486609" y="179077"/>
                  </a:lnTo>
                  <a:lnTo>
                    <a:pt x="1491649" y="179082"/>
                  </a:lnTo>
                  <a:lnTo>
                    <a:pt x="1496688" y="179086"/>
                  </a:lnTo>
                  <a:lnTo>
                    <a:pt x="1501728" y="179089"/>
                  </a:lnTo>
                  <a:lnTo>
                    <a:pt x="1506767" y="179091"/>
                  </a:lnTo>
                  <a:lnTo>
                    <a:pt x="1511806" y="179092"/>
                  </a:lnTo>
                  <a:lnTo>
                    <a:pt x="1516846" y="179093"/>
                  </a:lnTo>
                  <a:lnTo>
                    <a:pt x="1521885" y="179094"/>
                  </a:lnTo>
                  <a:lnTo>
                    <a:pt x="1526924" y="179094"/>
                  </a:lnTo>
                  <a:lnTo>
                    <a:pt x="1531964" y="179094"/>
                  </a:lnTo>
                  <a:lnTo>
                    <a:pt x="1537003" y="179095"/>
                  </a:lnTo>
                  <a:lnTo>
                    <a:pt x="1542042" y="179095"/>
                  </a:lnTo>
                  <a:lnTo>
                    <a:pt x="1547082" y="179095"/>
                  </a:lnTo>
                  <a:lnTo>
                    <a:pt x="1552121" y="179095"/>
                  </a:lnTo>
                  <a:lnTo>
                    <a:pt x="1557160" y="179095"/>
                  </a:lnTo>
                  <a:lnTo>
                    <a:pt x="1562200" y="179095"/>
                  </a:lnTo>
                  <a:lnTo>
                    <a:pt x="1567239" y="179095"/>
                  </a:lnTo>
                  <a:lnTo>
                    <a:pt x="1572279" y="179095"/>
                  </a:lnTo>
                  <a:lnTo>
                    <a:pt x="1577318" y="179095"/>
                  </a:lnTo>
                  <a:lnTo>
                    <a:pt x="1582357" y="179095"/>
                  </a:lnTo>
                  <a:lnTo>
                    <a:pt x="1587397" y="179095"/>
                  </a:lnTo>
                  <a:lnTo>
                    <a:pt x="1592436" y="179095"/>
                  </a:lnTo>
                  <a:lnTo>
                    <a:pt x="1597475" y="179095"/>
                  </a:lnTo>
                  <a:lnTo>
                    <a:pt x="1602515" y="179095"/>
                  </a:lnTo>
                  <a:lnTo>
                    <a:pt x="1607554" y="179095"/>
                  </a:lnTo>
                  <a:lnTo>
                    <a:pt x="1612593" y="179095"/>
                  </a:lnTo>
                  <a:lnTo>
                    <a:pt x="1617633" y="179095"/>
                  </a:lnTo>
                  <a:lnTo>
                    <a:pt x="1622672" y="179095"/>
                  </a:lnTo>
                  <a:lnTo>
                    <a:pt x="1627711" y="179095"/>
                  </a:lnTo>
                  <a:lnTo>
                    <a:pt x="1632751" y="179095"/>
                  </a:lnTo>
                  <a:lnTo>
                    <a:pt x="1637790" y="179095"/>
                  </a:lnTo>
                  <a:lnTo>
                    <a:pt x="1642830" y="179095"/>
                  </a:lnTo>
                  <a:lnTo>
                    <a:pt x="1647869" y="179095"/>
                  </a:lnTo>
                  <a:lnTo>
                    <a:pt x="1652908" y="179095"/>
                  </a:lnTo>
                  <a:lnTo>
                    <a:pt x="1657948" y="179095"/>
                  </a:lnTo>
                  <a:lnTo>
                    <a:pt x="1662987" y="179095"/>
                  </a:lnTo>
                  <a:lnTo>
                    <a:pt x="1668026" y="179095"/>
                  </a:lnTo>
                  <a:lnTo>
                    <a:pt x="1673066" y="179095"/>
                  </a:lnTo>
                  <a:lnTo>
                    <a:pt x="1678105" y="179095"/>
                  </a:lnTo>
                  <a:lnTo>
                    <a:pt x="1683144" y="179095"/>
                  </a:lnTo>
                  <a:lnTo>
                    <a:pt x="1688184" y="179095"/>
                  </a:lnTo>
                  <a:lnTo>
                    <a:pt x="1693223" y="179095"/>
                  </a:lnTo>
                  <a:lnTo>
                    <a:pt x="1698262" y="179095"/>
                  </a:lnTo>
                  <a:lnTo>
                    <a:pt x="1703302" y="179095"/>
                  </a:lnTo>
                  <a:lnTo>
                    <a:pt x="1708341" y="179095"/>
                  </a:lnTo>
                  <a:lnTo>
                    <a:pt x="1713380" y="179095"/>
                  </a:lnTo>
                  <a:lnTo>
                    <a:pt x="1718420" y="179095"/>
                  </a:lnTo>
                  <a:lnTo>
                    <a:pt x="1723459" y="179095"/>
                  </a:lnTo>
                  <a:lnTo>
                    <a:pt x="1728499" y="179095"/>
                  </a:lnTo>
                  <a:lnTo>
                    <a:pt x="1733538" y="179095"/>
                  </a:lnTo>
                  <a:lnTo>
                    <a:pt x="1738577" y="179095"/>
                  </a:lnTo>
                  <a:lnTo>
                    <a:pt x="1743617" y="179095"/>
                  </a:lnTo>
                  <a:lnTo>
                    <a:pt x="1748656" y="179095"/>
                  </a:lnTo>
                  <a:lnTo>
                    <a:pt x="1753695" y="179095"/>
                  </a:lnTo>
                  <a:lnTo>
                    <a:pt x="1758735" y="179095"/>
                  </a:lnTo>
                  <a:lnTo>
                    <a:pt x="1763774" y="179095"/>
                  </a:lnTo>
                  <a:lnTo>
                    <a:pt x="1768813" y="179095"/>
                  </a:lnTo>
                  <a:lnTo>
                    <a:pt x="1773853" y="179095"/>
                  </a:lnTo>
                  <a:lnTo>
                    <a:pt x="1778892" y="179095"/>
                  </a:lnTo>
                  <a:lnTo>
                    <a:pt x="1783931" y="179095"/>
                  </a:lnTo>
                  <a:lnTo>
                    <a:pt x="1788971" y="179095"/>
                  </a:lnTo>
                  <a:lnTo>
                    <a:pt x="1794010" y="179095"/>
                  </a:lnTo>
                  <a:lnTo>
                    <a:pt x="1799050" y="179095"/>
                  </a:lnTo>
                  <a:lnTo>
                    <a:pt x="1804089" y="179095"/>
                  </a:lnTo>
                  <a:lnTo>
                    <a:pt x="1809128" y="179095"/>
                  </a:lnTo>
                  <a:lnTo>
                    <a:pt x="1814168" y="179095"/>
                  </a:lnTo>
                  <a:lnTo>
                    <a:pt x="1819207" y="179095"/>
                  </a:lnTo>
                  <a:lnTo>
                    <a:pt x="1824246" y="179095"/>
                  </a:lnTo>
                  <a:lnTo>
                    <a:pt x="1829286" y="179095"/>
                  </a:lnTo>
                  <a:lnTo>
                    <a:pt x="1834325" y="179095"/>
                  </a:lnTo>
                  <a:lnTo>
                    <a:pt x="1839364" y="179095"/>
                  </a:lnTo>
                  <a:lnTo>
                    <a:pt x="1844404" y="179095"/>
                  </a:lnTo>
                  <a:lnTo>
                    <a:pt x="1849443" y="179095"/>
                  </a:lnTo>
                  <a:lnTo>
                    <a:pt x="1854482" y="179095"/>
                  </a:lnTo>
                  <a:lnTo>
                    <a:pt x="1859522" y="179095"/>
                  </a:lnTo>
                  <a:lnTo>
                    <a:pt x="1864561" y="179095"/>
                  </a:lnTo>
                  <a:lnTo>
                    <a:pt x="1869601" y="179095"/>
                  </a:lnTo>
                  <a:lnTo>
                    <a:pt x="1874640" y="179095"/>
                  </a:lnTo>
                  <a:lnTo>
                    <a:pt x="1879679" y="179095"/>
                  </a:lnTo>
                  <a:lnTo>
                    <a:pt x="1884719" y="179095"/>
                  </a:lnTo>
                  <a:lnTo>
                    <a:pt x="1889758" y="179095"/>
                  </a:lnTo>
                  <a:lnTo>
                    <a:pt x="1894797" y="179095"/>
                  </a:lnTo>
                  <a:lnTo>
                    <a:pt x="1899837" y="179095"/>
                  </a:lnTo>
                  <a:lnTo>
                    <a:pt x="1904876" y="179095"/>
                  </a:lnTo>
                  <a:lnTo>
                    <a:pt x="1909915" y="179095"/>
                  </a:lnTo>
                  <a:lnTo>
                    <a:pt x="1914955" y="179095"/>
                  </a:lnTo>
                  <a:lnTo>
                    <a:pt x="1919994" y="179095"/>
                  </a:lnTo>
                  <a:lnTo>
                    <a:pt x="1925033" y="179095"/>
                  </a:lnTo>
                  <a:lnTo>
                    <a:pt x="1930073" y="179095"/>
                  </a:lnTo>
                  <a:lnTo>
                    <a:pt x="1935112" y="179095"/>
                  </a:lnTo>
                  <a:lnTo>
                    <a:pt x="1940151" y="179095"/>
                  </a:lnTo>
                  <a:lnTo>
                    <a:pt x="1945191" y="179095"/>
                  </a:lnTo>
                  <a:lnTo>
                    <a:pt x="1950230" y="179095"/>
                  </a:lnTo>
                  <a:lnTo>
                    <a:pt x="1955270" y="179095"/>
                  </a:lnTo>
                  <a:lnTo>
                    <a:pt x="1960309" y="179095"/>
                  </a:lnTo>
                  <a:lnTo>
                    <a:pt x="1965348" y="179095"/>
                  </a:lnTo>
                  <a:lnTo>
                    <a:pt x="1970388" y="179095"/>
                  </a:lnTo>
                  <a:lnTo>
                    <a:pt x="1975427" y="179095"/>
                  </a:lnTo>
                  <a:lnTo>
                    <a:pt x="1980466" y="179095"/>
                  </a:lnTo>
                  <a:lnTo>
                    <a:pt x="1985506" y="179095"/>
                  </a:lnTo>
                  <a:lnTo>
                    <a:pt x="1990545" y="179095"/>
                  </a:lnTo>
                  <a:lnTo>
                    <a:pt x="1995584" y="179095"/>
                  </a:lnTo>
                  <a:lnTo>
                    <a:pt x="2000624" y="179095"/>
                  </a:lnTo>
                  <a:lnTo>
                    <a:pt x="2005663" y="179095"/>
                  </a:lnTo>
                  <a:lnTo>
                    <a:pt x="2010702" y="179095"/>
                  </a:lnTo>
                  <a:lnTo>
                    <a:pt x="2015742" y="179095"/>
                  </a:lnTo>
                  <a:lnTo>
                    <a:pt x="2020781" y="179095"/>
                  </a:lnTo>
                  <a:lnTo>
                    <a:pt x="2025821" y="179095"/>
                  </a:lnTo>
                  <a:lnTo>
                    <a:pt x="2030860" y="179095"/>
                  </a:lnTo>
                  <a:lnTo>
                    <a:pt x="2035899" y="179095"/>
                  </a:lnTo>
                  <a:lnTo>
                    <a:pt x="2040939" y="179095"/>
                  </a:lnTo>
                  <a:lnTo>
                    <a:pt x="2045978" y="179095"/>
                  </a:lnTo>
                  <a:lnTo>
                    <a:pt x="2051017" y="179095"/>
                  </a:lnTo>
                  <a:lnTo>
                    <a:pt x="2056057" y="179095"/>
                  </a:lnTo>
                  <a:lnTo>
                    <a:pt x="2061096" y="179095"/>
                  </a:lnTo>
                  <a:lnTo>
                    <a:pt x="2066135" y="179095"/>
                  </a:lnTo>
                  <a:lnTo>
                    <a:pt x="2071175" y="179095"/>
                  </a:lnTo>
                  <a:lnTo>
                    <a:pt x="2076214" y="179095"/>
                  </a:lnTo>
                  <a:lnTo>
                    <a:pt x="2081253" y="179095"/>
                  </a:lnTo>
                  <a:lnTo>
                    <a:pt x="2086293" y="179095"/>
                  </a:lnTo>
                  <a:lnTo>
                    <a:pt x="2091332" y="179095"/>
                  </a:lnTo>
                  <a:lnTo>
                    <a:pt x="2096372" y="179095"/>
                  </a:lnTo>
                  <a:lnTo>
                    <a:pt x="2101411" y="179095"/>
                  </a:lnTo>
                  <a:lnTo>
                    <a:pt x="2106450" y="179095"/>
                  </a:lnTo>
                  <a:lnTo>
                    <a:pt x="2111490" y="179095"/>
                  </a:lnTo>
                  <a:lnTo>
                    <a:pt x="2116529" y="179095"/>
                  </a:lnTo>
                  <a:lnTo>
                    <a:pt x="2121568" y="179095"/>
                  </a:lnTo>
                  <a:lnTo>
                    <a:pt x="2126608" y="179095"/>
                  </a:lnTo>
                  <a:lnTo>
                    <a:pt x="2131647" y="179095"/>
                  </a:lnTo>
                  <a:lnTo>
                    <a:pt x="2136686" y="179095"/>
                  </a:lnTo>
                  <a:lnTo>
                    <a:pt x="2141726" y="179095"/>
                  </a:lnTo>
                  <a:lnTo>
                    <a:pt x="2146765" y="179095"/>
                  </a:lnTo>
                  <a:lnTo>
                    <a:pt x="2151804" y="179095"/>
                  </a:lnTo>
                  <a:lnTo>
                    <a:pt x="2156844" y="179095"/>
                  </a:lnTo>
                  <a:lnTo>
                    <a:pt x="2161883" y="179095"/>
                  </a:lnTo>
                  <a:lnTo>
                    <a:pt x="2166923" y="179095"/>
                  </a:lnTo>
                  <a:lnTo>
                    <a:pt x="2171962" y="179095"/>
                  </a:lnTo>
                  <a:lnTo>
                    <a:pt x="2177001" y="179095"/>
                  </a:lnTo>
                  <a:lnTo>
                    <a:pt x="2182041" y="179095"/>
                  </a:lnTo>
                  <a:lnTo>
                    <a:pt x="2187080" y="179095"/>
                  </a:lnTo>
                  <a:lnTo>
                    <a:pt x="2192119" y="179095"/>
                  </a:lnTo>
                  <a:lnTo>
                    <a:pt x="2197159" y="179095"/>
                  </a:lnTo>
                  <a:lnTo>
                    <a:pt x="2202198" y="179095"/>
                  </a:lnTo>
                  <a:lnTo>
                    <a:pt x="2207237" y="179095"/>
                  </a:lnTo>
                  <a:lnTo>
                    <a:pt x="2212277" y="179095"/>
                  </a:lnTo>
                  <a:lnTo>
                    <a:pt x="2217316" y="179095"/>
                  </a:lnTo>
                  <a:lnTo>
                    <a:pt x="2222355" y="179095"/>
                  </a:lnTo>
                  <a:lnTo>
                    <a:pt x="2227395" y="179095"/>
                  </a:lnTo>
                  <a:lnTo>
                    <a:pt x="2232434" y="179095"/>
                  </a:lnTo>
                  <a:lnTo>
                    <a:pt x="2237473" y="179095"/>
                  </a:lnTo>
                  <a:lnTo>
                    <a:pt x="2242513" y="179095"/>
                  </a:lnTo>
                  <a:lnTo>
                    <a:pt x="2247552" y="179095"/>
                  </a:lnTo>
                  <a:lnTo>
                    <a:pt x="2252592" y="179095"/>
                  </a:lnTo>
                  <a:lnTo>
                    <a:pt x="2257631" y="179095"/>
                  </a:lnTo>
                  <a:lnTo>
                    <a:pt x="2262670" y="179095"/>
                  </a:lnTo>
                  <a:lnTo>
                    <a:pt x="2267710" y="179095"/>
                  </a:lnTo>
                  <a:lnTo>
                    <a:pt x="2272749" y="179095"/>
                  </a:lnTo>
                  <a:lnTo>
                    <a:pt x="2277788" y="179095"/>
                  </a:lnTo>
                  <a:lnTo>
                    <a:pt x="2282828" y="179095"/>
                  </a:lnTo>
                  <a:lnTo>
                    <a:pt x="2287867" y="179095"/>
                  </a:lnTo>
                  <a:lnTo>
                    <a:pt x="2292906" y="179095"/>
                  </a:lnTo>
                  <a:lnTo>
                    <a:pt x="2297946" y="179095"/>
                  </a:lnTo>
                  <a:lnTo>
                    <a:pt x="2302985" y="179095"/>
                  </a:lnTo>
                  <a:lnTo>
                    <a:pt x="2308024" y="179095"/>
                  </a:lnTo>
                  <a:lnTo>
                    <a:pt x="2313064" y="179095"/>
                  </a:lnTo>
                  <a:lnTo>
                    <a:pt x="2318103" y="179095"/>
                  </a:lnTo>
                  <a:lnTo>
                    <a:pt x="2323143" y="179095"/>
                  </a:lnTo>
                  <a:lnTo>
                    <a:pt x="2328182" y="179095"/>
                  </a:lnTo>
                  <a:lnTo>
                    <a:pt x="2333221" y="179095"/>
                  </a:lnTo>
                  <a:lnTo>
                    <a:pt x="2338261" y="179095"/>
                  </a:lnTo>
                  <a:lnTo>
                    <a:pt x="2343300" y="179095"/>
                  </a:lnTo>
                  <a:lnTo>
                    <a:pt x="2348339" y="179095"/>
                  </a:lnTo>
                  <a:lnTo>
                    <a:pt x="2353379" y="179095"/>
                  </a:lnTo>
                  <a:lnTo>
                    <a:pt x="2358418" y="179095"/>
                  </a:lnTo>
                  <a:lnTo>
                    <a:pt x="2363457" y="179095"/>
                  </a:lnTo>
                  <a:lnTo>
                    <a:pt x="2368497" y="179095"/>
                  </a:lnTo>
                  <a:lnTo>
                    <a:pt x="2373536" y="179095"/>
                  </a:lnTo>
                  <a:lnTo>
                    <a:pt x="2378575" y="179095"/>
                  </a:lnTo>
                  <a:lnTo>
                    <a:pt x="2383615" y="179095"/>
                  </a:lnTo>
                  <a:lnTo>
                    <a:pt x="2388654" y="179095"/>
                  </a:lnTo>
                  <a:lnTo>
                    <a:pt x="2393694" y="179095"/>
                  </a:lnTo>
                  <a:lnTo>
                    <a:pt x="2398733" y="179095"/>
                  </a:lnTo>
                  <a:lnTo>
                    <a:pt x="2403772" y="179095"/>
                  </a:lnTo>
                  <a:lnTo>
                    <a:pt x="2408812" y="179095"/>
                  </a:lnTo>
                  <a:lnTo>
                    <a:pt x="2413851" y="179095"/>
                  </a:lnTo>
                  <a:lnTo>
                    <a:pt x="2418890" y="179095"/>
                  </a:lnTo>
                  <a:lnTo>
                    <a:pt x="2423930" y="179095"/>
                  </a:lnTo>
                  <a:lnTo>
                    <a:pt x="2428969" y="179095"/>
                  </a:lnTo>
                  <a:lnTo>
                    <a:pt x="2434008" y="179095"/>
                  </a:lnTo>
                  <a:lnTo>
                    <a:pt x="2439048" y="179095"/>
                  </a:lnTo>
                  <a:lnTo>
                    <a:pt x="2444087" y="179095"/>
                  </a:lnTo>
                  <a:lnTo>
                    <a:pt x="2449126" y="179095"/>
                  </a:lnTo>
                  <a:lnTo>
                    <a:pt x="2454166" y="179095"/>
                  </a:lnTo>
                  <a:lnTo>
                    <a:pt x="2459205" y="179095"/>
                  </a:lnTo>
                  <a:lnTo>
                    <a:pt x="2464245" y="179095"/>
                  </a:lnTo>
                  <a:lnTo>
                    <a:pt x="2469284" y="179095"/>
                  </a:lnTo>
                  <a:lnTo>
                    <a:pt x="2474323" y="179095"/>
                  </a:lnTo>
                  <a:lnTo>
                    <a:pt x="2479363" y="179095"/>
                  </a:lnTo>
                  <a:lnTo>
                    <a:pt x="2484402" y="179095"/>
                  </a:lnTo>
                  <a:lnTo>
                    <a:pt x="2489441" y="179095"/>
                  </a:lnTo>
                  <a:lnTo>
                    <a:pt x="2494481" y="179095"/>
                  </a:lnTo>
                  <a:lnTo>
                    <a:pt x="2499520" y="179095"/>
                  </a:lnTo>
                  <a:lnTo>
                    <a:pt x="2504559" y="179095"/>
                  </a:lnTo>
                  <a:lnTo>
                    <a:pt x="2509599" y="179095"/>
                  </a:lnTo>
                  <a:lnTo>
                    <a:pt x="2514638" y="179095"/>
                  </a:lnTo>
                  <a:lnTo>
                    <a:pt x="2519677" y="179095"/>
                  </a:lnTo>
                  <a:lnTo>
                    <a:pt x="2524717" y="179095"/>
                  </a:lnTo>
                  <a:lnTo>
                    <a:pt x="2529756" y="179095"/>
                  </a:lnTo>
                  <a:lnTo>
                    <a:pt x="2534795" y="179095"/>
                  </a:lnTo>
                  <a:lnTo>
                    <a:pt x="2539835" y="179095"/>
                  </a:lnTo>
                  <a:lnTo>
                    <a:pt x="2544874" y="179095"/>
                  </a:lnTo>
                  <a:lnTo>
                    <a:pt x="2549914" y="179095"/>
                  </a:lnTo>
                  <a:lnTo>
                    <a:pt x="2554953" y="179095"/>
                  </a:lnTo>
                  <a:lnTo>
                    <a:pt x="2559992" y="179095"/>
                  </a:lnTo>
                  <a:lnTo>
                    <a:pt x="2565032" y="179095"/>
                  </a:lnTo>
                  <a:lnTo>
                    <a:pt x="2570071" y="179095"/>
                  </a:lnTo>
                  <a:lnTo>
                    <a:pt x="2575110" y="179095"/>
                  </a:lnTo>
                </a:path>
              </a:pathLst>
            </a:custGeom>
            <a:ln w="27101" cap="flat">
              <a:solidFill>
                <a:srgbClr val="FB9A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5547426" y="4897000"/>
              <a:ext cx="2575110" cy="109677"/>
            </a:xfrm>
            <a:custGeom>
              <a:avLst/>
              <a:pathLst>
                <a:path w="2575110" h="109677">
                  <a:moveTo>
                    <a:pt x="0" y="109677"/>
                  </a:moveTo>
                  <a:lnTo>
                    <a:pt x="5039" y="109677"/>
                  </a:lnTo>
                  <a:lnTo>
                    <a:pt x="10078" y="109677"/>
                  </a:lnTo>
                  <a:lnTo>
                    <a:pt x="15118" y="109677"/>
                  </a:lnTo>
                  <a:lnTo>
                    <a:pt x="20157" y="109677"/>
                  </a:lnTo>
                  <a:lnTo>
                    <a:pt x="25196" y="109677"/>
                  </a:lnTo>
                  <a:lnTo>
                    <a:pt x="30236" y="109677"/>
                  </a:lnTo>
                  <a:lnTo>
                    <a:pt x="35275" y="109677"/>
                  </a:lnTo>
                  <a:lnTo>
                    <a:pt x="40314" y="109677"/>
                  </a:lnTo>
                  <a:lnTo>
                    <a:pt x="45354" y="109677"/>
                  </a:lnTo>
                  <a:lnTo>
                    <a:pt x="50393" y="109677"/>
                  </a:lnTo>
                  <a:lnTo>
                    <a:pt x="55432" y="109677"/>
                  </a:lnTo>
                  <a:lnTo>
                    <a:pt x="60472" y="109677"/>
                  </a:lnTo>
                  <a:lnTo>
                    <a:pt x="65511" y="109677"/>
                  </a:lnTo>
                  <a:lnTo>
                    <a:pt x="70550" y="109677"/>
                  </a:lnTo>
                  <a:lnTo>
                    <a:pt x="75590" y="109677"/>
                  </a:lnTo>
                  <a:lnTo>
                    <a:pt x="80629" y="109677"/>
                  </a:lnTo>
                  <a:lnTo>
                    <a:pt x="85669" y="109677"/>
                  </a:lnTo>
                  <a:lnTo>
                    <a:pt x="90708" y="109677"/>
                  </a:lnTo>
                  <a:lnTo>
                    <a:pt x="95747" y="109677"/>
                  </a:lnTo>
                  <a:lnTo>
                    <a:pt x="100787" y="109677"/>
                  </a:lnTo>
                  <a:lnTo>
                    <a:pt x="105826" y="109677"/>
                  </a:lnTo>
                  <a:lnTo>
                    <a:pt x="110865" y="109677"/>
                  </a:lnTo>
                  <a:lnTo>
                    <a:pt x="115905" y="109677"/>
                  </a:lnTo>
                  <a:lnTo>
                    <a:pt x="120944" y="109677"/>
                  </a:lnTo>
                  <a:lnTo>
                    <a:pt x="125983" y="109677"/>
                  </a:lnTo>
                  <a:lnTo>
                    <a:pt x="131023" y="109676"/>
                  </a:lnTo>
                  <a:lnTo>
                    <a:pt x="136062" y="109676"/>
                  </a:lnTo>
                  <a:lnTo>
                    <a:pt x="141101" y="109676"/>
                  </a:lnTo>
                  <a:lnTo>
                    <a:pt x="146141" y="109676"/>
                  </a:lnTo>
                  <a:lnTo>
                    <a:pt x="151180" y="109676"/>
                  </a:lnTo>
                  <a:lnTo>
                    <a:pt x="156220" y="109676"/>
                  </a:lnTo>
                  <a:lnTo>
                    <a:pt x="161259" y="109676"/>
                  </a:lnTo>
                  <a:lnTo>
                    <a:pt x="166298" y="109676"/>
                  </a:lnTo>
                  <a:lnTo>
                    <a:pt x="171338" y="109676"/>
                  </a:lnTo>
                  <a:lnTo>
                    <a:pt x="176377" y="109676"/>
                  </a:lnTo>
                  <a:lnTo>
                    <a:pt x="181416" y="109676"/>
                  </a:lnTo>
                  <a:lnTo>
                    <a:pt x="186456" y="109675"/>
                  </a:lnTo>
                  <a:lnTo>
                    <a:pt x="191495" y="109675"/>
                  </a:lnTo>
                  <a:lnTo>
                    <a:pt x="196534" y="109674"/>
                  </a:lnTo>
                  <a:lnTo>
                    <a:pt x="201574" y="109674"/>
                  </a:lnTo>
                  <a:lnTo>
                    <a:pt x="206613" y="109673"/>
                  </a:lnTo>
                  <a:lnTo>
                    <a:pt x="211652" y="109672"/>
                  </a:lnTo>
                  <a:lnTo>
                    <a:pt x="216692" y="109671"/>
                  </a:lnTo>
                  <a:lnTo>
                    <a:pt x="221731" y="109670"/>
                  </a:lnTo>
                  <a:lnTo>
                    <a:pt x="226771" y="109668"/>
                  </a:lnTo>
                  <a:lnTo>
                    <a:pt x="231810" y="109667"/>
                  </a:lnTo>
                  <a:lnTo>
                    <a:pt x="236849" y="109664"/>
                  </a:lnTo>
                  <a:lnTo>
                    <a:pt x="241889" y="109662"/>
                  </a:lnTo>
                  <a:lnTo>
                    <a:pt x="246928" y="109659"/>
                  </a:lnTo>
                  <a:lnTo>
                    <a:pt x="251967" y="109655"/>
                  </a:lnTo>
                  <a:lnTo>
                    <a:pt x="257007" y="109651"/>
                  </a:lnTo>
                  <a:lnTo>
                    <a:pt x="262046" y="109646"/>
                  </a:lnTo>
                  <a:lnTo>
                    <a:pt x="267085" y="109640"/>
                  </a:lnTo>
                  <a:lnTo>
                    <a:pt x="272125" y="109634"/>
                  </a:lnTo>
                  <a:lnTo>
                    <a:pt x="277164" y="109627"/>
                  </a:lnTo>
                  <a:lnTo>
                    <a:pt x="282203" y="109618"/>
                  </a:lnTo>
                  <a:lnTo>
                    <a:pt x="287243" y="109609"/>
                  </a:lnTo>
                  <a:lnTo>
                    <a:pt x="292282" y="109599"/>
                  </a:lnTo>
                  <a:lnTo>
                    <a:pt x="297321" y="109587"/>
                  </a:lnTo>
                  <a:lnTo>
                    <a:pt x="302361" y="109574"/>
                  </a:lnTo>
                  <a:lnTo>
                    <a:pt x="307400" y="109560"/>
                  </a:lnTo>
                  <a:lnTo>
                    <a:pt x="312440" y="109544"/>
                  </a:lnTo>
                  <a:lnTo>
                    <a:pt x="317479" y="109527"/>
                  </a:lnTo>
                  <a:lnTo>
                    <a:pt x="322518" y="109509"/>
                  </a:lnTo>
                  <a:lnTo>
                    <a:pt x="327558" y="109489"/>
                  </a:lnTo>
                  <a:lnTo>
                    <a:pt x="332597" y="109468"/>
                  </a:lnTo>
                  <a:lnTo>
                    <a:pt x="337636" y="109445"/>
                  </a:lnTo>
                  <a:lnTo>
                    <a:pt x="342676" y="109420"/>
                  </a:lnTo>
                  <a:lnTo>
                    <a:pt x="347715" y="109395"/>
                  </a:lnTo>
                  <a:lnTo>
                    <a:pt x="352754" y="109368"/>
                  </a:lnTo>
                  <a:lnTo>
                    <a:pt x="357794" y="109339"/>
                  </a:lnTo>
                  <a:lnTo>
                    <a:pt x="362833" y="109310"/>
                  </a:lnTo>
                  <a:lnTo>
                    <a:pt x="367872" y="109279"/>
                  </a:lnTo>
                  <a:lnTo>
                    <a:pt x="372912" y="109248"/>
                  </a:lnTo>
                  <a:lnTo>
                    <a:pt x="377951" y="109215"/>
                  </a:lnTo>
                  <a:lnTo>
                    <a:pt x="382991" y="109182"/>
                  </a:lnTo>
                  <a:lnTo>
                    <a:pt x="388030" y="109149"/>
                  </a:lnTo>
                  <a:lnTo>
                    <a:pt x="393069" y="109115"/>
                  </a:lnTo>
                  <a:lnTo>
                    <a:pt x="398109" y="109081"/>
                  </a:lnTo>
                  <a:lnTo>
                    <a:pt x="403148" y="109047"/>
                  </a:lnTo>
                  <a:lnTo>
                    <a:pt x="408187" y="109013"/>
                  </a:lnTo>
                  <a:lnTo>
                    <a:pt x="413227" y="108979"/>
                  </a:lnTo>
                  <a:lnTo>
                    <a:pt x="418266" y="108946"/>
                  </a:lnTo>
                  <a:lnTo>
                    <a:pt x="423305" y="108913"/>
                  </a:lnTo>
                  <a:lnTo>
                    <a:pt x="428345" y="108881"/>
                  </a:lnTo>
                  <a:lnTo>
                    <a:pt x="433384" y="108850"/>
                  </a:lnTo>
                  <a:lnTo>
                    <a:pt x="438423" y="108820"/>
                  </a:lnTo>
                  <a:lnTo>
                    <a:pt x="443463" y="108790"/>
                  </a:lnTo>
                  <a:lnTo>
                    <a:pt x="448502" y="108762"/>
                  </a:lnTo>
                  <a:lnTo>
                    <a:pt x="453542" y="108735"/>
                  </a:lnTo>
                  <a:lnTo>
                    <a:pt x="458581" y="108708"/>
                  </a:lnTo>
                  <a:lnTo>
                    <a:pt x="463620" y="108683"/>
                  </a:lnTo>
                  <a:lnTo>
                    <a:pt x="468660" y="108658"/>
                  </a:lnTo>
                  <a:lnTo>
                    <a:pt x="473699" y="108634"/>
                  </a:lnTo>
                  <a:lnTo>
                    <a:pt x="478738" y="108610"/>
                  </a:lnTo>
                  <a:lnTo>
                    <a:pt x="483778" y="108587"/>
                  </a:lnTo>
                  <a:lnTo>
                    <a:pt x="488817" y="108563"/>
                  </a:lnTo>
                  <a:lnTo>
                    <a:pt x="493856" y="108540"/>
                  </a:lnTo>
                  <a:lnTo>
                    <a:pt x="498896" y="108516"/>
                  </a:lnTo>
                  <a:lnTo>
                    <a:pt x="503935" y="108492"/>
                  </a:lnTo>
                  <a:lnTo>
                    <a:pt x="508974" y="108467"/>
                  </a:lnTo>
                  <a:lnTo>
                    <a:pt x="514014" y="108441"/>
                  </a:lnTo>
                  <a:lnTo>
                    <a:pt x="519053" y="108414"/>
                  </a:lnTo>
                  <a:lnTo>
                    <a:pt x="524093" y="108386"/>
                  </a:lnTo>
                  <a:lnTo>
                    <a:pt x="529132" y="108356"/>
                  </a:lnTo>
                  <a:lnTo>
                    <a:pt x="534171" y="108325"/>
                  </a:lnTo>
                  <a:lnTo>
                    <a:pt x="539211" y="108292"/>
                  </a:lnTo>
                  <a:lnTo>
                    <a:pt x="544250" y="108258"/>
                  </a:lnTo>
                  <a:lnTo>
                    <a:pt x="549289" y="108222"/>
                  </a:lnTo>
                  <a:lnTo>
                    <a:pt x="554329" y="108186"/>
                  </a:lnTo>
                  <a:lnTo>
                    <a:pt x="559368" y="108147"/>
                  </a:lnTo>
                  <a:lnTo>
                    <a:pt x="564407" y="108108"/>
                  </a:lnTo>
                  <a:lnTo>
                    <a:pt x="569447" y="108069"/>
                  </a:lnTo>
                  <a:lnTo>
                    <a:pt x="574486" y="108029"/>
                  </a:lnTo>
                  <a:lnTo>
                    <a:pt x="579525" y="107990"/>
                  </a:lnTo>
                  <a:lnTo>
                    <a:pt x="584565" y="107951"/>
                  </a:lnTo>
                  <a:lnTo>
                    <a:pt x="589604" y="107913"/>
                  </a:lnTo>
                  <a:lnTo>
                    <a:pt x="594643" y="107876"/>
                  </a:lnTo>
                  <a:lnTo>
                    <a:pt x="599683" y="107841"/>
                  </a:lnTo>
                  <a:lnTo>
                    <a:pt x="604722" y="107809"/>
                  </a:lnTo>
                  <a:lnTo>
                    <a:pt x="609762" y="107778"/>
                  </a:lnTo>
                  <a:lnTo>
                    <a:pt x="614801" y="107751"/>
                  </a:lnTo>
                  <a:lnTo>
                    <a:pt x="619840" y="107727"/>
                  </a:lnTo>
                  <a:lnTo>
                    <a:pt x="624880" y="107707"/>
                  </a:lnTo>
                  <a:lnTo>
                    <a:pt x="629919" y="107689"/>
                  </a:lnTo>
                  <a:lnTo>
                    <a:pt x="634958" y="107676"/>
                  </a:lnTo>
                  <a:lnTo>
                    <a:pt x="639998" y="107666"/>
                  </a:lnTo>
                  <a:lnTo>
                    <a:pt x="645037" y="107659"/>
                  </a:lnTo>
                  <a:lnTo>
                    <a:pt x="650076" y="107656"/>
                  </a:lnTo>
                  <a:lnTo>
                    <a:pt x="655116" y="107656"/>
                  </a:lnTo>
                  <a:lnTo>
                    <a:pt x="660155" y="107659"/>
                  </a:lnTo>
                  <a:lnTo>
                    <a:pt x="665194" y="107665"/>
                  </a:lnTo>
                  <a:lnTo>
                    <a:pt x="670234" y="107672"/>
                  </a:lnTo>
                  <a:lnTo>
                    <a:pt x="675273" y="107681"/>
                  </a:lnTo>
                  <a:lnTo>
                    <a:pt x="680313" y="107691"/>
                  </a:lnTo>
                  <a:lnTo>
                    <a:pt x="685352" y="107702"/>
                  </a:lnTo>
                  <a:lnTo>
                    <a:pt x="690391" y="107713"/>
                  </a:lnTo>
                  <a:lnTo>
                    <a:pt x="695431" y="107723"/>
                  </a:lnTo>
                  <a:lnTo>
                    <a:pt x="700470" y="107732"/>
                  </a:lnTo>
                  <a:lnTo>
                    <a:pt x="705509" y="107739"/>
                  </a:lnTo>
                  <a:lnTo>
                    <a:pt x="710549" y="107744"/>
                  </a:lnTo>
                  <a:lnTo>
                    <a:pt x="715588" y="107746"/>
                  </a:lnTo>
                  <a:lnTo>
                    <a:pt x="720627" y="107745"/>
                  </a:lnTo>
                  <a:lnTo>
                    <a:pt x="725667" y="107740"/>
                  </a:lnTo>
                  <a:lnTo>
                    <a:pt x="730706" y="107731"/>
                  </a:lnTo>
                  <a:lnTo>
                    <a:pt x="735745" y="107716"/>
                  </a:lnTo>
                  <a:lnTo>
                    <a:pt x="740785" y="107696"/>
                  </a:lnTo>
                  <a:lnTo>
                    <a:pt x="745824" y="107669"/>
                  </a:lnTo>
                  <a:lnTo>
                    <a:pt x="750864" y="107636"/>
                  </a:lnTo>
                  <a:lnTo>
                    <a:pt x="755903" y="107596"/>
                  </a:lnTo>
                  <a:lnTo>
                    <a:pt x="760942" y="107549"/>
                  </a:lnTo>
                  <a:lnTo>
                    <a:pt x="765982" y="107492"/>
                  </a:lnTo>
                  <a:lnTo>
                    <a:pt x="771021" y="107426"/>
                  </a:lnTo>
                  <a:lnTo>
                    <a:pt x="776060" y="107350"/>
                  </a:lnTo>
                  <a:lnTo>
                    <a:pt x="781100" y="107264"/>
                  </a:lnTo>
                  <a:lnTo>
                    <a:pt x="786139" y="107168"/>
                  </a:lnTo>
                  <a:lnTo>
                    <a:pt x="791178" y="107059"/>
                  </a:lnTo>
                  <a:lnTo>
                    <a:pt x="796218" y="106935"/>
                  </a:lnTo>
                  <a:lnTo>
                    <a:pt x="801257" y="106797"/>
                  </a:lnTo>
                  <a:lnTo>
                    <a:pt x="806296" y="106644"/>
                  </a:lnTo>
                  <a:lnTo>
                    <a:pt x="811336" y="106477"/>
                  </a:lnTo>
                  <a:lnTo>
                    <a:pt x="816375" y="106293"/>
                  </a:lnTo>
                  <a:lnTo>
                    <a:pt x="821415" y="106090"/>
                  </a:lnTo>
                  <a:lnTo>
                    <a:pt x="826454" y="105866"/>
                  </a:lnTo>
                  <a:lnTo>
                    <a:pt x="831493" y="105622"/>
                  </a:lnTo>
                  <a:lnTo>
                    <a:pt x="836533" y="105358"/>
                  </a:lnTo>
                  <a:lnTo>
                    <a:pt x="841572" y="105073"/>
                  </a:lnTo>
                  <a:lnTo>
                    <a:pt x="846611" y="104765"/>
                  </a:lnTo>
                  <a:lnTo>
                    <a:pt x="851651" y="104431"/>
                  </a:lnTo>
                  <a:lnTo>
                    <a:pt x="856690" y="104070"/>
                  </a:lnTo>
                  <a:lnTo>
                    <a:pt x="861729" y="103684"/>
                  </a:lnTo>
                  <a:lnTo>
                    <a:pt x="866769" y="103273"/>
                  </a:lnTo>
                  <a:lnTo>
                    <a:pt x="871808" y="102836"/>
                  </a:lnTo>
                  <a:lnTo>
                    <a:pt x="876847" y="102372"/>
                  </a:lnTo>
                  <a:lnTo>
                    <a:pt x="881887" y="101875"/>
                  </a:lnTo>
                  <a:lnTo>
                    <a:pt x="886926" y="101348"/>
                  </a:lnTo>
                  <a:lnTo>
                    <a:pt x="891965" y="100794"/>
                  </a:lnTo>
                  <a:lnTo>
                    <a:pt x="897005" y="100212"/>
                  </a:lnTo>
                  <a:lnTo>
                    <a:pt x="902044" y="99601"/>
                  </a:lnTo>
                  <a:lnTo>
                    <a:pt x="907084" y="98963"/>
                  </a:lnTo>
                  <a:lnTo>
                    <a:pt x="912123" y="98288"/>
                  </a:lnTo>
                  <a:lnTo>
                    <a:pt x="917162" y="97586"/>
                  </a:lnTo>
                  <a:lnTo>
                    <a:pt x="922202" y="96856"/>
                  </a:lnTo>
                  <a:lnTo>
                    <a:pt x="927241" y="96098"/>
                  </a:lnTo>
                  <a:lnTo>
                    <a:pt x="932280" y="95313"/>
                  </a:lnTo>
                  <a:lnTo>
                    <a:pt x="937320" y="94501"/>
                  </a:lnTo>
                  <a:lnTo>
                    <a:pt x="942359" y="93656"/>
                  </a:lnTo>
                  <a:lnTo>
                    <a:pt x="947398" y="92787"/>
                  </a:lnTo>
                  <a:lnTo>
                    <a:pt x="952438" y="91892"/>
                  </a:lnTo>
                  <a:lnTo>
                    <a:pt x="957477" y="90974"/>
                  </a:lnTo>
                  <a:lnTo>
                    <a:pt x="962516" y="90031"/>
                  </a:lnTo>
                  <a:lnTo>
                    <a:pt x="967556" y="89064"/>
                  </a:lnTo>
                  <a:lnTo>
                    <a:pt x="972595" y="88071"/>
                  </a:lnTo>
                  <a:lnTo>
                    <a:pt x="977635" y="87056"/>
                  </a:lnTo>
                  <a:lnTo>
                    <a:pt x="982674" y="86020"/>
                  </a:lnTo>
                  <a:lnTo>
                    <a:pt x="987713" y="84964"/>
                  </a:lnTo>
                  <a:lnTo>
                    <a:pt x="992753" y="83888"/>
                  </a:lnTo>
                  <a:lnTo>
                    <a:pt x="997792" y="82790"/>
                  </a:lnTo>
                  <a:lnTo>
                    <a:pt x="1002831" y="81670"/>
                  </a:lnTo>
                  <a:lnTo>
                    <a:pt x="1007871" y="80531"/>
                  </a:lnTo>
                  <a:lnTo>
                    <a:pt x="1012910" y="79373"/>
                  </a:lnTo>
                  <a:lnTo>
                    <a:pt x="1017949" y="78197"/>
                  </a:lnTo>
                  <a:lnTo>
                    <a:pt x="1022989" y="77002"/>
                  </a:lnTo>
                  <a:lnTo>
                    <a:pt x="1028028" y="75784"/>
                  </a:lnTo>
                  <a:lnTo>
                    <a:pt x="1033067" y="74545"/>
                  </a:lnTo>
                  <a:lnTo>
                    <a:pt x="1038107" y="73285"/>
                  </a:lnTo>
                  <a:lnTo>
                    <a:pt x="1043146" y="72006"/>
                  </a:lnTo>
                  <a:lnTo>
                    <a:pt x="1048186" y="70704"/>
                  </a:lnTo>
                  <a:lnTo>
                    <a:pt x="1053225" y="69381"/>
                  </a:lnTo>
                  <a:lnTo>
                    <a:pt x="1058264" y="68028"/>
                  </a:lnTo>
                  <a:lnTo>
                    <a:pt x="1063304" y="66650"/>
                  </a:lnTo>
                  <a:lnTo>
                    <a:pt x="1068343" y="65246"/>
                  </a:lnTo>
                  <a:lnTo>
                    <a:pt x="1073382" y="63815"/>
                  </a:lnTo>
                  <a:lnTo>
                    <a:pt x="1078422" y="62355"/>
                  </a:lnTo>
                  <a:lnTo>
                    <a:pt x="1083461" y="60864"/>
                  </a:lnTo>
                  <a:lnTo>
                    <a:pt x="1088500" y="59334"/>
                  </a:lnTo>
                  <a:lnTo>
                    <a:pt x="1093540" y="57771"/>
                  </a:lnTo>
                  <a:lnTo>
                    <a:pt x="1098579" y="56174"/>
                  </a:lnTo>
                  <a:lnTo>
                    <a:pt x="1103618" y="54542"/>
                  </a:lnTo>
                  <a:lnTo>
                    <a:pt x="1108658" y="52874"/>
                  </a:lnTo>
                  <a:lnTo>
                    <a:pt x="1113697" y="51167"/>
                  </a:lnTo>
                  <a:lnTo>
                    <a:pt x="1118736" y="49417"/>
                  </a:lnTo>
                  <a:lnTo>
                    <a:pt x="1123776" y="47631"/>
                  </a:lnTo>
                  <a:lnTo>
                    <a:pt x="1128815" y="45811"/>
                  </a:lnTo>
                  <a:lnTo>
                    <a:pt x="1133855" y="43958"/>
                  </a:lnTo>
                  <a:lnTo>
                    <a:pt x="1138894" y="42072"/>
                  </a:lnTo>
                  <a:lnTo>
                    <a:pt x="1143933" y="40154"/>
                  </a:lnTo>
                  <a:lnTo>
                    <a:pt x="1148973" y="38209"/>
                  </a:lnTo>
                  <a:lnTo>
                    <a:pt x="1154012" y="36243"/>
                  </a:lnTo>
                  <a:lnTo>
                    <a:pt x="1159051" y="34262"/>
                  </a:lnTo>
                  <a:lnTo>
                    <a:pt x="1164091" y="32271"/>
                  </a:lnTo>
                  <a:lnTo>
                    <a:pt x="1169130" y="30274"/>
                  </a:lnTo>
                  <a:lnTo>
                    <a:pt x="1174169" y="28280"/>
                  </a:lnTo>
                  <a:lnTo>
                    <a:pt x="1179209" y="26297"/>
                  </a:lnTo>
                  <a:lnTo>
                    <a:pt x="1184248" y="24334"/>
                  </a:lnTo>
                  <a:lnTo>
                    <a:pt x="1189287" y="22396"/>
                  </a:lnTo>
                  <a:lnTo>
                    <a:pt x="1194327" y="20492"/>
                  </a:lnTo>
                  <a:lnTo>
                    <a:pt x="1199366" y="18628"/>
                  </a:lnTo>
                  <a:lnTo>
                    <a:pt x="1204406" y="16826"/>
                  </a:lnTo>
                  <a:lnTo>
                    <a:pt x="1209445" y="15084"/>
                  </a:lnTo>
                  <a:lnTo>
                    <a:pt x="1214484" y="13409"/>
                  </a:lnTo>
                  <a:lnTo>
                    <a:pt x="1219524" y="11807"/>
                  </a:lnTo>
                  <a:lnTo>
                    <a:pt x="1224563" y="10283"/>
                  </a:lnTo>
                  <a:lnTo>
                    <a:pt x="1229602" y="8846"/>
                  </a:lnTo>
                  <a:lnTo>
                    <a:pt x="1234642" y="7522"/>
                  </a:lnTo>
                  <a:lnTo>
                    <a:pt x="1239681" y="6293"/>
                  </a:lnTo>
                  <a:lnTo>
                    <a:pt x="1244720" y="5164"/>
                  </a:lnTo>
                  <a:lnTo>
                    <a:pt x="1249760" y="4137"/>
                  </a:lnTo>
                  <a:lnTo>
                    <a:pt x="1254799" y="3215"/>
                  </a:lnTo>
                  <a:lnTo>
                    <a:pt x="1259838" y="2409"/>
                  </a:lnTo>
                  <a:lnTo>
                    <a:pt x="1264878" y="1731"/>
                  </a:lnTo>
                  <a:lnTo>
                    <a:pt x="1269917" y="1162"/>
                  </a:lnTo>
                  <a:lnTo>
                    <a:pt x="1274957" y="703"/>
                  </a:lnTo>
                  <a:lnTo>
                    <a:pt x="1279996" y="354"/>
                  </a:lnTo>
                  <a:lnTo>
                    <a:pt x="1285035" y="115"/>
                  </a:lnTo>
                  <a:lnTo>
                    <a:pt x="1290075" y="0"/>
                  </a:lnTo>
                  <a:lnTo>
                    <a:pt x="1295114" y="8"/>
                  </a:lnTo>
                  <a:lnTo>
                    <a:pt x="1300153" y="124"/>
                  </a:lnTo>
                  <a:lnTo>
                    <a:pt x="1305193" y="349"/>
                  </a:lnTo>
                  <a:lnTo>
                    <a:pt x="1310232" y="682"/>
                  </a:lnTo>
                  <a:lnTo>
                    <a:pt x="1315271" y="1122"/>
                  </a:lnTo>
                  <a:lnTo>
                    <a:pt x="1320311" y="1687"/>
                  </a:lnTo>
                  <a:lnTo>
                    <a:pt x="1325350" y="2366"/>
                  </a:lnTo>
                  <a:lnTo>
                    <a:pt x="1330389" y="3150"/>
                  </a:lnTo>
                  <a:lnTo>
                    <a:pt x="1335429" y="4037"/>
                  </a:lnTo>
                  <a:lnTo>
                    <a:pt x="1340468" y="5026"/>
                  </a:lnTo>
                  <a:lnTo>
                    <a:pt x="1345508" y="6116"/>
                  </a:lnTo>
                  <a:lnTo>
                    <a:pt x="1350547" y="7328"/>
                  </a:lnTo>
                  <a:lnTo>
                    <a:pt x="1355586" y="8637"/>
                  </a:lnTo>
                  <a:lnTo>
                    <a:pt x="1360626" y="10039"/>
                  </a:lnTo>
                  <a:lnTo>
                    <a:pt x="1365665" y="11531"/>
                  </a:lnTo>
                  <a:lnTo>
                    <a:pt x="1370704" y="13108"/>
                  </a:lnTo>
                  <a:lnTo>
                    <a:pt x="1375744" y="14769"/>
                  </a:lnTo>
                  <a:lnTo>
                    <a:pt x="1380783" y="16525"/>
                  </a:lnTo>
                  <a:lnTo>
                    <a:pt x="1385822" y="18351"/>
                  </a:lnTo>
                  <a:lnTo>
                    <a:pt x="1390862" y="20242"/>
                  </a:lnTo>
                  <a:lnTo>
                    <a:pt x="1395901" y="22193"/>
                  </a:lnTo>
                  <a:lnTo>
                    <a:pt x="1400940" y="24198"/>
                  </a:lnTo>
                  <a:lnTo>
                    <a:pt x="1405980" y="26255"/>
                  </a:lnTo>
                  <a:lnTo>
                    <a:pt x="1411019" y="28361"/>
                  </a:lnTo>
                  <a:lnTo>
                    <a:pt x="1416058" y="30500"/>
                  </a:lnTo>
                  <a:lnTo>
                    <a:pt x="1421098" y="32667"/>
                  </a:lnTo>
                  <a:lnTo>
                    <a:pt x="1426137" y="34857"/>
                  </a:lnTo>
                  <a:lnTo>
                    <a:pt x="1431177" y="37064"/>
                  </a:lnTo>
                  <a:lnTo>
                    <a:pt x="1436216" y="39284"/>
                  </a:lnTo>
                  <a:lnTo>
                    <a:pt x="1441255" y="41510"/>
                  </a:lnTo>
                  <a:lnTo>
                    <a:pt x="1446295" y="43736"/>
                  </a:lnTo>
                  <a:lnTo>
                    <a:pt x="1451334" y="45956"/>
                  </a:lnTo>
                  <a:lnTo>
                    <a:pt x="1456373" y="48169"/>
                  </a:lnTo>
                  <a:lnTo>
                    <a:pt x="1461413" y="50368"/>
                  </a:lnTo>
                  <a:lnTo>
                    <a:pt x="1466452" y="52548"/>
                  </a:lnTo>
                  <a:lnTo>
                    <a:pt x="1471491" y="54705"/>
                  </a:lnTo>
                  <a:lnTo>
                    <a:pt x="1476531" y="56836"/>
                  </a:lnTo>
                  <a:lnTo>
                    <a:pt x="1481570" y="58941"/>
                  </a:lnTo>
                  <a:lnTo>
                    <a:pt x="1486609" y="61015"/>
                  </a:lnTo>
                  <a:lnTo>
                    <a:pt x="1491649" y="63056"/>
                  </a:lnTo>
                  <a:lnTo>
                    <a:pt x="1496688" y="65054"/>
                  </a:lnTo>
                  <a:lnTo>
                    <a:pt x="1501728" y="67011"/>
                  </a:lnTo>
                  <a:lnTo>
                    <a:pt x="1506767" y="68928"/>
                  </a:lnTo>
                  <a:lnTo>
                    <a:pt x="1511806" y="70801"/>
                  </a:lnTo>
                  <a:lnTo>
                    <a:pt x="1516846" y="72630"/>
                  </a:lnTo>
                  <a:lnTo>
                    <a:pt x="1521885" y="74412"/>
                  </a:lnTo>
                  <a:lnTo>
                    <a:pt x="1526924" y="76134"/>
                  </a:lnTo>
                  <a:lnTo>
                    <a:pt x="1531964" y="77806"/>
                  </a:lnTo>
                  <a:lnTo>
                    <a:pt x="1537003" y="79426"/>
                  </a:lnTo>
                  <a:lnTo>
                    <a:pt x="1542042" y="80995"/>
                  </a:lnTo>
                  <a:lnTo>
                    <a:pt x="1547082" y="82510"/>
                  </a:lnTo>
                  <a:lnTo>
                    <a:pt x="1552121" y="83968"/>
                  </a:lnTo>
                  <a:lnTo>
                    <a:pt x="1557160" y="85361"/>
                  </a:lnTo>
                  <a:lnTo>
                    <a:pt x="1562200" y="86699"/>
                  </a:lnTo>
                  <a:lnTo>
                    <a:pt x="1567239" y="87983"/>
                  </a:lnTo>
                  <a:lnTo>
                    <a:pt x="1572279" y="89212"/>
                  </a:lnTo>
                  <a:lnTo>
                    <a:pt x="1577318" y="90387"/>
                  </a:lnTo>
                  <a:lnTo>
                    <a:pt x="1582357" y="91502"/>
                  </a:lnTo>
                  <a:lnTo>
                    <a:pt x="1587397" y="92558"/>
                  </a:lnTo>
                  <a:lnTo>
                    <a:pt x="1592436" y="93562"/>
                  </a:lnTo>
                  <a:lnTo>
                    <a:pt x="1597475" y="94515"/>
                  </a:lnTo>
                  <a:lnTo>
                    <a:pt x="1602515" y="95420"/>
                  </a:lnTo>
                  <a:lnTo>
                    <a:pt x="1607554" y="96278"/>
                  </a:lnTo>
                  <a:lnTo>
                    <a:pt x="1612593" y="97082"/>
                  </a:lnTo>
                  <a:lnTo>
                    <a:pt x="1617633" y="97838"/>
                  </a:lnTo>
                  <a:lnTo>
                    <a:pt x="1622672" y="98552"/>
                  </a:lnTo>
                  <a:lnTo>
                    <a:pt x="1627711" y="99227"/>
                  </a:lnTo>
                  <a:lnTo>
                    <a:pt x="1632751" y="99864"/>
                  </a:lnTo>
                  <a:lnTo>
                    <a:pt x="1637790" y="100464"/>
                  </a:lnTo>
                  <a:lnTo>
                    <a:pt x="1642830" y="101024"/>
                  </a:lnTo>
                  <a:lnTo>
                    <a:pt x="1647869" y="101550"/>
                  </a:lnTo>
                  <a:lnTo>
                    <a:pt x="1652908" y="102047"/>
                  </a:lnTo>
                  <a:lnTo>
                    <a:pt x="1657948" y="102516"/>
                  </a:lnTo>
                  <a:lnTo>
                    <a:pt x="1662987" y="102958"/>
                  </a:lnTo>
                  <a:lnTo>
                    <a:pt x="1668026" y="103376"/>
                  </a:lnTo>
                  <a:lnTo>
                    <a:pt x="1673066" y="103766"/>
                  </a:lnTo>
                  <a:lnTo>
                    <a:pt x="1678105" y="104135"/>
                  </a:lnTo>
                  <a:lnTo>
                    <a:pt x="1683144" y="104484"/>
                  </a:lnTo>
                  <a:lnTo>
                    <a:pt x="1688184" y="104815"/>
                  </a:lnTo>
                  <a:lnTo>
                    <a:pt x="1693223" y="105128"/>
                  </a:lnTo>
                  <a:lnTo>
                    <a:pt x="1698262" y="105425"/>
                  </a:lnTo>
                  <a:lnTo>
                    <a:pt x="1703302" y="105703"/>
                  </a:lnTo>
                  <a:lnTo>
                    <a:pt x="1708341" y="105967"/>
                  </a:lnTo>
                  <a:lnTo>
                    <a:pt x="1713380" y="106217"/>
                  </a:lnTo>
                  <a:lnTo>
                    <a:pt x="1718420" y="106454"/>
                  </a:lnTo>
                  <a:lnTo>
                    <a:pt x="1723459" y="106678"/>
                  </a:lnTo>
                  <a:lnTo>
                    <a:pt x="1728499" y="106889"/>
                  </a:lnTo>
                  <a:lnTo>
                    <a:pt x="1733538" y="107087"/>
                  </a:lnTo>
                  <a:lnTo>
                    <a:pt x="1738577" y="107273"/>
                  </a:lnTo>
                  <a:lnTo>
                    <a:pt x="1743617" y="107448"/>
                  </a:lnTo>
                  <a:lnTo>
                    <a:pt x="1748656" y="107613"/>
                  </a:lnTo>
                  <a:lnTo>
                    <a:pt x="1753695" y="107767"/>
                  </a:lnTo>
                  <a:lnTo>
                    <a:pt x="1758735" y="107909"/>
                  </a:lnTo>
                  <a:lnTo>
                    <a:pt x="1763774" y="108041"/>
                  </a:lnTo>
                  <a:lnTo>
                    <a:pt x="1768813" y="108163"/>
                  </a:lnTo>
                  <a:lnTo>
                    <a:pt x="1773853" y="108275"/>
                  </a:lnTo>
                  <a:lnTo>
                    <a:pt x="1778892" y="108380"/>
                  </a:lnTo>
                  <a:lnTo>
                    <a:pt x="1783931" y="108475"/>
                  </a:lnTo>
                  <a:lnTo>
                    <a:pt x="1788971" y="108561"/>
                  </a:lnTo>
                  <a:lnTo>
                    <a:pt x="1794010" y="108640"/>
                  </a:lnTo>
                  <a:lnTo>
                    <a:pt x="1799050" y="108711"/>
                  </a:lnTo>
                  <a:lnTo>
                    <a:pt x="1804089" y="108775"/>
                  </a:lnTo>
                  <a:lnTo>
                    <a:pt x="1809128" y="108834"/>
                  </a:lnTo>
                  <a:lnTo>
                    <a:pt x="1814168" y="108887"/>
                  </a:lnTo>
                  <a:lnTo>
                    <a:pt x="1819207" y="108933"/>
                  </a:lnTo>
                  <a:lnTo>
                    <a:pt x="1824246" y="108975"/>
                  </a:lnTo>
                  <a:lnTo>
                    <a:pt x="1829286" y="109013"/>
                  </a:lnTo>
                  <a:lnTo>
                    <a:pt x="1834325" y="109047"/>
                  </a:lnTo>
                  <a:lnTo>
                    <a:pt x="1839364" y="109079"/>
                  </a:lnTo>
                  <a:lnTo>
                    <a:pt x="1844404" y="109107"/>
                  </a:lnTo>
                  <a:lnTo>
                    <a:pt x="1849443" y="109132"/>
                  </a:lnTo>
                  <a:lnTo>
                    <a:pt x="1854482" y="109156"/>
                  </a:lnTo>
                  <a:lnTo>
                    <a:pt x="1859522" y="109178"/>
                  </a:lnTo>
                  <a:lnTo>
                    <a:pt x="1864561" y="109198"/>
                  </a:lnTo>
                  <a:lnTo>
                    <a:pt x="1869601" y="109218"/>
                  </a:lnTo>
                  <a:lnTo>
                    <a:pt x="1874640" y="109237"/>
                  </a:lnTo>
                  <a:lnTo>
                    <a:pt x="1879679" y="109255"/>
                  </a:lnTo>
                  <a:lnTo>
                    <a:pt x="1884719" y="109273"/>
                  </a:lnTo>
                  <a:lnTo>
                    <a:pt x="1889758" y="109290"/>
                  </a:lnTo>
                  <a:lnTo>
                    <a:pt x="1894797" y="109308"/>
                  </a:lnTo>
                  <a:lnTo>
                    <a:pt x="1899837" y="109325"/>
                  </a:lnTo>
                  <a:lnTo>
                    <a:pt x="1904876" y="109343"/>
                  </a:lnTo>
                  <a:lnTo>
                    <a:pt x="1909915" y="109360"/>
                  </a:lnTo>
                  <a:lnTo>
                    <a:pt x="1914955" y="109378"/>
                  </a:lnTo>
                  <a:lnTo>
                    <a:pt x="1919994" y="109395"/>
                  </a:lnTo>
                  <a:lnTo>
                    <a:pt x="1925033" y="109412"/>
                  </a:lnTo>
                  <a:lnTo>
                    <a:pt x="1930073" y="109429"/>
                  </a:lnTo>
                  <a:lnTo>
                    <a:pt x="1935112" y="109446"/>
                  </a:lnTo>
                  <a:lnTo>
                    <a:pt x="1940151" y="109463"/>
                  </a:lnTo>
                  <a:lnTo>
                    <a:pt x="1945191" y="109479"/>
                  </a:lnTo>
                  <a:lnTo>
                    <a:pt x="1950230" y="109495"/>
                  </a:lnTo>
                  <a:lnTo>
                    <a:pt x="1955270" y="109510"/>
                  </a:lnTo>
                  <a:lnTo>
                    <a:pt x="1960309" y="109525"/>
                  </a:lnTo>
                  <a:lnTo>
                    <a:pt x="1965348" y="109539"/>
                  </a:lnTo>
                  <a:lnTo>
                    <a:pt x="1970388" y="109553"/>
                  </a:lnTo>
                  <a:lnTo>
                    <a:pt x="1975427" y="109565"/>
                  </a:lnTo>
                  <a:lnTo>
                    <a:pt x="1980466" y="109577"/>
                  </a:lnTo>
                  <a:lnTo>
                    <a:pt x="1985506" y="109588"/>
                  </a:lnTo>
                  <a:lnTo>
                    <a:pt x="1990545" y="109598"/>
                  </a:lnTo>
                  <a:lnTo>
                    <a:pt x="1995584" y="109608"/>
                  </a:lnTo>
                  <a:lnTo>
                    <a:pt x="2000624" y="109616"/>
                  </a:lnTo>
                  <a:lnTo>
                    <a:pt x="2005663" y="109624"/>
                  </a:lnTo>
                  <a:lnTo>
                    <a:pt x="2010702" y="109631"/>
                  </a:lnTo>
                  <a:lnTo>
                    <a:pt x="2015742" y="109637"/>
                  </a:lnTo>
                  <a:lnTo>
                    <a:pt x="2020781" y="109643"/>
                  </a:lnTo>
                  <a:lnTo>
                    <a:pt x="2025821" y="109648"/>
                  </a:lnTo>
                  <a:lnTo>
                    <a:pt x="2030860" y="109652"/>
                  </a:lnTo>
                  <a:lnTo>
                    <a:pt x="2035899" y="109656"/>
                  </a:lnTo>
                  <a:lnTo>
                    <a:pt x="2040939" y="109659"/>
                  </a:lnTo>
                  <a:lnTo>
                    <a:pt x="2045978" y="109662"/>
                  </a:lnTo>
                  <a:lnTo>
                    <a:pt x="2051017" y="109665"/>
                  </a:lnTo>
                  <a:lnTo>
                    <a:pt x="2056057" y="109667"/>
                  </a:lnTo>
                  <a:lnTo>
                    <a:pt x="2061096" y="109668"/>
                  </a:lnTo>
                  <a:lnTo>
                    <a:pt x="2066135" y="109670"/>
                  </a:lnTo>
                  <a:lnTo>
                    <a:pt x="2071175" y="109671"/>
                  </a:lnTo>
                  <a:lnTo>
                    <a:pt x="2076214" y="109672"/>
                  </a:lnTo>
                  <a:lnTo>
                    <a:pt x="2081253" y="109673"/>
                  </a:lnTo>
                  <a:lnTo>
                    <a:pt x="2086293" y="109674"/>
                  </a:lnTo>
                  <a:lnTo>
                    <a:pt x="2091332" y="109674"/>
                  </a:lnTo>
                  <a:lnTo>
                    <a:pt x="2096372" y="109675"/>
                  </a:lnTo>
                  <a:lnTo>
                    <a:pt x="2101411" y="109675"/>
                  </a:lnTo>
                  <a:lnTo>
                    <a:pt x="2106450" y="109676"/>
                  </a:lnTo>
                  <a:lnTo>
                    <a:pt x="2111490" y="109676"/>
                  </a:lnTo>
                  <a:lnTo>
                    <a:pt x="2116529" y="109676"/>
                  </a:lnTo>
                  <a:lnTo>
                    <a:pt x="2121568" y="109676"/>
                  </a:lnTo>
                  <a:lnTo>
                    <a:pt x="2126608" y="109676"/>
                  </a:lnTo>
                  <a:lnTo>
                    <a:pt x="2131647" y="109676"/>
                  </a:lnTo>
                  <a:lnTo>
                    <a:pt x="2136686" y="109676"/>
                  </a:lnTo>
                  <a:lnTo>
                    <a:pt x="2141726" y="109676"/>
                  </a:lnTo>
                  <a:lnTo>
                    <a:pt x="2146765" y="109676"/>
                  </a:lnTo>
                  <a:lnTo>
                    <a:pt x="2151804" y="109676"/>
                  </a:lnTo>
                  <a:lnTo>
                    <a:pt x="2156844" y="109676"/>
                  </a:lnTo>
                  <a:lnTo>
                    <a:pt x="2161883" y="109677"/>
                  </a:lnTo>
                  <a:lnTo>
                    <a:pt x="2166923" y="109677"/>
                  </a:lnTo>
                  <a:lnTo>
                    <a:pt x="2171962" y="109677"/>
                  </a:lnTo>
                  <a:lnTo>
                    <a:pt x="2177001" y="109677"/>
                  </a:lnTo>
                  <a:lnTo>
                    <a:pt x="2182041" y="109677"/>
                  </a:lnTo>
                  <a:lnTo>
                    <a:pt x="2187080" y="109677"/>
                  </a:lnTo>
                  <a:lnTo>
                    <a:pt x="2192119" y="109677"/>
                  </a:lnTo>
                  <a:lnTo>
                    <a:pt x="2197159" y="109677"/>
                  </a:lnTo>
                  <a:lnTo>
                    <a:pt x="2202198" y="109677"/>
                  </a:lnTo>
                  <a:lnTo>
                    <a:pt x="2207237" y="109677"/>
                  </a:lnTo>
                  <a:lnTo>
                    <a:pt x="2212277" y="109677"/>
                  </a:lnTo>
                  <a:lnTo>
                    <a:pt x="2217316" y="109677"/>
                  </a:lnTo>
                  <a:lnTo>
                    <a:pt x="2222355" y="109677"/>
                  </a:lnTo>
                  <a:lnTo>
                    <a:pt x="2227395" y="109677"/>
                  </a:lnTo>
                  <a:lnTo>
                    <a:pt x="2232434" y="109677"/>
                  </a:lnTo>
                  <a:lnTo>
                    <a:pt x="2237473" y="109677"/>
                  </a:lnTo>
                  <a:lnTo>
                    <a:pt x="2242513" y="109677"/>
                  </a:lnTo>
                  <a:lnTo>
                    <a:pt x="2247552" y="109677"/>
                  </a:lnTo>
                  <a:lnTo>
                    <a:pt x="2252592" y="109677"/>
                  </a:lnTo>
                  <a:lnTo>
                    <a:pt x="2257631" y="109677"/>
                  </a:lnTo>
                  <a:lnTo>
                    <a:pt x="2262670" y="109677"/>
                  </a:lnTo>
                  <a:lnTo>
                    <a:pt x="2267710" y="109677"/>
                  </a:lnTo>
                  <a:lnTo>
                    <a:pt x="2272749" y="109677"/>
                  </a:lnTo>
                  <a:lnTo>
                    <a:pt x="2277788" y="109677"/>
                  </a:lnTo>
                  <a:lnTo>
                    <a:pt x="2282828" y="109677"/>
                  </a:lnTo>
                  <a:lnTo>
                    <a:pt x="2287867" y="109677"/>
                  </a:lnTo>
                  <a:lnTo>
                    <a:pt x="2292906" y="109677"/>
                  </a:lnTo>
                  <a:lnTo>
                    <a:pt x="2297946" y="109677"/>
                  </a:lnTo>
                  <a:lnTo>
                    <a:pt x="2302985" y="109677"/>
                  </a:lnTo>
                  <a:lnTo>
                    <a:pt x="2308024" y="109677"/>
                  </a:lnTo>
                  <a:lnTo>
                    <a:pt x="2313064" y="109677"/>
                  </a:lnTo>
                  <a:lnTo>
                    <a:pt x="2318103" y="109677"/>
                  </a:lnTo>
                  <a:lnTo>
                    <a:pt x="2323143" y="109677"/>
                  </a:lnTo>
                  <a:lnTo>
                    <a:pt x="2328182" y="109677"/>
                  </a:lnTo>
                  <a:lnTo>
                    <a:pt x="2333221" y="109677"/>
                  </a:lnTo>
                  <a:lnTo>
                    <a:pt x="2338261" y="109677"/>
                  </a:lnTo>
                  <a:lnTo>
                    <a:pt x="2343300" y="109677"/>
                  </a:lnTo>
                  <a:lnTo>
                    <a:pt x="2348339" y="109677"/>
                  </a:lnTo>
                  <a:lnTo>
                    <a:pt x="2353379" y="109677"/>
                  </a:lnTo>
                  <a:lnTo>
                    <a:pt x="2358418" y="109677"/>
                  </a:lnTo>
                  <a:lnTo>
                    <a:pt x="2363457" y="109677"/>
                  </a:lnTo>
                  <a:lnTo>
                    <a:pt x="2368497" y="109677"/>
                  </a:lnTo>
                  <a:lnTo>
                    <a:pt x="2373536" y="109677"/>
                  </a:lnTo>
                  <a:lnTo>
                    <a:pt x="2378575" y="109677"/>
                  </a:lnTo>
                  <a:lnTo>
                    <a:pt x="2383615" y="109677"/>
                  </a:lnTo>
                  <a:lnTo>
                    <a:pt x="2388654" y="109677"/>
                  </a:lnTo>
                  <a:lnTo>
                    <a:pt x="2393694" y="109677"/>
                  </a:lnTo>
                  <a:lnTo>
                    <a:pt x="2398733" y="109677"/>
                  </a:lnTo>
                  <a:lnTo>
                    <a:pt x="2403772" y="109677"/>
                  </a:lnTo>
                  <a:lnTo>
                    <a:pt x="2408812" y="109677"/>
                  </a:lnTo>
                  <a:lnTo>
                    <a:pt x="2413851" y="109677"/>
                  </a:lnTo>
                  <a:lnTo>
                    <a:pt x="2418890" y="109677"/>
                  </a:lnTo>
                  <a:lnTo>
                    <a:pt x="2423930" y="109677"/>
                  </a:lnTo>
                  <a:lnTo>
                    <a:pt x="2428969" y="109677"/>
                  </a:lnTo>
                  <a:lnTo>
                    <a:pt x="2434008" y="109677"/>
                  </a:lnTo>
                  <a:lnTo>
                    <a:pt x="2439048" y="109677"/>
                  </a:lnTo>
                  <a:lnTo>
                    <a:pt x="2444087" y="109677"/>
                  </a:lnTo>
                  <a:lnTo>
                    <a:pt x="2449126" y="109677"/>
                  </a:lnTo>
                  <a:lnTo>
                    <a:pt x="2454166" y="109677"/>
                  </a:lnTo>
                  <a:lnTo>
                    <a:pt x="2459205" y="109677"/>
                  </a:lnTo>
                  <a:lnTo>
                    <a:pt x="2464245" y="109677"/>
                  </a:lnTo>
                  <a:lnTo>
                    <a:pt x="2469284" y="109677"/>
                  </a:lnTo>
                  <a:lnTo>
                    <a:pt x="2474323" y="109677"/>
                  </a:lnTo>
                  <a:lnTo>
                    <a:pt x="2479363" y="109677"/>
                  </a:lnTo>
                  <a:lnTo>
                    <a:pt x="2484402" y="109677"/>
                  </a:lnTo>
                  <a:lnTo>
                    <a:pt x="2489441" y="109677"/>
                  </a:lnTo>
                  <a:lnTo>
                    <a:pt x="2494481" y="109677"/>
                  </a:lnTo>
                  <a:lnTo>
                    <a:pt x="2499520" y="109677"/>
                  </a:lnTo>
                  <a:lnTo>
                    <a:pt x="2504559" y="109677"/>
                  </a:lnTo>
                  <a:lnTo>
                    <a:pt x="2509599" y="109677"/>
                  </a:lnTo>
                  <a:lnTo>
                    <a:pt x="2514638" y="109677"/>
                  </a:lnTo>
                  <a:lnTo>
                    <a:pt x="2519677" y="109677"/>
                  </a:lnTo>
                  <a:lnTo>
                    <a:pt x="2524717" y="109677"/>
                  </a:lnTo>
                  <a:lnTo>
                    <a:pt x="2529756" y="109677"/>
                  </a:lnTo>
                  <a:lnTo>
                    <a:pt x="2534795" y="109677"/>
                  </a:lnTo>
                  <a:lnTo>
                    <a:pt x="2539835" y="109677"/>
                  </a:lnTo>
                  <a:lnTo>
                    <a:pt x="2544874" y="109677"/>
                  </a:lnTo>
                  <a:lnTo>
                    <a:pt x="2549914" y="109677"/>
                  </a:lnTo>
                  <a:lnTo>
                    <a:pt x="2554953" y="109677"/>
                  </a:lnTo>
                  <a:lnTo>
                    <a:pt x="2559992" y="109677"/>
                  </a:lnTo>
                  <a:lnTo>
                    <a:pt x="2565032" y="109677"/>
                  </a:lnTo>
                  <a:lnTo>
                    <a:pt x="2570071" y="109677"/>
                  </a:lnTo>
                  <a:lnTo>
                    <a:pt x="2575110" y="109677"/>
                  </a:lnTo>
                  <a:lnTo>
                    <a:pt x="2570071" y="109677"/>
                  </a:lnTo>
                  <a:lnTo>
                    <a:pt x="2565032" y="109677"/>
                  </a:lnTo>
                  <a:lnTo>
                    <a:pt x="2559992" y="109677"/>
                  </a:lnTo>
                  <a:lnTo>
                    <a:pt x="2554953" y="109677"/>
                  </a:lnTo>
                  <a:lnTo>
                    <a:pt x="2549914" y="109677"/>
                  </a:lnTo>
                  <a:lnTo>
                    <a:pt x="2544874" y="109677"/>
                  </a:lnTo>
                  <a:lnTo>
                    <a:pt x="2539835" y="109677"/>
                  </a:lnTo>
                  <a:lnTo>
                    <a:pt x="2534795" y="109677"/>
                  </a:lnTo>
                  <a:lnTo>
                    <a:pt x="2529756" y="109677"/>
                  </a:lnTo>
                  <a:lnTo>
                    <a:pt x="2524717" y="109677"/>
                  </a:lnTo>
                  <a:lnTo>
                    <a:pt x="2519677" y="109677"/>
                  </a:lnTo>
                  <a:lnTo>
                    <a:pt x="2514638" y="109677"/>
                  </a:lnTo>
                  <a:lnTo>
                    <a:pt x="2509599" y="109677"/>
                  </a:lnTo>
                  <a:lnTo>
                    <a:pt x="2504559" y="109677"/>
                  </a:lnTo>
                  <a:lnTo>
                    <a:pt x="2499520" y="109677"/>
                  </a:lnTo>
                  <a:lnTo>
                    <a:pt x="2494481" y="109677"/>
                  </a:lnTo>
                  <a:lnTo>
                    <a:pt x="2489441" y="109677"/>
                  </a:lnTo>
                  <a:lnTo>
                    <a:pt x="2484402" y="109677"/>
                  </a:lnTo>
                  <a:lnTo>
                    <a:pt x="2479363" y="109677"/>
                  </a:lnTo>
                  <a:lnTo>
                    <a:pt x="2474323" y="109677"/>
                  </a:lnTo>
                  <a:lnTo>
                    <a:pt x="2469284" y="109677"/>
                  </a:lnTo>
                  <a:lnTo>
                    <a:pt x="2464245" y="109677"/>
                  </a:lnTo>
                  <a:lnTo>
                    <a:pt x="2459205" y="109677"/>
                  </a:lnTo>
                  <a:lnTo>
                    <a:pt x="2454166" y="109677"/>
                  </a:lnTo>
                  <a:lnTo>
                    <a:pt x="2449126" y="109677"/>
                  </a:lnTo>
                  <a:lnTo>
                    <a:pt x="2444087" y="109677"/>
                  </a:lnTo>
                  <a:lnTo>
                    <a:pt x="2439048" y="109677"/>
                  </a:lnTo>
                  <a:lnTo>
                    <a:pt x="2434008" y="109677"/>
                  </a:lnTo>
                  <a:lnTo>
                    <a:pt x="2428969" y="109677"/>
                  </a:lnTo>
                  <a:lnTo>
                    <a:pt x="2423930" y="109677"/>
                  </a:lnTo>
                  <a:lnTo>
                    <a:pt x="2418890" y="109677"/>
                  </a:lnTo>
                  <a:lnTo>
                    <a:pt x="2413851" y="109677"/>
                  </a:lnTo>
                  <a:lnTo>
                    <a:pt x="2408812" y="109677"/>
                  </a:lnTo>
                  <a:lnTo>
                    <a:pt x="2403772" y="109677"/>
                  </a:lnTo>
                  <a:lnTo>
                    <a:pt x="2398733" y="109677"/>
                  </a:lnTo>
                  <a:lnTo>
                    <a:pt x="2393694" y="109677"/>
                  </a:lnTo>
                  <a:lnTo>
                    <a:pt x="2388654" y="109677"/>
                  </a:lnTo>
                  <a:lnTo>
                    <a:pt x="2383615" y="109677"/>
                  </a:lnTo>
                  <a:lnTo>
                    <a:pt x="2378575" y="109677"/>
                  </a:lnTo>
                  <a:lnTo>
                    <a:pt x="2373536" y="109677"/>
                  </a:lnTo>
                  <a:lnTo>
                    <a:pt x="2368497" y="109677"/>
                  </a:lnTo>
                  <a:lnTo>
                    <a:pt x="2363457" y="109677"/>
                  </a:lnTo>
                  <a:lnTo>
                    <a:pt x="2358418" y="109677"/>
                  </a:lnTo>
                  <a:lnTo>
                    <a:pt x="2353379" y="109677"/>
                  </a:lnTo>
                  <a:lnTo>
                    <a:pt x="2348339" y="109677"/>
                  </a:lnTo>
                  <a:lnTo>
                    <a:pt x="2343300" y="109677"/>
                  </a:lnTo>
                  <a:lnTo>
                    <a:pt x="2338261" y="109677"/>
                  </a:lnTo>
                  <a:lnTo>
                    <a:pt x="2333221" y="109677"/>
                  </a:lnTo>
                  <a:lnTo>
                    <a:pt x="2328182" y="109677"/>
                  </a:lnTo>
                  <a:lnTo>
                    <a:pt x="2323143" y="109677"/>
                  </a:lnTo>
                  <a:lnTo>
                    <a:pt x="2318103" y="109677"/>
                  </a:lnTo>
                  <a:lnTo>
                    <a:pt x="2313064" y="109677"/>
                  </a:lnTo>
                  <a:lnTo>
                    <a:pt x="2308024" y="109677"/>
                  </a:lnTo>
                  <a:lnTo>
                    <a:pt x="2302985" y="109677"/>
                  </a:lnTo>
                  <a:lnTo>
                    <a:pt x="2297946" y="109677"/>
                  </a:lnTo>
                  <a:lnTo>
                    <a:pt x="2292906" y="109677"/>
                  </a:lnTo>
                  <a:lnTo>
                    <a:pt x="2287867" y="109677"/>
                  </a:lnTo>
                  <a:lnTo>
                    <a:pt x="2282828" y="109677"/>
                  </a:lnTo>
                  <a:lnTo>
                    <a:pt x="2277788" y="109677"/>
                  </a:lnTo>
                  <a:lnTo>
                    <a:pt x="2272749" y="109677"/>
                  </a:lnTo>
                  <a:lnTo>
                    <a:pt x="2267710" y="109677"/>
                  </a:lnTo>
                  <a:lnTo>
                    <a:pt x="2262670" y="109677"/>
                  </a:lnTo>
                  <a:lnTo>
                    <a:pt x="2257631" y="109677"/>
                  </a:lnTo>
                  <a:lnTo>
                    <a:pt x="2252592" y="109677"/>
                  </a:lnTo>
                  <a:lnTo>
                    <a:pt x="2247552" y="109677"/>
                  </a:lnTo>
                  <a:lnTo>
                    <a:pt x="2242513" y="109677"/>
                  </a:lnTo>
                  <a:lnTo>
                    <a:pt x="2237473" y="109677"/>
                  </a:lnTo>
                  <a:lnTo>
                    <a:pt x="2232434" y="109677"/>
                  </a:lnTo>
                  <a:lnTo>
                    <a:pt x="2227395" y="109677"/>
                  </a:lnTo>
                  <a:lnTo>
                    <a:pt x="2222355" y="109677"/>
                  </a:lnTo>
                  <a:lnTo>
                    <a:pt x="2217316" y="109677"/>
                  </a:lnTo>
                  <a:lnTo>
                    <a:pt x="2212277" y="109677"/>
                  </a:lnTo>
                  <a:lnTo>
                    <a:pt x="2207237" y="109677"/>
                  </a:lnTo>
                  <a:lnTo>
                    <a:pt x="2202198" y="109677"/>
                  </a:lnTo>
                  <a:lnTo>
                    <a:pt x="2197159" y="109677"/>
                  </a:lnTo>
                  <a:lnTo>
                    <a:pt x="2192119" y="109677"/>
                  </a:lnTo>
                  <a:lnTo>
                    <a:pt x="2187080" y="109677"/>
                  </a:lnTo>
                  <a:lnTo>
                    <a:pt x="2182041" y="109677"/>
                  </a:lnTo>
                  <a:lnTo>
                    <a:pt x="2177001" y="109677"/>
                  </a:lnTo>
                  <a:lnTo>
                    <a:pt x="2171962" y="109677"/>
                  </a:lnTo>
                  <a:lnTo>
                    <a:pt x="2166923" y="109677"/>
                  </a:lnTo>
                  <a:lnTo>
                    <a:pt x="2161883" y="109677"/>
                  </a:lnTo>
                  <a:lnTo>
                    <a:pt x="2156844" y="109677"/>
                  </a:lnTo>
                  <a:lnTo>
                    <a:pt x="2151804" y="109677"/>
                  </a:lnTo>
                  <a:lnTo>
                    <a:pt x="2146765" y="109677"/>
                  </a:lnTo>
                  <a:lnTo>
                    <a:pt x="2141726" y="109677"/>
                  </a:lnTo>
                  <a:lnTo>
                    <a:pt x="2136686" y="109677"/>
                  </a:lnTo>
                  <a:lnTo>
                    <a:pt x="2131647" y="109677"/>
                  </a:lnTo>
                  <a:lnTo>
                    <a:pt x="2126608" y="109677"/>
                  </a:lnTo>
                  <a:lnTo>
                    <a:pt x="2121568" y="109677"/>
                  </a:lnTo>
                  <a:lnTo>
                    <a:pt x="2116529" y="109677"/>
                  </a:lnTo>
                  <a:lnTo>
                    <a:pt x="2111490" y="109677"/>
                  </a:lnTo>
                  <a:lnTo>
                    <a:pt x="2106450" y="109677"/>
                  </a:lnTo>
                  <a:lnTo>
                    <a:pt x="2101411" y="109677"/>
                  </a:lnTo>
                  <a:lnTo>
                    <a:pt x="2096372" y="109677"/>
                  </a:lnTo>
                  <a:lnTo>
                    <a:pt x="2091332" y="109677"/>
                  </a:lnTo>
                  <a:lnTo>
                    <a:pt x="2086293" y="109677"/>
                  </a:lnTo>
                  <a:lnTo>
                    <a:pt x="2081253" y="109677"/>
                  </a:lnTo>
                  <a:lnTo>
                    <a:pt x="2076214" y="109677"/>
                  </a:lnTo>
                  <a:lnTo>
                    <a:pt x="2071175" y="109677"/>
                  </a:lnTo>
                  <a:lnTo>
                    <a:pt x="2066135" y="109677"/>
                  </a:lnTo>
                  <a:lnTo>
                    <a:pt x="2061096" y="109677"/>
                  </a:lnTo>
                  <a:lnTo>
                    <a:pt x="2056057" y="109677"/>
                  </a:lnTo>
                  <a:lnTo>
                    <a:pt x="2051017" y="109677"/>
                  </a:lnTo>
                  <a:lnTo>
                    <a:pt x="2045978" y="109677"/>
                  </a:lnTo>
                  <a:lnTo>
                    <a:pt x="2040939" y="109677"/>
                  </a:lnTo>
                  <a:lnTo>
                    <a:pt x="2035899" y="109677"/>
                  </a:lnTo>
                  <a:lnTo>
                    <a:pt x="2030860" y="109677"/>
                  </a:lnTo>
                  <a:lnTo>
                    <a:pt x="2025821" y="109677"/>
                  </a:lnTo>
                  <a:lnTo>
                    <a:pt x="2020781" y="109677"/>
                  </a:lnTo>
                  <a:lnTo>
                    <a:pt x="2015742" y="109677"/>
                  </a:lnTo>
                  <a:lnTo>
                    <a:pt x="2010702" y="109677"/>
                  </a:lnTo>
                  <a:lnTo>
                    <a:pt x="2005663" y="109677"/>
                  </a:lnTo>
                  <a:lnTo>
                    <a:pt x="2000624" y="109677"/>
                  </a:lnTo>
                  <a:lnTo>
                    <a:pt x="1995584" y="109677"/>
                  </a:lnTo>
                  <a:lnTo>
                    <a:pt x="1990545" y="109677"/>
                  </a:lnTo>
                  <a:lnTo>
                    <a:pt x="1985506" y="109677"/>
                  </a:lnTo>
                  <a:lnTo>
                    <a:pt x="1980466" y="109677"/>
                  </a:lnTo>
                  <a:lnTo>
                    <a:pt x="1975427" y="109677"/>
                  </a:lnTo>
                  <a:lnTo>
                    <a:pt x="1970388" y="109677"/>
                  </a:lnTo>
                  <a:lnTo>
                    <a:pt x="1965348" y="109677"/>
                  </a:lnTo>
                  <a:lnTo>
                    <a:pt x="1960309" y="109677"/>
                  </a:lnTo>
                  <a:lnTo>
                    <a:pt x="1955270" y="109677"/>
                  </a:lnTo>
                  <a:lnTo>
                    <a:pt x="1950230" y="109677"/>
                  </a:lnTo>
                  <a:lnTo>
                    <a:pt x="1945191" y="109677"/>
                  </a:lnTo>
                  <a:lnTo>
                    <a:pt x="1940151" y="109677"/>
                  </a:lnTo>
                  <a:lnTo>
                    <a:pt x="1935112" y="109677"/>
                  </a:lnTo>
                  <a:lnTo>
                    <a:pt x="1930073" y="109677"/>
                  </a:lnTo>
                  <a:lnTo>
                    <a:pt x="1925033" y="109677"/>
                  </a:lnTo>
                  <a:lnTo>
                    <a:pt x="1919994" y="109677"/>
                  </a:lnTo>
                  <a:lnTo>
                    <a:pt x="1914955" y="109677"/>
                  </a:lnTo>
                  <a:lnTo>
                    <a:pt x="1909915" y="109677"/>
                  </a:lnTo>
                  <a:lnTo>
                    <a:pt x="1904876" y="109677"/>
                  </a:lnTo>
                  <a:lnTo>
                    <a:pt x="1899837" y="109677"/>
                  </a:lnTo>
                  <a:lnTo>
                    <a:pt x="1894797" y="109677"/>
                  </a:lnTo>
                  <a:lnTo>
                    <a:pt x="1889758" y="109677"/>
                  </a:lnTo>
                  <a:lnTo>
                    <a:pt x="1884719" y="109677"/>
                  </a:lnTo>
                  <a:lnTo>
                    <a:pt x="1879679" y="109677"/>
                  </a:lnTo>
                  <a:lnTo>
                    <a:pt x="1874640" y="109677"/>
                  </a:lnTo>
                  <a:lnTo>
                    <a:pt x="1869601" y="109677"/>
                  </a:lnTo>
                  <a:lnTo>
                    <a:pt x="1864561" y="109677"/>
                  </a:lnTo>
                  <a:lnTo>
                    <a:pt x="1859522" y="109677"/>
                  </a:lnTo>
                  <a:lnTo>
                    <a:pt x="1854482" y="109677"/>
                  </a:lnTo>
                  <a:lnTo>
                    <a:pt x="1849443" y="109677"/>
                  </a:lnTo>
                  <a:lnTo>
                    <a:pt x="1844404" y="109677"/>
                  </a:lnTo>
                  <a:lnTo>
                    <a:pt x="1839364" y="109677"/>
                  </a:lnTo>
                  <a:lnTo>
                    <a:pt x="1834325" y="109677"/>
                  </a:lnTo>
                  <a:lnTo>
                    <a:pt x="1829286" y="109677"/>
                  </a:lnTo>
                  <a:lnTo>
                    <a:pt x="1824246" y="109677"/>
                  </a:lnTo>
                  <a:lnTo>
                    <a:pt x="1819207" y="109677"/>
                  </a:lnTo>
                  <a:lnTo>
                    <a:pt x="1814168" y="109677"/>
                  </a:lnTo>
                  <a:lnTo>
                    <a:pt x="1809128" y="109677"/>
                  </a:lnTo>
                  <a:lnTo>
                    <a:pt x="1804089" y="109677"/>
                  </a:lnTo>
                  <a:lnTo>
                    <a:pt x="1799050" y="109677"/>
                  </a:lnTo>
                  <a:lnTo>
                    <a:pt x="1794010" y="109677"/>
                  </a:lnTo>
                  <a:lnTo>
                    <a:pt x="1788971" y="109677"/>
                  </a:lnTo>
                  <a:lnTo>
                    <a:pt x="1783931" y="109677"/>
                  </a:lnTo>
                  <a:lnTo>
                    <a:pt x="1778892" y="109677"/>
                  </a:lnTo>
                  <a:lnTo>
                    <a:pt x="1773853" y="109677"/>
                  </a:lnTo>
                  <a:lnTo>
                    <a:pt x="1768813" y="109677"/>
                  </a:lnTo>
                  <a:lnTo>
                    <a:pt x="1763774" y="109677"/>
                  </a:lnTo>
                  <a:lnTo>
                    <a:pt x="1758735" y="109677"/>
                  </a:lnTo>
                  <a:lnTo>
                    <a:pt x="1753695" y="109677"/>
                  </a:lnTo>
                  <a:lnTo>
                    <a:pt x="1748656" y="109677"/>
                  </a:lnTo>
                  <a:lnTo>
                    <a:pt x="1743617" y="109677"/>
                  </a:lnTo>
                  <a:lnTo>
                    <a:pt x="1738577" y="109677"/>
                  </a:lnTo>
                  <a:lnTo>
                    <a:pt x="1733538" y="109677"/>
                  </a:lnTo>
                  <a:lnTo>
                    <a:pt x="1728499" y="109677"/>
                  </a:lnTo>
                  <a:lnTo>
                    <a:pt x="1723459" y="109677"/>
                  </a:lnTo>
                  <a:lnTo>
                    <a:pt x="1718420" y="109677"/>
                  </a:lnTo>
                  <a:lnTo>
                    <a:pt x="1713380" y="109677"/>
                  </a:lnTo>
                  <a:lnTo>
                    <a:pt x="1708341" y="109677"/>
                  </a:lnTo>
                  <a:lnTo>
                    <a:pt x="1703302" y="109677"/>
                  </a:lnTo>
                  <a:lnTo>
                    <a:pt x="1698262" y="109677"/>
                  </a:lnTo>
                  <a:lnTo>
                    <a:pt x="1693223" y="109677"/>
                  </a:lnTo>
                  <a:lnTo>
                    <a:pt x="1688184" y="109677"/>
                  </a:lnTo>
                  <a:lnTo>
                    <a:pt x="1683144" y="109677"/>
                  </a:lnTo>
                  <a:lnTo>
                    <a:pt x="1678105" y="109677"/>
                  </a:lnTo>
                  <a:lnTo>
                    <a:pt x="1673066" y="109677"/>
                  </a:lnTo>
                  <a:lnTo>
                    <a:pt x="1668026" y="109677"/>
                  </a:lnTo>
                  <a:lnTo>
                    <a:pt x="1662987" y="109677"/>
                  </a:lnTo>
                  <a:lnTo>
                    <a:pt x="1657948" y="109677"/>
                  </a:lnTo>
                  <a:lnTo>
                    <a:pt x="1652908" y="109677"/>
                  </a:lnTo>
                  <a:lnTo>
                    <a:pt x="1647869" y="109677"/>
                  </a:lnTo>
                  <a:lnTo>
                    <a:pt x="1642830" y="109677"/>
                  </a:lnTo>
                  <a:lnTo>
                    <a:pt x="1637790" y="109677"/>
                  </a:lnTo>
                  <a:lnTo>
                    <a:pt x="1632751" y="109677"/>
                  </a:lnTo>
                  <a:lnTo>
                    <a:pt x="1627711" y="109677"/>
                  </a:lnTo>
                  <a:lnTo>
                    <a:pt x="1622672" y="109677"/>
                  </a:lnTo>
                  <a:lnTo>
                    <a:pt x="1617633" y="109677"/>
                  </a:lnTo>
                  <a:lnTo>
                    <a:pt x="1612593" y="109677"/>
                  </a:lnTo>
                  <a:lnTo>
                    <a:pt x="1607554" y="109677"/>
                  </a:lnTo>
                  <a:lnTo>
                    <a:pt x="1602515" y="109677"/>
                  </a:lnTo>
                  <a:lnTo>
                    <a:pt x="1597475" y="109677"/>
                  </a:lnTo>
                  <a:lnTo>
                    <a:pt x="1592436" y="109677"/>
                  </a:lnTo>
                  <a:lnTo>
                    <a:pt x="1587397" y="109677"/>
                  </a:lnTo>
                  <a:lnTo>
                    <a:pt x="1582357" y="109677"/>
                  </a:lnTo>
                  <a:lnTo>
                    <a:pt x="1577318" y="109677"/>
                  </a:lnTo>
                  <a:lnTo>
                    <a:pt x="1572279" y="109677"/>
                  </a:lnTo>
                  <a:lnTo>
                    <a:pt x="1567239" y="109677"/>
                  </a:lnTo>
                  <a:lnTo>
                    <a:pt x="1562200" y="109677"/>
                  </a:lnTo>
                  <a:lnTo>
                    <a:pt x="1557160" y="109677"/>
                  </a:lnTo>
                  <a:lnTo>
                    <a:pt x="1552121" y="109677"/>
                  </a:lnTo>
                  <a:lnTo>
                    <a:pt x="1547082" y="109677"/>
                  </a:lnTo>
                  <a:lnTo>
                    <a:pt x="1542042" y="109677"/>
                  </a:lnTo>
                  <a:lnTo>
                    <a:pt x="1537003" y="109677"/>
                  </a:lnTo>
                  <a:lnTo>
                    <a:pt x="1531964" y="109677"/>
                  </a:lnTo>
                  <a:lnTo>
                    <a:pt x="1526924" y="109677"/>
                  </a:lnTo>
                  <a:lnTo>
                    <a:pt x="1521885" y="109677"/>
                  </a:lnTo>
                  <a:lnTo>
                    <a:pt x="1516846" y="109677"/>
                  </a:lnTo>
                  <a:lnTo>
                    <a:pt x="1511806" y="109677"/>
                  </a:lnTo>
                  <a:lnTo>
                    <a:pt x="1506767" y="109677"/>
                  </a:lnTo>
                  <a:lnTo>
                    <a:pt x="1501728" y="109677"/>
                  </a:lnTo>
                  <a:lnTo>
                    <a:pt x="1496688" y="109677"/>
                  </a:lnTo>
                  <a:lnTo>
                    <a:pt x="1491649" y="109677"/>
                  </a:lnTo>
                  <a:lnTo>
                    <a:pt x="1486609" y="109677"/>
                  </a:lnTo>
                  <a:lnTo>
                    <a:pt x="1481570" y="109677"/>
                  </a:lnTo>
                  <a:lnTo>
                    <a:pt x="1476531" y="109677"/>
                  </a:lnTo>
                  <a:lnTo>
                    <a:pt x="1471491" y="109677"/>
                  </a:lnTo>
                  <a:lnTo>
                    <a:pt x="1466452" y="109677"/>
                  </a:lnTo>
                  <a:lnTo>
                    <a:pt x="1461413" y="109677"/>
                  </a:lnTo>
                  <a:lnTo>
                    <a:pt x="1456373" y="109677"/>
                  </a:lnTo>
                  <a:lnTo>
                    <a:pt x="1451334" y="109677"/>
                  </a:lnTo>
                  <a:lnTo>
                    <a:pt x="1446295" y="109677"/>
                  </a:lnTo>
                  <a:lnTo>
                    <a:pt x="1441255" y="109677"/>
                  </a:lnTo>
                  <a:lnTo>
                    <a:pt x="1436216" y="109677"/>
                  </a:lnTo>
                  <a:lnTo>
                    <a:pt x="1431177" y="109677"/>
                  </a:lnTo>
                  <a:lnTo>
                    <a:pt x="1426137" y="109677"/>
                  </a:lnTo>
                  <a:lnTo>
                    <a:pt x="1421098" y="109677"/>
                  </a:lnTo>
                  <a:lnTo>
                    <a:pt x="1416058" y="109677"/>
                  </a:lnTo>
                  <a:lnTo>
                    <a:pt x="1411019" y="109677"/>
                  </a:lnTo>
                  <a:lnTo>
                    <a:pt x="1405980" y="109677"/>
                  </a:lnTo>
                  <a:lnTo>
                    <a:pt x="1400940" y="109677"/>
                  </a:lnTo>
                  <a:lnTo>
                    <a:pt x="1395901" y="109677"/>
                  </a:lnTo>
                  <a:lnTo>
                    <a:pt x="1390862" y="109677"/>
                  </a:lnTo>
                  <a:lnTo>
                    <a:pt x="1385822" y="109677"/>
                  </a:lnTo>
                  <a:lnTo>
                    <a:pt x="1380783" y="109677"/>
                  </a:lnTo>
                  <a:lnTo>
                    <a:pt x="1375744" y="109677"/>
                  </a:lnTo>
                  <a:lnTo>
                    <a:pt x="1370704" y="109677"/>
                  </a:lnTo>
                  <a:lnTo>
                    <a:pt x="1365665" y="109677"/>
                  </a:lnTo>
                  <a:lnTo>
                    <a:pt x="1360626" y="109677"/>
                  </a:lnTo>
                  <a:lnTo>
                    <a:pt x="1355586" y="109677"/>
                  </a:lnTo>
                  <a:lnTo>
                    <a:pt x="1350547" y="109677"/>
                  </a:lnTo>
                  <a:lnTo>
                    <a:pt x="1345508" y="109677"/>
                  </a:lnTo>
                  <a:lnTo>
                    <a:pt x="1340468" y="109677"/>
                  </a:lnTo>
                  <a:lnTo>
                    <a:pt x="1335429" y="109677"/>
                  </a:lnTo>
                  <a:lnTo>
                    <a:pt x="1330389" y="109677"/>
                  </a:lnTo>
                  <a:lnTo>
                    <a:pt x="1325350" y="109677"/>
                  </a:lnTo>
                  <a:lnTo>
                    <a:pt x="1320311" y="109677"/>
                  </a:lnTo>
                  <a:lnTo>
                    <a:pt x="1315271" y="109677"/>
                  </a:lnTo>
                  <a:lnTo>
                    <a:pt x="1310232" y="109677"/>
                  </a:lnTo>
                  <a:lnTo>
                    <a:pt x="1305193" y="109677"/>
                  </a:lnTo>
                  <a:lnTo>
                    <a:pt x="1300153" y="109677"/>
                  </a:lnTo>
                  <a:lnTo>
                    <a:pt x="1295114" y="109677"/>
                  </a:lnTo>
                  <a:lnTo>
                    <a:pt x="1290075" y="109677"/>
                  </a:lnTo>
                  <a:lnTo>
                    <a:pt x="1285035" y="109677"/>
                  </a:lnTo>
                  <a:lnTo>
                    <a:pt x="1279996" y="109677"/>
                  </a:lnTo>
                  <a:lnTo>
                    <a:pt x="1274957" y="109677"/>
                  </a:lnTo>
                  <a:lnTo>
                    <a:pt x="1269917" y="109677"/>
                  </a:lnTo>
                  <a:lnTo>
                    <a:pt x="1264878" y="109677"/>
                  </a:lnTo>
                  <a:lnTo>
                    <a:pt x="1259838" y="109677"/>
                  </a:lnTo>
                  <a:lnTo>
                    <a:pt x="1254799" y="109677"/>
                  </a:lnTo>
                  <a:lnTo>
                    <a:pt x="1249760" y="109677"/>
                  </a:lnTo>
                  <a:lnTo>
                    <a:pt x="1244720" y="109677"/>
                  </a:lnTo>
                  <a:lnTo>
                    <a:pt x="1239681" y="109677"/>
                  </a:lnTo>
                  <a:lnTo>
                    <a:pt x="1234642" y="109677"/>
                  </a:lnTo>
                  <a:lnTo>
                    <a:pt x="1229602" y="109677"/>
                  </a:lnTo>
                  <a:lnTo>
                    <a:pt x="1224563" y="109677"/>
                  </a:lnTo>
                  <a:lnTo>
                    <a:pt x="1219524" y="109677"/>
                  </a:lnTo>
                  <a:lnTo>
                    <a:pt x="1214484" y="109677"/>
                  </a:lnTo>
                  <a:lnTo>
                    <a:pt x="1209445" y="109677"/>
                  </a:lnTo>
                  <a:lnTo>
                    <a:pt x="1204406" y="109677"/>
                  </a:lnTo>
                  <a:lnTo>
                    <a:pt x="1199366" y="109677"/>
                  </a:lnTo>
                  <a:lnTo>
                    <a:pt x="1194327" y="109677"/>
                  </a:lnTo>
                  <a:lnTo>
                    <a:pt x="1189287" y="109677"/>
                  </a:lnTo>
                  <a:lnTo>
                    <a:pt x="1184248" y="109677"/>
                  </a:lnTo>
                  <a:lnTo>
                    <a:pt x="1179209" y="109677"/>
                  </a:lnTo>
                  <a:lnTo>
                    <a:pt x="1174169" y="109677"/>
                  </a:lnTo>
                  <a:lnTo>
                    <a:pt x="1169130" y="109677"/>
                  </a:lnTo>
                  <a:lnTo>
                    <a:pt x="1164091" y="109677"/>
                  </a:lnTo>
                  <a:lnTo>
                    <a:pt x="1159051" y="109677"/>
                  </a:lnTo>
                  <a:lnTo>
                    <a:pt x="1154012" y="109677"/>
                  </a:lnTo>
                  <a:lnTo>
                    <a:pt x="1148973" y="109677"/>
                  </a:lnTo>
                  <a:lnTo>
                    <a:pt x="1143933" y="109677"/>
                  </a:lnTo>
                  <a:lnTo>
                    <a:pt x="1138894" y="109677"/>
                  </a:lnTo>
                  <a:lnTo>
                    <a:pt x="1133855" y="109677"/>
                  </a:lnTo>
                  <a:lnTo>
                    <a:pt x="1128815" y="109677"/>
                  </a:lnTo>
                  <a:lnTo>
                    <a:pt x="1123776" y="109677"/>
                  </a:lnTo>
                  <a:lnTo>
                    <a:pt x="1118736" y="109677"/>
                  </a:lnTo>
                  <a:lnTo>
                    <a:pt x="1113697" y="109677"/>
                  </a:lnTo>
                  <a:lnTo>
                    <a:pt x="1108658" y="109677"/>
                  </a:lnTo>
                  <a:lnTo>
                    <a:pt x="1103618" y="109677"/>
                  </a:lnTo>
                  <a:lnTo>
                    <a:pt x="1098579" y="109677"/>
                  </a:lnTo>
                  <a:lnTo>
                    <a:pt x="1093540" y="109677"/>
                  </a:lnTo>
                  <a:lnTo>
                    <a:pt x="1088500" y="109677"/>
                  </a:lnTo>
                  <a:lnTo>
                    <a:pt x="1083461" y="109677"/>
                  </a:lnTo>
                  <a:lnTo>
                    <a:pt x="1078422" y="109677"/>
                  </a:lnTo>
                  <a:lnTo>
                    <a:pt x="1073382" y="109677"/>
                  </a:lnTo>
                  <a:lnTo>
                    <a:pt x="1068343" y="109677"/>
                  </a:lnTo>
                  <a:lnTo>
                    <a:pt x="1063304" y="109677"/>
                  </a:lnTo>
                  <a:lnTo>
                    <a:pt x="1058264" y="109677"/>
                  </a:lnTo>
                  <a:lnTo>
                    <a:pt x="1053225" y="109677"/>
                  </a:lnTo>
                  <a:lnTo>
                    <a:pt x="1048186" y="109677"/>
                  </a:lnTo>
                  <a:lnTo>
                    <a:pt x="1043146" y="109677"/>
                  </a:lnTo>
                  <a:lnTo>
                    <a:pt x="1038107" y="109677"/>
                  </a:lnTo>
                  <a:lnTo>
                    <a:pt x="1033067" y="109677"/>
                  </a:lnTo>
                  <a:lnTo>
                    <a:pt x="1028028" y="109677"/>
                  </a:lnTo>
                  <a:lnTo>
                    <a:pt x="1022989" y="109677"/>
                  </a:lnTo>
                  <a:lnTo>
                    <a:pt x="1017949" y="109677"/>
                  </a:lnTo>
                  <a:lnTo>
                    <a:pt x="1012910" y="109677"/>
                  </a:lnTo>
                  <a:lnTo>
                    <a:pt x="1007871" y="109677"/>
                  </a:lnTo>
                  <a:lnTo>
                    <a:pt x="1002831" y="109677"/>
                  </a:lnTo>
                  <a:lnTo>
                    <a:pt x="997792" y="109677"/>
                  </a:lnTo>
                  <a:lnTo>
                    <a:pt x="992753" y="109677"/>
                  </a:lnTo>
                  <a:lnTo>
                    <a:pt x="987713" y="109677"/>
                  </a:lnTo>
                  <a:lnTo>
                    <a:pt x="982674" y="109677"/>
                  </a:lnTo>
                  <a:lnTo>
                    <a:pt x="977635" y="109677"/>
                  </a:lnTo>
                  <a:lnTo>
                    <a:pt x="972595" y="109677"/>
                  </a:lnTo>
                  <a:lnTo>
                    <a:pt x="967556" y="109677"/>
                  </a:lnTo>
                  <a:lnTo>
                    <a:pt x="962516" y="109677"/>
                  </a:lnTo>
                  <a:lnTo>
                    <a:pt x="957477" y="109677"/>
                  </a:lnTo>
                  <a:lnTo>
                    <a:pt x="952438" y="109677"/>
                  </a:lnTo>
                  <a:lnTo>
                    <a:pt x="947398" y="109677"/>
                  </a:lnTo>
                  <a:lnTo>
                    <a:pt x="942359" y="109677"/>
                  </a:lnTo>
                  <a:lnTo>
                    <a:pt x="937320" y="109677"/>
                  </a:lnTo>
                  <a:lnTo>
                    <a:pt x="932280" y="109677"/>
                  </a:lnTo>
                  <a:lnTo>
                    <a:pt x="927241" y="109677"/>
                  </a:lnTo>
                  <a:lnTo>
                    <a:pt x="922202" y="109677"/>
                  </a:lnTo>
                  <a:lnTo>
                    <a:pt x="917162" y="109677"/>
                  </a:lnTo>
                  <a:lnTo>
                    <a:pt x="912123" y="109677"/>
                  </a:lnTo>
                  <a:lnTo>
                    <a:pt x="907084" y="109677"/>
                  </a:lnTo>
                  <a:lnTo>
                    <a:pt x="902044" y="109677"/>
                  </a:lnTo>
                  <a:lnTo>
                    <a:pt x="897005" y="109677"/>
                  </a:lnTo>
                  <a:lnTo>
                    <a:pt x="891965" y="109677"/>
                  </a:lnTo>
                  <a:lnTo>
                    <a:pt x="886926" y="109677"/>
                  </a:lnTo>
                  <a:lnTo>
                    <a:pt x="881887" y="109677"/>
                  </a:lnTo>
                  <a:lnTo>
                    <a:pt x="876847" y="109677"/>
                  </a:lnTo>
                  <a:lnTo>
                    <a:pt x="871808" y="109677"/>
                  </a:lnTo>
                  <a:lnTo>
                    <a:pt x="866769" y="109677"/>
                  </a:lnTo>
                  <a:lnTo>
                    <a:pt x="861729" y="109677"/>
                  </a:lnTo>
                  <a:lnTo>
                    <a:pt x="856690" y="109677"/>
                  </a:lnTo>
                  <a:lnTo>
                    <a:pt x="851651" y="109677"/>
                  </a:lnTo>
                  <a:lnTo>
                    <a:pt x="846611" y="109677"/>
                  </a:lnTo>
                  <a:lnTo>
                    <a:pt x="841572" y="109677"/>
                  </a:lnTo>
                  <a:lnTo>
                    <a:pt x="836533" y="109677"/>
                  </a:lnTo>
                  <a:lnTo>
                    <a:pt x="831493" y="109677"/>
                  </a:lnTo>
                  <a:lnTo>
                    <a:pt x="826454" y="109677"/>
                  </a:lnTo>
                  <a:lnTo>
                    <a:pt x="821415" y="109677"/>
                  </a:lnTo>
                  <a:lnTo>
                    <a:pt x="816375" y="109677"/>
                  </a:lnTo>
                  <a:lnTo>
                    <a:pt x="811336" y="109677"/>
                  </a:lnTo>
                  <a:lnTo>
                    <a:pt x="806296" y="109677"/>
                  </a:lnTo>
                  <a:lnTo>
                    <a:pt x="801257" y="109677"/>
                  </a:lnTo>
                  <a:lnTo>
                    <a:pt x="796218" y="109677"/>
                  </a:lnTo>
                  <a:lnTo>
                    <a:pt x="791178" y="109677"/>
                  </a:lnTo>
                  <a:lnTo>
                    <a:pt x="786139" y="109677"/>
                  </a:lnTo>
                  <a:lnTo>
                    <a:pt x="781100" y="109677"/>
                  </a:lnTo>
                  <a:lnTo>
                    <a:pt x="776060" y="109677"/>
                  </a:lnTo>
                  <a:lnTo>
                    <a:pt x="771021" y="109677"/>
                  </a:lnTo>
                  <a:lnTo>
                    <a:pt x="765982" y="109677"/>
                  </a:lnTo>
                  <a:lnTo>
                    <a:pt x="760942" y="109677"/>
                  </a:lnTo>
                  <a:lnTo>
                    <a:pt x="755903" y="109677"/>
                  </a:lnTo>
                  <a:lnTo>
                    <a:pt x="750864" y="109677"/>
                  </a:lnTo>
                  <a:lnTo>
                    <a:pt x="745824" y="109677"/>
                  </a:lnTo>
                  <a:lnTo>
                    <a:pt x="740785" y="109677"/>
                  </a:lnTo>
                  <a:lnTo>
                    <a:pt x="735745" y="109677"/>
                  </a:lnTo>
                  <a:lnTo>
                    <a:pt x="730706" y="109677"/>
                  </a:lnTo>
                  <a:lnTo>
                    <a:pt x="725667" y="109677"/>
                  </a:lnTo>
                  <a:lnTo>
                    <a:pt x="720627" y="109677"/>
                  </a:lnTo>
                  <a:lnTo>
                    <a:pt x="715588" y="109677"/>
                  </a:lnTo>
                  <a:lnTo>
                    <a:pt x="710549" y="109677"/>
                  </a:lnTo>
                  <a:lnTo>
                    <a:pt x="705509" y="109677"/>
                  </a:lnTo>
                  <a:lnTo>
                    <a:pt x="700470" y="109677"/>
                  </a:lnTo>
                  <a:lnTo>
                    <a:pt x="695431" y="109677"/>
                  </a:lnTo>
                  <a:lnTo>
                    <a:pt x="690391" y="109677"/>
                  </a:lnTo>
                  <a:lnTo>
                    <a:pt x="685352" y="109677"/>
                  </a:lnTo>
                  <a:lnTo>
                    <a:pt x="680313" y="109677"/>
                  </a:lnTo>
                  <a:lnTo>
                    <a:pt x="675273" y="109677"/>
                  </a:lnTo>
                  <a:lnTo>
                    <a:pt x="670234" y="109677"/>
                  </a:lnTo>
                  <a:lnTo>
                    <a:pt x="665194" y="109677"/>
                  </a:lnTo>
                  <a:lnTo>
                    <a:pt x="660155" y="109677"/>
                  </a:lnTo>
                  <a:lnTo>
                    <a:pt x="655116" y="109677"/>
                  </a:lnTo>
                  <a:lnTo>
                    <a:pt x="650076" y="109677"/>
                  </a:lnTo>
                  <a:lnTo>
                    <a:pt x="645037" y="109677"/>
                  </a:lnTo>
                  <a:lnTo>
                    <a:pt x="639998" y="109677"/>
                  </a:lnTo>
                  <a:lnTo>
                    <a:pt x="634958" y="109677"/>
                  </a:lnTo>
                  <a:lnTo>
                    <a:pt x="629919" y="109677"/>
                  </a:lnTo>
                  <a:lnTo>
                    <a:pt x="624880" y="109677"/>
                  </a:lnTo>
                  <a:lnTo>
                    <a:pt x="619840" y="109677"/>
                  </a:lnTo>
                  <a:lnTo>
                    <a:pt x="614801" y="109677"/>
                  </a:lnTo>
                  <a:lnTo>
                    <a:pt x="609762" y="109677"/>
                  </a:lnTo>
                  <a:lnTo>
                    <a:pt x="604722" y="109677"/>
                  </a:lnTo>
                  <a:lnTo>
                    <a:pt x="599683" y="109677"/>
                  </a:lnTo>
                  <a:lnTo>
                    <a:pt x="594643" y="109677"/>
                  </a:lnTo>
                  <a:lnTo>
                    <a:pt x="589604" y="109677"/>
                  </a:lnTo>
                  <a:lnTo>
                    <a:pt x="584565" y="109677"/>
                  </a:lnTo>
                  <a:lnTo>
                    <a:pt x="579525" y="109677"/>
                  </a:lnTo>
                  <a:lnTo>
                    <a:pt x="574486" y="109677"/>
                  </a:lnTo>
                  <a:lnTo>
                    <a:pt x="569447" y="109677"/>
                  </a:lnTo>
                  <a:lnTo>
                    <a:pt x="564407" y="109677"/>
                  </a:lnTo>
                  <a:lnTo>
                    <a:pt x="559368" y="109677"/>
                  </a:lnTo>
                  <a:lnTo>
                    <a:pt x="554329" y="109677"/>
                  </a:lnTo>
                  <a:lnTo>
                    <a:pt x="549289" y="109677"/>
                  </a:lnTo>
                  <a:lnTo>
                    <a:pt x="544250" y="109677"/>
                  </a:lnTo>
                  <a:lnTo>
                    <a:pt x="539211" y="109677"/>
                  </a:lnTo>
                  <a:lnTo>
                    <a:pt x="534171" y="109677"/>
                  </a:lnTo>
                  <a:lnTo>
                    <a:pt x="529132" y="109677"/>
                  </a:lnTo>
                  <a:lnTo>
                    <a:pt x="524093" y="109677"/>
                  </a:lnTo>
                  <a:lnTo>
                    <a:pt x="519053" y="109677"/>
                  </a:lnTo>
                  <a:lnTo>
                    <a:pt x="514014" y="109677"/>
                  </a:lnTo>
                  <a:lnTo>
                    <a:pt x="508974" y="109677"/>
                  </a:lnTo>
                  <a:lnTo>
                    <a:pt x="503935" y="109677"/>
                  </a:lnTo>
                  <a:lnTo>
                    <a:pt x="498896" y="109677"/>
                  </a:lnTo>
                  <a:lnTo>
                    <a:pt x="493856" y="109677"/>
                  </a:lnTo>
                  <a:lnTo>
                    <a:pt x="488817" y="109677"/>
                  </a:lnTo>
                  <a:lnTo>
                    <a:pt x="483778" y="109677"/>
                  </a:lnTo>
                  <a:lnTo>
                    <a:pt x="478738" y="109677"/>
                  </a:lnTo>
                  <a:lnTo>
                    <a:pt x="473699" y="109677"/>
                  </a:lnTo>
                  <a:lnTo>
                    <a:pt x="468660" y="109677"/>
                  </a:lnTo>
                  <a:lnTo>
                    <a:pt x="463620" y="109677"/>
                  </a:lnTo>
                  <a:lnTo>
                    <a:pt x="458581" y="109677"/>
                  </a:lnTo>
                  <a:lnTo>
                    <a:pt x="453542" y="109677"/>
                  </a:lnTo>
                  <a:lnTo>
                    <a:pt x="448502" y="109677"/>
                  </a:lnTo>
                  <a:lnTo>
                    <a:pt x="443463" y="109677"/>
                  </a:lnTo>
                  <a:lnTo>
                    <a:pt x="438423" y="109677"/>
                  </a:lnTo>
                  <a:lnTo>
                    <a:pt x="433384" y="109677"/>
                  </a:lnTo>
                  <a:lnTo>
                    <a:pt x="428345" y="109677"/>
                  </a:lnTo>
                  <a:lnTo>
                    <a:pt x="423305" y="109677"/>
                  </a:lnTo>
                  <a:lnTo>
                    <a:pt x="418266" y="109677"/>
                  </a:lnTo>
                  <a:lnTo>
                    <a:pt x="413227" y="109677"/>
                  </a:lnTo>
                  <a:lnTo>
                    <a:pt x="408187" y="109677"/>
                  </a:lnTo>
                  <a:lnTo>
                    <a:pt x="403148" y="109677"/>
                  </a:lnTo>
                  <a:lnTo>
                    <a:pt x="398109" y="109677"/>
                  </a:lnTo>
                  <a:lnTo>
                    <a:pt x="393069" y="109677"/>
                  </a:lnTo>
                  <a:lnTo>
                    <a:pt x="388030" y="109677"/>
                  </a:lnTo>
                  <a:lnTo>
                    <a:pt x="382991" y="109677"/>
                  </a:lnTo>
                  <a:lnTo>
                    <a:pt x="377951" y="109677"/>
                  </a:lnTo>
                  <a:lnTo>
                    <a:pt x="372912" y="109677"/>
                  </a:lnTo>
                  <a:lnTo>
                    <a:pt x="367872" y="109677"/>
                  </a:lnTo>
                  <a:lnTo>
                    <a:pt x="362833" y="109677"/>
                  </a:lnTo>
                  <a:lnTo>
                    <a:pt x="357794" y="109677"/>
                  </a:lnTo>
                  <a:lnTo>
                    <a:pt x="352754" y="109677"/>
                  </a:lnTo>
                  <a:lnTo>
                    <a:pt x="347715" y="109677"/>
                  </a:lnTo>
                  <a:lnTo>
                    <a:pt x="342676" y="109677"/>
                  </a:lnTo>
                  <a:lnTo>
                    <a:pt x="337636" y="109677"/>
                  </a:lnTo>
                  <a:lnTo>
                    <a:pt x="332597" y="109677"/>
                  </a:lnTo>
                  <a:lnTo>
                    <a:pt x="327558" y="109677"/>
                  </a:lnTo>
                  <a:lnTo>
                    <a:pt x="322518" y="109677"/>
                  </a:lnTo>
                  <a:lnTo>
                    <a:pt x="317479" y="109677"/>
                  </a:lnTo>
                  <a:lnTo>
                    <a:pt x="312440" y="109677"/>
                  </a:lnTo>
                  <a:lnTo>
                    <a:pt x="307400" y="109677"/>
                  </a:lnTo>
                  <a:lnTo>
                    <a:pt x="302361" y="109677"/>
                  </a:lnTo>
                  <a:lnTo>
                    <a:pt x="297321" y="109677"/>
                  </a:lnTo>
                  <a:lnTo>
                    <a:pt x="292282" y="109677"/>
                  </a:lnTo>
                  <a:lnTo>
                    <a:pt x="287243" y="109677"/>
                  </a:lnTo>
                  <a:lnTo>
                    <a:pt x="282203" y="109677"/>
                  </a:lnTo>
                  <a:lnTo>
                    <a:pt x="277164" y="109677"/>
                  </a:lnTo>
                  <a:lnTo>
                    <a:pt x="272125" y="109677"/>
                  </a:lnTo>
                  <a:lnTo>
                    <a:pt x="267085" y="109677"/>
                  </a:lnTo>
                  <a:lnTo>
                    <a:pt x="262046" y="109677"/>
                  </a:lnTo>
                  <a:lnTo>
                    <a:pt x="257007" y="109677"/>
                  </a:lnTo>
                  <a:lnTo>
                    <a:pt x="251967" y="109677"/>
                  </a:lnTo>
                  <a:lnTo>
                    <a:pt x="246928" y="109677"/>
                  </a:lnTo>
                  <a:lnTo>
                    <a:pt x="241889" y="109677"/>
                  </a:lnTo>
                  <a:lnTo>
                    <a:pt x="236849" y="109677"/>
                  </a:lnTo>
                  <a:lnTo>
                    <a:pt x="231810" y="109677"/>
                  </a:lnTo>
                  <a:lnTo>
                    <a:pt x="226771" y="109677"/>
                  </a:lnTo>
                  <a:lnTo>
                    <a:pt x="221731" y="109677"/>
                  </a:lnTo>
                  <a:lnTo>
                    <a:pt x="216692" y="109677"/>
                  </a:lnTo>
                  <a:lnTo>
                    <a:pt x="211652" y="109677"/>
                  </a:lnTo>
                  <a:lnTo>
                    <a:pt x="206613" y="109677"/>
                  </a:lnTo>
                  <a:lnTo>
                    <a:pt x="201574" y="109677"/>
                  </a:lnTo>
                  <a:lnTo>
                    <a:pt x="196534" y="109677"/>
                  </a:lnTo>
                  <a:lnTo>
                    <a:pt x="191495" y="109677"/>
                  </a:lnTo>
                  <a:lnTo>
                    <a:pt x="186456" y="109677"/>
                  </a:lnTo>
                  <a:lnTo>
                    <a:pt x="181416" y="109677"/>
                  </a:lnTo>
                  <a:lnTo>
                    <a:pt x="176377" y="109677"/>
                  </a:lnTo>
                  <a:lnTo>
                    <a:pt x="171338" y="109677"/>
                  </a:lnTo>
                  <a:lnTo>
                    <a:pt x="166298" y="109677"/>
                  </a:lnTo>
                  <a:lnTo>
                    <a:pt x="161259" y="109677"/>
                  </a:lnTo>
                  <a:lnTo>
                    <a:pt x="156220" y="109677"/>
                  </a:lnTo>
                  <a:lnTo>
                    <a:pt x="151180" y="109677"/>
                  </a:lnTo>
                  <a:lnTo>
                    <a:pt x="146141" y="109677"/>
                  </a:lnTo>
                  <a:lnTo>
                    <a:pt x="141101" y="109677"/>
                  </a:lnTo>
                  <a:lnTo>
                    <a:pt x="136062" y="109677"/>
                  </a:lnTo>
                  <a:lnTo>
                    <a:pt x="131023" y="109677"/>
                  </a:lnTo>
                  <a:lnTo>
                    <a:pt x="125983" y="109677"/>
                  </a:lnTo>
                  <a:lnTo>
                    <a:pt x="120944" y="109677"/>
                  </a:lnTo>
                  <a:lnTo>
                    <a:pt x="115905" y="109677"/>
                  </a:lnTo>
                  <a:lnTo>
                    <a:pt x="110865" y="109677"/>
                  </a:lnTo>
                  <a:lnTo>
                    <a:pt x="105826" y="109677"/>
                  </a:lnTo>
                  <a:lnTo>
                    <a:pt x="100787" y="109677"/>
                  </a:lnTo>
                  <a:lnTo>
                    <a:pt x="95747" y="109677"/>
                  </a:lnTo>
                  <a:lnTo>
                    <a:pt x="90708" y="109677"/>
                  </a:lnTo>
                  <a:lnTo>
                    <a:pt x="85669" y="109677"/>
                  </a:lnTo>
                  <a:lnTo>
                    <a:pt x="80629" y="109677"/>
                  </a:lnTo>
                  <a:lnTo>
                    <a:pt x="75590" y="109677"/>
                  </a:lnTo>
                  <a:lnTo>
                    <a:pt x="70550" y="109677"/>
                  </a:lnTo>
                  <a:lnTo>
                    <a:pt x="65511" y="109677"/>
                  </a:lnTo>
                  <a:lnTo>
                    <a:pt x="60472" y="109677"/>
                  </a:lnTo>
                  <a:lnTo>
                    <a:pt x="55432" y="109677"/>
                  </a:lnTo>
                  <a:lnTo>
                    <a:pt x="50393" y="109677"/>
                  </a:lnTo>
                  <a:lnTo>
                    <a:pt x="45354" y="109677"/>
                  </a:lnTo>
                  <a:lnTo>
                    <a:pt x="40314" y="109677"/>
                  </a:lnTo>
                  <a:lnTo>
                    <a:pt x="35275" y="109677"/>
                  </a:lnTo>
                  <a:lnTo>
                    <a:pt x="30236" y="109677"/>
                  </a:lnTo>
                  <a:lnTo>
                    <a:pt x="25196" y="109677"/>
                  </a:lnTo>
                  <a:lnTo>
                    <a:pt x="20157" y="109677"/>
                  </a:lnTo>
                  <a:lnTo>
                    <a:pt x="15118" y="109677"/>
                  </a:lnTo>
                  <a:lnTo>
                    <a:pt x="10078" y="109677"/>
                  </a:lnTo>
                  <a:lnTo>
                    <a:pt x="5039" y="10967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547426" y="4897000"/>
              <a:ext cx="2575110" cy="109677"/>
            </a:xfrm>
            <a:custGeom>
              <a:avLst/>
              <a:pathLst>
                <a:path w="2575110" h="109677">
                  <a:moveTo>
                    <a:pt x="0" y="109677"/>
                  </a:moveTo>
                  <a:lnTo>
                    <a:pt x="5039" y="109677"/>
                  </a:lnTo>
                  <a:lnTo>
                    <a:pt x="10078" y="109677"/>
                  </a:lnTo>
                  <a:lnTo>
                    <a:pt x="15118" y="109677"/>
                  </a:lnTo>
                  <a:lnTo>
                    <a:pt x="20157" y="109677"/>
                  </a:lnTo>
                  <a:lnTo>
                    <a:pt x="25196" y="109677"/>
                  </a:lnTo>
                  <a:lnTo>
                    <a:pt x="30236" y="109677"/>
                  </a:lnTo>
                  <a:lnTo>
                    <a:pt x="35275" y="109677"/>
                  </a:lnTo>
                  <a:lnTo>
                    <a:pt x="40314" y="109677"/>
                  </a:lnTo>
                  <a:lnTo>
                    <a:pt x="45354" y="109677"/>
                  </a:lnTo>
                  <a:lnTo>
                    <a:pt x="50393" y="109677"/>
                  </a:lnTo>
                  <a:lnTo>
                    <a:pt x="55432" y="109677"/>
                  </a:lnTo>
                  <a:lnTo>
                    <a:pt x="60472" y="109677"/>
                  </a:lnTo>
                  <a:lnTo>
                    <a:pt x="65511" y="109677"/>
                  </a:lnTo>
                  <a:lnTo>
                    <a:pt x="70550" y="109677"/>
                  </a:lnTo>
                  <a:lnTo>
                    <a:pt x="75590" y="109677"/>
                  </a:lnTo>
                  <a:lnTo>
                    <a:pt x="80629" y="109677"/>
                  </a:lnTo>
                  <a:lnTo>
                    <a:pt x="85669" y="109677"/>
                  </a:lnTo>
                  <a:lnTo>
                    <a:pt x="90708" y="109677"/>
                  </a:lnTo>
                  <a:lnTo>
                    <a:pt x="95747" y="109677"/>
                  </a:lnTo>
                  <a:lnTo>
                    <a:pt x="100787" y="109677"/>
                  </a:lnTo>
                  <a:lnTo>
                    <a:pt x="105826" y="109677"/>
                  </a:lnTo>
                  <a:lnTo>
                    <a:pt x="110865" y="109677"/>
                  </a:lnTo>
                  <a:lnTo>
                    <a:pt x="115905" y="109677"/>
                  </a:lnTo>
                  <a:lnTo>
                    <a:pt x="120944" y="109677"/>
                  </a:lnTo>
                  <a:lnTo>
                    <a:pt x="125983" y="109677"/>
                  </a:lnTo>
                  <a:lnTo>
                    <a:pt x="131023" y="109676"/>
                  </a:lnTo>
                  <a:lnTo>
                    <a:pt x="136062" y="109676"/>
                  </a:lnTo>
                  <a:lnTo>
                    <a:pt x="141101" y="109676"/>
                  </a:lnTo>
                  <a:lnTo>
                    <a:pt x="146141" y="109676"/>
                  </a:lnTo>
                  <a:lnTo>
                    <a:pt x="151180" y="109676"/>
                  </a:lnTo>
                  <a:lnTo>
                    <a:pt x="156220" y="109676"/>
                  </a:lnTo>
                  <a:lnTo>
                    <a:pt x="161259" y="109676"/>
                  </a:lnTo>
                  <a:lnTo>
                    <a:pt x="166298" y="109676"/>
                  </a:lnTo>
                  <a:lnTo>
                    <a:pt x="171338" y="109676"/>
                  </a:lnTo>
                  <a:lnTo>
                    <a:pt x="176377" y="109676"/>
                  </a:lnTo>
                  <a:lnTo>
                    <a:pt x="181416" y="109676"/>
                  </a:lnTo>
                  <a:lnTo>
                    <a:pt x="186456" y="109675"/>
                  </a:lnTo>
                  <a:lnTo>
                    <a:pt x="191495" y="109675"/>
                  </a:lnTo>
                  <a:lnTo>
                    <a:pt x="196534" y="109674"/>
                  </a:lnTo>
                  <a:lnTo>
                    <a:pt x="201574" y="109674"/>
                  </a:lnTo>
                  <a:lnTo>
                    <a:pt x="206613" y="109673"/>
                  </a:lnTo>
                  <a:lnTo>
                    <a:pt x="211652" y="109672"/>
                  </a:lnTo>
                  <a:lnTo>
                    <a:pt x="216692" y="109671"/>
                  </a:lnTo>
                  <a:lnTo>
                    <a:pt x="221731" y="109670"/>
                  </a:lnTo>
                  <a:lnTo>
                    <a:pt x="226771" y="109668"/>
                  </a:lnTo>
                  <a:lnTo>
                    <a:pt x="231810" y="109667"/>
                  </a:lnTo>
                  <a:lnTo>
                    <a:pt x="236849" y="109664"/>
                  </a:lnTo>
                  <a:lnTo>
                    <a:pt x="241889" y="109662"/>
                  </a:lnTo>
                  <a:lnTo>
                    <a:pt x="246928" y="109659"/>
                  </a:lnTo>
                  <a:lnTo>
                    <a:pt x="251967" y="109655"/>
                  </a:lnTo>
                  <a:lnTo>
                    <a:pt x="257007" y="109651"/>
                  </a:lnTo>
                  <a:lnTo>
                    <a:pt x="262046" y="109646"/>
                  </a:lnTo>
                  <a:lnTo>
                    <a:pt x="267085" y="109640"/>
                  </a:lnTo>
                  <a:lnTo>
                    <a:pt x="272125" y="109634"/>
                  </a:lnTo>
                  <a:lnTo>
                    <a:pt x="277164" y="109627"/>
                  </a:lnTo>
                  <a:lnTo>
                    <a:pt x="282203" y="109618"/>
                  </a:lnTo>
                  <a:lnTo>
                    <a:pt x="287243" y="109609"/>
                  </a:lnTo>
                  <a:lnTo>
                    <a:pt x="292282" y="109599"/>
                  </a:lnTo>
                  <a:lnTo>
                    <a:pt x="297321" y="109587"/>
                  </a:lnTo>
                  <a:lnTo>
                    <a:pt x="302361" y="109574"/>
                  </a:lnTo>
                  <a:lnTo>
                    <a:pt x="307400" y="109560"/>
                  </a:lnTo>
                  <a:lnTo>
                    <a:pt x="312440" y="109544"/>
                  </a:lnTo>
                  <a:lnTo>
                    <a:pt x="317479" y="109527"/>
                  </a:lnTo>
                  <a:lnTo>
                    <a:pt x="322518" y="109509"/>
                  </a:lnTo>
                  <a:lnTo>
                    <a:pt x="327558" y="109489"/>
                  </a:lnTo>
                  <a:lnTo>
                    <a:pt x="332597" y="109468"/>
                  </a:lnTo>
                  <a:lnTo>
                    <a:pt x="337636" y="109445"/>
                  </a:lnTo>
                  <a:lnTo>
                    <a:pt x="342676" y="109420"/>
                  </a:lnTo>
                  <a:lnTo>
                    <a:pt x="347715" y="109395"/>
                  </a:lnTo>
                  <a:lnTo>
                    <a:pt x="352754" y="109368"/>
                  </a:lnTo>
                  <a:lnTo>
                    <a:pt x="357794" y="109339"/>
                  </a:lnTo>
                  <a:lnTo>
                    <a:pt x="362833" y="109310"/>
                  </a:lnTo>
                  <a:lnTo>
                    <a:pt x="367872" y="109279"/>
                  </a:lnTo>
                  <a:lnTo>
                    <a:pt x="372912" y="109248"/>
                  </a:lnTo>
                  <a:lnTo>
                    <a:pt x="377951" y="109215"/>
                  </a:lnTo>
                  <a:lnTo>
                    <a:pt x="382991" y="109182"/>
                  </a:lnTo>
                  <a:lnTo>
                    <a:pt x="388030" y="109149"/>
                  </a:lnTo>
                  <a:lnTo>
                    <a:pt x="393069" y="109115"/>
                  </a:lnTo>
                  <a:lnTo>
                    <a:pt x="398109" y="109081"/>
                  </a:lnTo>
                  <a:lnTo>
                    <a:pt x="403148" y="109047"/>
                  </a:lnTo>
                  <a:lnTo>
                    <a:pt x="408187" y="109013"/>
                  </a:lnTo>
                  <a:lnTo>
                    <a:pt x="413227" y="108979"/>
                  </a:lnTo>
                  <a:lnTo>
                    <a:pt x="418266" y="108946"/>
                  </a:lnTo>
                  <a:lnTo>
                    <a:pt x="423305" y="108913"/>
                  </a:lnTo>
                  <a:lnTo>
                    <a:pt x="428345" y="108881"/>
                  </a:lnTo>
                  <a:lnTo>
                    <a:pt x="433384" y="108850"/>
                  </a:lnTo>
                  <a:lnTo>
                    <a:pt x="438423" y="108820"/>
                  </a:lnTo>
                  <a:lnTo>
                    <a:pt x="443463" y="108790"/>
                  </a:lnTo>
                  <a:lnTo>
                    <a:pt x="448502" y="108762"/>
                  </a:lnTo>
                  <a:lnTo>
                    <a:pt x="453542" y="108735"/>
                  </a:lnTo>
                  <a:lnTo>
                    <a:pt x="458581" y="108708"/>
                  </a:lnTo>
                  <a:lnTo>
                    <a:pt x="463620" y="108683"/>
                  </a:lnTo>
                  <a:lnTo>
                    <a:pt x="468660" y="108658"/>
                  </a:lnTo>
                  <a:lnTo>
                    <a:pt x="473699" y="108634"/>
                  </a:lnTo>
                  <a:lnTo>
                    <a:pt x="478738" y="108610"/>
                  </a:lnTo>
                  <a:lnTo>
                    <a:pt x="483778" y="108587"/>
                  </a:lnTo>
                  <a:lnTo>
                    <a:pt x="488817" y="108563"/>
                  </a:lnTo>
                  <a:lnTo>
                    <a:pt x="493856" y="108540"/>
                  </a:lnTo>
                  <a:lnTo>
                    <a:pt x="498896" y="108516"/>
                  </a:lnTo>
                  <a:lnTo>
                    <a:pt x="503935" y="108492"/>
                  </a:lnTo>
                  <a:lnTo>
                    <a:pt x="508974" y="108467"/>
                  </a:lnTo>
                  <a:lnTo>
                    <a:pt x="514014" y="108441"/>
                  </a:lnTo>
                  <a:lnTo>
                    <a:pt x="519053" y="108414"/>
                  </a:lnTo>
                  <a:lnTo>
                    <a:pt x="524093" y="108386"/>
                  </a:lnTo>
                  <a:lnTo>
                    <a:pt x="529132" y="108356"/>
                  </a:lnTo>
                  <a:lnTo>
                    <a:pt x="534171" y="108325"/>
                  </a:lnTo>
                  <a:lnTo>
                    <a:pt x="539211" y="108292"/>
                  </a:lnTo>
                  <a:lnTo>
                    <a:pt x="544250" y="108258"/>
                  </a:lnTo>
                  <a:lnTo>
                    <a:pt x="549289" y="108222"/>
                  </a:lnTo>
                  <a:lnTo>
                    <a:pt x="554329" y="108186"/>
                  </a:lnTo>
                  <a:lnTo>
                    <a:pt x="559368" y="108147"/>
                  </a:lnTo>
                  <a:lnTo>
                    <a:pt x="564407" y="108108"/>
                  </a:lnTo>
                  <a:lnTo>
                    <a:pt x="569447" y="108069"/>
                  </a:lnTo>
                  <a:lnTo>
                    <a:pt x="574486" y="108029"/>
                  </a:lnTo>
                  <a:lnTo>
                    <a:pt x="579525" y="107990"/>
                  </a:lnTo>
                  <a:lnTo>
                    <a:pt x="584565" y="107951"/>
                  </a:lnTo>
                  <a:lnTo>
                    <a:pt x="589604" y="107913"/>
                  </a:lnTo>
                  <a:lnTo>
                    <a:pt x="594643" y="107876"/>
                  </a:lnTo>
                  <a:lnTo>
                    <a:pt x="599683" y="107841"/>
                  </a:lnTo>
                  <a:lnTo>
                    <a:pt x="604722" y="107809"/>
                  </a:lnTo>
                  <a:lnTo>
                    <a:pt x="609762" y="107778"/>
                  </a:lnTo>
                  <a:lnTo>
                    <a:pt x="614801" y="107751"/>
                  </a:lnTo>
                  <a:lnTo>
                    <a:pt x="619840" y="107727"/>
                  </a:lnTo>
                  <a:lnTo>
                    <a:pt x="624880" y="107707"/>
                  </a:lnTo>
                  <a:lnTo>
                    <a:pt x="629919" y="107689"/>
                  </a:lnTo>
                  <a:lnTo>
                    <a:pt x="634958" y="107676"/>
                  </a:lnTo>
                  <a:lnTo>
                    <a:pt x="639998" y="107666"/>
                  </a:lnTo>
                  <a:lnTo>
                    <a:pt x="645037" y="107659"/>
                  </a:lnTo>
                  <a:lnTo>
                    <a:pt x="650076" y="107656"/>
                  </a:lnTo>
                  <a:lnTo>
                    <a:pt x="655116" y="107656"/>
                  </a:lnTo>
                  <a:lnTo>
                    <a:pt x="660155" y="107659"/>
                  </a:lnTo>
                  <a:lnTo>
                    <a:pt x="665194" y="107665"/>
                  </a:lnTo>
                  <a:lnTo>
                    <a:pt x="670234" y="107672"/>
                  </a:lnTo>
                  <a:lnTo>
                    <a:pt x="675273" y="107681"/>
                  </a:lnTo>
                  <a:lnTo>
                    <a:pt x="680313" y="107691"/>
                  </a:lnTo>
                  <a:lnTo>
                    <a:pt x="685352" y="107702"/>
                  </a:lnTo>
                  <a:lnTo>
                    <a:pt x="690391" y="107713"/>
                  </a:lnTo>
                  <a:lnTo>
                    <a:pt x="695431" y="107723"/>
                  </a:lnTo>
                  <a:lnTo>
                    <a:pt x="700470" y="107732"/>
                  </a:lnTo>
                  <a:lnTo>
                    <a:pt x="705509" y="107739"/>
                  </a:lnTo>
                  <a:lnTo>
                    <a:pt x="710549" y="107744"/>
                  </a:lnTo>
                  <a:lnTo>
                    <a:pt x="715588" y="107746"/>
                  </a:lnTo>
                  <a:lnTo>
                    <a:pt x="720627" y="107745"/>
                  </a:lnTo>
                  <a:lnTo>
                    <a:pt x="725667" y="107740"/>
                  </a:lnTo>
                  <a:lnTo>
                    <a:pt x="730706" y="107731"/>
                  </a:lnTo>
                  <a:lnTo>
                    <a:pt x="735745" y="107716"/>
                  </a:lnTo>
                  <a:lnTo>
                    <a:pt x="740785" y="107696"/>
                  </a:lnTo>
                  <a:lnTo>
                    <a:pt x="745824" y="107669"/>
                  </a:lnTo>
                  <a:lnTo>
                    <a:pt x="750864" y="107636"/>
                  </a:lnTo>
                  <a:lnTo>
                    <a:pt x="755903" y="107596"/>
                  </a:lnTo>
                  <a:lnTo>
                    <a:pt x="760942" y="107549"/>
                  </a:lnTo>
                  <a:lnTo>
                    <a:pt x="765982" y="107492"/>
                  </a:lnTo>
                  <a:lnTo>
                    <a:pt x="771021" y="107426"/>
                  </a:lnTo>
                  <a:lnTo>
                    <a:pt x="776060" y="107350"/>
                  </a:lnTo>
                  <a:lnTo>
                    <a:pt x="781100" y="107264"/>
                  </a:lnTo>
                  <a:lnTo>
                    <a:pt x="786139" y="107168"/>
                  </a:lnTo>
                  <a:lnTo>
                    <a:pt x="791178" y="107059"/>
                  </a:lnTo>
                  <a:lnTo>
                    <a:pt x="796218" y="106935"/>
                  </a:lnTo>
                  <a:lnTo>
                    <a:pt x="801257" y="106797"/>
                  </a:lnTo>
                  <a:lnTo>
                    <a:pt x="806296" y="106644"/>
                  </a:lnTo>
                  <a:lnTo>
                    <a:pt x="811336" y="106477"/>
                  </a:lnTo>
                  <a:lnTo>
                    <a:pt x="816375" y="106293"/>
                  </a:lnTo>
                  <a:lnTo>
                    <a:pt x="821415" y="106090"/>
                  </a:lnTo>
                  <a:lnTo>
                    <a:pt x="826454" y="105866"/>
                  </a:lnTo>
                  <a:lnTo>
                    <a:pt x="831493" y="105622"/>
                  </a:lnTo>
                  <a:lnTo>
                    <a:pt x="836533" y="105358"/>
                  </a:lnTo>
                  <a:lnTo>
                    <a:pt x="841572" y="105073"/>
                  </a:lnTo>
                  <a:lnTo>
                    <a:pt x="846611" y="104765"/>
                  </a:lnTo>
                  <a:lnTo>
                    <a:pt x="851651" y="104431"/>
                  </a:lnTo>
                  <a:lnTo>
                    <a:pt x="856690" y="104070"/>
                  </a:lnTo>
                  <a:lnTo>
                    <a:pt x="861729" y="103684"/>
                  </a:lnTo>
                  <a:lnTo>
                    <a:pt x="866769" y="103273"/>
                  </a:lnTo>
                  <a:lnTo>
                    <a:pt x="871808" y="102836"/>
                  </a:lnTo>
                  <a:lnTo>
                    <a:pt x="876847" y="102372"/>
                  </a:lnTo>
                  <a:lnTo>
                    <a:pt x="881887" y="101875"/>
                  </a:lnTo>
                  <a:lnTo>
                    <a:pt x="886926" y="101348"/>
                  </a:lnTo>
                  <a:lnTo>
                    <a:pt x="891965" y="100794"/>
                  </a:lnTo>
                  <a:lnTo>
                    <a:pt x="897005" y="100212"/>
                  </a:lnTo>
                  <a:lnTo>
                    <a:pt x="902044" y="99601"/>
                  </a:lnTo>
                  <a:lnTo>
                    <a:pt x="907084" y="98963"/>
                  </a:lnTo>
                  <a:lnTo>
                    <a:pt x="912123" y="98288"/>
                  </a:lnTo>
                  <a:lnTo>
                    <a:pt x="917162" y="97586"/>
                  </a:lnTo>
                  <a:lnTo>
                    <a:pt x="922202" y="96856"/>
                  </a:lnTo>
                  <a:lnTo>
                    <a:pt x="927241" y="96098"/>
                  </a:lnTo>
                  <a:lnTo>
                    <a:pt x="932280" y="95313"/>
                  </a:lnTo>
                  <a:lnTo>
                    <a:pt x="937320" y="94501"/>
                  </a:lnTo>
                  <a:lnTo>
                    <a:pt x="942359" y="93656"/>
                  </a:lnTo>
                  <a:lnTo>
                    <a:pt x="947398" y="92787"/>
                  </a:lnTo>
                  <a:lnTo>
                    <a:pt x="952438" y="91892"/>
                  </a:lnTo>
                  <a:lnTo>
                    <a:pt x="957477" y="90974"/>
                  </a:lnTo>
                  <a:lnTo>
                    <a:pt x="962516" y="90031"/>
                  </a:lnTo>
                  <a:lnTo>
                    <a:pt x="967556" y="89064"/>
                  </a:lnTo>
                  <a:lnTo>
                    <a:pt x="972595" y="88071"/>
                  </a:lnTo>
                  <a:lnTo>
                    <a:pt x="977635" y="87056"/>
                  </a:lnTo>
                  <a:lnTo>
                    <a:pt x="982674" y="86020"/>
                  </a:lnTo>
                  <a:lnTo>
                    <a:pt x="987713" y="84964"/>
                  </a:lnTo>
                  <a:lnTo>
                    <a:pt x="992753" y="83888"/>
                  </a:lnTo>
                  <a:lnTo>
                    <a:pt x="997792" y="82790"/>
                  </a:lnTo>
                  <a:lnTo>
                    <a:pt x="1002831" y="81670"/>
                  </a:lnTo>
                  <a:lnTo>
                    <a:pt x="1007871" y="80531"/>
                  </a:lnTo>
                  <a:lnTo>
                    <a:pt x="1012910" y="79373"/>
                  </a:lnTo>
                  <a:lnTo>
                    <a:pt x="1017949" y="78197"/>
                  </a:lnTo>
                  <a:lnTo>
                    <a:pt x="1022989" y="77002"/>
                  </a:lnTo>
                  <a:lnTo>
                    <a:pt x="1028028" y="75784"/>
                  </a:lnTo>
                  <a:lnTo>
                    <a:pt x="1033067" y="74545"/>
                  </a:lnTo>
                  <a:lnTo>
                    <a:pt x="1038107" y="73285"/>
                  </a:lnTo>
                  <a:lnTo>
                    <a:pt x="1043146" y="72006"/>
                  </a:lnTo>
                  <a:lnTo>
                    <a:pt x="1048186" y="70704"/>
                  </a:lnTo>
                  <a:lnTo>
                    <a:pt x="1053225" y="69381"/>
                  </a:lnTo>
                  <a:lnTo>
                    <a:pt x="1058264" y="68028"/>
                  </a:lnTo>
                  <a:lnTo>
                    <a:pt x="1063304" y="66650"/>
                  </a:lnTo>
                  <a:lnTo>
                    <a:pt x="1068343" y="65246"/>
                  </a:lnTo>
                  <a:lnTo>
                    <a:pt x="1073382" y="63815"/>
                  </a:lnTo>
                  <a:lnTo>
                    <a:pt x="1078422" y="62355"/>
                  </a:lnTo>
                  <a:lnTo>
                    <a:pt x="1083461" y="60864"/>
                  </a:lnTo>
                  <a:lnTo>
                    <a:pt x="1088500" y="59334"/>
                  </a:lnTo>
                  <a:lnTo>
                    <a:pt x="1093540" y="57771"/>
                  </a:lnTo>
                  <a:lnTo>
                    <a:pt x="1098579" y="56174"/>
                  </a:lnTo>
                  <a:lnTo>
                    <a:pt x="1103618" y="54542"/>
                  </a:lnTo>
                  <a:lnTo>
                    <a:pt x="1108658" y="52874"/>
                  </a:lnTo>
                  <a:lnTo>
                    <a:pt x="1113697" y="51167"/>
                  </a:lnTo>
                  <a:lnTo>
                    <a:pt x="1118736" y="49417"/>
                  </a:lnTo>
                  <a:lnTo>
                    <a:pt x="1123776" y="47631"/>
                  </a:lnTo>
                  <a:lnTo>
                    <a:pt x="1128815" y="45811"/>
                  </a:lnTo>
                  <a:lnTo>
                    <a:pt x="1133855" y="43958"/>
                  </a:lnTo>
                  <a:lnTo>
                    <a:pt x="1138894" y="42072"/>
                  </a:lnTo>
                  <a:lnTo>
                    <a:pt x="1143933" y="40154"/>
                  </a:lnTo>
                  <a:lnTo>
                    <a:pt x="1148973" y="38209"/>
                  </a:lnTo>
                  <a:lnTo>
                    <a:pt x="1154012" y="36243"/>
                  </a:lnTo>
                  <a:lnTo>
                    <a:pt x="1159051" y="34262"/>
                  </a:lnTo>
                  <a:lnTo>
                    <a:pt x="1164091" y="32271"/>
                  </a:lnTo>
                  <a:lnTo>
                    <a:pt x="1169130" y="30274"/>
                  </a:lnTo>
                  <a:lnTo>
                    <a:pt x="1174169" y="28280"/>
                  </a:lnTo>
                  <a:lnTo>
                    <a:pt x="1179209" y="26297"/>
                  </a:lnTo>
                  <a:lnTo>
                    <a:pt x="1184248" y="24334"/>
                  </a:lnTo>
                  <a:lnTo>
                    <a:pt x="1189287" y="22396"/>
                  </a:lnTo>
                  <a:lnTo>
                    <a:pt x="1194327" y="20492"/>
                  </a:lnTo>
                  <a:lnTo>
                    <a:pt x="1199366" y="18628"/>
                  </a:lnTo>
                  <a:lnTo>
                    <a:pt x="1204406" y="16826"/>
                  </a:lnTo>
                  <a:lnTo>
                    <a:pt x="1209445" y="15084"/>
                  </a:lnTo>
                  <a:lnTo>
                    <a:pt x="1214484" y="13409"/>
                  </a:lnTo>
                  <a:lnTo>
                    <a:pt x="1219524" y="11807"/>
                  </a:lnTo>
                  <a:lnTo>
                    <a:pt x="1224563" y="10283"/>
                  </a:lnTo>
                  <a:lnTo>
                    <a:pt x="1229602" y="8846"/>
                  </a:lnTo>
                  <a:lnTo>
                    <a:pt x="1234642" y="7522"/>
                  </a:lnTo>
                  <a:lnTo>
                    <a:pt x="1239681" y="6293"/>
                  </a:lnTo>
                  <a:lnTo>
                    <a:pt x="1244720" y="5164"/>
                  </a:lnTo>
                  <a:lnTo>
                    <a:pt x="1249760" y="4137"/>
                  </a:lnTo>
                  <a:lnTo>
                    <a:pt x="1254799" y="3215"/>
                  </a:lnTo>
                  <a:lnTo>
                    <a:pt x="1259838" y="2409"/>
                  </a:lnTo>
                  <a:lnTo>
                    <a:pt x="1264878" y="1731"/>
                  </a:lnTo>
                  <a:lnTo>
                    <a:pt x="1269917" y="1162"/>
                  </a:lnTo>
                  <a:lnTo>
                    <a:pt x="1274957" y="703"/>
                  </a:lnTo>
                  <a:lnTo>
                    <a:pt x="1279996" y="354"/>
                  </a:lnTo>
                  <a:lnTo>
                    <a:pt x="1285035" y="115"/>
                  </a:lnTo>
                  <a:lnTo>
                    <a:pt x="1290075" y="0"/>
                  </a:lnTo>
                  <a:lnTo>
                    <a:pt x="1295114" y="8"/>
                  </a:lnTo>
                  <a:lnTo>
                    <a:pt x="1300153" y="124"/>
                  </a:lnTo>
                  <a:lnTo>
                    <a:pt x="1305193" y="349"/>
                  </a:lnTo>
                  <a:lnTo>
                    <a:pt x="1310232" y="682"/>
                  </a:lnTo>
                  <a:lnTo>
                    <a:pt x="1315271" y="1122"/>
                  </a:lnTo>
                  <a:lnTo>
                    <a:pt x="1320311" y="1687"/>
                  </a:lnTo>
                  <a:lnTo>
                    <a:pt x="1325350" y="2366"/>
                  </a:lnTo>
                  <a:lnTo>
                    <a:pt x="1330389" y="3150"/>
                  </a:lnTo>
                  <a:lnTo>
                    <a:pt x="1335429" y="4037"/>
                  </a:lnTo>
                  <a:lnTo>
                    <a:pt x="1340468" y="5026"/>
                  </a:lnTo>
                  <a:lnTo>
                    <a:pt x="1345508" y="6116"/>
                  </a:lnTo>
                  <a:lnTo>
                    <a:pt x="1350547" y="7328"/>
                  </a:lnTo>
                  <a:lnTo>
                    <a:pt x="1355586" y="8637"/>
                  </a:lnTo>
                  <a:lnTo>
                    <a:pt x="1360626" y="10039"/>
                  </a:lnTo>
                  <a:lnTo>
                    <a:pt x="1365665" y="11531"/>
                  </a:lnTo>
                  <a:lnTo>
                    <a:pt x="1370704" y="13108"/>
                  </a:lnTo>
                  <a:lnTo>
                    <a:pt x="1375744" y="14769"/>
                  </a:lnTo>
                  <a:lnTo>
                    <a:pt x="1380783" y="16525"/>
                  </a:lnTo>
                  <a:lnTo>
                    <a:pt x="1385822" y="18351"/>
                  </a:lnTo>
                  <a:lnTo>
                    <a:pt x="1390862" y="20242"/>
                  </a:lnTo>
                  <a:lnTo>
                    <a:pt x="1395901" y="22193"/>
                  </a:lnTo>
                  <a:lnTo>
                    <a:pt x="1400940" y="24198"/>
                  </a:lnTo>
                  <a:lnTo>
                    <a:pt x="1405980" y="26255"/>
                  </a:lnTo>
                  <a:lnTo>
                    <a:pt x="1411019" y="28361"/>
                  </a:lnTo>
                  <a:lnTo>
                    <a:pt x="1416058" y="30500"/>
                  </a:lnTo>
                  <a:lnTo>
                    <a:pt x="1421098" y="32667"/>
                  </a:lnTo>
                  <a:lnTo>
                    <a:pt x="1426137" y="34857"/>
                  </a:lnTo>
                  <a:lnTo>
                    <a:pt x="1431177" y="37064"/>
                  </a:lnTo>
                  <a:lnTo>
                    <a:pt x="1436216" y="39284"/>
                  </a:lnTo>
                  <a:lnTo>
                    <a:pt x="1441255" y="41510"/>
                  </a:lnTo>
                  <a:lnTo>
                    <a:pt x="1446295" y="43736"/>
                  </a:lnTo>
                  <a:lnTo>
                    <a:pt x="1451334" y="45956"/>
                  </a:lnTo>
                  <a:lnTo>
                    <a:pt x="1456373" y="48169"/>
                  </a:lnTo>
                  <a:lnTo>
                    <a:pt x="1461413" y="50368"/>
                  </a:lnTo>
                  <a:lnTo>
                    <a:pt x="1466452" y="52548"/>
                  </a:lnTo>
                  <a:lnTo>
                    <a:pt x="1471491" y="54705"/>
                  </a:lnTo>
                  <a:lnTo>
                    <a:pt x="1476531" y="56836"/>
                  </a:lnTo>
                  <a:lnTo>
                    <a:pt x="1481570" y="58941"/>
                  </a:lnTo>
                  <a:lnTo>
                    <a:pt x="1486609" y="61015"/>
                  </a:lnTo>
                  <a:lnTo>
                    <a:pt x="1491649" y="63056"/>
                  </a:lnTo>
                  <a:lnTo>
                    <a:pt x="1496688" y="65054"/>
                  </a:lnTo>
                  <a:lnTo>
                    <a:pt x="1501728" y="67011"/>
                  </a:lnTo>
                  <a:lnTo>
                    <a:pt x="1506767" y="68928"/>
                  </a:lnTo>
                  <a:lnTo>
                    <a:pt x="1511806" y="70801"/>
                  </a:lnTo>
                  <a:lnTo>
                    <a:pt x="1516846" y="72630"/>
                  </a:lnTo>
                  <a:lnTo>
                    <a:pt x="1521885" y="74412"/>
                  </a:lnTo>
                  <a:lnTo>
                    <a:pt x="1526924" y="76134"/>
                  </a:lnTo>
                  <a:lnTo>
                    <a:pt x="1531964" y="77806"/>
                  </a:lnTo>
                  <a:lnTo>
                    <a:pt x="1537003" y="79426"/>
                  </a:lnTo>
                  <a:lnTo>
                    <a:pt x="1542042" y="80995"/>
                  </a:lnTo>
                  <a:lnTo>
                    <a:pt x="1547082" y="82510"/>
                  </a:lnTo>
                  <a:lnTo>
                    <a:pt x="1552121" y="83968"/>
                  </a:lnTo>
                  <a:lnTo>
                    <a:pt x="1557160" y="85361"/>
                  </a:lnTo>
                  <a:lnTo>
                    <a:pt x="1562200" y="86699"/>
                  </a:lnTo>
                  <a:lnTo>
                    <a:pt x="1567239" y="87983"/>
                  </a:lnTo>
                  <a:lnTo>
                    <a:pt x="1572279" y="89212"/>
                  </a:lnTo>
                  <a:lnTo>
                    <a:pt x="1577318" y="90387"/>
                  </a:lnTo>
                  <a:lnTo>
                    <a:pt x="1582357" y="91502"/>
                  </a:lnTo>
                  <a:lnTo>
                    <a:pt x="1587397" y="92558"/>
                  </a:lnTo>
                  <a:lnTo>
                    <a:pt x="1592436" y="93562"/>
                  </a:lnTo>
                  <a:lnTo>
                    <a:pt x="1597475" y="94515"/>
                  </a:lnTo>
                  <a:lnTo>
                    <a:pt x="1602515" y="95420"/>
                  </a:lnTo>
                  <a:lnTo>
                    <a:pt x="1607554" y="96278"/>
                  </a:lnTo>
                  <a:lnTo>
                    <a:pt x="1612593" y="97082"/>
                  </a:lnTo>
                  <a:lnTo>
                    <a:pt x="1617633" y="97838"/>
                  </a:lnTo>
                  <a:lnTo>
                    <a:pt x="1622672" y="98552"/>
                  </a:lnTo>
                  <a:lnTo>
                    <a:pt x="1627711" y="99227"/>
                  </a:lnTo>
                  <a:lnTo>
                    <a:pt x="1632751" y="99864"/>
                  </a:lnTo>
                  <a:lnTo>
                    <a:pt x="1637790" y="100464"/>
                  </a:lnTo>
                  <a:lnTo>
                    <a:pt x="1642830" y="101024"/>
                  </a:lnTo>
                  <a:lnTo>
                    <a:pt x="1647869" y="101550"/>
                  </a:lnTo>
                  <a:lnTo>
                    <a:pt x="1652908" y="102047"/>
                  </a:lnTo>
                  <a:lnTo>
                    <a:pt x="1657948" y="102516"/>
                  </a:lnTo>
                  <a:lnTo>
                    <a:pt x="1662987" y="102958"/>
                  </a:lnTo>
                  <a:lnTo>
                    <a:pt x="1668026" y="103376"/>
                  </a:lnTo>
                  <a:lnTo>
                    <a:pt x="1673066" y="103766"/>
                  </a:lnTo>
                  <a:lnTo>
                    <a:pt x="1678105" y="104135"/>
                  </a:lnTo>
                  <a:lnTo>
                    <a:pt x="1683144" y="104484"/>
                  </a:lnTo>
                  <a:lnTo>
                    <a:pt x="1688184" y="104815"/>
                  </a:lnTo>
                  <a:lnTo>
                    <a:pt x="1693223" y="105128"/>
                  </a:lnTo>
                  <a:lnTo>
                    <a:pt x="1698262" y="105425"/>
                  </a:lnTo>
                  <a:lnTo>
                    <a:pt x="1703302" y="105703"/>
                  </a:lnTo>
                  <a:lnTo>
                    <a:pt x="1708341" y="105967"/>
                  </a:lnTo>
                  <a:lnTo>
                    <a:pt x="1713380" y="106217"/>
                  </a:lnTo>
                  <a:lnTo>
                    <a:pt x="1718420" y="106454"/>
                  </a:lnTo>
                  <a:lnTo>
                    <a:pt x="1723459" y="106678"/>
                  </a:lnTo>
                  <a:lnTo>
                    <a:pt x="1728499" y="106889"/>
                  </a:lnTo>
                  <a:lnTo>
                    <a:pt x="1733538" y="107087"/>
                  </a:lnTo>
                  <a:lnTo>
                    <a:pt x="1738577" y="107273"/>
                  </a:lnTo>
                  <a:lnTo>
                    <a:pt x="1743617" y="107448"/>
                  </a:lnTo>
                  <a:lnTo>
                    <a:pt x="1748656" y="107613"/>
                  </a:lnTo>
                  <a:lnTo>
                    <a:pt x="1753695" y="107767"/>
                  </a:lnTo>
                  <a:lnTo>
                    <a:pt x="1758735" y="107909"/>
                  </a:lnTo>
                  <a:lnTo>
                    <a:pt x="1763774" y="108041"/>
                  </a:lnTo>
                  <a:lnTo>
                    <a:pt x="1768813" y="108163"/>
                  </a:lnTo>
                  <a:lnTo>
                    <a:pt x="1773853" y="108275"/>
                  </a:lnTo>
                  <a:lnTo>
                    <a:pt x="1778892" y="108380"/>
                  </a:lnTo>
                  <a:lnTo>
                    <a:pt x="1783931" y="108475"/>
                  </a:lnTo>
                  <a:lnTo>
                    <a:pt x="1788971" y="108561"/>
                  </a:lnTo>
                  <a:lnTo>
                    <a:pt x="1794010" y="108640"/>
                  </a:lnTo>
                  <a:lnTo>
                    <a:pt x="1799050" y="108711"/>
                  </a:lnTo>
                  <a:lnTo>
                    <a:pt x="1804089" y="108775"/>
                  </a:lnTo>
                  <a:lnTo>
                    <a:pt x="1809128" y="108834"/>
                  </a:lnTo>
                  <a:lnTo>
                    <a:pt x="1814168" y="108887"/>
                  </a:lnTo>
                  <a:lnTo>
                    <a:pt x="1819207" y="108933"/>
                  </a:lnTo>
                  <a:lnTo>
                    <a:pt x="1824246" y="108975"/>
                  </a:lnTo>
                  <a:lnTo>
                    <a:pt x="1829286" y="109013"/>
                  </a:lnTo>
                  <a:lnTo>
                    <a:pt x="1834325" y="109047"/>
                  </a:lnTo>
                  <a:lnTo>
                    <a:pt x="1839364" y="109079"/>
                  </a:lnTo>
                  <a:lnTo>
                    <a:pt x="1844404" y="109107"/>
                  </a:lnTo>
                  <a:lnTo>
                    <a:pt x="1849443" y="109132"/>
                  </a:lnTo>
                  <a:lnTo>
                    <a:pt x="1854482" y="109156"/>
                  </a:lnTo>
                  <a:lnTo>
                    <a:pt x="1859522" y="109178"/>
                  </a:lnTo>
                  <a:lnTo>
                    <a:pt x="1864561" y="109198"/>
                  </a:lnTo>
                  <a:lnTo>
                    <a:pt x="1869601" y="109218"/>
                  </a:lnTo>
                  <a:lnTo>
                    <a:pt x="1874640" y="109237"/>
                  </a:lnTo>
                  <a:lnTo>
                    <a:pt x="1879679" y="109255"/>
                  </a:lnTo>
                  <a:lnTo>
                    <a:pt x="1884719" y="109273"/>
                  </a:lnTo>
                  <a:lnTo>
                    <a:pt x="1889758" y="109290"/>
                  </a:lnTo>
                  <a:lnTo>
                    <a:pt x="1894797" y="109308"/>
                  </a:lnTo>
                  <a:lnTo>
                    <a:pt x="1899837" y="109325"/>
                  </a:lnTo>
                  <a:lnTo>
                    <a:pt x="1904876" y="109343"/>
                  </a:lnTo>
                  <a:lnTo>
                    <a:pt x="1909915" y="109360"/>
                  </a:lnTo>
                  <a:lnTo>
                    <a:pt x="1914955" y="109378"/>
                  </a:lnTo>
                  <a:lnTo>
                    <a:pt x="1919994" y="109395"/>
                  </a:lnTo>
                  <a:lnTo>
                    <a:pt x="1925033" y="109412"/>
                  </a:lnTo>
                  <a:lnTo>
                    <a:pt x="1930073" y="109429"/>
                  </a:lnTo>
                  <a:lnTo>
                    <a:pt x="1935112" y="109446"/>
                  </a:lnTo>
                  <a:lnTo>
                    <a:pt x="1940151" y="109463"/>
                  </a:lnTo>
                  <a:lnTo>
                    <a:pt x="1945191" y="109479"/>
                  </a:lnTo>
                  <a:lnTo>
                    <a:pt x="1950230" y="109495"/>
                  </a:lnTo>
                  <a:lnTo>
                    <a:pt x="1955270" y="109510"/>
                  </a:lnTo>
                  <a:lnTo>
                    <a:pt x="1960309" y="109525"/>
                  </a:lnTo>
                  <a:lnTo>
                    <a:pt x="1965348" y="109539"/>
                  </a:lnTo>
                  <a:lnTo>
                    <a:pt x="1970388" y="109553"/>
                  </a:lnTo>
                  <a:lnTo>
                    <a:pt x="1975427" y="109565"/>
                  </a:lnTo>
                  <a:lnTo>
                    <a:pt x="1980466" y="109577"/>
                  </a:lnTo>
                  <a:lnTo>
                    <a:pt x="1985506" y="109588"/>
                  </a:lnTo>
                  <a:lnTo>
                    <a:pt x="1990545" y="109598"/>
                  </a:lnTo>
                  <a:lnTo>
                    <a:pt x="1995584" y="109608"/>
                  </a:lnTo>
                  <a:lnTo>
                    <a:pt x="2000624" y="109616"/>
                  </a:lnTo>
                  <a:lnTo>
                    <a:pt x="2005663" y="109624"/>
                  </a:lnTo>
                  <a:lnTo>
                    <a:pt x="2010702" y="109631"/>
                  </a:lnTo>
                  <a:lnTo>
                    <a:pt x="2015742" y="109637"/>
                  </a:lnTo>
                  <a:lnTo>
                    <a:pt x="2020781" y="109643"/>
                  </a:lnTo>
                  <a:lnTo>
                    <a:pt x="2025821" y="109648"/>
                  </a:lnTo>
                  <a:lnTo>
                    <a:pt x="2030860" y="109652"/>
                  </a:lnTo>
                  <a:lnTo>
                    <a:pt x="2035899" y="109656"/>
                  </a:lnTo>
                  <a:lnTo>
                    <a:pt x="2040939" y="109659"/>
                  </a:lnTo>
                  <a:lnTo>
                    <a:pt x="2045978" y="109662"/>
                  </a:lnTo>
                  <a:lnTo>
                    <a:pt x="2051017" y="109665"/>
                  </a:lnTo>
                  <a:lnTo>
                    <a:pt x="2056057" y="109667"/>
                  </a:lnTo>
                  <a:lnTo>
                    <a:pt x="2061096" y="109668"/>
                  </a:lnTo>
                  <a:lnTo>
                    <a:pt x="2066135" y="109670"/>
                  </a:lnTo>
                  <a:lnTo>
                    <a:pt x="2071175" y="109671"/>
                  </a:lnTo>
                  <a:lnTo>
                    <a:pt x="2076214" y="109672"/>
                  </a:lnTo>
                  <a:lnTo>
                    <a:pt x="2081253" y="109673"/>
                  </a:lnTo>
                  <a:lnTo>
                    <a:pt x="2086293" y="109674"/>
                  </a:lnTo>
                  <a:lnTo>
                    <a:pt x="2091332" y="109674"/>
                  </a:lnTo>
                  <a:lnTo>
                    <a:pt x="2096372" y="109675"/>
                  </a:lnTo>
                  <a:lnTo>
                    <a:pt x="2101411" y="109675"/>
                  </a:lnTo>
                  <a:lnTo>
                    <a:pt x="2106450" y="109676"/>
                  </a:lnTo>
                  <a:lnTo>
                    <a:pt x="2111490" y="109676"/>
                  </a:lnTo>
                  <a:lnTo>
                    <a:pt x="2116529" y="109676"/>
                  </a:lnTo>
                  <a:lnTo>
                    <a:pt x="2121568" y="109676"/>
                  </a:lnTo>
                  <a:lnTo>
                    <a:pt x="2126608" y="109676"/>
                  </a:lnTo>
                  <a:lnTo>
                    <a:pt x="2131647" y="109676"/>
                  </a:lnTo>
                  <a:lnTo>
                    <a:pt x="2136686" y="109676"/>
                  </a:lnTo>
                  <a:lnTo>
                    <a:pt x="2141726" y="109676"/>
                  </a:lnTo>
                  <a:lnTo>
                    <a:pt x="2146765" y="109676"/>
                  </a:lnTo>
                  <a:lnTo>
                    <a:pt x="2151804" y="109676"/>
                  </a:lnTo>
                  <a:lnTo>
                    <a:pt x="2156844" y="109676"/>
                  </a:lnTo>
                  <a:lnTo>
                    <a:pt x="2161883" y="109677"/>
                  </a:lnTo>
                  <a:lnTo>
                    <a:pt x="2166923" y="109677"/>
                  </a:lnTo>
                  <a:lnTo>
                    <a:pt x="2171962" y="109677"/>
                  </a:lnTo>
                  <a:lnTo>
                    <a:pt x="2177001" y="109677"/>
                  </a:lnTo>
                  <a:lnTo>
                    <a:pt x="2182041" y="109677"/>
                  </a:lnTo>
                  <a:lnTo>
                    <a:pt x="2187080" y="109677"/>
                  </a:lnTo>
                  <a:lnTo>
                    <a:pt x="2192119" y="109677"/>
                  </a:lnTo>
                  <a:lnTo>
                    <a:pt x="2197159" y="109677"/>
                  </a:lnTo>
                  <a:lnTo>
                    <a:pt x="2202198" y="109677"/>
                  </a:lnTo>
                  <a:lnTo>
                    <a:pt x="2207237" y="109677"/>
                  </a:lnTo>
                  <a:lnTo>
                    <a:pt x="2212277" y="109677"/>
                  </a:lnTo>
                  <a:lnTo>
                    <a:pt x="2217316" y="109677"/>
                  </a:lnTo>
                  <a:lnTo>
                    <a:pt x="2222355" y="109677"/>
                  </a:lnTo>
                  <a:lnTo>
                    <a:pt x="2227395" y="109677"/>
                  </a:lnTo>
                  <a:lnTo>
                    <a:pt x="2232434" y="109677"/>
                  </a:lnTo>
                  <a:lnTo>
                    <a:pt x="2237473" y="109677"/>
                  </a:lnTo>
                  <a:lnTo>
                    <a:pt x="2242513" y="109677"/>
                  </a:lnTo>
                  <a:lnTo>
                    <a:pt x="2247552" y="109677"/>
                  </a:lnTo>
                  <a:lnTo>
                    <a:pt x="2252592" y="109677"/>
                  </a:lnTo>
                  <a:lnTo>
                    <a:pt x="2257631" y="109677"/>
                  </a:lnTo>
                  <a:lnTo>
                    <a:pt x="2262670" y="109677"/>
                  </a:lnTo>
                  <a:lnTo>
                    <a:pt x="2267710" y="109677"/>
                  </a:lnTo>
                  <a:lnTo>
                    <a:pt x="2272749" y="109677"/>
                  </a:lnTo>
                  <a:lnTo>
                    <a:pt x="2277788" y="109677"/>
                  </a:lnTo>
                  <a:lnTo>
                    <a:pt x="2282828" y="109677"/>
                  </a:lnTo>
                  <a:lnTo>
                    <a:pt x="2287867" y="109677"/>
                  </a:lnTo>
                  <a:lnTo>
                    <a:pt x="2292906" y="109677"/>
                  </a:lnTo>
                  <a:lnTo>
                    <a:pt x="2297946" y="109677"/>
                  </a:lnTo>
                  <a:lnTo>
                    <a:pt x="2302985" y="109677"/>
                  </a:lnTo>
                  <a:lnTo>
                    <a:pt x="2308024" y="109677"/>
                  </a:lnTo>
                  <a:lnTo>
                    <a:pt x="2313064" y="109677"/>
                  </a:lnTo>
                  <a:lnTo>
                    <a:pt x="2318103" y="109677"/>
                  </a:lnTo>
                  <a:lnTo>
                    <a:pt x="2323143" y="109677"/>
                  </a:lnTo>
                  <a:lnTo>
                    <a:pt x="2328182" y="109677"/>
                  </a:lnTo>
                  <a:lnTo>
                    <a:pt x="2333221" y="109677"/>
                  </a:lnTo>
                  <a:lnTo>
                    <a:pt x="2338261" y="109677"/>
                  </a:lnTo>
                  <a:lnTo>
                    <a:pt x="2343300" y="109677"/>
                  </a:lnTo>
                  <a:lnTo>
                    <a:pt x="2348339" y="109677"/>
                  </a:lnTo>
                  <a:lnTo>
                    <a:pt x="2353379" y="109677"/>
                  </a:lnTo>
                  <a:lnTo>
                    <a:pt x="2358418" y="109677"/>
                  </a:lnTo>
                  <a:lnTo>
                    <a:pt x="2363457" y="109677"/>
                  </a:lnTo>
                  <a:lnTo>
                    <a:pt x="2368497" y="109677"/>
                  </a:lnTo>
                  <a:lnTo>
                    <a:pt x="2373536" y="109677"/>
                  </a:lnTo>
                  <a:lnTo>
                    <a:pt x="2378575" y="109677"/>
                  </a:lnTo>
                  <a:lnTo>
                    <a:pt x="2383615" y="109677"/>
                  </a:lnTo>
                  <a:lnTo>
                    <a:pt x="2388654" y="109677"/>
                  </a:lnTo>
                  <a:lnTo>
                    <a:pt x="2393694" y="109677"/>
                  </a:lnTo>
                  <a:lnTo>
                    <a:pt x="2398733" y="109677"/>
                  </a:lnTo>
                  <a:lnTo>
                    <a:pt x="2403772" y="109677"/>
                  </a:lnTo>
                  <a:lnTo>
                    <a:pt x="2408812" y="109677"/>
                  </a:lnTo>
                  <a:lnTo>
                    <a:pt x="2413851" y="109677"/>
                  </a:lnTo>
                  <a:lnTo>
                    <a:pt x="2418890" y="109677"/>
                  </a:lnTo>
                  <a:lnTo>
                    <a:pt x="2423930" y="109677"/>
                  </a:lnTo>
                  <a:lnTo>
                    <a:pt x="2428969" y="109677"/>
                  </a:lnTo>
                  <a:lnTo>
                    <a:pt x="2434008" y="109677"/>
                  </a:lnTo>
                  <a:lnTo>
                    <a:pt x="2439048" y="109677"/>
                  </a:lnTo>
                  <a:lnTo>
                    <a:pt x="2444087" y="109677"/>
                  </a:lnTo>
                  <a:lnTo>
                    <a:pt x="2449126" y="109677"/>
                  </a:lnTo>
                  <a:lnTo>
                    <a:pt x="2454166" y="109677"/>
                  </a:lnTo>
                  <a:lnTo>
                    <a:pt x="2459205" y="109677"/>
                  </a:lnTo>
                  <a:lnTo>
                    <a:pt x="2464245" y="109677"/>
                  </a:lnTo>
                  <a:lnTo>
                    <a:pt x="2469284" y="109677"/>
                  </a:lnTo>
                  <a:lnTo>
                    <a:pt x="2474323" y="109677"/>
                  </a:lnTo>
                  <a:lnTo>
                    <a:pt x="2479363" y="109677"/>
                  </a:lnTo>
                  <a:lnTo>
                    <a:pt x="2484402" y="109677"/>
                  </a:lnTo>
                  <a:lnTo>
                    <a:pt x="2489441" y="109677"/>
                  </a:lnTo>
                  <a:lnTo>
                    <a:pt x="2494481" y="109677"/>
                  </a:lnTo>
                  <a:lnTo>
                    <a:pt x="2499520" y="109677"/>
                  </a:lnTo>
                  <a:lnTo>
                    <a:pt x="2504559" y="109677"/>
                  </a:lnTo>
                  <a:lnTo>
                    <a:pt x="2509599" y="109677"/>
                  </a:lnTo>
                  <a:lnTo>
                    <a:pt x="2514638" y="109677"/>
                  </a:lnTo>
                  <a:lnTo>
                    <a:pt x="2519677" y="109677"/>
                  </a:lnTo>
                  <a:lnTo>
                    <a:pt x="2524717" y="109677"/>
                  </a:lnTo>
                  <a:lnTo>
                    <a:pt x="2529756" y="109677"/>
                  </a:lnTo>
                  <a:lnTo>
                    <a:pt x="2534795" y="109677"/>
                  </a:lnTo>
                  <a:lnTo>
                    <a:pt x="2539835" y="109677"/>
                  </a:lnTo>
                  <a:lnTo>
                    <a:pt x="2544874" y="109677"/>
                  </a:lnTo>
                  <a:lnTo>
                    <a:pt x="2549914" y="109677"/>
                  </a:lnTo>
                  <a:lnTo>
                    <a:pt x="2554953" y="109677"/>
                  </a:lnTo>
                  <a:lnTo>
                    <a:pt x="2559992" y="109677"/>
                  </a:lnTo>
                  <a:lnTo>
                    <a:pt x="2565032" y="109677"/>
                  </a:lnTo>
                  <a:lnTo>
                    <a:pt x="2570071" y="109677"/>
                  </a:lnTo>
                  <a:lnTo>
                    <a:pt x="2575110" y="109677"/>
                  </a:lnTo>
                </a:path>
              </a:pathLst>
            </a:custGeom>
            <a:ln w="27101" cap="flat">
              <a:solidFill>
                <a:srgbClr val="FDC1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418670" y="5159724"/>
              <a:ext cx="2832621" cy="0"/>
            </a:xfrm>
            <a:custGeom>
              <a:avLst/>
              <a:pathLst>
                <a:path w="2832621" h="0">
                  <a:moveTo>
                    <a:pt x="0" y="0"/>
                  </a:moveTo>
                  <a:lnTo>
                    <a:pt x="28326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547426" y="5159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6062448" y="5159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6577470" y="5159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092492" y="5159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7607514" y="5159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8122536" y="5159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5451136" y="5220662"/>
              <a:ext cx="19257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984767" y="52206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499789" y="52206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014811" y="52206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29833" y="52206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8044856" y="52206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6792314" y="5371448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67" name="rc67"/>
            <p:cNvSpPr/>
            <p:nvPr/>
          </p:nvSpPr>
          <p:spPr>
            <a:xfrm>
              <a:off x="5486149" y="5639201"/>
              <a:ext cx="2697664" cy="3586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>
              <a:off x="5555738" y="5766881"/>
              <a:ext cx="8461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 Window</a:t>
              </a:r>
            </a:p>
          </p:txBody>
        </p:sp>
        <p:sp>
          <p:nvSpPr>
            <p:cNvPr id="69" name="rc69"/>
            <p:cNvSpPr/>
            <p:nvPr/>
          </p:nvSpPr>
          <p:spPr>
            <a:xfrm>
              <a:off x="6482577" y="5708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6500577" y="5726790"/>
              <a:ext cx="183456" cy="183455"/>
            </a:xfrm>
            <a:prstGeom prst="rect">
              <a:avLst/>
            </a:prstGeom>
            <a:ln w="27101" cap="flat">
              <a:solidFill>
                <a:srgbClr val="A93E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6907886" y="5708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6925886" y="5726790"/>
              <a:ext cx="183456" cy="183455"/>
            </a:xfrm>
            <a:prstGeom prst="rect">
              <a:avLst/>
            </a:pr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7333195" y="5708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7351195" y="5726790"/>
              <a:ext cx="183455" cy="183455"/>
            </a:xfrm>
            <a:prstGeom prst="rect">
              <a:avLst/>
            </a:prstGeom>
            <a:ln w="27101" cap="flat">
              <a:solidFill>
                <a:srgbClr val="FB9A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7758504" y="5708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7776504" y="5726790"/>
              <a:ext cx="183456" cy="183455"/>
            </a:xfrm>
            <a:prstGeom prst="rect">
              <a:avLst/>
            </a:prstGeom>
            <a:ln w="27101" cap="flat">
              <a:solidFill>
                <a:srgbClr val="FDC1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tx77"/>
            <p:cNvSpPr/>
            <p:nvPr/>
          </p:nvSpPr>
          <p:spPr>
            <a:xfrm>
              <a:off x="6771622" y="57768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7196931" y="5778191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7622240" y="5778518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8047549" y="57768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418670" y="1527687"/>
              <a:ext cx="2320193" cy="1573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Plasma pT217/AB42 [Fujirubio]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5</cp:revision>
  <dcterms:created xsi:type="dcterms:W3CDTF">2015-07-14T21:05:00Z</dcterms:created>
  <dcterms:modified xsi:type="dcterms:W3CDTF">2026-05-20T10:34:36Z</dcterms:modified>
</cp:coreProperties>
</file>