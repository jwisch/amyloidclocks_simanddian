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2" Type="http://schemas.openxmlformats.org/package/2006/relationships/metadata/thumbnail" Target="docProps/thumbnail.jpeg"/>
<Relationship Id="rId1" Type="http://schemas.openxmlformats.org/officeDocument/2006/relationships/officeDocument" Target="ppt/presentation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21396325" cy="15087600"/>
  <p:notesSz cx="6858000" cy="9144000"/>
  <p:defaultTextStyle>
    <a:defPPr>
      <a:defRPr lang="en-US"/>
    </a:defPPr>
    <a:lvl1pPr marL="0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1pPr>
    <a:lvl2pPr marL="744520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2pPr>
    <a:lvl3pPr marL="1489040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3pPr>
    <a:lvl4pPr marL="2233562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4pPr>
    <a:lvl5pPr marL="2978082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5pPr>
    <a:lvl6pPr marL="3722602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6pPr>
    <a:lvl7pPr marL="4467122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7pPr>
    <a:lvl8pPr marL="5211642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8pPr>
    <a:lvl9pPr marL="5956164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38" d="100"/>
          <a:sy n="38" d="100"/>
        </p:scale>
        <p:origin x="-1291" y="-62"/>
      </p:cViewPr>
      <p:guideLst>
        <p:guide orient="horz" pos="4753"/>
        <p:guide pos="67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viewProps" Target="viewProps.xml"/>
<Relationship Id="rId2" Type="http://schemas.openxmlformats.org/officeDocument/2006/relationships/presProps" Target="presProps.xml"/>
<Relationship Id="rId1" Type="http://schemas.openxmlformats.org/officeDocument/2006/relationships/slideMaster" Target="slideMasters/slideMaster1.xml"/>
<Relationship Id="rId5" Type="http://schemas.openxmlformats.org/officeDocument/2006/relationships/tableStyles" Target="tableStyles.xml"/>
<Relationship Id="rId4" Type="http://schemas.openxmlformats.org/officeDocument/2006/relationships/theme" Target="theme/theme1.xml"/>
<Relationship Id="rId6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4725" y="4686943"/>
            <a:ext cx="18186876" cy="323405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09449" y="8549640"/>
            <a:ext cx="14977428" cy="385572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7445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4890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23356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9780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7226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44671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521164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59561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0163" y="9695184"/>
            <a:ext cx="18186876" cy="2996565"/>
          </a:xfrm>
        </p:spPr>
        <p:txBody>
          <a:bodyPr anchor="t"/>
          <a:lstStyle>
            <a:lvl1pPr algn="l">
              <a:defRPr sz="65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90163" y="6394774"/>
            <a:ext cx="18186876" cy="3300412"/>
          </a:xfrm>
        </p:spPr>
        <p:txBody>
          <a:bodyPr anchor="b"/>
          <a:lstStyle>
            <a:lvl1pPr marL="0" indent="0">
              <a:buNone/>
              <a:defRPr sz="3300">
                <a:solidFill>
                  <a:schemeClr val="tx1">
                    <a:tint val="75000"/>
                  </a:schemeClr>
                </a:solidFill>
              </a:defRPr>
            </a:lvl1pPr>
            <a:lvl2pPr marL="744520" indent="0">
              <a:buNone/>
              <a:defRPr sz="3000">
                <a:solidFill>
                  <a:schemeClr val="tx1">
                    <a:tint val="75000"/>
                  </a:schemeClr>
                </a:solidFill>
              </a:defRPr>
            </a:lvl2pPr>
            <a:lvl3pPr marL="1489040" indent="0">
              <a:buNone/>
              <a:defRPr sz="2500">
                <a:solidFill>
                  <a:schemeClr val="tx1">
                    <a:tint val="75000"/>
                  </a:schemeClr>
                </a:solidFill>
              </a:defRPr>
            </a:lvl3pPr>
            <a:lvl4pPr marL="2233562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4pPr>
            <a:lvl5pPr marL="2978082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5pPr>
            <a:lvl6pPr marL="3722602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6pPr>
            <a:lvl7pPr marL="4467122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7pPr>
            <a:lvl8pPr marL="5211642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8pPr>
            <a:lvl9pPr marL="5956164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8974" y="3520444"/>
            <a:ext cx="10252406" cy="9957118"/>
          </a:xfrm>
        </p:spPr>
        <p:txBody>
          <a:bodyPr/>
          <a:lstStyle>
            <a:lvl1pPr>
              <a:defRPr sz="4500"/>
            </a:lvl1pPr>
            <a:lvl2pPr>
              <a:defRPr sz="4000"/>
            </a:lvl2pPr>
            <a:lvl3pPr>
              <a:defRPr sz="3300"/>
            </a:lvl3pPr>
            <a:lvl4pPr>
              <a:defRPr sz="3000"/>
            </a:lvl4pPr>
            <a:lvl5pPr>
              <a:defRPr sz="3000"/>
            </a:lvl5pPr>
            <a:lvl6pPr>
              <a:defRPr sz="3000"/>
            </a:lvl6pPr>
            <a:lvl7pPr>
              <a:defRPr sz="3000"/>
            </a:lvl7pPr>
            <a:lvl8pPr>
              <a:defRPr sz="3000"/>
            </a:lvl8pPr>
            <a:lvl9pPr>
              <a:defRPr sz="3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767985" y="3520444"/>
            <a:ext cx="10252406" cy="9957118"/>
          </a:xfrm>
        </p:spPr>
        <p:txBody>
          <a:bodyPr/>
          <a:lstStyle>
            <a:lvl1pPr>
              <a:defRPr sz="4500"/>
            </a:lvl1pPr>
            <a:lvl2pPr>
              <a:defRPr sz="4000"/>
            </a:lvl2pPr>
            <a:lvl3pPr>
              <a:defRPr sz="3300"/>
            </a:lvl3pPr>
            <a:lvl4pPr>
              <a:defRPr sz="3000"/>
            </a:lvl4pPr>
            <a:lvl5pPr>
              <a:defRPr sz="3000"/>
            </a:lvl5pPr>
            <a:lvl6pPr>
              <a:defRPr sz="3000"/>
            </a:lvl6pPr>
            <a:lvl7pPr>
              <a:defRPr sz="3000"/>
            </a:lvl7pPr>
            <a:lvl8pPr>
              <a:defRPr sz="3000"/>
            </a:lvl8pPr>
            <a:lvl9pPr>
              <a:defRPr sz="3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9816" y="604203"/>
            <a:ext cx="19256693" cy="25146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22" y="3377250"/>
            <a:ext cx="9453759" cy="1407476"/>
          </a:xfrm>
        </p:spPr>
        <p:txBody>
          <a:bodyPr anchor="b"/>
          <a:lstStyle>
            <a:lvl1pPr marL="0" indent="0">
              <a:buNone/>
              <a:defRPr sz="4000" b="1"/>
            </a:lvl1pPr>
            <a:lvl2pPr marL="744520" indent="0">
              <a:buNone/>
              <a:defRPr sz="3300" b="1"/>
            </a:lvl2pPr>
            <a:lvl3pPr marL="1489040" indent="0">
              <a:buNone/>
              <a:defRPr sz="3000" b="1"/>
            </a:lvl3pPr>
            <a:lvl4pPr marL="2233562" indent="0">
              <a:buNone/>
              <a:defRPr sz="2500" b="1"/>
            </a:lvl4pPr>
            <a:lvl5pPr marL="2978082" indent="0">
              <a:buNone/>
              <a:defRPr sz="2500" b="1"/>
            </a:lvl5pPr>
            <a:lvl6pPr marL="3722602" indent="0">
              <a:buNone/>
              <a:defRPr sz="2500" b="1"/>
            </a:lvl6pPr>
            <a:lvl7pPr marL="4467122" indent="0">
              <a:buNone/>
              <a:defRPr sz="2500" b="1"/>
            </a:lvl7pPr>
            <a:lvl8pPr marL="5211642" indent="0">
              <a:buNone/>
              <a:defRPr sz="2500" b="1"/>
            </a:lvl8pPr>
            <a:lvl9pPr marL="5956164" indent="0">
              <a:buNone/>
              <a:defRPr sz="25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22" y="4784726"/>
            <a:ext cx="9453759" cy="8692833"/>
          </a:xfrm>
        </p:spPr>
        <p:txBody>
          <a:bodyPr/>
          <a:lstStyle>
            <a:lvl1pPr>
              <a:defRPr sz="4000"/>
            </a:lvl1pPr>
            <a:lvl2pPr>
              <a:defRPr sz="3300"/>
            </a:lvl2pPr>
            <a:lvl3pPr>
              <a:defRPr sz="3000"/>
            </a:lvl3pPr>
            <a:lvl4pPr>
              <a:defRPr sz="2500"/>
            </a:lvl4pPr>
            <a:lvl5pPr>
              <a:defRPr sz="2500"/>
            </a:lvl5pPr>
            <a:lvl6pPr>
              <a:defRPr sz="2500"/>
            </a:lvl6pPr>
            <a:lvl7pPr>
              <a:defRPr sz="2500"/>
            </a:lvl7pPr>
            <a:lvl8pPr>
              <a:defRPr sz="2500"/>
            </a:lvl8pPr>
            <a:lvl9pPr>
              <a:defRPr sz="25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869041" y="3377250"/>
            <a:ext cx="9457475" cy="1407476"/>
          </a:xfrm>
        </p:spPr>
        <p:txBody>
          <a:bodyPr anchor="b"/>
          <a:lstStyle>
            <a:lvl1pPr marL="0" indent="0">
              <a:buNone/>
              <a:defRPr sz="4000" b="1"/>
            </a:lvl1pPr>
            <a:lvl2pPr marL="744520" indent="0">
              <a:buNone/>
              <a:defRPr sz="3300" b="1"/>
            </a:lvl2pPr>
            <a:lvl3pPr marL="1489040" indent="0">
              <a:buNone/>
              <a:defRPr sz="3000" b="1"/>
            </a:lvl3pPr>
            <a:lvl4pPr marL="2233562" indent="0">
              <a:buNone/>
              <a:defRPr sz="2500" b="1"/>
            </a:lvl4pPr>
            <a:lvl5pPr marL="2978082" indent="0">
              <a:buNone/>
              <a:defRPr sz="2500" b="1"/>
            </a:lvl5pPr>
            <a:lvl6pPr marL="3722602" indent="0">
              <a:buNone/>
              <a:defRPr sz="2500" b="1"/>
            </a:lvl6pPr>
            <a:lvl7pPr marL="4467122" indent="0">
              <a:buNone/>
              <a:defRPr sz="2500" b="1"/>
            </a:lvl7pPr>
            <a:lvl8pPr marL="5211642" indent="0">
              <a:buNone/>
              <a:defRPr sz="2500" b="1"/>
            </a:lvl8pPr>
            <a:lvl9pPr marL="5956164" indent="0">
              <a:buNone/>
              <a:defRPr sz="25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869041" y="4784726"/>
            <a:ext cx="9457475" cy="8692833"/>
          </a:xfrm>
        </p:spPr>
        <p:txBody>
          <a:bodyPr/>
          <a:lstStyle>
            <a:lvl1pPr>
              <a:defRPr sz="4000"/>
            </a:lvl1pPr>
            <a:lvl2pPr>
              <a:defRPr sz="3300"/>
            </a:lvl2pPr>
            <a:lvl3pPr>
              <a:defRPr sz="3000"/>
            </a:lvl3pPr>
            <a:lvl4pPr>
              <a:defRPr sz="2500"/>
            </a:lvl4pPr>
            <a:lvl5pPr>
              <a:defRPr sz="2500"/>
            </a:lvl5pPr>
            <a:lvl6pPr>
              <a:defRPr sz="2500"/>
            </a:lvl6pPr>
            <a:lvl7pPr>
              <a:defRPr sz="2500"/>
            </a:lvl7pPr>
            <a:lvl8pPr>
              <a:defRPr sz="2500"/>
            </a:lvl8pPr>
            <a:lvl9pPr>
              <a:defRPr sz="25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9823" y="600711"/>
            <a:ext cx="7039244" cy="2556510"/>
          </a:xfrm>
        </p:spPr>
        <p:txBody>
          <a:bodyPr anchor="b"/>
          <a:lstStyle>
            <a:lvl1pPr algn="l">
              <a:defRPr sz="3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65371" y="600717"/>
            <a:ext cx="11961138" cy="12876850"/>
          </a:xfrm>
        </p:spPr>
        <p:txBody>
          <a:bodyPr/>
          <a:lstStyle>
            <a:lvl1pPr>
              <a:defRPr sz="5200"/>
            </a:lvl1pPr>
            <a:lvl2pPr>
              <a:defRPr sz="4500"/>
            </a:lvl2pPr>
            <a:lvl3pPr>
              <a:defRPr sz="4000"/>
            </a:lvl3pPr>
            <a:lvl4pPr>
              <a:defRPr sz="3300"/>
            </a:lvl4pPr>
            <a:lvl5pPr>
              <a:defRPr sz="3300"/>
            </a:lvl5pPr>
            <a:lvl6pPr>
              <a:defRPr sz="3300"/>
            </a:lvl6pPr>
            <a:lvl7pPr>
              <a:defRPr sz="3300"/>
            </a:lvl7pPr>
            <a:lvl8pPr>
              <a:defRPr sz="3300"/>
            </a:lvl8pPr>
            <a:lvl9pPr>
              <a:defRPr sz="33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69823" y="3157224"/>
            <a:ext cx="7039244" cy="10320338"/>
          </a:xfrm>
        </p:spPr>
        <p:txBody>
          <a:bodyPr/>
          <a:lstStyle>
            <a:lvl1pPr marL="0" indent="0">
              <a:buNone/>
              <a:defRPr sz="2300"/>
            </a:lvl1pPr>
            <a:lvl2pPr marL="744520" indent="0">
              <a:buNone/>
              <a:defRPr sz="2000"/>
            </a:lvl2pPr>
            <a:lvl3pPr marL="1489040" indent="0">
              <a:buNone/>
              <a:defRPr sz="1700"/>
            </a:lvl3pPr>
            <a:lvl4pPr marL="2233562" indent="0">
              <a:buNone/>
              <a:defRPr sz="1400"/>
            </a:lvl4pPr>
            <a:lvl5pPr marL="2978082" indent="0">
              <a:buNone/>
              <a:defRPr sz="1400"/>
            </a:lvl5pPr>
            <a:lvl6pPr marL="3722602" indent="0">
              <a:buNone/>
              <a:defRPr sz="1400"/>
            </a:lvl6pPr>
            <a:lvl7pPr marL="4467122" indent="0">
              <a:buNone/>
              <a:defRPr sz="1400"/>
            </a:lvl7pPr>
            <a:lvl8pPr marL="5211642" indent="0">
              <a:buNone/>
              <a:defRPr sz="1400"/>
            </a:lvl8pPr>
            <a:lvl9pPr marL="5956164" indent="0">
              <a:buNone/>
              <a:defRPr sz="14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93829" y="10561320"/>
            <a:ext cx="12837795" cy="1246825"/>
          </a:xfrm>
        </p:spPr>
        <p:txBody>
          <a:bodyPr anchor="b"/>
          <a:lstStyle>
            <a:lvl1pPr algn="l">
              <a:defRPr sz="3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193829" y="1348106"/>
            <a:ext cx="12837795" cy="9052560"/>
          </a:xfrm>
        </p:spPr>
        <p:txBody>
          <a:bodyPr/>
          <a:lstStyle>
            <a:lvl1pPr marL="0" indent="0">
              <a:buNone/>
              <a:defRPr sz="5200"/>
            </a:lvl1pPr>
            <a:lvl2pPr marL="744520" indent="0">
              <a:buNone/>
              <a:defRPr sz="4500"/>
            </a:lvl2pPr>
            <a:lvl3pPr marL="1489040" indent="0">
              <a:buNone/>
              <a:defRPr sz="4000"/>
            </a:lvl3pPr>
            <a:lvl4pPr marL="2233562" indent="0">
              <a:buNone/>
              <a:defRPr sz="3300"/>
            </a:lvl4pPr>
            <a:lvl5pPr marL="2978082" indent="0">
              <a:buNone/>
              <a:defRPr sz="3300"/>
            </a:lvl5pPr>
            <a:lvl6pPr marL="3722602" indent="0">
              <a:buNone/>
              <a:defRPr sz="3300"/>
            </a:lvl6pPr>
            <a:lvl7pPr marL="4467122" indent="0">
              <a:buNone/>
              <a:defRPr sz="3300"/>
            </a:lvl7pPr>
            <a:lvl8pPr marL="5211642" indent="0">
              <a:buNone/>
              <a:defRPr sz="3300"/>
            </a:lvl8pPr>
            <a:lvl9pPr marL="5956164" indent="0">
              <a:buNone/>
              <a:defRPr sz="33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193829" y="11808145"/>
            <a:ext cx="12837795" cy="1770696"/>
          </a:xfrm>
        </p:spPr>
        <p:txBody>
          <a:bodyPr/>
          <a:lstStyle>
            <a:lvl1pPr marL="0" indent="0">
              <a:buNone/>
              <a:defRPr sz="2300"/>
            </a:lvl1pPr>
            <a:lvl2pPr marL="744520" indent="0">
              <a:buNone/>
              <a:defRPr sz="2000"/>
            </a:lvl2pPr>
            <a:lvl3pPr marL="1489040" indent="0">
              <a:buNone/>
              <a:defRPr sz="1700"/>
            </a:lvl3pPr>
            <a:lvl4pPr marL="2233562" indent="0">
              <a:buNone/>
              <a:defRPr sz="1400"/>
            </a:lvl4pPr>
            <a:lvl5pPr marL="2978082" indent="0">
              <a:buNone/>
              <a:defRPr sz="1400"/>
            </a:lvl5pPr>
            <a:lvl6pPr marL="3722602" indent="0">
              <a:buNone/>
              <a:defRPr sz="1400"/>
            </a:lvl6pPr>
            <a:lvl7pPr marL="4467122" indent="0">
              <a:buNone/>
              <a:defRPr sz="1400"/>
            </a:lvl7pPr>
            <a:lvl8pPr marL="5211642" indent="0">
              <a:buNone/>
              <a:defRPr sz="1400"/>
            </a:lvl8pPr>
            <a:lvl9pPr marL="5956164" indent="0">
              <a:buNone/>
              <a:defRPr sz="14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6805030" y="604210"/>
            <a:ext cx="5215356" cy="12873356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8974" y="604210"/>
            <a:ext cx="15289459" cy="12873356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9816" y="604203"/>
            <a:ext cx="19256693" cy="2514600"/>
          </a:xfrm>
          <a:prstGeom prst="rect">
            <a:avLst/>
          </a:prstGeom>
        </p:spPr>
        <p:txBody>
          <a:bodyPr vert="horz" lIns="148903" tIns="74452" rIns="148903" bIns="74452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16" y="3520444"/>
            <a:ext cx="19256693" cy="9957118"/>
          </a:xfrm>
          <a:prstGeom prst="rect">
            <a:avLst/>
          </a:prstGeom>
        </p:spPr>
        <p:txBody>
          <a:bodyPr vert="horz" lIns="148903" tIns="74452" rIns="148903" bIns="74452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9816" y="13983977"/>
            <a:ext cx="4992476" cy="803275"/>
          </a:xfrm>
          <a:prstGeom prst="rect">
            <a:avLst/>
          </a:prstGeom>
        </p:spPr>
        <p:txBody>
          <a:bodyPr vert="horz" lIns="148903" tIns="74452" rIns="148903" bIns="74452" rtlCol="0" anchor="ctr"/>
          <a:lstStyle>
            <a:lvl1pPr algn="l">
              <a:defRPr sz="2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310411" y="13983977"/>
            <a:ext cx="6775503" cy="803275"/>
          </a:xfrm>
          <a:prstGeom prst="rect">
            <a:avLst/>
          </a:prstGeom>
        </p:spPr>
        <p:txBody>
          <a:bodyPr vert="horz" lIns="148903" tIns="74452" rIns="148903" bIns="74452" rtlCol="0" anchor="ctr"/>
          <a:lstStyle>
            <a:lvl1pPr algn="ctr">
              <a:defRPr sz="2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334033" y="13983977"/>
            <a:ext cx="4992476" cy="803275"/>
          </a:xfrm>
          <a:prstGeom prst="rect">
            <a:avLst/>
          </a:prstGeom>
        </p:spPr>
        <p:txBody>
          <a:bodyPr vert="horz" lIns="148903" tIns="74452" rIns="148903" bIns="74452" rtlCol="0" anchor="ctr"/>
          <a:lstStyle>
            <a:lvl1pPr algn="r">
              <a:defRPr sz="2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489040" rtl="0" eaLnBrk="1" latinLnBrk="0" hangingPunct="1">
        <a:spcBef>
          <a:spcPct val="0"/>
        </a:spcBef>
        <a:buNone/>
        <a:defRPr sz="7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58390" indent="-558390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5200" kern="1200">
          <a:solidFill>
            <a:schemeClr val="tx1"/>
          </a:solidFill>
          <a:latin typeface="+mn-lt"/>
          <a:ea typeface="+mn-ea"/>
          <a:cs typeface="+mn-cs"/>
        </a:defRPr>
      </a:lvl1pPr>
      <a:lvl2pPr marL="1209845" indent="-465325" algn="l" defTabSz="1489040" rtl="0" eaLnBrk="1" latinLnBrk="0" hangingPunct="1">
        <a:spcBef>
          <a:spcPct val="20000"/>
        </a:spcBef>
        <a:buFont typeface="Arial" panose="020B0604020202020204" pitchFamily="34" charset="0"/>
        <a:buChar char="–"/>
        <a:defRPr sz="4500" kern="1200">
          <a:solidFill>
            <a:schemeClr val="tx1"/>
          </a:solidFill>
          <a:latin typeface="+mn-lt"/>
          <a:ea typeface="+mn-ea"/>
          <a:cs typeface="+mn-cs"/>
        </a:defRPr>
      </a:lvl2pPr>
      <a:lvl3pPr marL="1861301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2605821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–"/>
        <a:defRPr sz="3300" kern="1200">
          <a:solidFill>
            <a:schemeClr val="tx1"/>
          </a:solidFill>
          <a:latin typeface="+mn-lt"/>
          <a:ea typeface="+mn-ea"/>
          <a:cs typeface="+mn-cs"/>
        </a:defRPr>
      </a:lvl4pPr>
      <a:lvl5pPr marL="3350341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»"/>
        <a:defRPr sz="3300" kern="1200">
          <a:solidFill>
            <a:schemeClr val="tx1"/>
          </a:solidFill>
          <a:latin typeface="+mn-lt"/>
          <a:ea typeface="+mn-ea"/>
          <a:cs typeface="+mn-cs"/>
        </a:defRPr>
      </a:lvl5pPr>
      <a:lvl6pPr marL="4094863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3300" kern="1200">
          <a:solidFill>
            <a:schemeClr val="tx1"/>
          </a:solidFill>
          <a:latin typeface="+mn-lt"/>
          <a:ea typeface="+mn-ea"/>
          <a:cs typeface="+mn-cs"/>
        </a:defRPr>
      </a:lvl6pPr>
      <a:lvl7pPr marL="4839383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3300" kern="1200">
          <a:solidFill>
            <a:schemeClr val="tx1"/>
          </a:solidFill>
          <a:latin typeface="+mn-lt"/>
          <a:ea typeface="+mn-ea"/>
          <a:cs typeface="+mn-cs"/>
        </a:defRPr>
      </a:lvl7pPr>
      <a:lvl8pPr marL="5583903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3300" kern="1200">
          <a:solidFill>
            <a:schemeClr val="tx1"/>
          </a:solidFill>
          <a:latin typeface="+mn-lt"/>
          <a:ea typeface="+mn-ea"/>
          <a:cs typeface="+mn-cs"/>
        </a:defRPr>
      </a:lvl8pPr>
      <a:lvl9pPr marL="6328423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3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1pPr>
      <a:lvl2pPr marL="744520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2pPr>
      <a:lvl3pPr marL="1489040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2233562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4pPr>
      <a:lvl5pPr marL="2978082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5pPr>
      <a:lvl6pPr marL="3722602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6pPr>
      <a:lvl7pPr marL="4467122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7pPr>
      <a:lvl8pPr marL="5211642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8pPr>
      <a:lvl9pPr marL="5956164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2468563" y="1143000"/>
            <a:ext cx="16459200" cy="12801600"/>
            <a:chOff x="2468563" y="1143000"/>
            <a:chExt cx="16459200" cy="12801600"/>
          </a:xfrm>
        </p:grpSpPr>
        <p:sp>
          <p:nvSpPr>
            <p:cNvPr id="3" name="rc3"/>
            <p:cNvSpPr/>
            <p:nvPr/>
          </p:nvSpPr>
          <p:spPr>
            <a:xfrm>
              <a:off x="2468562" y="1143000"/>
              <a:ext cx="16459200" cy="12801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2468562" y="1143000"/>
              <a:ext cx="4937759" cy="21335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897501" y="1440278"/>
              <a:ext cx="4439232" cy="142643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897501" y="2534718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897501" y="2200774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897501" y="1866830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501" y="1532887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12066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872859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33651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994444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897501" y="2701690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97501" y="2367746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897501" y="2033802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897501" y="1699859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281669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42462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03255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464048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3260950" y="26576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39515" y="26917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373846" y="26402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433152" y="26095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219508" y="2651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200215" y="26789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185210" y="26755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222366" y="2665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889022" y="25743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5718219" y="22608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817539" y="22547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811108" y="22492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496031" y="26748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16106" y="24840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225939" y="26677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5898995" y="20005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159487" y="26773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131621" y="26926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254520" y="26646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198072" y="26806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274527" y="2677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241658" y="26567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245231" y="26757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438496" y="19632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444212" y="19577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618558" y="2032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859727" y="25880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434581" y="25398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238086" y="26943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858298" y="24740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879019" y="22352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279156" y="24923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358127" y="26895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233798" y="26827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4020496" y="17612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685381" y="20573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298106" y="26689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4967248" y="25091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5590318" y="24402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958332" y="25949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208417" y="24934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94499" y="27119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265952" y="26762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43087" y="26762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437439" y="26253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688954" y="25712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16650" y="26861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895453" y="25227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678951" y="26607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128390" y="26118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49860" y="2582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228424" y="25775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370274" y="26140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298821" y="26770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240944" y="26695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170205" y="26648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178065" y="26595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152342" y="26720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253805" y="26460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230226" y="26718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303822" y="26659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58058" y="27125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24509" y="27107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244516" y="27159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830431" y="16533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3767552" y="15308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132677" y="20015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13316" y="22220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102667" y="21178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919033" y="20862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003347" y="20340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243087" y="26917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334547" y="26695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211990" y="21752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483511" y="21674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253091" y="26457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432438" y="25909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51662" y="27021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4516" y="26873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219508" y="26997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737542" y="21301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706817" y="21338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870072" y="25620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5118014" y="27626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087289" y="25160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142308" y="24977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5123730" y="25022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831145" y="25689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257378" y="26612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144482" y="26620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307395" y="27010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245231" y="27197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247374" y="26719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174492" y="27059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251662" y="27250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607498" y="17946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238086" y="26531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205932" y="26482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29511" y="27211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294533" y="26761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51764" y="26433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753262" y="26396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844007" y="26099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3964048" y="25732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22028" y="22676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267381" y="26865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331689" y="27082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266667" y="26925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290961" y="26902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14506" y="27050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181638" y="26797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89497" y="26773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133361" y="21157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144794" y="2086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310968" y="26648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733969" y="19126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761121" y="18362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436010" y="26405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829002" y="26197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225224" y="26644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196643" y="26569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3203788" y="26819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3293819" y="26929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295248" y="26662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398855" y="2701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421720" y="26829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253805" y="26908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308109" y="26926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152342" y="2663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240229" y="27311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282386" y="26832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235942" y="26757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324544" y="26880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400998" y="26836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170205" y="26845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208790" y="27110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248431" y="24329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128390" y="21572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042646" y="22996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408113" y="2339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390250" y="23447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6013320" y="23247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208790" y="26712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84496" y="2738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5016551" y="22640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751460" y="19607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855782" y="19285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35026" y="18931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975823" y="22602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960103" y="22407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4346322" y="24595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471364" y="24256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156629" y="26658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111614" y="26821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658944" y="24327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610356" y="22997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376704" y="26607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385279" y="26472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466021" y="26506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558909" y="26348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686810" y="26003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3875446" y="25890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317398" y="26846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4216277" y="24529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827542" y="1986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6266264" y="17831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748260" y="26088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038359" y="25916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190212" y="26880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3457446" y="26317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5170175" y="21765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5067997" y="22803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255949" y="26677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261665" y="27310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4941525" y="23220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4967963" y="2276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581060" y="25900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690383" y="25647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280243" y="24264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616414" y="22679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734311" y="21460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032985" y="21391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5161600" y="21674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5239484" y="2162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228797" y="26718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260236" y="26605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222366" y="26752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230940" y="26453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746831" y="1970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110124" y="2231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229511" y="26590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518181" y="25729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881163" y="25127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156257" y="24723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196270" y="24390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286674" y="27202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240944" y="26779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235942" y="26882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889737" y="26411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5243057" y="18774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5883990" y="18899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6201242" y="19729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188783" y="26714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259521" y="26713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202359" y="27101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178780" y="27042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283815" y="2642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11751" y="26305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990486" y="26837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542475" y="26167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185925" y="26952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187354" y="27013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259521" y="26781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138766" y="26865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144482" y="26971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3162345" y="27131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296677" y="2660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392424" y="26687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358127" y="26528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253805" y="2665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3261665" y="2677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327402" y="26893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322400" y="27291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223795" y="26645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245231" y="26688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079802" y="22264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892595" y="22025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950472" y="22884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3934038" y="2305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059795" y="23257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5521009" y="22326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273097" y="26849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140195" y="2675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192356" y="26770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308824" y="27277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53839" y="26731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229511" y="26671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182352" y="26865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784671" y="20721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631761" y="21138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66667" y="26698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218793" y="26771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23795" y="26757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288817" y="27215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650711" y="25420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279528" y="26763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216650" y="26795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257378" y="26655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4475652" y="24139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623559" y="2393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315969" y="26625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318113" y="26654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3249518" y="26777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3283101" y="26587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3233084" y="25953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5417402" y="24620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526041" y="26528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204503" y="26763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592120" y="21529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3554622" y="14802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622503" y="25698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580345" y="25199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3564626" y="23164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3216650" y="2668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277385" y="26987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275241" y="26734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3178780" y="2698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43973" y="24495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870445" y="24021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989057" y="23928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176978" y="23560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214848" y="22730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4103381" y="19295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4310595" y="20089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258092" y="27011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262380" y="26959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249518" y="26923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185925" y="26617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210933" y="26579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218793" y="26706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914745" y="18137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961190" y="18851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290961" y="26992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074458" y="26403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230226" y="26572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3193785" y="26752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199501" y="26647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07361" y="2667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788988" y="25635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754691" y="25107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4069084" y="23377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250575" y="22540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4192698" y="22926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4121245" y="23326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230226" y="26713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238086" y="26955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283815" y="2687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304537" y="26821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293104" y="26912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084804" y="24925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32369" y="2668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233798" y="26802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250947" y="26798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228797" y="26521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646797" y="21871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664660" y="20340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519610" y="18739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323115" y="26744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3828287" y="20818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360612" y="21670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182694" y="21154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3399569" y="26545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3239515" y="26702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269525" y="26825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217364" y="26907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3395997" y="26603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250202" y="21635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230195" y="21095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224479" y="20750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5149453" y="22981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08824" y="26757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314540" y="26807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5012264" y="21628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3240229" y="27078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3534615" y="25986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3594636" y="25383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479597" y="25040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3556051" y="24638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5761806" y="2379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6132647" y="23804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5947583" y="24026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956872" y="24004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956158" y="24426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288103" y="26722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3290961" y="26654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3707532" y="24747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703959" y="23629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280957" y="26808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264523" y="26814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234513" y="26854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270239" y="26837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3220937" y="26478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3234513" y="25756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276670" y="25862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310253" y="26746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266667" y="26705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3285959" y="26775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3279528" y="27039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3263809" y="27237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3271668" y="27302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3523183" y="2450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598923" y="24052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3626075" y="2403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3304537" y="26715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3340978" y="27026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3325258" y="26992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228797" y="26743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356698" y="26843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29545" y="26521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241658" y="26943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240229" y="26940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3290961" y="26851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412431" y="25719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350981" y="26564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266667" y="27013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242373" y="27013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041217" y="19156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046219" y="18563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4106954" y="19125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4111956" y="20769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336318" y="23405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653570" y="23660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215221" y="26769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22366" y="26807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288817" y="26800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3258807" y="26908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266667" y="26730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285959" y="26679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3213077" y="26963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3195214" y="2680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3403142" y="26666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3271668" y="27326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3200215" y="26886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3264523" y="26949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752547" y="19590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865443" y="19980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786845" y="23863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5135877" y="23303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225224" y="26815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228797" y="26984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271668" y="27286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777556" y="24844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3262380" y="26803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3274527" y="26418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256663" y="26602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175921" y="26671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207361" y="26774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270239" y="27090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4180551" y="18561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346694" y="26474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4956530" y="23422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5737512" y="22266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5443125" y="23046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500288" y="22992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3679665" y="24615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401713" y="26376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168776" y="26761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161631" y="2662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78065" y="26793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211648" y="26830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208075" y="26757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4800048" y="22043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777183" y="21779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3220937" y="26701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3304537" y="26852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203074" y="26867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3235227" y="26992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531757" y="25278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613214" y="24745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3778985" y="24305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349894" y="22322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146626" y="26915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382421" y="26902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343836" y="26744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475652" y="25603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218793" y="26912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3644653" y="21158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5074428" y="25371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3223795" y="26730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3192356" y="26751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232369" y="26512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787559" y="25671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283815" y="26862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270954" y="26670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3090178" y="26750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106612" y="27091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290961" y="27165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206646" y="26857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3243087" y="26912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3235942" y="26893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3561768" y="2665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250947" y="26805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175207" y="26827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204503" y="26612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221651" y="26568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3194499" y="2679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3227368" y="26867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3278099" y="27020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4026212" y="26647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463505" y="25695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73200" y="24771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33901" y="23773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3261665" y="26696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244516" y="26704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831860" y="24838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3799706" y="25873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148055" y="26060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650369" y="2591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245231" y="26778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149484" y="26738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180923" y="27171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5290216" y="21764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255234" y="27130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3204503" y="27270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3225224" y="26949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46082" y="26118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8113" y="26924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250233" y="26784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195928" y="26707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138766" y="26789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235942" y="26724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271668" y="26830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5460274" y="23306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3737542" y="19730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928322" y="17194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236656" y="26812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255949" y="26919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231655" y="26767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3261665" y="26776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170205" y="26763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184496" y="26584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3320971" y="26706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3303822" y="2608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3402427" y="25371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3742544" y="25004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3876161" y="23867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3919033" y="23027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866157" y="25344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238800" y="26926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209504" y="26923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4008349" y="23621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284872" y="23834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815426" y="18173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4113385" y="25010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4519952" y="18463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4923662" y="20139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4606411" y="20975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3891166" y="24791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3933323" y="24966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3904742" y="24059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3896168" y="23825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3912602" y="22393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3894024" y="21440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038359" y="2134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909713" y="17169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6249830" y="15771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267381" y="26701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3255949" y="26605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3303822" y="26446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353125" y="2655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175921" y="2671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3255234" y="26723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3245231" y="26683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4063368" y="23398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308109" y="26637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399569" y="2646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853296" y="2614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6769" y="20275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213791" y="2658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577487" y="25930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917604" y="25479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429207" y="20260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3235227" y="26736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3751118" y="2602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3733255" y="25957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033357" y="25849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4244858" y="19909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3656800" y="2576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3773983" y="24501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3238086" y="26677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215935" y="2684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219508" y="26841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3330260" y="26745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3285244" y="27168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3189497" y="27017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3298106" y="2713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203074" y="26865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3687525" y="26152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185552" y="25703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644281" y="25680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3178065" y="26791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3216650" y="26887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3269525" y="26716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233084" y="26499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134821" y="21797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159115" y="21590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832917" y="21292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890793" y="20678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308794" y="21094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307395" y="26966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3235227" y="26878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312397" y="26843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507805" y="2113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3964048" y="19614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015494" y="20283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011922" y="20644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4574257" y="2393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088376" y="22922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959046" y="22515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961190" y="22566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220937" y="26912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4009063" y="25820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4854352" y="2189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831145" y="24730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342407" y="26350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321313" y="25658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411716" y="26757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267381" y="26875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3359556" y="26745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3148769" y="2670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129477" y="26656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310253" y="26584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3183067" y="26781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722164" y="20952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585689" y="20064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4984397" y="19033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4009063" y="23673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4348465" y="22032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416003" y="26685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506749" y="26436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533901" y="26296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314540" y="26878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804708" y="23498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3543904" y="25163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038359" y="24740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286674" y="26601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3227368" y="26684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3233798" y="26821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3233798" y="26821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223795" y="27079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917604" y="25082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3237371" y="26754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3278099" y="26951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295962" y="26986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3390280" y="26087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3733969" y="2555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202701" y="25363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281672" y="26509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4101952" y="22441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093378" y="23304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731453" y="20043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802192" y="20950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6405597" y="19980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5858267" y="21956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5574599" y="2157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5762520" y="22776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6193382" y="23226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3273097" y="2681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253805" y="26963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289532" y="26877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3223795" y="2678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123046" y="26831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211648" y="26896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339549" y="26573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257378" y="26811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279528" y="27026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254520" y="22101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3272383" y="26729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319542" y="26591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239515" y="26724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518181" y="25103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3267381" y="26644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3262380" y="26743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710017" y="25306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3534615" y="25995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3822571" y="25806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4162687" y="2556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3641080" y="24936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186639" y="26654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211648" y="26588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893310" y="2551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3198072" y="27158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164489" y="26792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3107327" y="2687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140195" y="27142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166633" y="2698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3295962" y="26645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3224509" y="26695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928664" y="24588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5207330" y="23871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075857" y="23759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865443" y="25281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298106" y="2641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5489570" y="18188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816824" y="17931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3271668" y="26932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559252" y="24907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4728595" y="24266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369559" y="26790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466021" y="26162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849723" y="24234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247002" y="25929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3766123" y="25984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3288817" y="26391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3360270" y="26644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3334547" y="26692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7011519" y="23556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228797" y="27139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3177350" y="27020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24342" y="22511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696441" y="21874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23593" y="21004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148739" y="20914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578202" y="26109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270239" y="26805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3579631" y="26164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3834004" y="2505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3844007" y="24566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3255234" y="26961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3235942" y="26992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252376" y="26780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225224" y="26801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290961" y="26863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3263809" y="26883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3361699" y="26613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3337405" y="26499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374561" y="26412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5322370" y="22833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5115156" y="22888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235227" y="2655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263809" y="26863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315255" y="26688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3498889" y="26729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3158058" y="26808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3184496" y="26679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3212362" y="26709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3215221" y="26666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3218793" y="27008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270954" y="26625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267381" y="27000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230226" y="27160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262380" y="26990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268096" y="27121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3228082" y="26720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166633" y="26892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252376" y="27104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203074" y="26950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195928" y="27214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3268096" y="26980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3416003" y="27259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3251662" y="26816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3723251" y="25518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889737" y="24555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132677" y="24599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3255949" y="26924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3232369" y="27089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236656" y="2697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4318455" y="2301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64523" y="26697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265238" y="2670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3286674" y="27220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266667" y="26914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290246" y="26510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248089" y="26765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311682" y="26805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3280243" y="26585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3315255" y="26800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3316684" y="26691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3199501" y="26850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4808623" y="23877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5816110" y="18326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193785" y="26698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132335" y="26722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268096" y="26729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278099" y="26649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273812" y="26648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3298821" y="26634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482082" y="24822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410257" y="23459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494229" y="23280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837918" y="23057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3218079" y="27001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3192356" y="27386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3492458" y="25608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3300964" y="26968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l757"/>
            <p:cNvSpPr/>
            <p:nvPr/>
          </p:nvSpPr>
          <p:spPr>
            <a:xfrm>
              <a:off x="3466976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58" name="pl758"/>
            <p:cNvSpPr/>
            <p:nvPr/>
          </p:nvSpPr>
          <p:spPr>
            <a:xfrm>
              <a:off x="2897501" y="2643354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59" name="pg759"/>
            <p:cNvSpPr/>
            <p:nvPr/>
          </p:nvSpPr>
          <p:spPr>
            <a:xfrm>
              <a:off x="2897501" y="1440278"/>
              <a:ext cx="649366" cy="351891"/>
            </a:xfrm>
            <a:custGeom>
              <a:avLst/>
              <a:pathLst>
                <a:path w="649366" h="351891">
                  <a:moveTo>
                    <a:pt x="0" y="351891"/>
                  </a:moveTo>
                  <a:lnTo>
                    <a:pt x="624220" y="351891"/>
                  </a:lnTo>
                  <a:lnTo>
                    <a:pt x="623208" y="351871"/>
                  </a:lnTo>
                  <a:lnTo>
                    <a:pt x="627251" y="351708"/>
                  </a:lnTo>
                  <a:lnTo>
                    <a:pt x="631216" y="350898"/>
                  </a:lnTo>
                  <a:lnTo>
                    <a:pt x="635000" y="349463"/>
                  </a:lnTo>
                  <a:lnTo>
                    <a:pt x="638505" y="347440"/>
                  </a:lnTo>
                  <a:lnTo>
                    <a:pt x="641640" y="344881"/>
                  </a:lnTo>
                  <a:lnTo>
                    <a:pt x="644323" y="341851"/>
                  </a:lnTo>
                  <a:lnTo>
                    <a:pt x="646486" y="338431"/>
                  </a:lnTo>
                  <a:lnTo>
                    <a:pt x="648072" y="334708"/>
                  </a:lnTo>
                  <a:lnTo>
                    <a:pt x="649041" y="330779"/>
                  </a:lnTo>
                  <a:lnTo>
                    <a:pt x="649366" y="326745"/>
                  </a:lnTo>
                  <a:lnTo>
                    <a:pt x="64936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tx760"/>
            <p:cNvSpPr/>
            <p:nvPr/>
          </p:nvSpPr>
          <p:spPr>
            <a:xfrm>
              <a:off x="2635380" y="1447454"/>
              <a:ext cx="869577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</a:t>
              </a:r>
            </a:p>
          </p:txBody>
        </p:sp>
        <p:sp>
          <p:nvSpPr>
            <p:cNvPr id="761" name="tx761"/>
            <p:cNvSpPr/>
            <p:nvPr/>
          </p:nvSpPr>
          <p:spPr>
            <a:xfrm>
              <a:off x="2899295" y="1619154"/>
              <a:ext cx="60566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26 (3.5%)</a:t>
              </a:r>
            </a:p>
          </p:txBody>
        </p:sp>
        <p:sp>
          <p:nvSpPr>
            <p:cNvPr id="762" name="pg762"/>
            <p:cNvSpPr/>
            <p:nvPr/>
          </p:nvSpPr>
          <p:spPr>
            <a:xfrm>
              <a:off x="2897501" y="2609379"/>
              <a:ext cx="649366" cy="257331"/>
            </a:xfrm>
            <a:custGeom>
              <a:avLst/>
              <a:pathLst>
                <a:path w="649366" h="257331">
                  <a:moveTo>
                    <a:pt x="649366" y="257331"/>
                  </a:moveTo>
                  <a:lnTo>
                    <a:pt x="649366" y="25146"/>
                  </a:lnTo>
                  <a:lnTo>
                    <a:pt x="649041" y="21112"/>
                  </a:lnTo>
                  <a:lnTo>
                    <a:pt x="648072" y="17183"/>
                  </a:lnTo>
                  <a:lnTo>
                    <a:pt x="646486" y="13460"/>
                  </a:lnTo>
                  <a:lnTo>
                    <a:pt x="644323" y="10039"/>
                  </a:lnTo>
                  <a:lnTo>
                    <a:pt x="641640" y="7010"/>
                  </a:lnTo>
                  <a:lnTo>
                    <a:pt x="638505" y="4451"/>
                  </a:lnTo>
                  <a:lnTo>
                    <a:pt x="635000" y="2427"/>
                  </a:lnTo>
                  <a:lnTo>
                    <a:pt x="631216" y="992"/>
                  </a:lnTo>
                  <a:lnTo>
                    <a:pt x="627251" y="183"/>
                  </a:lnTo>
                  <a:lnTo>
                    <a:pt x="624220" y="0"/>
                  </a:lnTo>
                  <a:lnTo>
                    <a:pt x="0" y="0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tx763"/>
            <p:cNvSpPr/>
            <p:nvPr/>
          </p:nvSpPr>
          <p:spPr>
            <a:xfrm>
              <a:off x="2627535" y="2621889"/>
              <a:ext cx="877422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Negative</a:t>
              </a:r>
            </a:p>
          </p:txBody>
        </p:sp>
        <p:sp>
          <p:nvSpPr>
            <p:cNvPr id="764" name="tx764"/>
            <p:cNvSpPr/>
            <p:nvPr/>
          </p:nvSpPr>
          <p:spPr>
            <a:xfrm>
              <a:off x="2743906" y="2821352"/>
              <a:ext cx="76105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410 (55.8%)</a:t>
              </a:r>
            </a:p>
          </p:txBody>
        </p:sp>
        <p:sp>
          <p:nvSpPr>
            <p:cNvPr id="765" name="pg765"/>
            <p:cNvSpPr/>
            <p:nvPr/>
          </p:nvSpPr>
          <p:spPr>
            <a:xfrm>
              <a:off x="3973826" y="1440278"/>
              <a:ext cx="899032" cy="351891"/>
            </a:xfrm>
            <a:custGeom>
              <a:avLst/>
              <a:pathLst>
                <a:path w="899032" h="351891">
                  <a:moveTo>
                    <a:pt x="25146" y="351891"/>
                  </a:moveTo>
                  <a:lnTo>
                    <a:pt x="873886" y="351891"/>
                  </a:lnTo>
                  <a:lnTo>
                    <a:pt x="872873" y="351871"/>
                  </a:lnTo>
                  <a:lnTo>
                    <a:pt x="876917" y="351708"/>
                  </a:lnTo>
                  <a:lnTo>
                    <a:pt x="880882" y="350898"/>
                  </a:lnTo>
                  <a:lnTo>
                    <a:pt x="884666" y="349463"/>
                  </a:lnTo>
                  <a:lnTo>
                    <a:pt x="888170" y="347440"/>
                  </a:lnTo>
                  <a:lnTo>
                    <a:pt x="891305" y="344881"/>
                  </a:lnTo>
                  <a:lnTo>
                    <a:pt x="893989" y="341851"/>
                  </a:lnTo>
                  <a:lnTo>
                    <a:pt x="896151" y="338431"/>
                  </a:lnTo>
                  <a:lnTo>
                    <a:pt x="897738" y="334708"/>
                  </a:lnTo>
                  <a:lnTo>
                    <a:pt x="898706" y="330779"/>
                  </a:lnTo>
                  <a:lnTo>
                    <a:pt x="899032" y="326745"/>
                  </a:lnTo>
                  <a:lnTo>
                    <a:pt x="899032" y="0"/>
                  </a:lnTo>
                  <a:lnTo>
                    <a:pt x="0" y="0"/>
                  </a:lnTo>
                  <a:lnTo>
                    <a:pt x="0" y="326745"/>
                  </a:lnTo>
                  <a:lnTo>
                    <a:pt x="81" y="324722"/>
                  </a:lnTo>
                  <a:lnTo>
                    <a:pt x="81" y="328769"/>
                  </a:lnTo>
                  <a:lnTo>
                    <a:pt x="730" y="332763"/>
                  </a:lnTo>
                  <a:lnTo>
                    <a:pt x="2012" y="336602"/>
                  </a:lnTo>
                  <a:lnTo>
                    <a:pt x="3892" y="340185"/>
                  </a:lnTo>
                  <a:lnTo>
                    <a:pt x="6323" y="343420"/>
                  </a:lnTo>
                  <a:lnTo>
                    <a:pt x="9242" y="346223"/>
                  </a:lnTo>
                  <a:lnTo>
                    <a:pt x="12573" y="348522"/>
                  </a:lnTo>
                  <a:lnTo>
                    <a:pt x="16229" y="350257"/>
                  </a:lnTo>
                  <a:lnTo>
                    <a:pt x="20116" y="351383"/>
                  </a:lnTo>
                  <a:lnTo>
                    <a:pt x="24133" y="3518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tx766"/>
            <p:cNvSpPr/>
            <p:nvPr/>
          </p:nvSpPr>
          <p:spPr>
            <a:xfrm>
              <a:off x="4015736" y="1447454"/>
              <a:ext cx="8152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</a:t>
              </a:r>
            </a:p>
          </p:txBody>
        </p:sp>
        <p:sp>
          <p:nvSpPr>
            <p:cNvPr id="767" name="tx767"/>
            <p:cNvSpPr/>
            <p:nvPr/>
          </p:nvSpPr>
          <p:spPr>
            <a:xfrm>
              <a:off x="4069897" y="1619154"/>
              <a:ext cx="76105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290 (39.5%)</a:t>
              </a:r>
            </a:p>
          </p:txBody>
        </p:sp>
        <p:sp>
          <p:nvSpPr>
            <p:cNvPr id="768" name="pg768"/>
            <p:cNvSpPr/>
            <p:nvPr/>
          </p:nvSpPr>
          <p:spPr>
            <a:xfrm>
              <a:off x="3857251" y="2609379"/>
              <a:ext cx="1015608" cy="257331"/>
            </a:xfrm>
            <a:custGeom>
              <a:avLst/>
              <a:pathLst>
                <a:path w="1015608" h="257331">
                  <a:moveTo>
                    <a:pt x="1015608" y="257331"/>
                  </a:moveTo>
                  <a:lnTo>
                    <a:pt x="1015608" y="25146"/>
                  </a:lnTo>
                  <a:lnTo>
                    <a:pt x="1015282" y="21112"/>
                  </a:lnTo>
                  <a:lnTo>
                    <a:pt x="1014313" y="17183"/>
                  </a:lnTo>
                  <a:lnTo>
                    <a:pt x="1012727" y="13460"/>
                  </a:lnTo>
                  <a:lnTo>
                    <a:pt x="1010564" y="10039"/>
                  </a:lnTo>
                  <a:lnTo>
                    <a:pt x="1007881" y="7010"/>
                  </a:lnTo>
                  <a:lnTo>
                    <a:pt x="1004746" y="4451"/>
                  </a:lnTo>
                  <a:lnTo>
                    <a:pt x="1001241" y="2427"/>
                  </a:lnTo>
                  <a:lnTo>
                    <a:pt x="997458" y="992"/>
                  </a:lnTo>
                  <a:lnTo>
                    <a:pt x="993493" y="183"/>
                  </a:lnTo>
                  <a:lnTo>
                    <a:pt x="990462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tx769"/>
            <p:cNvSpPr/>
            <p:nvPr/>
          </p:nvSpPr>
          <p:spPr>
            <a:xfrm>
              <a:off x="3899161" y="2621889"/>
              <a:ext cx="931788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Negative</a:t>
              </a:r>
            </a:p>
          </p:txBody>
        </p:sp>
        <p:sp>
          <p:nvSpPr>
            <p:cNvPr id="770" name="tx770"/>
            <p:cNvSpPr/>
            <p:nvPr/>
          </p:nvSpPr>
          <p:spPr>
            <a:xfrm>
              <a:off x="4302981" y="2821352"/>
              <a:ext cx="52796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9 (1.2%)</a:t>
              </a:r>
            </a:p>
          </p:txBody>
        </p:sp>
        <p:sp>
          <p:nvSpPr>
            <p:cNvPr id="771" name="rc771"/>
            <p:cNvSpPr/>
            <p:nvPr/>
          </p:nvSpPr>
          <p:spPr>
            <a:xfrm>
              <a:off x="2897501" y="1440278"/>
              <a:ext cx="4439232" cy="142643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tx772"/>
            <p:cNvSpPr/>
            <p:nvPr/>
          </p:nvSpPr>
          <p:spPr>
            <a:xfrm>
              <a:off x="2772715" y="2659998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773" name="tx773"/>
            <p:cNvSpPr/>
            <p:nvPr/>
          </p:nvSpPr>
          <p:spPr>
            <a:xfrm>
              <a:off x="2710559" y="2326054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774" name="tx774"/>
            <p:cNvSpPr/>
            <p:nvPr/>
          </p:nvSpPr>
          <p:spPr>
            <a:xfrm>
              <a:off x="2710559" y="199211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775" name="tx775"/>
            <p:cNvSpPr/>
            <p:nvPr/>
          </p:nvSpPr>
          <p:spPr>
            <a:xfrm>
              <a:off x="2710559" y="1658112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776" name="pl776"/>
            <p:cNvSpPr/>
            <p:nvPr/>
          </p:nvSpPr>
          <p:spPr>
            <a:xfrm>
              <a:off x="2862706" y="270169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l777"/>
            <p:cNvSpPr/>
            <p:nvPr/>
          </p:nvSpPr>
          <p:spPr>
            <a:xfrm>
              <a:off x="2862706" y="236774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l778"/>
            <p:cNvSpPr/>
            <p:nvPr/>
          </p:nvSpPr>
          <p:spPr>
            <a:xfrm>
              <a:off x="2862706" y="203380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l779"/>
            <p:cNvSpPr/>
            <p:nvPr/>
          </p:nvSpPr>
          <p:spPr>
            <a:xfrm>
              <a:off x="2862706" y="169985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l780"/>
            <p:cNvSpPr/>
            <p:nvPr/>
          </p:nvSpPr>
          <p:spPr>
            <a:xfrm>
              <a:off x="3281669" y="2866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l781"/>
            <p:cNvSpPr/>
            <p:nvPr/>
          </p:nvSpPr>
          <p:spPr>
            <a:xfrm>
              <a:off x="4342462" y="2866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l782"/>
            <p:cNvSpPr/>
            <p:nvPr/>
          </p:nvSpPr>
          <p:spPr>
            <a:xfrm>
              <a:off x="5403255" y="2866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l783"/>
            <p:cNvSpPr/>
            <p:nvPr/>
          </p:nvSpPr>
          <p:spPr>
            <a:xfrm>
              <a:off x="6464048" y="2866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tx784"/>
            <p:cNvSpPr/>
            <p:nvPr/>
          </p:nvSpPr>
          <p:spPr>
            <a:xfrm>
              <a:off x="3250592" y="292764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785" name="tx785"/>
            <p:cNvSpPr/>
            <p:nvPr/>
          </p:nvSpPr>
          <p:spPr>
            <a:xfrm>
              <a:off x="4280307" y="29276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786" name="tx786"/>
            <p:cNvSpPr/>
            <p:nvPr/>
          </p:nvSpPr>
          <p:spPr>
            <a:xfrm>
              <a:off x="5341099" y="29276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787" name="tx787"/>
            <p:cNvSpPr/>
            <p:nvPr/>
          </p:nvSpPr>
          <p:spPr>
            <a:xfrm>
              <a:off x="6401892" y="2927595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788" name="tx788"/>
            <p:cNvSpPr/>
            <p:nvPr/>
          </p:nvSpPr>
          <p:spPr>
            <a:xfrm>
              <a:off x="4259306" y="3047330"/>
              <a:ext cx="171562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Centiloids, Amyloid PET (Z)</a:t>
              </a:r>
            </a:p>
          </p:txBody>
        </p:sp>
        <p:sp>
          <p:nvSpPr>
            <p:cNvPr id="789" name="tx789"/>
            <p:cNvSpPr/>
            <p:nvPr/>
          </p:nvSpPr>
          <p:spPr>
            <a:xfrm rot="-5400000">
              <a:off x="2029146" y="2087942"/>
              <a:ext cx="1086904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 pTau217 (Z)</a:t>
              </a:r>
            </a:p>
          </p:txBody>
        </p:sp>
        <p:sp>
          <p:nvSpPr>
            <p:cNvPr id="790" name="tx790"/>
            <p:cNvSpPr/>
            <p:nvPr/>
          </p:nvSpPr>
          <p:spPr>
            <a:xfrm>
              <a:off x="2897501" y="1212589"/>
              <a:ext cx="158390" cy="12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A.</a:t>
              </a:r>
            </a:p>
          </p:txBody>
        </p:sp>
        <p:sp>
          <p:nvSpPr>
            <p:cNvPr id="791" name="rc791"/>
            <p:cNvSpPr/>
            <p:nvPr/>
          </p:nvSpPr>
          <p:spPr>
            <a:xfrm>
              <a:off x="8063227" y="1143000"/>
              <a:ext cx="1978029" cy="21335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" name="pl792"/>
            <p:cNvSpPr/>
            <p:nvPr/>
          </p:nvSpPr>
          <p:spPr>
            <a:xfrm>
              <a:off x="8707863" y="255774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l793"/>
            <p:cNvSpPr/>
            <p:nvPr/>
          </p:nvSpPr>
          <p:spPr>
            <a:xfrm>
              <a:off x="8707863" y="227483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l794"/>
            <p:cNvSpPr/>
            <p:nvPr/>
          </p:nvSpPr>
          <p:spPr>
            <a:xfrm>
              <a:off x="8707863" y="199191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l795"/>
            <p:cNvSpPr/>
            <p:nvPr/>
          </p:nvSpPr>
          <p:spPr>
            <a:xfrm>
              <a:off x="8707863" y="170900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l796"/>
            <p:cNvSpPr/>
            <p:nvPr/>
          </p:nvSpPr>
          <p:spPr>
            <a:xfrm>
              <a:off x="8905903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l797"/>
            <p:cNvSpPr/>
            <p:nvPr/>
          </p:nvSpPr>
          <p:spPr>
            <a:xfrm>
              <a:off x="9188818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l798"/>
            <p:cNvSpPr/>
            <p:nvPr/>
          </p:nvSpPr>
          <p:spPr>
            <a:xfrm>
              <a:off x="9471733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l799"/>
            <p:cNvSpPr/>
            <p:nvPr/>
          </p:nvSpPr>
          <p:spPr>
            <a:xfrm>
              <a:off x="9754648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l800"/>
            <p:cNvSpPr/>
            <p:nvPr/>
          </p:nvSpPr>
          <p:spPr>
            <a:xfrm>
              <a:off x="8707863" y="269920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l801"/>
            <p:cNvSpPr/>
            <p:nvPr/>
          </p:nvSpPr>
          <p:spPr>
            <a:xfrm>
              <a:off x="8707863" y="241629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l802"/>
            <p:cNvSpPr/>
            <p:nvPr/>
          </p:nvSpPr>
          <p:spPr>
            <a:xfrm>
              <a:off x="8707863" y="213337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l803"/>
            <p:cNvSpPr/>
            <p:nvPr/>
          </p:nvSpPr>
          <p:spPr>
            <a:xfrm>
              <a:off x="8707863" y="185046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l804"/>
            <p:cNvSpPr/>
            <p:nvPr/>
          </p:nvSpPr>
          <p:spPr>
            <a:xfrm>
              <a:off x="8707863" y="156754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l805"/>
            <p:cNvSpPr/>
            <p:nvPr/>
          </p:nvSpPr>
          <p:spPr>
            <a:xfrm>
              <a:off x="8764446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l806"/>
            <p:cNvSpPr/>
            <p:nvPr/>
          </p:nvSpPr>
          <p:spPr>
            <a:xfrm>
              <a:off x="9047361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l807"/>
            <p:cNvSpPr/>
            <p:nvPr/>
          </p:nvSpPr>
          <p:spPr>
            <a:xfrm>
              <a:off x="9330276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l808"/>
            <p:cNvSpPr/>
            <p:nvPr/>
          </p:nvSpPr>
          <p:spPr>
            <a:xfrm>
              <a:off x="9613191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l809"/>
            <p:cNvSpPr/>
            <p:nvPr/>
          </p:nvSpPr>
          <p:spPr>
            <a:xfrm>
              <a:off x="9896106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l810"/>
            <p:cNvSpPr/>
            <p:nvPr/>
          </p:nvSpPr>
          <p:spPr>
            <a:xfrm>
              <a:off x="8764446" y="1567546"/>
              <a:ext cx="1131660" cy="1131660"/>
            </a:xfrm>
            <a:custGeom>
              <a:avLst/>
              <a:pathLst>
                <a:path w="1131660" h="1131660">
                  <a:moveTo>
                    <a:pt x="0" y="1131660"/>
                  </a:moveTo>
                  <a:lnTo>
                    <a:pt x="0" y="1127875"/>
                  </a:lnTo>
                  <a:lnTo>
                    <a:pt x="0" y="1124090"/>
                  </a:lnTo>
                  <a:lnTo>
                    <a:pt x="0" y="1120305"/>
                  </a:lnTo>
                  <a:lnTo>
                    <a:pt x="0" y="1116520"/>
                  </a:lnTo>
                  <a:lnTo>
                    <a:pt x="0" y="1112736"/>
                  </a:lnTo>
                  <a:lnTo>
                    <a:pt x="0" y="1108951"/>
                  </a:lnTo>
                  <a:lnTo>
                    <a:pt x="0" y="1105166"/>
                  </a:lnTo>
                  <a:lnTo>
                    <a:pt x="0" y="1101381"/>
                  </a:lnTo>
                  <a:lnTo>
                    <a:pt x="0" y="1097596"/>
                  </a:lnTo>
                  <a:lnTo>
                    <a:pt x="0" y="1093811"/>
                  </a:lnTo>
                  <a:lnTo>
                    <a:pt x="0" y="1090027"/>
                  </a:lnTo>
                  <a:lnTo>
                    <a:pt x="0" y="1086242"/>
                  </a:lnTo>
                  <a:lnTo>
                    <a:pt x="0" y="1082457"/>
                  </a:lnTo>
                  <a:lnTo>
                    <a:pt x="0" y="1078672"/>
                  </a:lnTo>
                  <a:lnTo>
                    <a:pt x="0" y="1074887"/>
                  </a:lnTo>
                  <a:lnTo>
                    <a:pt x="0" y="1071103"/>
                  </a:lnTo>
                  <a:lnTo>
                    <a:pt x="0" y="1067318"/>
                  </a:lnTo>
                  <a:lnTo>
                    <a:pt x="0" y="1063533"/>
                  </a:lnTo>
                  <a:lnTo>
                    <a:pt x="2595" y="1063533"/>
                  </a:lnTo>
                  <a:lnTo>
                    <a:pt x="2595" y="1059748"/>
                  </a:lnTo>
                  <a:lnTo>
                    <a:pt x="2595" y="1055963"/>
                  </a:lnTo>
                  <a:lnTo>
                    <a:pt x="2595" y="1052178"/>
                  </a:lnTo>
                  <a:lnTo>
                    <a:pt x="2595" y="1048394"/>
                  </a:lnTo>
                  <a:lnTo>
                    <a:pt x="2595" y="1044609"/>
                  </a:lnTo>
                  <a:lnTo>
                    <a:pt x="2595" y="1040824"/>
                  </a:lnTo>
                  <a:lnTo>
                    <a:pt x="2595" y="1037039"/>
                  </a:lnTo>
                  <a:lnTo>
                    <a:pt x="2595" y="1033254"/>
                  </a:lnTo>
                  <a:lnTo>
                    <a:pt x="2595" y="1029470"/>
                  </a:lnTo>
                  <a:lnTo>
                    <a:pt x="2595" y="1025685"/>
                  </a:lnTo>
                  <a:lnTo>
                    <a:pt x="2595" y="1021900"/>
                  </a:lnTo>
                  <a:lnTo>
                    <a:pt x="2595" y="1018115"/>
                  </a:lnTo>
                  <a:lnTo>
                    <a:pt x="2595" y="1014330"/>
                  </a:lnTo>
                  <a:lnTo>
                    <a:pt x="2595" y="1010545"/>
                  </a:lnTo>
                  <a:lnTo>
                    <a:pt x="2595" y="1006761"/>
                  </a:lnTo>
                  <a:lnTo>
                    <a:pt x="2595" y="1002976"/>
                  </a:lnTo>
                  <a:lnTo>
                    <a:pt x="2595" y="999191"/>
                  </a:lnTo>
                  <a:lnTo>
                    <a:pt x="2595" y="995406"/>
                  </a:lnTo>
                  <a:lnTo>
                    <a:pt x="2595" y="991621"/>
                  </a:lnTo>
                  <a:lnTo>
                    <a:pt x="2595" y="987837"/>
                  </a:lnTo>
                  <a:lnTo>
                    <a:pt x="2595" y="984052"/>
                  </a:lnTo>
                  <a:lnTo>
                    <a:pt x="2595" y="980267"/>
                  </a:lnTo>
                  <a:lnTo>
                    <a:pt x="2595" y="976482"/>
                  </a:lnTo>
                  <a:lnTo>
                    <a:pt x="2595" y="972697"/>
                  </a:lnTo>
                  <a:lnTo>
                    <a:pt x="2595" y="968912"/>
                  </a:lnTo>
                  <a:lnTo>
                    <a:pt x="2595" y="965128"/>
                  </a:lnTo>
                  <a:lnTo>
                    <a:pt x="2595" y="961343"/>
                  </a:lnTo>
                  <a:lnTo>
                    <a:pt x="2595" y="957558"/>
                  </a:lnTo>
                  <a:lnTo>
                    <a:pt x="2595" y="953773"/>
                  </a:lnTo>
                  <a:lnTo>
                    <a:pt x="2595" y="949988"/>
                  </a:lnTo>
                  <a:lnTo>
                    <a:pt x="2595" y="946204"/>
                  </a:lnTo>
                  <a:lnTo>
                    <a:pt x="2595" y="942419"/>
                  </a:lnTo>
                  <a:lnTo>
                    <a:pt x="2595" y="938634"/>
                  </a:lnTo>
                  <a:lnTo>
                    <a:pt x="2595" y="934849"/>
                  </a:lnTo>
                  <a:lnTo>
                    <a:pt x="2595" y="931064"/>
                  </a:lnTo>
                  <a:lnTo>
                    <a:pt x="2595" y="927280"/>
                  </a:lnTo>
                  <a:lnTo>
                    <a:pt x="2595" y="923495"/>
                  </a:lnTo>
                  <a:lnTo>
                    <a:pt x="2595" y="919710"/>
                  </a:lnTo>
                  <a:lnTo>
                    <a:pt x="2595" y="915925"/>
                  </a:lnTo>
                  <a:lnTo>
                    <a:pt x="2595" y="912140"/>
                  </a:lnTo>
                  <a:lnTo>
                    <a:pt x="2595" y="908355"/>
                  </a:lnTo>
                  <a:lnTo>
                    <a:pt x="2595" y="904571"/>
                  </a:lnTo>
                  <a:lnTo>
                    <a:pt x="2595" y="900786"/>
                  </a:lnTo>
                  <a:lnTo>
                    <a:pt x="2595" y="897001"/>
                  </a:lnTo>
                  <a:lnTo>
                    <a:pt x="2595" y="893216"/>
                  </a:lnTo>
                  <a:lnTo>
                    <a:pt x="2595" y="889431"/>
                  </a:lnTo>
                  <a:lnTo>
                    <a:pt x="2595" y="885647"/>
                  </a:lnTo>
                  <a:lnTo>
                    <a:pt x="2595" y="881862"/>
                  </a:lnTo>
                  <a:lnTo>
                    <a:pt x="2595" y="878077"/>
                  </a:lnTo>
                  <a:lnTo>
                    <a:pt x="2595" y="874292"/>
                  </a:lnTo>
                  <a:lnTo>
                    <a:pt x="2595" y="870507"/>
                  </a:lnTo>
                  <a:lnTo>
                    <a:pt x="2595" y="866722"/>
                  </a:lnTo>
                  <a:lnTo>
                    <a:pt x="2595" y="862938"/>
                  </a:lnTo>
                  <a:lnTo>
                    <a:pt x="2595" y="859153"/>
                  </a:lnTo>
                  <a:lnTo>
                    <a:pt x="2595" y="855368"/>
                  </a:lnTo>
                  <a:lnTo>
                    <a:pt x="2595" y="851583"/>
                  </a:lnTo>
                  <a:lnTo>
                    <a:pt x="2595" y="847798"/>
                  </a:lnTo>
                  <a:lnTo>
                    <a:pt x="2595" y="844014"/>
                  </a:lnTo>
                  <a:lnTo>
                    <a:pt x="2595" y="840229"/>
                  </a:lnTo>
                  <a:lnTo>
                    <a:pt x="2595" y="836444"/>
                  </a:lnTo>
                  <a:lnTo>
                    <a:pt x="2595" y="832659"/>
                  </a:lnTo>
                  <a:lnTo>
                    <a:pt x="2595" y="828874"/>
                  </a:lnTo>
                  <a:lnTo>
                    <a:pt x="2595" y="825089"/>
                  </a:lnTo>
                  <a:lnTo>
                    <a:pt x="2595" y="821305"/>
                  </a:lnTo>
                  <a:lnTo>
                    <a:pt x="2595" y="817520"/>
                  </a:lnTo>
                  <a:lnTo>
                    <a:pt x="2595" y="813735"/>
                  </a:lnTo>
                  <a:lnTo>
                    <a:pt x="2595" y="809950"/>
                  </a:lnTo>
                  <a:lnTo>
                    <a:pt x="2595" y="806165"/>
                  </a:lnTo>
                  <a:lnTo>
                    <a:pt x="2595" y="802381"/>
                  </a:lnTo>
                  <a:lnTo>
                    <a:pt x="2595" y="798596"/>
                  </a:lnTo>
                  <a:lnTo>
                    <a:pt x="2595" y="794811"/>
                  </a:lnTo>
                  <a:lnTo>
                    <a:pt x="2595" y="791026"/>
                  </a:lnTo>
                  <a:lnTo>
                    <a:pt x="2595" y="787241"/>
                  </a:lnTo>
                  <a:lnTo>
                    <a:pt x="2595" y="783456"/>
                  </a:lnTo>
                  <a:lnTo>
                    <a:pt x="2595" y="779672"/>
                  </a:lnTo>
                  <a:lnTo>
                    <a:pt x="2595" y="775887"/>
                  </a:lnTo>
                  <a:lnTo>
                    <a:pt x="2595" y="772102"/>
                  </a:lnTo>
                  <a:lnTo>
                    <a:pt x="2595" y="768317"/>
                  </a:lnTo>
                  <a:lnTo>
                    <a:pt x="2595" y="764532"/>
                  </a:lnTo>
                  <a:lnTo>
                    <a:pt x="2595" y="760748"/>
                  </a:lnTo>
                  <a:lnTo>
                    <a:pt x="2595" y="756963"/>
                  </a:lnTo>
                  <a:lnTo>
                    <a:pt x="2595" y="753178"/>
                  </a:lnTo>
                  <a:lnTo>
                    <a:pt x="2595" y="749393"/>
                  </a:lnTo>
                  <a:lnTo>
                    <a:pt x="2595" y="745608"/>
                  </a:lnTo>
                  <a:lnTo>
                    <a:pt x="2595" y="741824"/>
                  </a:lnTo>
                  <a:lnTo>
                    <a:pt x="5191" y="741824"/>
                  </a:lnTo>
                  <a:lnTo>
                    <a:pt x="5191" y="738039"/>
                  </a:lnTo>
                  <a:lnTo>
                    <a:pt x="5191" y="734254"/>
                  </a:lnTo>
                  <a:lnTo>
                    <a:pt x="5191" y="730469"/>
                  </a:lnTo>
                  <a:lnTo>
                    <a:pt x="5191" y="726684"/>
                  </a:lnTo>
                  <a:lnTo>
                    <a:pt x="5191" y="722899"/>
                  </a:lnTo>
                  <a:lnTo>
                    <a:pt x="5191" y="719115"/>
                  </a:lnTo>
                  <a:lnTo>
                    <a:pt x="5191" y="715330"/>
                  </a:lnTo>
                  <a:lnTo>
                    <a:pt x="5191" y="711545"/>
                  </a:lnTo>
                  <a:lnTo>
                    <a:pt x="5191" y="707760"/>
                  </a:lnTo>
                  <a:lnTo>
                    <a:pt x="5191" y="703975"/>
                  </a:lnTo>
                  <a:lnTo>
                    <a:pt x="5191" y="700191"/>
                  </a:lnTo>
                  <a:lnTo>
                    <a:pt x="5191" y="696406"/>
                  </a:lnTo>
                  <a:lnTo>
                    <a:pt x="5191" y="692621"/>
                  </a:lnTo>
                  <a:lnTo>
                    <a:pt x="5191" y="688836"/>
                  </a:lnTo>
                  <a:lnTo>
                    <a:pt x="5191" y="685051"/>
                  </a:lnTo>
                  <a:lnTo>
                    <a:pt x="5191" y="681266"/>
                  </a:lnTo>
                  <a:lnTo>
                    <a:pt x="5191" y="677482"/>
                  </a:lnTo>
                  <a:lnTo>
                    <a:pt x="5191" y="673697"/>
                  </a:lnTo>
                  <a:lnTo>
                    <a:pt x="5191" y="669912"/>
                  </a:lnTo>
                  <a:lnTo>
                    <a:pt x="5191" y="666127"/>
                  </a:lnTo>
                  <a:lnTo>
                    <a:pt x="5191" y="662342"/>
                  </a:lnTo>
                  <a:lnTo>
                    <a:pt x="5191" y="658558"/>
                  </a:lnTo>
                  <a:lnTo>
                    <a:pt x="5191" y="654773"/>
                  </a:lnTo>
                  <a:lnTo>
                    <a:pt x="5191" y="650988"/>
                  </a:lnTo>
                  <a:lnTo>
                    <a:pt x="5191" y="647203"/>
                  </a:lnTo>
                  <a:lnTo>
                    <a:pt x="5191" y="643418"/>
                  </a:lnTo>
                  <a:lnTo>
                    <a:pt x="5191" y="639633"/>
                  </a:lnTo>
                  <a:lnTo>
                    <a:pt x="5191" y="635849"/>
                  </a:lnTo>
                  <a:lnTo>
                    <a:pt x="5191" y="632064"/>
                  </a:lnTo>
                  <a:lnTo>
                    <a:pt x="5191" y="628279"/>
                  </a:lnTo>
                  <a:lnTo>
                    <a:pt x="5191" y="624494"/>
                  </a:lnTo>
                  <a:lnTo>
                    <a:pt x="5191" y="620709"/>
                  </a:lnTo>
                  <a:lnTo>
                    <a:pt x="5191" y="616925"/>
                  </a:lnTo>
                  <a:lnTo>
                    <a:pt x="5191" y="613140"/>
                  </a:lnTo>
                  <a:lnTo>
                    <a:pt x="5191" y="609355"/>
                  </a:lnTo>
                  <a:lnTo>
                    <a:pt x="5191" y="605570"/>
                  </a:lnTo>
                  <a:lnTo>
                    <a:pt x="5191" y="601785"/>
                  </a:lnTo>
                  <a:lnTo>
                    <a:pt x="5191" y="598000"/>
                  </a:lnTo>
                  <a:lnTo>
                    <a:pt x="5191" y="594216"/>
                  </a:lnTo>
                  <a:lnTo>
                    <a:pt x="5191" y="590431"/>
                  </a:lnTo>
                  <a:lnTo>
                    <a:pt x="5191" y="586646"/>
                  </a:lnTo>
                  <a:lnTo>
                    <a:pt x="5191" y="582861"/>
                  </a:lnTo>
                  <a:lnTo>
                    <a:pt x="5191" y="579076"/>
                  </a:lnTo>
                  <a:lnTo>
                    <a:pt x="5191" y="575292"/>
                  </a:lnTo>
                  <a:lnTo>
                    <a:pt x="5191" y="571507"/>
                  </a:lnTo>
                  <a:lnTo>
                    <a:pt x="5191" y="567722"/>
                  </a:lnTo>
                  <a:lnTo>
                    <a:pt x="5191" y="563937"/>
                  </a:lnTo>
                  <a:lnTo>
                    <a:pt x="5191" y="560152"/>
                  </a:lnTo>
                  <a:lnTo>
                    <a:pt x="5191" y="556368"/>
                  </a:lnTo>
                  <a:lnTo>
                    <a:pt x="5191" y="552583"/>
                  </a:lnTo>
                  <a:lnTo>
                    <a:pt x="5191" y="548798"/>
                  </a:lnTo>
                  <a:lnTo>
                    <a:pt x="5191" y="545013"/>
                  </a:lnTo>
                  <a:lnTo>
                    <a:pt x="5191" y="541228"/>
                  </a:lnTo>
                  <a:lnTo>
                    <a:pt x="5191" y="537443"/>
                  </a:lnTo>
                  <a:lnTo>
                    <a:pt x="5191" y="533659"/>
                  </a:lnTo>
                  <a:lnTo>
                    <a:pt x="5191" y="529874"/>
                  </a:lnTo>
                  <a:lnTo>
                    <a:pt x="5191" y="526089"/>
                  </a:lnTo>
                  <a:lnTo>
                    <a:pt x="5191" y="522304"/>
                  </a:lnTo>
                  <a:lnTo>
                    <a:pt x="5191" y="518519"/>
                  </a:lnTo>
                  <a:lnTo>
                    <a:pt x="5191" y="514735"/>
                  </a:lnTo>
                  <a:lnTo>
                    <a:pt x="5191" y="510950"/>
                  </a:lnTo>
                  <a:lnTo>
                    <a:pt x="5191" y="507165"/>
                  </a:lnTo>
                  <a:lnTo>
                    <a:pt x="5191" y="503380"/>
                  </a:lnTo>
                  <a:lnTo>
                    <a:pt x="5191" y="499595"/>
                  </a:lnTo>
                  <a:lnTo>
                    <a:pt x="7786" y="499595"/>
                  </a:lnTo>
                  <a:lnTo>
                    <a:pt x="7786" y="495810"/>
                  </a:lnTo>
                  <a:lnTo>
                    <a:pt x="7786" y="492026"/>
                  </a:lnTo>
                  <a:lnTo>
                    <a:pt x="7786" y="488241"/>
                  </a:lnTo>
                  <a:lnTo>
                    <a:pt x="7786" y="484456"/>
                  </a:lnTo>
                  <a:lnTo>
                    <a:pt x="7786" y="480671"/>
                  </a:lnTo>
                  <a:lnTo>
                    <a:pt x="7786" y="476886"/>
                  </a:lnTo>
                  <a:lnTo>
                    <a:pt x="7786" y="473102"/>
                  </a:lnTo>
                  <a:lnTo>
                    <a:pt x="7786" y="469317"/>
                  </a:lnTo>
                  <a:lnTo>
                    <a:pt x="7786" y="465532"/>
                  </a:lnTo>
                  <a:lnTo>
                    <a:pt x="7786" y="461747"/>
                  </a:lnTo>
                  <a:lnTo>
                    <a:pt x="7786" y="457962"/>
                  </a:lnTo>
                  <a:lnTo>
                    <a:pt x="7786" y="454177"/>
                  </a:lnTo>
                  <a:lnTo>
                    <a:pt x="7786" y="450393"/>
                  </a:lnTo>
                  <a:lnTo>
                    <a:pt x="7786" y="446608"/>
                  </a:lnTo>
                  <a:lnTo>
                    <a:pt x="7786" y="442823"/>
                  </a:lnTo>
                  <a:lnTo>
                    <a:pt x="7786" y="439038"/>
                  </a:lnTo>
                  <a:lnTo>
                    <a:pt x="7786" y="435253"/>
                  </a:lnTo>
                  <a:lnTo>
                    <a:pt x="7786" y="431469"/>
                  </a:lnTo>
                  <a:lnTo>
                    <a:pt x="7786" y="427684"/>
                  </a:lnTo>
                  <a:lnTo>
                    <a:pt x="7786" y="423899"/>
                  </a:lnTo>
                  <a:lnTo>
                    <a:pt x="10382" y="423899"/>
                  </a:lnTo>
                  <a:lnTo>
                    <a:pt x="10382" y="420114"/>
                  </a:lnTo>
                  <a:lnTo>
                    <a:pt x="10382" y="416329"/>
                  </a:lnTo>
                  <a:lnTo>
                    <a:pt x="10382" y="412544"/>
                  </a:lnTo>
                  <a:lnTo>
                    <a:pt x="10382" y="408760"/>
                  </a:lnTo>
                  <a:lnTo>
                    <a:pt x="10382" y="404975"/>
                  </a:lnTo>
                  <a:lnTo>
                    <a:pt x="10382" y="401190"/>
                  </a:lnTo>
                  <a:lnTo>
                    <a:pt x="10382" y="397405"/>
                  </a:lnTo>
                  <a:lnTo>
                    <a:pt x="10382" y="393620"/>
                  </a:lnTo>
                  <a:lnTo>
                    <a:pt x="10382" y="389836"/>
                  </a:lnTo>
                  <a:lnTo>
                    <a:pt x="12977" y="389836"/>
                  </a:lnTo>
                  <a:lnTo>
                    <a:pt x="12977" y="386051"/>
                  </a:lnTo>
                  <a:lnTo>
                    <a:pt x="12977" y="382266"/>
                  </a:lnTo>
                  <a:lnTo>
                    <a:pt x="12977" y="378481"/>
                  </a:lnTo>
                  <a:lnTo>
                    <a:pt x="12977" y="374696"/>
                  </a:lnTo>
                  <a:lnTo>
                    <a:pt x="12977" y="370912"/>
                  </a:lnTo>
                  <a:lnTo>
                    <a:pt x="12977" y="367127"/>
                  </a:lnTo>
                  <a:lnTo>
                    <a:pt x="12977" y="363342"/>
                  </a:lnTo>
                  <a:lnTo>
                    <a:pt x="12977" y="359557"/>
                  </a:lnTo>
                  <a:lnTo>
                    <a:pt x="12977" y="355772"/>
                  </a:lnTo>
                  <a:lnTo>
                    <a:pt x="12977" y="351987"/>
                  </a:lnTo>
                  <a:lnTo>
                    <a:pt x="12977" y="348203"/>
                  </a:lnTo>
                  <a:lnTo>
                    <a:pt x="12977" y="344418"/>
                  </a:lnTo>
                  <a:lnTo>
                    <a:pt x="12977" y="340633"/>
                  </a:lnTo>
                  <a:lnTo>
                    <a:pt x="12977" y="336848"/>
                  </a:lnTo>
                  <a:lnTo>
                    <a:pt x="12977" y="333063"/>
                  </a:lnTo>
                  <a:lnTo>
                    <a:pt x="12977" y="329279"/>
                  </a:lnTo>
                  <a:lnTo>
                    <a:pt x="12977" y="325494"/>
                  </a:lnTo>
                  <a:lnTo>
                    <a:pt x="12977" y="321709"/>
                  </a:lnTo>
                  <a:lnTo>
                    <a:pt x="12977" y="317924"/>
                  </a:lnTo>
                  <a:lnTo>
                    <a:pt x="12977" y="314139"/>
                  </a:lnTo>
                  <a:lnTo>
                    <a:pt x="12977" y="310354"/>
                  </a:lnTo>
                  <a:lnTo>
                    <a:pt x="12977" y="306570"/>
                  </a:lnTo>
                  <a:lnTo>
                    <a:pt x="12977" y="302785"/>
                  </a:lnTo>
                  <a:lnTo>
                    <a:pt x="12977" y="299000"/>
                  </a:lnTo>
                  <a:lnTo>
                    <a:pt x="12977" y="295215"/>
                  </a:lnTo>
                  <a:lnTo>
                    <a:pt x="12977" y="291430"/>
                  </a:lnTo>
                  <a:lnTo>
                    <a:pt x="12977" y="287646"/>
                  </a:lnTo>
                  <a:lnTo>
                    <a:pt x="12977" y="283861"/>
                  </a:lnTo>
                  <a:lnTo>
                    <a:pt x="12977" y="280076"/>
                  </a:lnTo>
                  <a:lnTo>
                    <a:pt x="12977" y="276291"/>
                  </a:lnTo>
                  <a:lnTo>
                    <a:pt x="12977" y="272506"/>
                  </a:lnTo>
                  <a:lnTo>
                    <a:pt x="15573" y="272506"/>
                  </a:lnTo>
                  <a:lnTo>
                    <a:pt x="15573" y="268721"/>
                  </a:lnTo>
                  <a:lnTo>
                    <a:pt x="15573" y="264937"/>
                  </a:lnTo>
                  <a:lnTo>
                    <a:pt x="15573" y="261152"/>
                  </a:lnTo>
                  <a:lnTo>
                    <a:pt x="18168" y="261152"/>
                  </a:lnTo>
                  <a:lnTo>
                    <a:pt x="18168" y="257367"/>
                  </a:lnTo>
                  <a:lnTo>
                    <a:pt x="18168" y="253582"/>
                  </a:lnTo>
                  <a:lnTo>
                    <a:pt x="18168" y="249797"/>
                  </a:lnTo>
                  <a:lnTo>
                    <a:pt x="18168" y="246013"/>
                  </a:lnTo>
                  <a:lnTo>
                    <a:pt x="18168" y="242228"/>
                  </a:lnTo>
                  <a:lnTo>
                    <a:pt x="18168" y="238443"/>
                  </a:lnTo>
                  <a:lnTo>
                    <a:pt x="20764" y="238443"/>
                  </a:lnTo>
                  <a:lnTo>
                    <a:pt x="20764" y="234658"/>
                  </a:lnTo>
                  <a:lnTo>
                    <a:pt x="20764" y="230873"/>
                  </a:lnTo>
                  <a:lnTo>
                    <a:pt x="20764" y="227088"/>
                  </a:lnTo>
                  <a:lnTo>
                    <a:pt x="20764" y="223304"/>
                  </a:lnTo>
                  <a:lnTo>
                    <a:pt x="23359" y="223304"/>
                  </a:lnTo>
                  <a:lnTo>
                    <a:pt x="23359" y="219519"/>
                  </a:lnTo>
                  <a:lnTo>
                    <a:pt x="23359" y="215734"/>
                  </a:lnTo>
                  <a:lnTo>
                    <a:pt x="25955" y="215734"/>
                  </a:lnTo>
                  <a:lnTo>
                    <a:pt x="25955" y="211949"/>
                  </a:lnTo>
                  <a:lnTo>
                    <a:pt x="25955" y="208164"/>
                  </a:lnTo>
                  <a:lnTo>
                    <a:pt x="25955" y="204380"/>
                  </a:lnTo>
                  <a:lnTo>
                    <a:pt x="25955" y="200595"/>
                  </a:lnTo>
                  <a:lnTo>
                    <a:pt x="25955" y="196810"/>
                  </a:lnTo>
                  <a:lnTo>
                    <a:pt x="25955" y="193025"/>
                  </a:lnTo>
                  <a:lnTo>
                    <a:pt x="25955" y="189240"/>
                  </a:lnTo>
                  <a:lnTo>
                    <a:pt x="28551" y="189240"/>
                  </a:lnTo>
                  <a:lnTo>
                    <a:pt x="28551" y="185456"/>
                  </a:lnTo>
                  <a:lnTo>
                    <a:pt x="28551" y="181671"/>
                  </a:lnTo>
                  <a:lnTo>
                    <a:pt x="28551" y="177886"/>
                  </a:lnTo>
                  <a:lnTo>
                    <a:pt x="28551" y="174101"/>
                  </a:lnTo>
                  <a:lnTo>
                    <a:pt x="28551" y="170316"/>
                  </a:lnTo>
                  <a:lnTo>
                    <a:pt x="28551" y="166531"/>
                  </a:lnTo>
                  <a:lnTo>
                    <a:pt x="28551" y="162747"/>
                  </a:lnTo>
                  <a:lnTo>
                    <a:pt x="28551" y="158962"/>
                  </a:lnTo>
                  <a:lnTo>
                    <a:pt x="28551" y="155177"/>
                  </a:lnTo>
                  <a:lnTo>
                    <a:pt x="28551" y="151392"/>
                  </a:lnTo>
                  <a:lnTo>
                    <a:pt x="28551" y="147607"/>
                  </a:lnTo>
                  <a:lnTo>
                    <a:pt x="31146" y="147607"/>
                  </a:lnTo>
                  <a:lnTo>
                    <a:pt x="33742" y="147607"/>
                  </a:lnTo>
                  <a:lnTo>
                    <a:pt x="33742" y="143823"/>
                  </a:lnTo>
                  <a:lnTo>
                    <a:pt x="33742" y="140038"/>
                  </a:lnTo>
                  <a:lnTo>
                    <a:pt x="36337" y="140038"/>
                  </a:lnTo>
                  <a:lnTo>
                    <a:pt x="36337" y="136253"/>
                  </a:lnTo>
                  <a:lnTo>
                    <a:pt x="36337" y="132468"/>
                  </a:lnTo>
                  <a:lnTo>
                    <a:pt x="36337" y="128683"/>
                  </a:lnTo>
                  <a:lnTo>
                    <a:pt x="36337" y="124898"/>
                  </a:lnTo>
                  <a:lnTo>
                    <a:pt x="36337" y="121114"/>
                  </a:lnTo>
                  <a:lnTo>
                    <a:pt x="36337" y="117329"/>
                  </a:lnTo>
                  <a:lnTo>
                    <a:pt x="38933" y="117329"/>
                  </a:lnTo>
                  <a:lnTo>
                    <a:pt x="38933" y="113544"/>
                  </a:lnTo>
                  <a:lnTo>
                    <a:pt x="38933" y="109759"/>
                  </a:lnTo>
                  <a:lnTo>
                    <a:pt x="38933" y="105974"/>
                  </a:lnTo>
                  <a:lnTo>
                    <a:pt x="38933" y="102190"/>
                  </a:lnTo>
                  <a:lnTo>
                    <a:pt x="41528" y="102190"/>
                  </a:lnTo>
                  <a:lnTo>
                    <a:pt x="41528" y="98405"/>
                  </a:lnTo>
                  <a:lnTo>
                    <a:pt x="41528" y="94620"/>
                  </a:lnTo>
                  <a:lnTo>
                    <a:pt x="41528" y="90835"/>
                  </a:lnTo>
                  <a:lnTo>
                    <a:pt x="41528" y="87050"/>
                  </a:lnTo>
                  <a:lnTo>
                    <a:pt x="41528" y="83265"/>
                  </a:lnTo>
                  <a:lnTo>
                    <a:pt x="44124" y="83265"/>
                  </a:lnTo>
                  <a:lnTo>
                    <a:pt x="44124" y="79481"/>
                  </a:lnTo>
                  <a:lnTo>
                    <a:pt x="44124" y="75696"/>
                  </a:lnTo>
                  <a:lnTo>
                    <a:pt x="46719" y="75696"/>
                  </a:lnTo>
                  <a:lnTo>
                    <a:pt x="49315" y="75696"/>
                  </a:lnTo>
                  <a:lnTo>
                    <a:pt x="49315" y="71911"/>
                  </a:lnTo>
                  <a:lnTo>
                    <a:pt x="49315" y="68126"/>
                  </a:lnTo>
                  <a:lnTo>
                    <a:pt x="51911" y="68126"/>
                  </a:lnTo>
                  <a:lnTo>
                    <a:pt x="54506" y="68126"/>
                  </a:lnTo>
                  <a:lnTo>
                    <a:pt x="57102" y="68126"/>
                  </a:lnTo>
                  <a:lnTo>
                    <a:pt x="57102" y="64341"/>
                  </a:lnTo>
                  <a:lnTo>
                    <a:pt x="59697" y="64341"/>
                  </a:lnTo>
                  <a:lnTo>
                    <a:pt x="59697" y="60557"/>
                  </a:lnTo>
                  <a:lnTo>
                    <a:pt x="59697" y="56772"/>
                  </a:lnTo>
                  <a:lnTo>
                    <a:pt x="59697" y="52987"/>
                  </a:lnTo>
                  <a:lnTo>
                    <a:pt x="59697" y="49202"/>
                  </a:lnTo>
                  <a:lnTo>
                    <a:pt x="62293" y="49202"/>
                  </a:lnTo>
                  <a:lnTo>
                    <a:pt x="62293" y="45417"/>
                  </a:lnTo>
                  <a:lnTo>
                    <a:pt x="62293" y="41632"/>
                  </a:lnTo>
                  <a:lnTo>
                    <a:pt x="64888" y="41632"/>
                  </a:lnTo>
                  <a:lnTo>
                    <a:pt x="64888" y="37848"/>
                  </a:lnTo>
                  <a:lnTo>
                    <a:pt x="67484" y="37848"/>
                  </a:lnTo>
                  <a:lnTo>
                    <a:pt x="67484" y="34063"/>
                  </a:lnTo>
                  <a:lnTo>
                    <a:pt x="70079" y="34063"/>
                  </a:lnTo>
                  <a:lnTo>
                    <a:pt x="72675" y="34063"/>
                  </a:lnTo>
                  <a:lnTo>
                    <a:pt x="75270" y="34063"/>
                  </a:lnTo>
                  <a:lnTo>
                    <a:pt x="77866" y="34063"/>
                  </a:lnTo>
                  <a:lnTo>
                    <a:pt x="77866" y="30278"/>
                  </a:lnTo>
                  <a:lnTo>
                    <a:pt x="80462" y="30278"/>
                  </a:lnTo>
                  <a:lnTo>
                    <a:pt x="83057" y="30278"/>
                  </a:lnTo>
                  <a:lnTo>
                    <a:pt x="85653" y="30278"/>
                  </a:lnTo>
                  <a:lnTo>
                    <a:pt x="85653" y="26493"/>
                  </a:lnTo>
                  <a:lnTo>
                    <a:pt x="88248" y="26493"/>
                  </a:lnTo>
                  <a:lnTo>
                    <a:pt x="90844" y="26493"/>
                  </a:lnTo>
                  <a:lnTo>
                    <a:pt x="93439" y="26493"/>
                  </a:lnTo>
                  <a:lnTo>
                    <a:pt x="93439" y="22708"/>
                  </a:lnTo>
                  <a:lnTo>
                    <a:pt x="96035" y="22708"/>
                  </a:lnTo>
                  <a:lnTo>
                    <a:pt x="98630" y="22708"/>
                  </a:lnTo>
                  <a:lnTo>
                    <a:pt x="101226" y="22708"/>
                  </a:lnTo>
                  <a:lnTo>
                    <a:pt x="103822" y="22708"/>
                  </a:lnTo>
                  <a:lnTo>
                    <a:pt x="103822" y="18924"/>
                  </a:lnTo>
                  <a:lnTo>
                    <a:pt x="106417" y="18924"/>
                  </a:lnTo>
                  <a:lnTo>
                    <a:pt x="109013" y="18924"/>
                  </a:lnTo>
                  <a:lnTo>
                    <a:pt x="111608" y="18924"/>
                  </a:lnTo>
                  <a:lnTo>
                    <a:pt x="114204" y="18924"/>
                  </a:lnTo>
                  <a:lnTo>
                    <a:pt x="116799" y="18924"/>
                  </a:lnTo>
                  <a:lnTo>
                    <a:pt x="119395" y="18924"/>
                  </a:lnTo>
                  <a:lnTo>
                    <a:pt x="121990" y="18924"/>
                  </a:lnTo>
                  <a:lnTo>
                    <a:pt x="124586" y="18924"/>
                  </a:lnTo>
                  <a:lnTo>
                    <a:pt x="127181" y="18924"/>
                  </a:lnTo>
                  <a:lnTo>
                    <a:pt x="129777" y="18924"/>
                  </a:lnTo>
                  <a:lnTo>
                    <a:pt x="132373" y="18924"/>
                  </a:lnTo>
                  <a:lnTo>
                    <a:pt x="134968" y="18924"/>
                  </a:lnTo>
                  <a:lnTo>
                    <a:pt x="137564" y="18924"/>
                  </a:lnTo>
                  <a:lnTo>
                    <a:pt x="140159" y="18924"/>
                  </a:lnTo>
                  <a:lnTo>
                    <a:pt x="142755" y="18924"/>
                  </a:lnTo>
                  <a:lnTo>
                    <a:pt x="145350" y="18924"/>
                  </a:lnTo>
                  <a:lnTo>
                    <a:pt x="147946" y="18924"/>
                  </a:lnTo>
                  <a:lnTo>
                    <a:pt x="150541" y="18924"/>
                  </a:lnTo>
                  <a:lnTo>
                    <a:pt x="153137" y="18924"/>
                  </a:lnTo>
                  <a:lnTo>
                    <a:pt x="155733" y="18924"/>
                  </a:lnTo>
                  <a:lnTo>
                    <a:pt x="158328" y="18924"/>
                  </a:lnTo>
                  <a:lnTo>
                    <a:pt x="160924" y="18924"/>
                  </a:lnTo>
                  <a:lnTo>
                    <a:pt x="163519" y="18924"/>
                  </a:lnTo>
                  <a:lnTo>
                    <a:pt x="166115" y="18924"/>
                  </a:lnTo>
                  <a:lnTo>
                    <a:pt x="168710" y="18924"/>
                  </a:lnTo>
                  <a:lnTo>
                    <a:pt x="171306" y="18924"/>
                  </a:lnTo>
                  <a:lnTo>
                    <a:pt x="173901" y="18924"/>
                  </a:lnTo>
                  <a:lnTo>
                    <a:pt x="176497" y="18924"/>
                  </a:lnTo>
                  <a:lnTo>
                    <a:pt x="179092" y="18924"/>
                  </a:lnTo>
                  <a:lnTo>
                    <a:pt x="181688" y="18924"/>
                  </a:lnTo>
                  <a:lnTo>
                    <a:pt x="184284" y="18924"/>
                  </a:lnTo>
                  <a:lnTo>
                    <a:pt x="186879" y="18924"/>
                  </a:lnTo>
                  <a:lnTo>
                    <a:pt x="189475" y="18924"/>
                  </a:lnTo>
                  <a:lnTo>
                    <a:pt x="192070" y="18924"/>
                  </a:lnTo>
                  <a:lnTo>
                    <a:pt x="194666" y="18924"/>
                  </a:lnTo>
                  <a:lnTo>
                    <a:pt x="197261" y="18924"/>
                  </a:lnTo>
                  <a:lnTo>
                    <a:pt x="199857" y="18924"/>
                  </a:lnTo>
                  <a:lnTo>
                    <a:pt x="202452" y="18924"/>
                  </a:lnTo>
                  <a:lnTo>
                    <a:pt x="205048" y="18924"/>
                  </a:lnTo>
                  <a:lnTo>
                    <a:pt x="207644" y="18924"/>
                  </a:lnTo>
                  <a:lnTo>
                    <a:pt x="210239" y="18924"/>
                  </a:lnTo>
                  <a:lnTo>
                    <a:pt x="212835" y="18924"/>
                  </a:lnTo>
                  <a:lnTo>
                    <a:pt x="215430" y="18924"/>
                  </a:lnTo>
                  <a:lnTo>
                    <a:pt x="218026" y="18924"/>
                  </a:lnTo>
                  <a:lnTo>
                    <a:pt x="220621" y="18924"/>
                  </a:lnTo>
                  <a:lnTo>
                    <a:pt x="223217" y="18924"/>
                  </a:lnTo>
                  <a:lnTo>
                    <a:pt x="225812" y="18924"/>
                  </a:lnTo>
                  <a:lnTo>
                    <a:pt x="228408" y="18924"/>
                  </a:lnTo>
                  <a:lnTo>
                    <a:pt x="228408" y="15139"/>
                  </a:lnTo>
                  <a:lnTo>
                    <a:pt x="231004" y="15139"/>
                  </a:lnTo>
                  <a:lnTo>
                    <a:pt x="233599" y="15139"/>
                  </a:lnTo>
                  <a:lnTo>
                    <a:pt x="236195" y="15139"/>
                  </a:lnTo>
                  <a:lnTo>
                    <a:pt x="238790" y="15139"/>
                  </a:lnTo>
                  <a:lnTo>
                    <a:pt x="241386" y="15139"/>
                  </a:lnTo>
                  <a:lnTo>
                    <a:pt x="243981" y="15139"/>
                  </a:lnTo>
                  <a:lnTo>
                    <a:pt x="246577" y="15139"/>
                  </a:lnTo>
                  <a:lnTo>
                    <a:pt x="249172" y="15139"/>
                  </a:lnTo>
                  <a:lnTo>
                    <a:pt x="251768" y="15139"/>
                  </a:lnTo>
                  <a:lnTo>
                    <a:pt x="254363" y="15139"/>
                  </a:lnTo>
                  <a:lnTo>
                    <a:pt x="256959" y="15139"/>
                  </a:lnTo>
                  <a:lnTo>
                    <a:pt x="259555" y="15139"/>
                  </a:lnTo>
                  <a:lnTo>
                    <a:pt x="262150" y="15139"/>
                  </a:lnTo>
                  <a:lnTo>
                    <a:pt x="264746" y="15139"/>
                  </a:lnTo>
                  <a:lnTo>
                    <a:pt x="267341" y="15139"/>
                  </a:lnTo>
                  <a:lnTo>
                    <a:pt x="269937" y="15139"/>
                  </a:lnTo>
                  <a:lnTo>
                    <a:pt x="272532" y="15139"/>
                  </a:lnTo>
                  <a:lnTo>
                    <a:pt x="275128" y="15139"/>
                  </a:lnTo>
                  <a:lnTo>
                    <a:pt x="277723" y="15139"/>
                  </a:lnTo>
                  <a:lnTo>
                    <a:pt x="277723" y="11354"/>
                  </a:lnTo>
                  <a:lnTo>
                    <a:pt x="280319" y="11354"/>
                  </a:lnTo>
                  <a:lnTo>
                    <a:pt x="282915" y="11354"/>
                  </a:lnTo>
                  <a:lnTo>
                    <a:pt x="285510" y="11354"/>
                  </a:lnTo>
                  <a:lnTo>
                    <a:pt x="288106" y="11354"/>
                  </a:lnTo>
                  <a:lnTo>
                    <a:pt x="290701" y="11354"/>
                  </a:lnTo>
                  <a:lnTo>
                    <a:pt x="293297" y="11354"/>
                  </a:lnTo>
                  <a:lnTo>
                    <a:pt x="295892" y="11354"/>
                  </a:lnTo>
                  <a:lnTo>
                    <a:pt x="298488" y="11354"/>
                  </a:lnTo>
                  <a:lnTo>
                    <a:pt x="301083" y="11354"/>
                  </a:lnTo>
                  <a:lnTo>
                    <a:pt x="303679" y="11354"/>
                  </a:lnTo>
                  <a:lnTo>
                    <a:pt x="306274" y="11354"/>
                  </a:lnTo>
                  <a:lnTo>
                    <a:pt x="308870" y="11354"/>
                  </a:lnTo>
                  <a:lnTo>
                    <a:pt x="308870" y="7569"/>
                  </a:lnTo>
                  <a:lnTo>
                    <a:pt x="311466" y="7569"/>
                  </a:lnTo>
                  <a:lnTo>
                    <a:pt x="314061" y="7569"/>
                  </a:lnTo>
                  <a:lnTo>
                    <a:pt x="316657" y="7569"/>
                  </a:lnTo>
                  <a:lnTo>
                    <a:pt x="319252" y="7569"/>
                  </a:lnTo>
                  <a:lnTo>
                    <a:pt x="321848" y="7569"/>
                  </a:lnTo>
                  <a:lnTo>
                    <a:pt x="324443" y="7569"/>
                  </a:lnTo>
                  <a:lnTo>
                    <a:pt x="327039" y="7569"/>
                  </a:lnTo>
                  <a:lnTo>
                    <a:pt x="329634" y="7569"/>
                  </a:lnTo>
                  <a:lnTo>
                    <a:pt x="332230" y="7569"/>
                  </a:lnTo>
                  <a:lnTo>
                    <a:pt x="334826" y="7569"/>
                  </a:lnTo>
                  <a:lnTo>
                    <a:pt x="337421" y="7569"/>
                  </a:lnTo>
                  <a:lnTo>
                    <a:pt x="340017" y="7569"/>
                  </a:lnTo>
                  <a:lnTo>
                    <a:pt x="342612" y="7569"/>
                  </a:lnTo>
                  <a:lnTo>
                    <a:pt x="345208" y="7569"/>
                  </a:lnTo>
                  <a:lnTo>
                    <a:pt x="347803" y="7569"/>
                  </a:lnTo>
                  <a:lnTo>
                    <a:pt x="350399" y="7569"/>
                  </a:lnTo>
                  <a:lnTo>
                    <a:pt x="352994" y="7569"/>
                  </a:lnTo>
                  <a:lnTo>
                    <a:pt x="355590" y="7569"/>
                  </a:lnTo>
                  <a:lnTo>
                    <a:pt x="358185" y="7569"/>
                  </a:lnTo>
                  <a:lnTo>
                    <a:pt x="360781" y="7569"/>
                  </a:lnTo>
                  <a:lnTo>
                    <a:pt x="363377" y="7569"/>
                  </a:lnTo>
                  <a:lnTo>
                    <a:pt x="365972" y="7569"/>
                  </a:lnTo>
                  <a:lnTo>
                    <a:pt x="368568" y="7569"/>
                  </a:lnTo>
                  <a:lnTo>
                    <a:pt x="371163" y="7569"/>
                  </a:lnTo>
                  <a:lnTo>
                    <a:pt x="373759" y="7569"/>
                  </a:lnTo>
                  <a:lnTo>
                    <a:pt x="376354" y="7569"/>
                  </a:lnTo>
                  <a:lnTo>
                    <a:pt x="378950" y="7569"/>
                  </a:lnTo>
                  <a:lnTo>
                    <a:pt x="381545" y="7569"/>
                  </a:lnTo>
                  <a:lnTo>
                    <a:pt x="384141" y="7569"/>
                  </a:lnTo>
                  <a:lnTo>
                    <a:pt x="386737" y="7569"/>
                  </a:lnTo>
                  <a:lnTo>
                    <a:pt x="389332" y="7569"/>
                  </a:lnTo>
                  <a:lnTo>
                    <a:pt x="391928" y="7569"/>
                  </a:lnTo>
                  <a:lnTo>
                    <a:pt x="394523" y="7569"/>
                  </a:lnTo>
                  <a:lnTo>
                    <a:pt x="397119" y="7569"/>
                  </a:lnTo>
                  <a:lnTo>
                    <a:pt x="399714" y="7569"/>
                  </a:lnTo>
                  <a:lnTo>
                    <a:pt x="402310" y="7569"/>
                  </a:lnTo>
                  <a:lnTo>
                    <a:pt x="404905" y="7569"/>
                  </a:lnTo>
                  <a:lnTo>
                    <a:pt x="407501" y="7569"/>
                  </a:lnTo>
                  <a:lnTo>
                    <a:pt x="410097" y="7569"/>
                  </a:lnTo>
                  <a:lnTo>
                    <a:pt x="412692" y="7569"/>
                  </a:lnTo>
                  <a:lnTo>
                    <a:pt x="415288" y="7569"/>
                  </a:lnTo>
                  <a:lnTo>
                    <a:pt x="417883" y="7569"/>
                  </a:lnTo>
                  <a:lnTo>
                    <a:pt x="420479" y="7569"/>
                  </a:lnTo>
                  <a:lnTo>
                    <a:pt x="423074" y="7569"/>
                  </a:lnTo>
                  <a:lnTo>
                    <a:pt x="425670" y="7569"/>
                  </a:lnTo>
                  <a:lnTo>
                    <a:pt x="428265" y="7569"/>
                  </a:lnTo>
                  <a:lnTo>
                    <a:pt x="430861" y="7569"/>
                  </a:lnTo>
                  <a:lnTo>
                    <a:pt x="433456" y="7569"/>
                  </a:lnTo>
                  <a:lnTo>
                    <a:pt x="436052" y="7569"/>
                  </a:lnTo>
                  <a:lnTo>
                    <a:pt x="438648" y="7569"/>
                  </a:lnTo>
                  <a:lnTo>
                    <a:pt x="441243" y="7569"/>
                  </a:lnTo>
                  <a:lnTo>
                    <a:pt x="443839" y="7569"/>
                  </a:lnTo>
                  <a:lnTo>
                    <a:pt x="446434" y="7569"/>
                  </a:lnTo>
                  <a:lnTo>
                    <a:pt x="449030" y="7569"/>
                  </a:lnTo>
                  <a:lnTo>
                    <a:pt x="451625" y="7569"/>
                  </a:lnTo>
                  <a:lnTo>
                    <a:pt x="454221" y="7569"/>
                  </a:lnTo>
                  <a:lnTo>
                    <a:pt x="456816" y="7569"/>
                  </a:lnTo>
                  <a:lnTo>
                    <a:pt x="459412" y="7569"/>
                  </a:lnTo>
                  <a:lnTo>
                    <a:pt x="462008" y="7569"/>
                  </a:lnTo>
                  <a:lnTo>
                    <a:pt x="464603" y="7569"/>
                  </a:lnTo>
                  <a:lnTo>
                    <a:pt x="467199" y="7569"/>
                  </a:lnTo>
                  <a:lnTo>
                    <a:pt x="469794" y="7569"/>
                  </a:lnTo>
                  <a:lnTo>
                    <a:pt x="472390" y="7569"/>
                  </a:lnTo>
                  <a:lnTo>
                    <a:pt x="474985" y="7569"/>
                  </a:lnTo>
                  <a:lnTo>
                    <a:pt x="477581" y="7569"/>
                  </a:lnTo>
                  <a:lnTo>
                    <a:pt x="480176" y="7569"/>
                  </a:lnTo>
                  <a:lnTo>
                    <a:pt x="482772" y="7569"/>
                  </a:lnTo>
                  <a:lnTo>
                    <a:pt x="485367" y="7569"/>
                  </a:lnTo>
                  <a:lnTo>
                    <a:pt x="487963" y="7569"/>
                  </a:lnTo>
                  <a:lnTo>
                    <a:pt x="490559" y="7569"/>
                  </a:lnTo>
                  <a:lnTo>
                    <a:pt x="493154" y="7569"/>
                  </a:lnTo>
                  <a:lnTo>
                    <a:pt x="495750" y="7569"/>
                  </a:lnTo>
                  <a:lnTo>
                    <a:pt x="498345" y="7569"/>
                  </a:lnTo>
                  <a:lnTo>
                    <a:pt x="500941" y="7569"/>
                  </a:lnTo>
                  <a:lnTo>
                    <a:pt x="503536" y="7569"/>
                  </a:lnTo>
                  <a:lnTo>
                    <a:pt x="506132" y="7569"/>
                  </a:lnTo>
                  <a:lnTo>
                    <a:pt x="508727" y="7569"/>
                  </a:lnTo>
                  <a:lnTo>
                    <a:pt x="511323" y="7569"/>
                  </a:lnTo>
                  <a:lnTo>
                    <a:pt x="513919" y="7569"/>
                  </a:lnTo>
                  <a:lnTo>
                    <a:pt x="516514" y="7569"/>
                  </a:lnTo>
                  <a:lnTo>
                    <a:pt x="519110" y="7569"/>
                  </a:lnTo>
                  <a:lnTo>
                    <a:pt x="521705" y="7569"/>
                  </a:lnTo>
                  <a:lnTo>
                    <a:pt x="524301" y="7569"/>
                  </a:lnTo>
                  <a:lnTo>
                    <a:pt x="526896" y="7569"/>
                  </a:lnTo>
                  <a:lnTo>
                    <a:pt x="529492" y="7569"/>
                  </a:lnTo>
                  <a:lnTo>
                    <a:pt x="532087" y="7569"/>
                  </a:lnTo>
                  <a:lnTo>
                    <a:pt x="534683" y="7569"/>
                  </a:lnTo>
                  <a:lnTo>
                    <a:pt x="537278" y="7569"/>
                  </a:lnTo>
                  <a:lnTo>
                    <a:pt x="539874" y="7569"/>
                  </a:lnTo>
                  <a:lnTo>
                    <a:pt x="542470" y="7569"/>
                  </a:lnTo>
                  <a:lnTo>
                    <a:pt x="545065" y="7569"/>
                  </a:lnTo>
                  <a:lnTo>
                    <a:pt x="547661" y="7569"/>
                  </a:lnTo>
                  <a:lnTo>
                    <a:pt x="550256" y="7569"/>
                  </a:lnTo>
                  <a:lnTo>
                    <a:pt x="552852" y="7569"/>
                  </a:lnTo>
                  <a:lnTo>
                    <a:pt x="555447" y="7569"/>
                  </a:lnTo>
                  <a:lnTo>
                    <a:pt x="558043" y="7569"/>
                  </a:lnTo>
                  <a:lnTo>
                    <a:pt x="560638" y="7569"/>
                  </a:lnTo>
                  <a:lnTo>
                    <a:pt x="563234" y="7569"/>
                  </a:lnTo>
                  <a:lnTo>
                    <a:pt x="565830" y="7569"/>
                  </a:lnTo>
                  <a:lnTo>
                    <a:pt x="568425" y="7569"/>
                  </a:lnTo>
                  <a:lnTo>
                    <a:pt x="571021" y="7569"/>
                  </a:lnTo>
                  <a:lnTo>
                    <a:pt x="573616" y="7569"/>
                  </a:lnTo>
                  <a:lnTo>
                    <a:pt x="576212" y="7569"/>
                  </a:lnTo>
                  <a:lnTo>
                    <a:pt x="578807" y="7569"/>
                  </a:lnTo>
                  <a:lnTo>
                    <a:pt x="581403" y="7569"/>
                  </a:lnTo>
                  <a:lnTo>
                    <a:pt x="583998" y="7569"/>
                  </a:lnTo>
                  <a:lnTo>
                    <a:pt x="586594" y="7569"/>
                  </a:lnTo>
                  <a:lnTo>
                    <a:pt x="589189" y="7569"/>
                  </a:lnTo>
                  <a:lnTo>
                    <a:pt x="591785" y="7569"/>
                  </a:lnTo>
                  <a:lnTo>
                    <a:pt x="594381" y="7569"/>
                  </a:lnTo>
                  <a:lnTo>
                    <a:pt x="596976" y="7569"/>
                  </a:lnTo>
                  <a:lnTo>
                    <a:pt x="599572" y="7569"/>
                  </a:lnTo>
                  <a:lnTo>
                    <a:pt x="602167" y="7569"/>
                  </a:lnTo>
                  <a:lnTo>
                    <a:pt x="604763" y="7569"/>
                  </a:lnTo>
                  <a:lnTo>
                    <a:pt x="607358" y="7569"/>
                  </a:lnTo>
                  <a:lnTo>
                    <a:pt x="609954" y="7569"/>
                  </a:lnTo>
                  <a:lnTo>
                    <a:pt x="612549" y="7569"/>
                  </a:lnTo>
                  <a:lnTo>
                    <a:pt x="615145" y="7569"/>
                  </a:lnTo>
                  <a:lnTo>
                    <a:pt x="617741" y="7569"/>
                  </a:lnTo>
                  <a:lnTo>
                    <a:pt x="620336" y="7569"/>
                  </a:lnTo>
                  <a:lnTo>
                    <a:pt x="622932" y="7569"/>
                  </a:lnTo>
                  <a:lnTo>
                    <a:pt x="625527" y="7569"/>
                  </a:lnTo>
                  <a:lnTo>
                    <a:pt x="628123" y="7569"/>
                  </a:lnTo>
                  <a:lnTo>
                    <a:pt x="630718" y="7569"/>
                  </a:lnTo>
                  <a:lnTo>
                    <a:pt x="633314" y="7569"/>
                  </a:lnTo>
                  <a:lnTo>
                    <a:pt x="635909" y="7569"/>
                  </a:lnTo>
                  <a:lnTo>
                    <a:pt x="638505" y="7569"/>
                  </a:lnTo>
                  <a:lnTo>
                    <a:pt x="641101" y="7569"/>
                  </a:lnTo>
                  <a:lnTo>
                    <a:pt x="643696" y="7569"/>
                  </a:lnTo>
                  <a:lnTo>
                    <a:pt x="646292" y="7569"/>
                  </a:lnTo>
                  <a:lnTo>
                    <a:pt x="648887" y="7569"/>
                  </a:lnTo>
                  <a:lnTo>
                    <a:pt x="651483" y="7569"/>
                  </a:lnTo>
                  <a:lnTo>
                    <a:pt x="654078" y="7569"/>
                  </a:lnTo>
                  <a:lnTo>
                    <a:pt x="656674" y="7569"/>
                  </a:lnTo>
                  <a:lnTo>
                    <a:pt x="659269" y="7569"/>
                  </a:lnTo>
                  <a:lnTo>
                    <a:pt x="661865" y="7569"/>
                  </a:lnTo>
                  <a:lnTo>
                    <a:pt x="664460" y="7569"/>
                  </a:lnTo>
                  <a:lnTo>
                    <a:pt x="667056" y="7569"/>
                  </a:lnTo>
                  <a:lnTo>
                    <a:pt x="669652" y="7569"/>
                  </a:lnTo>
                  <a:lnTo>
                    <a:pt x="672247" y="7569"/>
                  </a:lnTo>
                  <a:lnTo>
                    <a:pt x="674843" y="7569"/>
                  </a:lnTo>
                  <a:lnTo>
                    <a:pt x="677438" y="7569"/>
                  </a:lnTo>
                  <a:lnTo>
                    <a:pt x="680034" y="7569"/>
                  </a:lnTo>
                  <a:lnTo>
                    <a:pt x="682629" y="7569"/>
                  </a:lnTo>
                  <a:lnTo>
                    <a:pt x="685225" y="7569"/>
                  </a:lnTo>
                  <a:lnTo>
                    <a:pt x="687820" y="7569"/>
                  </a:lnTo>
                  <a:lnTo>
                    <a:pt x="690416" y="7569"/>
                  </a:lnTo>
                  <a:lnTo>
                    <a:pt x="693012" y="7569"/>
                  </a:lnTo>
                  <a:lnTo>
                    <a:pt x="695607" y="7569"/>
                  </a:lnTo>
                  <a:lnTo>
                    <a:pt x="700798" y="7569"/>
                  </a:lnTo>
                  <a:lnTo>
                    <a:pt x="703394" y="7569"/>
                  </a:lnTo>
                  <a:lnTo>
                    <a:pt x="705989" y="7569"/>
                  </a:lnTo>
                  <a:lnTo>
                    <a:pt x="708585" y="7569"/>
                  </a:lnTo>
                  <a:lnTo>
                    <a:pt x="711180" y="7569"/>
                  </a:lnTo>
                  <a:lnTo>
                    <a:pt x="713776" y="7569"/>
                  </a:lnTo>
                  <a:lnTo>
                    <a:pt x="716371" y="7569"/>
                  </a:lnTo>
                  <a:lnTo>
                    <a:pt x="718967" y="7569"/>
                  </a:lnTo>
                  <a:lnTo>
                    <a:pt x="721563" y="7569"/>
                  </a:lnTo>
                  <a:lnTo>
                    <a:pt x="724158" y="7569"/>
                  </a:lnTo>
                  <a:lnTo>
                    <a:pt x="726754" y="7569"/>
                  </a:lnTo>
                  <a:lnTo>
                    <a:pt x="726754" y="3784"/>
                  </a:lnTo>
                  <a:lnTo>
                    <a:pt x="729349" y="3784"/>
                  </a:lnTo>
                  <a:lnTo>
                    <a:pt x="731945" y="3784"/>
                  </a:lnTo>
                  <a:lnTo>
                    <a:pt x="734540" y="3784"/>
                  </a:lnTo>
                  <a:lnTo>
                    <a:pt x="737136" y="3784"/>
                  </a:lnTo>
                  <a:lnTo>
                    <a:pt x="739731" y="3784"/>
                  </a:lnTo>
                  <a:lnTo>
                    <a:pt x="742327" y="3784"/>
                  </a:lnTo>
                  <a:lnTo>
                    <a:pt x="744923" y="3784"/>
                  </a:lnTo>
                  <a:lnTo>
                    <a:pt x="747518" y="3784"/>
                  </a:lnTo>
                  <a:lnTo>
                    <a:pt x="750114" y="3784"/>
                  </a:lnTo>
                  <a:lnTo>
                    <a:pt x="752709" y="3784"/>
                  </a:lnTo>
                  <a:lnTo>
                    <a:pt x="755305" y="3784"/>
                  </a:lnTo>
                  <a:lnTo>
                    <a:pt x="757900" y="3784"/>
                  </a:lnTo>
                  <a:lnTo>
                    <a:pt x="760496" y="3784"/>
                  </a:lnTo>
                  <a:lnTo>
                    <a:pt x="763091" y="3784"/>
                  </a:lnTo>
                  <a:lnTo>
                    <a:pt x="765687" y="3784"/>
                  </a:lnTo>
                  <a:lnTo>
                    <a:pt x="768282" y="3784"/>
                  </a:lnTo>
                  <a:lnTo>
                    <a:pt x="770878" y="3784"/>
                  </a:lnTo>
                  <a:lnTo>
                    <a:pt x="773474" y="3784"/>
                  </a:lnTo>
                  <a:lnTo>
                    <a:pt x="776069" y="3784"/>
                  </a:lnTo>
                  <a:lnTo>
                    <a:pt x="778665" y="3784"/>
                  </a:lnTo>
                  <a:lnTo>
                    <a:pt x="781260" y="3784"/>
                  </a:lnTo>
                  <a:lnTo>
                    <a:pt x="783856" y="3784"/>
                  </a:lnTo>
                  <a:lnTo>
                    <a:pt x="786451" y="3784"/>
                  </a:lnTo>
                  <a:lnTo>
                    <a:pt x="789047" y="3784"/>
                  </a:lnTo>
                  <a:lnTo>
                    <a:pt x="791642" y="3784"/>
                  </a:lnTo>
                  <a:lnTo>
                    <a:pt x="794238" y="3784"/>
                  </a:lnTo>
                  <a:lnTo>
                    <a:pt x="796834" y="3784"/>
                  </a:lnTo>
                  <a:lnTo>
                    <a:pt x="799429" y="3784"/>
                  </a:lnTo>
                  <a:lnTo>
                    <a:pt x="802025" y="3784"/>
                  </a:lnTo>
                  <a:lnTo>
                    <a:pt x="804620" y="3784"/>
                  </a:lnTo>
                  <a:lnTo>
                    <a:pt x="807216" y="3784"/>
                  </a:lnTo>
                  <a:lnTo>
                    <a:pt x="809811" y="3784"/>
                  </a:lnTo>
                  <a:lnTo>
                    <a:pt x="812407" y="3784"/>
                  </a:lnTo>
                  <a:lnTo>
                    <a:pt x="815002" y="3784"/>
                  </a:lnTo>
                  <a:lnTo>
                    <a:pt x="817598" y="3784"/>
                  </a:lnTo>
                  <a:lnTo>
                    <a:pt x="820194" y="3784"/>
                  </a:lnTo>
                  <a:lnTo>
                    <a:pt x="822789" y="3784"/>
                  </a:lnTo>
                  <a:lnTo>
                    <a:pt x="825385" y="3784"/>
                  </a:lnTo>
                  <a:lnTo>
                    <a:pt x="827980" y="3784"/>
                  </a:lnTo>
                  <a:lnTo>
                    <a:pt x="830576" y="3784"/>
                  </a:lnTo>
                  <a:lnTo>
                    <a:pt x="833171" y="3784"/>
                  </a:lnTo>
                  <a:lnTo>
                    <a:pt x="835767" y="3784"/>
                  </a:lnTo>
                  <a:lnTo>
                    <a:pt x="838362" y="3784"/>
                  </a:lnTo>
                  <a:lnTo>
                    <a:pt x="840958" y="3784"/>
                  </a:lnTo>
                  <a:lnTo>
                    <a:pt x="843553" y="3784"/>
                  </a:lnTo>
                  <a:lnTo>
                    <a:pt x="846149" y="3784"/>
                  </a:lnTo>
                  <a:lnTo>
                    <a:pt x="848745" y="3784"/>
                  </a:lnTo>
                  <a:lnTo>
                    <a:pt x="851340" y="3784"/>
                  </a:lnTo>
                  <a:lnTo>
                    <a:pt x="853936" y="3784"/>
                  </a:lnTo>
                  <a:lnTo>
                    <a:pt x="856531" y="3784"/>
                  </a:lnTo>
                  <a:lnTo>
                    <a:pt x="859127" y="3784"/>
                  </a:lnTo>
                  <a:lnTo>
                    <a:pt x="861722" y="3784"/>
                  </a:lnTo>
                  <a:lnTo>
                    <a:pt x="864318" y="3784"/>
                  </a:lnTo>
                  <a:lnTo>
                    <a:pt x="866913" y="3784"/>
                  </a:lnTo>
                  <a:lnTo>
                    <a:pt x="869509" y="3784"/>
                  </a:lnTo>
                  <a:lnTo>
                    <a:pt x="872105" y="3784"/>
                  </a:lnTo>
                  <a:lnTo>
                    <a:pt x="874700" y="3784"/>
                  </a:lnTo>
                  <a:lnTo>
                    <a:pt x="877296" y="3784"/>
                  </a:lnTo>
                  <a:lnTo>
                    <a:pt x="879891" y="3784"/>
                  </a:lnTo>
                  <a:lnTo>
                    <a:pt x="882487" y="3784"/>
                  </a:lnTo>
                  <a:lnTo>
                    <a:pt x="885082" y="3784"/>
                  </a:lnTo>
                  <a:lnTo>
                    <a:pt x="887678" y="3784"/>
                  </a:lnTo>
                  <a:lnTo>
                    <a:pt x="890273" y="3784"/>
                  </a:lnTo>
                  <a:lnTo>
                    <a:pt x="892869" y="3784"/>
                  </a:lnTo>
                  <a:lnTo>
                    <a:pt x="895464" y="3784"/>
                  </a:lnTo>
                  <a:lnTo>
                    <a:pt x="898060" y="3784"/>
                  </a:lnTo>
                  <a:lnTo>
                    <a:pt x="900656" y="3784"/>
                  </a:lnTo>
                  <a:lnTo>
                    <a:pt x="903251" y="3784"/>
                  </a:lnTo>
                  <a:lnTo>
                    <a:pt x="905847" y="3784"/>
                  </a:lnTo>
                  <a:lnTo>
                    <a:pt x="908442" y="3784"/>
                  </a:lnTo>
                  <a:lnTo>
                    <a:pt x="911038" y="3784"/>
                  </a:lnTo>
                  <a:lnTo>
                    <a:pt x="913633" y="3784"/>
                  </a:lnTo>
                  <a:lnTo>
                    <a:pt x="916229" y="3784"/>
                  </a:lnTo>
                  <a:lnTo>
                    <a:pt x="918824" y="3784"/>
                  </a:lnTo>
                  <a:lnTo>
                    <a:pt x="921420" y="3784"/>
                  </a:lnTo>
                  <a:lnTo>
                    <a:pt x="924016" y="3784"/>
                  </a:lnTo>
                  <a:lnTo>
                    <a:pt x="926611" y="3784"/>
                  </a:lnTo>
                  <a:lnTo>
                    <a:pt x="929207" y="3784"/>
                  </a:lnTo>
                  <a:lnTo>
                    <a:pt x="931802" y="3784"/>
                  </a:lnTo>
                  <a:lnTo>
                    <a:pt x="934398" y="3784"/>
                  </a:lnTo>
                  <a:lnTo>
                    <a:pt x="936993" y="3784"/>
                  </a:lnTo>
                  <a:lnTo>
                    <a:pt x="939589" y="3784"/>
                  </a:lnTo>
                  <a:lnTo>
                    <a:pt x="942184" y="3784"/>
                  </a:lnTo>
                  <a:lnTo>
                    <a:pt x="944780" y="3784"/>
                  </a:lnTo>
                  <a:lnTo>
                    <a:pt x="947375" y="3784"/>
                  </a:lnTo>
                  <a:lnTo>
                    <a:pt x="949971" y="3784"/>
                  </a:lnTo>
                  <a:lnTo>
                    <a:pt x="952567" y="3784"/>
                  </a:lnTo>
                  <a:lnTo>
                    <a:pt x="955162" y="3784"/>
                  </a:lnTo>
                  <a:lnTo>
                    <a:pt x="957758" y="3784"/>
                  </a:lnTo>
                  <a:lnTo>
                    <a:pt x="960353" y="3784"/>
                  </a:lnTo>
                  <a:lnTo>
                    <a:pt x="962949" y="3784"/>
                  </a:lnTo>
                  <a:lnTo>
                    <a:pt x="965544" y="3784"/>
                  </a:lnTo>
                  <a:lnTo>
                    <a:pt x="968140" y="3784"/>
                  </a:lnTo>
                  <a:lnTo>
                    <a:pt x="970735" y="3784"/>
                  </a:lnTo>
                  <a:lnTo>
                    <a:pt x="973331" y="3784"/>
                  </a:lnTo>
                  <a:lnTo>
                    <a:pt x="975927" y="3784"/>
                  </a:lnTo>
                  <a:lnTo>
                    <a:pt x="978522" y="3784"/>
                  </a:lnTo>
                  <a:lnTo>
                    <a:pt x="981118" y="3784"/>
                  </a:lnTo>
                  <a:lnTo>
                    <a:pt x="983713" y="3784"/>
                  </a:lnTo>
                  <a:lnTo>
                    <a:pt x="986309" y="3784"/>
                  </a:lnTo>
                  <a:lnTo>
                    <a:pt x="988904" y="3784"/>
                  </a:lnTo>
                  <a:lnTo>
                    <a:pt x="991500" y="3784"/>
                  </a:lnTo>
                  <a:lnTo>
                    <a:pt x="994095" y="3784"/>
                  </a:lnTo>
                  <a:lnTo>
                    <a:pt x="996691" y="3784"/>
                  </a:lnTo>
                  <a:lnTo>
                    <a:pt x="999287" y="3784"/>
                  </a:lnTo>
                  <a:lnTo>
                    <a:pt x="1001882" y="3784"/>
                  </a:lnTo>
                  <a:lnTo>
                    <a:pt x="1004478" y="3784"/>
                  </a:lnTo>
                  <a:lnTo>
                    <a:pt x="1007073" y="3784"/>
                  </a:lnTo>
                  <a:lnTo>
                    <a:pt x="1009669" y="3784"/>
                  </a:lnTo>
                  <a:lnTo>
                    <a:pt x="1012264" y="3784"/>
                  </a:lnTo>
                  <a:lnTo>
                    <a:pt x="1014860" y="3784"/>
                  </a:lnTo>
                  <a:lnTo>
                    <a:pt x="1017455" y="3784"/>
                  </a:lnTo>
                  <a:lnTo>
                    <a:pt x="1020051" y="3784"/>
                  </a:lnTo>
                  <a:lnTo>
                    <a:pt x="1022646" y="3784"/>
                  </a:lnTo>
                  <a:lnTo>
                    <a:pt x="1025242" y="3784"/>
                  </a:lnTo>
                  <a:lnTo>
                    <a:pt x="1027838" y="3784"/>
                  </a:lnTo>
                  <a:lnTo>
                    <a:pt x="1030433" y="3784"/>
                  </a:lnTo>
                  <a:lnTo>
                    <a:pt x="1033029" y="3784"/>
                  </a:lnTo>
                  <a:lnTo>
                    <a:pt x="1035624" y="3784"/>
                  </a:lnTo>
                  <a:lnTo>
                    <a:pt x="1038220" y="3784"/>
                  </a:lnTo>
                  <a:lnTo>
                    <a:pt x="1040815" y="3784"/>
                  </a:lnTo>
                  <a:lnTo>
                    <a:pt x="1043411" y="3784"/>
                  </a:lnTo>
                  <a:lnTo>
                    <a:pt x="1046006" y="3784"/>
                  </a:lnTo>
                  <a:lnTo>
                    <a:pt x="1048602" y="3784"/>
                  </a:lnTo>
                  <a:lnTo>
                    <a:pt x="1051198" y="3784"/>
                  </a:lnTo>
                  <a:lnTo>
                    <a:pt x="1053793" y="3784"/>
                  </a:lnTo>
                  <a:lnTo>
                    <a:pt x="1056389" y="3784"/>
                  </a:lnTo>
                  <a:lnTo>
                    <a:pt x="1058984" y="3784"/>
                  </a:lnTo>
                  <a:lnTo>
                    <a:pt x="1061580" y="3784"/>
                  </a:lnTo>
                  <a:lnTo>
                    <a:pt x="1064175" y="3784"/>
                  </a:lnTo>
                  <a:lnTo>
                    <a:pt x="1066771" y="3784"/>
                  </a:lnTo>
                  <a:lnTo>
                    <a:pt x="1069366" y="3784"/>
                  </a:lnTo>
                  <a:lnTo>
                    <a:pt x="1071962" y="3784"/>
                  </a:lnTo>
                  <a:lnTo>
                    <a:pt x="1074557" y="3784"/>
                  </a:lnTo>
                  <a:lnTo>
                    <a:pt x="1077153" y="3784"/>
                  </a:lnTo>
                  <a:lnTo>
                    <a:pt x="1079749" y="3784"/>
                  </a:lnTo>
                  <a:lnTo>
                    <a:pt x="1082344" y="3784"/>
                  </a:lnTo>
                  <a:lnTo>
                    <a:pt x="1084940" y="3784"/>
                  </a:lnTo>
                  <a:lnTo>
                    <a:pt x="1087535" y="3784"/>
                  </a:lnTo>
                  <a:lnTo>
                    <a:pt x="1090131" y="3784"/>
                  </a:lnTo>
                  <a:lnTo>
                    <a:pt x="1092726" y="3784"/>
                  </a:lnTo>
                  <a:lnTo>
                    <a:pt x="1095322" y="3784"/>
                  </a:lnTo>
                  <a:lnTo>
                    <a:pt x="1097917" y="3784"/>
                  </a:lnTo>
                  <a:lnTo>
                    <a:pt x="1100513" y="3784"/>
                  </a:lnTo>
                  <a:lnTo>
                    <a:pt x="1103109" y="3784"/>
                  </a:lnTo>
                  <a:lnTo>
                    <a:pt x="1105704" y="3784"/>
                  </a:lnTo>
                  <a:lnTo>
                    <a:pt x="1108300" y="3784"/>
                  </a:lnTo>
                  <a:lnTo>
                    <a:pt x="1110895" y="3784"/>
                  </a:lnTo>
                  <a:lnTo>
                    <a:pt x="1113491" y="3784"/>
                  </a:lnTo>
                  <a:lnTo>
                    <a:pt x="1116086" y="3784"/>
                  </a:lnTo>
                  <a:lnTo>
                    <a:pt x="1118682" y="3784"/>
                  </a:lnTo>
                  <a:lnTo>
                    <a:pt x="1121277" y="3784"/>
                  </a:lnTo>
                  <a:lnTo>
                    <a:pt x="1123873" y="3784"/>
                  </a:lnTo>
                  <a:lnTo>
                    <a:pt x="1126468" y="3784"/>
                  </a:lnTo>
                  <a:lnTo>
                    <a:pt x="1129064" y="3784"/>
                  </a:lnTo>
                  <a:lnTo>
                    <a:pt x="1131660" y="3784"/>
                  </a:lnTo>
                  <a:lnTo>
                    <a:pt x="1131660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l811"/>
            <p:cNvSpPr/>
            <p:nvPr/>
          </p:nvSpPr>
          <p:spPr>
            <a:xfrm>
              <a:off x="8707863" y="1510963"/>
              <a:ext cx="1244826" cy="1244826"/>
            </a:xfrm>
            <a:custGeom>
              <a:avLst/>
              <a:pathLst>
                <a:path w="1244826" h="1244826">
                  <a:moveTo>
                    <a:pt x="0" y="1244826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12" name="pg812"/>
            <p:cNvSpPr/>
            <p:nvPr/>
          </p:nvSpPr>
          <p:spPr>
            <a:xfrm>
              <a:off x="9047361" y="2045208"/>
              <a:ext cx="905328" cy="710580"/>
            </a:xfrm>
            <a:custGeom>
              <a:avLst/>
              <a:pathLst>
                <a:path w="905328" h="710580">
                  <a:moveTo>
                    <a:pt x="905328" y="710580"/>
                  </a:moveTo>
                  <a:lnTo>
                    <a:pt x="905328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710580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8623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tx813"/>
            <p:cNvSpPr/>
            <p:nvPr/>
          </p:nvSpPr>
          <p:spPr>
            <a:xfrm>
              <a:off x="9092891" y="2060133"/>
              <a:ext cx="2113622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1.81 [1.113, 2.290]</a:t>
              </a:r>
            </a:p>
          </p:txBody>
        </p:sp>
        <p:sp>
          <p:nvSpPr>
            <p:cNvPr id="814" name="tx814"/>
            <p:cNvSpPr/>
            <p:nvPr/>
          </p:nvSpPr>
          <p:spPr>
            <a:xfrm>
              <a:off x="9092891" y="2305577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0.981</a:t>
              </a:r>
            </a:p>
          </p:txBody>
        </p:sp>
        <p:sp>
          <p:nvSpPr>
            <p:cNvPr id="815" name="tx815"/>
            <p:cNvSpPr/>
            <p:nvPr/>
          </p:nvSpPr>
          <p:spPr>
            <a:xfrm>
              <a:off x="9092891" y="2525530"/>
              <a:ext cx="1176935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0.918</a:t>
              </a:r>
            </a:p>
          </p:txBody>
        </p:sp>
        <p:sp>
          <p:nvSpPr>
            <p:cNvPr id="816" name="tx816"/>
            <p:cNvSpPr/>
            <p:nvPr/>
          </p:nvSpPr>
          <p:spPr>
            <a:xfrm>
              <a:off x="9092891" y="2744074"/>
              <a:ext cx="974480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0.970</a:t>
              </a:r>
            </a:p>
          </p:txBody>
        </p:sp>
        <p:sp>
          <p:nvSpPr>
            <p:cNvPr id="817" name="tx817"/>
            <p:cNvSpPr/>
            <p:nvPr/>
          </p:nvSpPr>
          <p:spPr>
            <a:xfrm>
              <a:off x="8351312" y="264614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818" name="tx818"/>
            <p:cNvSpPr/>
            <p:nvPr/>
          </p:nvSpPr>
          <p:spPr>
            <a:xfrm>
              <a:off x="8351312" y="236322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819" name="tx819"/>
            <p:cNvSpPr/>
            <p:nvPr/>
          </p:nvSpPr>
          <p:spPr>
            <a:xfrm>
              <a:off x="8351312" y="208031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820" name="tx820"/>
            <p:cNvSpPr/>
            <p:nvPr/>
          </p:nvSpPr>
          <p:spPr>
            <a:xfrm>
              <a:off x="8351312" y="179739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821" name="tx821"/>
            <p:cNvSpPr/>
            <p:nvPr/>
          </p:nvSpPr>
          <p:spPr>
            <a:xfrm>
              <a:off x="8351312" y="1514483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822" name="tx822"/>
            <p:cNvSpPr/>
            <p:nvPr/>
          </p:nvSpPr>
          <p:spPr>
            <a:xfrm>
              <a:off x="8626026" y="2833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823" name="tx823"/>
            <p:cNvSpPr/>
            <p:nvPr/>
          </p:nvSpPr>
          <p:spPr>
            <a:xfrm>
              <a:off x="8908941" y="2833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824" name="tx824"/>
            <p:cNvSpPr/>
            <p:nvPr/>
          </p:nvSpPr>
          <p:spPr>
            <a:xfrm>
              <a:off x="9191856" y="2833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825" name="tx825"/>
            <p:cNvSpPr/>
            <p:nvPr/>
          </p:nvSpPr>
          <p:spPr>
            <a:xfrm>
              <a:off x="9474771" y="2833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826" name="tx826"/>
            <p:cNvSpPr/>
            <p:nvPr/>
          </p:nvSpPr>
          <p:spPr>
            <a:xfrm>
              <a:off x="9757686" y="2833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827" name="tx827"/>
            <p:cNvSpPr/>
            <p:nvPr/>
          </p:nvSpPr>
          <p:spPr>
            <a:xfrm>
              <a:off x="7951892" y="2983070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828" name="tx828"/>
            <p:cNvSpPr/>
            <p:nvPr/>
          </p:nvSpPr>
          <p:spPr>
            <a:xfrm rot="-5400000">
              <a:off x="6980294" y="2049945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829" name="tx829"/>
            <p:cNvSpPr/>
            <p:nvPr/>
          </p:nvSpPr>
          <p:spPr>
            <a:xfrm>
              <a:off x="8707863" y="1231567"/>
              <a:ext cx="201587" cy="1527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B.</a:t>
              </a:r>
            </a:p>
          </p:txBody>
        </p:sp>
        <p:sp>
          <p:nvSpPr>
            <p:cNvPr id="830" name="rc830"/>
            <p:cNvSpPr/>
            <p:nvPr/>
          </p:nvSpPr>
          <p:spPr>
            <a:xfrm>
              <a:off x="10698162" y="1143000"/>
              <a:ext cx="4937759" cy="21335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rc831"/>
            <p:cNvSpPr/>
            <p:nvPr/>
          </p:nvSpPr>
          <p:spPr>
            <a:xfrm>
              <a:off x="11098526" y="1440278"/>
              <a:ext cx="4467807" cy="142643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" name="pl832"/>
            <p:cNvSpPr/>
            <p:nvPr/>
          </p:nvSpPr>
          <p:spPr>
            <a:xfrm>
              <a:off x="11098526" y="2669346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l833"/>
            <p:cNvSpPr/>
            <p:nvPr/>
          </p:nvSpPr>
          <p:spPr>
            <a:xfrm>
              <a:off x="11098526" y="2311121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l834"/>
            <p:cNvSpPr/>
            <p:nvPr/>
          </p:nvSpPr>
          <p:spPr>
            <a:xfrm>
              <a:off x="11098526" y="1952896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l835"/>
            <p:cNvSpPr/>
            <p:nvPr/>
          </p:nvSpPr>
          <p:spPr>
            <a:xfrm>
              <a:off x="11098526" y="1594672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l836"/>
            <p:cNvSpPr/>
            <p:nvPr/>
          </p:nvSpPr>
          <p:spPr>
            <a:xfrm>
              <a:off x="11336914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l837"/>
            <p:cNvSpPr/>
            <p:nvPr/>
          </p:nvSpPr>
          <p:spPr>
            <a:xfrm>
              <a:off x="12311235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l838"/>
            <p:cNvSpPr/>
            <p:nvPr/>
          </p:nvSpPr>
          <p:spPr>
            <a:xfrm>
              <a:off x="13285556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l839"/>
            <p:cNvSpPr/>
            <p:nvPr/>
          </p:nvSpPr>
          <p:spPr>
            <a:xfrm>
              <a:off x="14259878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l840"/>
            <p:cNvSpPr/>
            <p:nvPr/>
          </p:nvSpPr>
          <p:spPr>
            <a:xfrm>
              <a:off x="15234199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l841"/>
            <p:cNvSpPr/>
            <p:nvPr/>
          </p:nvSpPr>
          <p:spPr>
            <a:xfrm>
              <a:off x="11098526" y="2848458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l842"/>
            <p:cNvSpPr/>
            <p:nvPr/>
          </p:nvSpPr>
          <p:spPr>
            <a:xfrm>
              <a:off x="11098526" y="2490233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l843"/>
            <p:cNvSpPr/>
            <p:nvPr/>
          </p:nvSpPr>
          <p:spPr>
            <a:xfrm>
              <a:off x="11098526" y="2132009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l844"/>
            <p:cNvSpPr/>
            <p:nvPr/>
          </p:nvSpPr>
          <p:spPr>
            <a:xfrm>
              <a:off x="11098526" y="1773784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l845"/>
            <p:cNvSpPr/>
            <p:nvPr/>
          </p:nvSpPr>
          <p:spPr>
            <a:xfrm>
              <a:off x="11824074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l846"/>
            <p:cNvSpPr/>
            <p:nvPr/>
          </p:nvSpPr>
          <p:spPr>
            <a:xfrm>
              <a:off x="12798396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l847"/>
            <p:cNvSpPr/>
            <p:nvPr/>
          </p:nvSpPr>
          <p:spPr>
            <a:xfrm>
              <a:off x="13772717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l848"/>
            <p:cNvSpPr/>
            <p:nvPr/>
          </p:nvSpPr>
          <p:spPr>
            <a:xfrm>
              <a:off x="14747038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12213198" y="25560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12379895" y="26624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12018938" y="27102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12884577" y="25355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12889828" y="24999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13049961" y="24787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12351674" y="25762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12192854" y="25995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12091786" y="25901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13370228" y="26682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12196135" y="25409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12603688" y="25643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12402208" y="25658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11787926" y="26152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11764956" y="2752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13280973" y="24624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13480484" y="26760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13531018" y="27199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11998593" y="27243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12326736" y="27241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12237481" y="24617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12262420" y="24605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12324767" y="26173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12671941" y="26343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12710006" y="25649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12599750" y="24418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12520996" y="24107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13775155" y="24963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14331028" y="24805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13415511" y="24223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13172030" y="2392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13378103" y="25905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13363665" y="26082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12680473" y="26731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14160394" y="24385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14563353" y="23817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12250607" y="26535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12517058" y="27108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11983499" y="24889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11820740" y="24248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13047992" y="25207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13156279" y="23643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13430606" y="23775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13548737" y="23836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13620272" y="23839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13623554" y="23886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14212241" y="23687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14503631" y="23788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12473087" y="24915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11884400" y="27602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12061597" y="2648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11892275" y="25929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11888338" y="26208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14121017" y="24956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13980572" y="24784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13783687" y="26793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12246669" y="26492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12362831" y="25890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12471774" y="26004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12644377" y="24308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12679160" y="26140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12403521" y="24325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12446179" y="24140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12545278" y="25090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12711975" y="25085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12559717" y="25361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13630116" y="2683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13611741" y="25337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13606490" y="25963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11971686" y="2445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12003844" y="26857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12074066" y="26422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14100016" y="25527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14440628" y="2515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14270650" y="25677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14279182" y="25388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12213198" y="26564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12209917" y="26448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12043877" y="25701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12113443" y="25534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12138382" y="25579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12790729" y="26540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13082119" y="26174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12254544" y="26334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12358237" y="24423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13525111" y="25462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12277514" y="26170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12820918" y="24709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12647659" y="23907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13360384" y="25928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14077702" y="25332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13807313" y="25509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13859816" y="25142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12187603" y="27326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12175790" y="24523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12051752" y="26806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12126569" y="25332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12278827" y="26946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12505901" y="27209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12297859" y="24299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12160696" y="26773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13106402" y="25540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13519861" y="26467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13823064" y="26297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11858149" y="25714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12489494" y="26805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12743476" y="26925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12585968" y="26863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12852419" y="24348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12959394" y="23950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13330195" y="23897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13038804" y="23552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12383176" y="25539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12381863" y="26837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12420584" y="27277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12394333" y="27089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12386457" y="24905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t966"/>
            <p:cNvSpPr/>
            <p:nvPr/>
          </p:nvSpPr>
          <p:spPr>
            <a:xfrm>
              <a:off x="12401552" y="26725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t967"/>
            <p:cNvSpPr/>
            <p:nvPr/>
          </p:nvSpPr>
          <p:spPr>
            <a:xfrm>
              <a:off x="12384489" y="2679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t968"/>
            <p:cNvSpPr/>
            <p:nvPr/>
          </p:nvSpPr>
          <p:spPr>
            <a:xfrm>
              <a:off x="14273275" y="23618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t969"/>
            <p:cNvSpPr/>
            <p:nvPr/>
          </p:nvSpPr>
          <p:spPr>
            <a:xfrm>
              <a:off x="14235867" y="23627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t970"/>
            <p:cNvSpPr/>
            <p:nvPr/>
          </p:nvSpPr>
          <p:spPr>
            <a:xfrm>
              <a:off x="14548258" y="23479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t971"/>
            <p:cNvSpPr/>
            <p:nvPr/>
          </p:nvSpPr>
          <p:spPr>
            <a:xfrm>
              <a:off x="11846335" y="27770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t972"/>
            <p:cNvSpPr/>
            <p:nvPr/>
          </p:nvSpPr>
          <p:spPr>
            <a:xfrm>
              <a:off x="11930340" y="26034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t973"/>
            <p:cNvSpPr/>
            <p:nvPr/>
          </p:nvSpPr>
          <p:spPr>
            <a:xfrm>
              <a:off x="12347080" y="27165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t974"/>
            <p:cNvSpPr/>
            <p:nvPr/>
          </p:nvSpPr>
          <p:spPr>
            <a:xfrm>
              <a:off x="12083910" y="25120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t975"/>
            <p:cNvSpPr/>
            <p:nvPr/>
          </p:nvSpPr>
          <p:spPr>
            <a:xfrm>
              <a:off x="12093755" y="27111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t976"/>
            <p:cNvSpPr/>
            <p:nvPr/>
          </p:nvSpPr>
          <p:spPr>
            <a:xfrm>
              <a:off x="12482931" y="24794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t977"/>
            <p:cNvSpPr/>
            <p:nvPr/>
          </p:nvSpPr>
          <p:spPr>
            <a:xfrm>
              <a:off x="12706724" y="25110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t978"/>
            <p:cNvSpPr/>
            <p:nvPr/>
          </p:nvSpPr>
          <p:spPr>
            <a:xfrm>
              <a:off x="12166602" y="27120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t979"/>
            <p:cNvSpPr/>
            <p:nvPr/>
          </p:nvSpPr>
          <p:spPr>
            <a:xfrm>
              <a:off x="12274233" y="26045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t980"/>
            <p:cNvSpPr/>
            <p:nvPr/>
          </p:nvSpPr>
          <p:spPr>
            <a:xfrm>
              <a:off x="12605656" y="26334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t981"/>
            <p:cNvSpPr/>
            <p:nvPr/>
          </p:nvSpPr>
          <p:spPr>
            <a:xfrm>
              <a:off x="12627970" y="24936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t982"/>
            <p:cNvSpPr/>
            <p:nvPr/>
          </p:nvSpPr>
          <p:spPr>
            <a:xfrm>
              <a:off x="13246846" y="2584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t983"/>
            <p:cNvSpPr/>
            <p:nvPr/>
          </p:nvSpPr>
          <p:spPr>
            <a:xfrm>
              <a:off x="13300005" y="25742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t984"/>
            <p:cNvSpPr/>
            <p:nvPr/>
          </p:nvSpPr>
          <p:spPr>
            <a:xfrm>
              <a:off x="11850273" y="26805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t985"/>
            <p:cNvSpPr/>
            <p:nvPr/>
          </p:nvSpPr>
          <p:spPr>
            <a:xfrm>
              <a:off x="11841085" y="27673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t986"/>
            <p:cNvSpPr/>
            <p:nvPr/>
          </p:nvSpPr>
          <p:spPr>
            <a:xfrm>
              <a:off x="12948237" y="25316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t987"/>
            <p:cNvSpPr/>
            <p:nvPr/>
          </p:nvSpPr>
          <p:spPr>
            <a:xfrm>
              <a:off x="12448805" y="24342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t988"/>
            <p:cNvSpPr/>
            <p:nvPr/>
          </p:nvSpPr>
          <p:spPr>
            <a:xfrm>
              <a:off x="12496057" y="24520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t989"/>
            <p:cNvSpPr/>
            <p:nvPr/>
          </p:nvSpPr>
          <p:spPr>
            <a:xfrm>
              <a:off x="12492776" y="23778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90"/>
            <p:cNvSpPr/>
            <p:nvPr/>
          </p:nvSpPr>
          <p:spPr>
            <a:xfrm>
              <a:off x="12330673" y="27027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t991"/>
            <p:cNvSpPr/>
            <p:nvPr/>
          </p:nvSpPr>
          <p:spPr>
            <a:xfrm>
              <a:off x="12440929" y="25887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t992"/>
            <p:cNvSpPr/>
            <p:nvPr/>
          </p:nvSpPr>
          <p:spPr>
            <a:xfrm>
              <a:off x="12562998" y="26249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t993"/>
            <p:cNvSpPr/>
            <p:nvPr/>
          </p:nvSpPr>
          <p:spPr>
            <a:xfrm>
              <a:off x="12444211" y="26521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t994"/>
            <p:cNvSpPr/>
            <p:nvPr/>
          </p:nvSpPr>
          <p:spPr>
            <a:xfrm>
              <a:off x="12446179" y="26208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t995"/>
            <p:cNvSpPr/>
            <p:nvPr/>
          </p:nvSpPr>
          <p:spPr>
            <a:xfrm>
              <a:off x="12410740" y="24993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t996"/>
            <p:cNvSpPr/>
            <p:nvPr/>
          </p:nvSpPr>
          <p:spPr>
            <a:xfrm>
              <a:off x="12490150" y="24137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t997"/>
            <p:cNvSpPr/>
            <p:nvPr/>
          </p:nvSpPr>
          <p:spPr>
            <a:xfrm>
              <a:off x="13266535" y="25172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t998"/>
            <p:cNvSpPr/>
            <p:nvPr/>
          </p:nvSpPr>
          <p:spPr>
            <a:xfrm>
              <a:off x="13145122" y="25391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t999"/>
            <p:cNvSpPr/>
            <p:nvPr/>
          </p:nvSpPr>
          <p:spPr>
            <a:xfrm>
              <a:off x="13019772" y="25123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t1000"/>
            <p:cNvSpPr/>
            <p:nvPr/>
          </p:nvSpPr>
          <p:spPr>
            <a:xfrm>
              <a:off x="13385979" y="24220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t1001"/>
            <p:cNvSpPr/>
            <p:nvPr/>
          </p:nvSpPr>
          <p:spPr>
            <a:xfrm>
              <a:off x="12908860" y="26955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t1002"/>
            <p:cNvSpPr/>
            <p:nvPr/>
          </p:nvSpPr>
          <p:spPr>
            <a:xfrm>
              <a:off x="11945434" y="25032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t1003"/>
            <p:cNvSpPr/>
            <p:nvPr/>
          </p:nvSpPr>
          <p:spPr>
            <a:xfrm>
              <a:off x="12028782" y="25210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t1004"/>
            <p:cNvSpPr/>
            <p:nvPr/>
          </p:nvSpPr>
          <p:spPr>
            <a:xfrm>
              <a:off x="12053721" y="25218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t1005"/>
            <p:cNvSpPr/>
            <p:nvPr/>
          </p:nvSpPr>
          <p:spPr>
            <a:xfrm>
              <a:off x="11852242" y="26688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t1006"/>
            <p:cNvSpPr/>
            <p:nvPr/>
          </p:nvSpPr>
          <p:spPr>
            <a:xfrm>
              <a:off x="12062909" y="26943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t1007"/>
            <p:cNvSpPr/>
            <p:nvPr/>
          </p:nvSpPr>
          <p:spPr>
            <a:xfrm>
              <a:off x="12517058" y="25639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t1008"/>
            <p:cNvSpPr/>
            <p:nvPr/>
          </p:nvSpPr>
          <p:spPr>
            <a:xfrm>
              <a:off x="12406146" y="26374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t1009"/>
            <p:cNvSpPr/>
            <p:nvPr/>
          </p:nvSpPr>
          <p:spPr>
            <a:xfrm>
              <a:off x="13153654" y="24141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t1010"/>
            <p:cNvSpPr/>
            <p:nvPr/>
          </p:nvSpPr>
          <p:spPr>
            <a:xfrm>
              <a:off x="13218626" y="24068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t1011"/>
            <p:cNvSpPr/>
            <p:nvPr/>
          </p:nvSpPr>
          <p:spPr>
            <a:xfrm>
              <a:off x="14188615" y="26397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t1012"/>
            <p:cNvSpPr/>
            <p:nvPr/>
          </p:nvSpPr>
          <p:spPr>
            <a:xfrm>
              <a:off x="13928070" y="26367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t1013"/>
            <p:cNvSpPr/>
            <p:nvPr/>
          </p:nvSpPr>
          <p:spPr>
            <a:xfrm>
              <a:off x="14100672" y="26017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t1014"/>
            <p:cNvSpPr/>
            <p:nvPr/>
          </p:nvSpPr>
          <p:spPr>
            <a:xfrm>
              <a:off x="14496412" y="26665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t1015"/>
            <p:cNvSpPr/>
            <p:nvPr/>
          </p:nvSpPr>
          <p:spPr>
            <a:xfrm>
              <a:off x="11813521" y="26075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t1016"/>
            <p:cNvSpPr/>
            <p:nvPr/>
          </p:nvSpPr>
          <p:spPr>
            <a:xfrm>
              <a:off x="11856836" y="27450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t1017"/>
            <p:cNvSpPr/>
            <p:nvPr/>
          </p:nvSpPr>
          <p:spPr>
            <a:xfrm>
              <a:off x="12039283" y="25216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t1018"/>
            <p:cNvSpPr/>
            <p:nvPr/>
          </p:nvSpPr>
          <p:spPr>
            <a:xfrm>
              <a:off x="13209438" y="24714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t1019"/>
            <p:cNvSpPr/>
            <p:nvPr/>
          </p:nvSpPr>
          <p:spPr>
            <a:xfrm>
              <a:off x="13334788" y="26223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t1020"/>
            <p:cNvSpPr/>
            <p:nvPr/>
          </p:nvSpPr>
          <p:spPr>
            <a:xfrm>
              <a:off x="13590739" y="26879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t1021"/>
            <p:cNvSpPr/>
            <p:nvPr/>
          </p:nvSpPr>
          <p:spPr>
            <a:xfrm>
              <a:off x="13469983" y="26194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t1022"/>
            <p:cNvSpPr/>
            <p:nvPr/>
          </p:nvSpPr>
          <p:spPr>
            <a:xfrm>
              <a:off x="14150550" y="24763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t1023"/>
            <p:cNvSpPr/>
            <p:nvPr/>
          </p:nvSpPr>
          <p:spPr>
            <a:xfrm>
              <a:off x="13435200" y="25028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t1024"/>
            <p:cNvSpPr/>
            <p:nvPr/>
          </p:nvSpPr>
          <p:spPr>
            <a:xfrm>
              <a:off x="12708693" y="24004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t1025"/>
            <p:cNvSpPr/>
            <p:nvPr/>
          </p:nvSpPr>
          <p:spPr>
            <a:xfrm>
              <a:off x="11801708" y="25018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t1026"/>
            <p:cNvSpPr/>
            <p:nvPr/>
          </p:nvSpPr>
          <p:spPr>
            <a:xfrm>
              <a:off x="13238971" y="25900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t1027"/>
            <p:cNvSpPr/>
            <p:nvPr/>
          </p:nvSpPr>
          <p:spPr>
            <a:xfrm>
              <a:off x="13121496" y="2547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t1028"/>
            <p:cNvSpPr/>
            <p:nvPr/>
          </p:nvSpPr>
          <p:spPr>
            <a:xfrm>
              <a:off x="13146435" y="25751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t1029"/>
            <p:cNvSpPr/>
            <p:nvPr/>
          </p:nvSpPr>
          <p:spPr>
            <a:xfrm>
              <a:off x="13536924" y="25013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t1030"/>
            <p:cNvSpPr/>
            <p:nvPr/>
          </p:nvSpPr>
          <p:spPr>
            <a:xfrm>
              <a:off x="12094411" y="26545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t1031"/>
            <p:cNvSpPr/>
            <p:nvPr/>
          </p:nvSpPr>
          <p:spPr>
            <a:xfrm>
              <a:off x="12981707" y="25433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t1032"/>
            <p:cNvSpPr/>
            <p:nvPr/>
          </p:nvSpPr>
          <p:spPr>
            <a:xfrm>
              <a:off x="11811552" y="26118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t1033"/>
            <p:cNvSpPr/>
            <p:nvPr/>
          </p:nvSpPr>
          <p:spPr>
            <a:xfrm>
              <a:off x="11873243" y="25310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t1034"/>
            <p:cNvSpPr/>
            <p:nvPr/>
          </p:nvSpPr>
          <p:spPr>
            <a:xfrm>
              <a:off x="11907370" y="27387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t1035"/>
            <p:cNvSpPr/>
            <p:nvPr/>
          </p:nvSpPr>
          <p:spPr>
            <a:xfrm>
              <a:off x="13710183" y="26157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t1036"/>
            <p:cNvSpPr/>
            <p:nvPr/>
          </p:nvSpPr>
          <p:spPr>
            <a:xfrm>
              <a:off x="13696401" y="25232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t1037"/>
            <p:cNvSpPr/>
            <p:nvPr/>
          </p:nvSpPr>
          <p:spPr>
            <a:xfrm>
              <a:off x="13506079" y="25365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t1038"/>
            <p:cNvSpPr/>
            <p:nvPr/>
          </p:nvSpPr>
          <p:spPr>
            <a:xfrm>
              <a:off x="14134143" y="24047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t1039"/>
            <p:cNvSpPr/>
            <p:nvPr/>
          </p:nvSpPr>
          <p:spPr>
            <a:xfrm>
              <a:off x="11758393" y="26600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t1040"/>
            <p:cNvSpPr/>
            <p:nvPr/>
          </p:nvSpPr>
          <p:spPr>
            <a:xfrm>
              <a:off x="11761018" y="25185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t1041"/>
            <p:cNvSpPr/>
            <p:nvPr/>
          </p:nvSpPr>
          <p:spPr>
            <a:xfrm>
              <a:off x="11764300" y="24869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t1042"/>
            <p:cNvSpPr/>
            <p:nvPr/>
          </p:nvSpPr>
          <p:spPr>
            <a:xfrm>
              <a:off x="12407459" y="26935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t1043"/>
            <p:cNvSpPr/>
            <p:nvPr/>
          </p:nvSpPr>
          <p:spPr>
            <a:xfrm>
              <a:off x="13224533" y="26081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t1044"/>
            <p:cNvSpPr/>
            <p:nvPr/>
          </p:nvSpPr>
          <p:spPr>
            <a:xfrm>
              <a:off x="12189572" y="27012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t1045"/>
            <p:cNvSpPr/>
            <p:nvPr/>
          </p:nvSpPr>
          <p:spPr>
            <a:xfrm>
              <a:off x="12935768" y="26218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l1046"/>
            <p:cNvSpPr/>
            <p:nvPr/>
          </p:nvSpPr>
          <p:spPr>
            <a:xfrm>
              <a:off x="11301608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47" name="pl1047"/>
            <p:cNvSpPr/>
            <p:nvPr/>
          </p:nvSpPr>
          <p:spPr>
            <a:xfrm>
              <a:off x="11098526" y="2612241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48" name="pg1048"/>
            <p:cNvSpPr/>
            <p:nvPr/>
          </p:nvSpPr>
          <p:spPr>
            <a:xfrm>
              <a:off x="11114257" y="1440278"/>
              <a:ext cx="953397" cy="257331"/>
            </a:xfrm>
            <a:custGeom>
              <a:avLst/>
              <a:pathLst>
                <a:path w="953397" h="257331">
                  <a:moveTo>
                    <a:pt x="25146" y="257331"/>
                  </a:moveTo>
                  <a:lnTo>
                    <a:pt x="928251" y="257331"/>
                  </a:lnTo>
                  <a:lnTo>
                    <a:pt x="927239" y="257311"/>
                  </a:lnTo>
                  <a:lnTo>
                    <a:pt x="931282" y="257148"/>
                  </a:lnTo>
                  <a:lnTo>
                    <a:pt x="935247" y="256339"/>
                  </a:lnTo>
                  <a:lnTo>
                    <a:pt x="939031" y="254904"/>
                  </a:lnTo>
                  <a:lnTo>
                    <a:pt x="942536" y="252880"/>
                  </a:lnTo>
                  <a:lnTo>
                    <a:pt x="945671" y="250321"/>
                  </a:lnTo>
                  <a:lnTo>
                    <a:pt x="948354" y="247292"/>
                  </a:lnTo>
                  <a:lnTo>
                    <a:pt x="950517" y="243871"/>
                  </a:lnTo>
                  <a:lnTo>
                    <a:pt x="952103" y="240148"/>
                  </a:lnTo>
                  <a:lnTo>
                    <a:pt x="953072" y="236219"/>
                  </a:lnTo>
                  <a:lnTo>
                    <a:pt x="953397" y="232185"/>
                  </a:lnTo>
                  <a:lnTo>
                    <a:pt x="953397" y="0"/>
                  </a:lnTo>
                  <a:lnTo>
                    <a:pt x="0" y="0"/>
                  </a:lnTo>
                  <a:lnTo>
                    <a:pt x="0" y="232185"/>
                  </a:lnTo>
                  <a:lnTo>
                    <a:pt x="81" y="230162"/>
                  </a:lnTo>
                  <a:lnTo>
                    <a:pt x="81" y="234209"/>
                  </a:lnTo>
                  <a:lnTo>
                    <a:pt x="730" y="238203"/>
                  </a:lnTo>
                  <a:lnTo>
                    <a:pt x="2012" y="242042"/>
                  </a:lnTo>
                  <a:lnTo>
                    <a:pt x="3892" y="245625"/>
                  </a:lnTo>
                  <a:lnTo>
                    <a:pt x="6323" y="248860"/>
                  </a:lnTo>
                  <a:lnTo>
                    <a:pt x="9242" y="251664"/>
                  </a:lnTo>
                  <a:lnTo>
                    <a:pt x="12573" y="253962"/>
                  </a:lnTo>
                  <a:lnTo>
                    <a:pt x="16229" y="255697"/>
                  </a:lnTo>
                  <a:lnTo>
                    <a:pt x="20116" y="256823"/>
                  </a:lnTo>
                  <a:lnTo>
                    <a:pt x="24133" y="257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tx1049"/>
            <p:cNvSpPr/>
            <p:nvPr/>
          </p:nvSpPr>
          <p:spPr>
            <a:xfrm>
              <a:off x="11156167" y="1352894"/>
              <a:ext cx="869577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</a:t>
              </a:r>
            </a:p>
          </p:txBody>
        </p:sp>
        <p:sp>
          <p:nvSpPr>
            <p:cNvPr id="1050" name="tx1050"/>
            <p:cNvSpPr/>
            <p:nvPr/>
          </p:nvSpPr>
          <p:spPr>
            <a:xfrm>
              <a:off x="11614285" y="1524594"/>
              <a:ext cx="411460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 (1%)</a:t>
              </a:r>
            </a:p>
          </p:txBody>
        </p:sp>
        <p:sp>
          <p:nvSpPr>
            <p:cNvPr id="1051" name="pg1051"/>
            <p:cNvSpPr/>
            <p:nvPr/>
          </p:nvSpPr>
          <p:spPr>
            <a:xfrm>
              <a:off x="11106412" y="2208183"/>
              <a:ext cx="961242" cy="384988"/>
            </a:xfrm>
            <a:custGeom>
              <a:avLst/>
              <a:pathLst>
                <a:path w="961242" h="384988">
                  <a:moveTo>
                    <a:pt x="25146" y="384988"/>
                  </a:moveTo>
                  <a:lnTo>
                    <a:pt x="936096" y="384988"/>
                  </a:lnTo>
                  <a:lnTo>
                    <a:pt x="935083" y="384967"/>
                  </a:lnTo>
                  <a:lnTo>
                    <a:pt x="939127" y="384804"/>
                  </a:lnTo>
                  <a:lnTo>
                    <a:pt x="943092" y="383995"/>
                  </a:lnTo>
                  <a:lnTo>
                    <a:pt x="946876" y="382560"/>
                  </a:lnTo>
                  <a:lnTo>
                    <a:pt x="950380" y="380536"/>
                  </a:lnTo>
                  <a:lnTo>
                    <a:pt x="953515" y="377977"/>
                  </a:lnTo>
                  <a:lnTo>
                    <a:pt x="956199" y="374948"/>
                  </a:lnTo>
                  <a:lnTo>
                    <a:pt x="958362" y="371528"/>
                  </a:lnTo>
                  <a:lnTo>
                    <a:pt x="959948" y="367805"/>
                  </a:lnTo>
                  <a:lnTo>
                    <a:pt x="960916" y="363875"/>
                  </a:lnTo>
                  <a:lnTo>
                    <a:pt x="961242" y="359842"/>
                  </a:lnTo>
                  <a:lnTo>
                    <a:pt x="961242" y="25146"/>
                  </a:lnTo>
                  <a:lnTo>
                    <a:pt x="960916" y="21112"/>
                  </a:lnTo>
                  <a:lnTo>
                    <a:pt x="959948" y="17183"/>
                  </a:lnTo>
                  <a:lnTo>
                    <a:pt x="958362" y="13460"/>
                  </a:lnTo>
                  <a:lnTo>
                    <a:pt x="956199" y="10039"/>
                  </a:lnTo>
                  <a:lnTo>
                    <a:pt x="953515" y="7010"/>
                  </a:lnTo>
                  <a:lnTo>
                    <a:pt x="950380" y="4451"/>
                  </a:lnTo>
                  <a:lnTo>
                    <a:pt x="946876" y="2427"/>
                  </a:lnTo>
                  <a:lnTo>
                    <a:pt x="943092" y="992"/>
                  </a:lnTo>
                  <a:lnTo>
                    <a:pt x="939127" y="183"/>
                  </a:lnTo>
                  <a:lnTo>
                    <a:pt x="936096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359842"/>
                  </a:lnTo>
                  <a:lnTo>
                    <a:pt x="81" y="357818"/>
                  </a:lnTo>
                  <a:lnTo>
                    <a:pt x="81" y="361865"/>
                  </a:lnTo>
                  <a:lnTo>
                    <a:pt x="730" y="365859"/>
                  </a:lnTo>
                  <a:lnTo>
                    <a:pt x="2012" y="369698"/>
                  </a:lnTo>
                  <a:lnTo>
                    <a:pt x="3892" y="373281"/>
                  </a:lnTo>
                  <a:lnTo>
                    <a:pt x="6323" y="376516"/>
                  </a:lnTo>
                  <a:lnTo>
                    <a:pt x="9242" y="379320"/>
                  </a:lnTo>
                  <a:lnTo>
                    <a:pt x="12573" y="381619"/>
                  </a:lnTo>
                  <a:lnTo>
                    <a:pt x="16229" y="383354"/>
                  </a:lnTo>
                  <a:lnTo>
                    <a:pt x="20116" y="384479"/>
                  </a:lnTo>
                  <a:lnTo>
                    <a:pt x="24133" y="3849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tx1052"/>
            <p:cNvSpPr/>
            <p:nvPr/>
          </p:nvSpPr>
          <p:spPr>
            <a:xfrm>
              <a:off x="11148322" y="2220693"/>
              <a:ext cx="877422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Negative</a:t>
              </a:r>
            </a:p>
          </p:txBody>
        </p:sp>
        <p:sp>
          <p:nvSpPr>
            <p:cNvPr id="1053" name="tx1053"/>
            <p:cNvSpPr/>
            <p:nvPr/>
          </p:nvSpPr>
          <p:spPr>
            <a:xfrm>
              <a:off x="11342388" y="2420156"/>
              <a:ext cx="683356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31 (15.7%)</a:t>
              </a:r>
            </a:p>
          </p:txBody>
        </p:sp>
        <p:sp>
          <p:nvSpPr>
            <p:cNvPr id="1054" name="pg1054"/>
            <p:cNvSpPr/>
            <p:nvPr/>
          </p:nvSpPr>
          <p:spPr>
            <a:xfrm>
              <a:off x="12386524" y="1440278"/>
              <a:ext cx="899032" cy="257331"/>
            </a:xfrm>
            <a:custGeom>
              <a:avLst/>
              <a:pathLst>
                <a:path w="899032" h="257331">
                  <a:moveTo>
                    <a:pt x="25146" y="257331"/>
                  </a:moveTo>
                  <a:lnTo>
                    <a:pt x="873886" y="257331"/>
                  </a:lnTo>
                  <a:lnTo>
                    <a:pt x="872873" y="257311"/>
                  </a:lnTo>
                  <a:lnTo>
                    <a:pt x="876917" y="257148"/>
                  </a:lnTo>
                  <a:lnTo>
                    <a:pt x="880882" y="256339"/>
                  </a:lnTo>
                  <a:lnTo>
                    <a:pt x="884666" y="254904"/>
                  </a:lnTo>
                  <a:lnTo>
                    <a:pt x="888170" y="252880"/>
                  </a:lnTo>
                  <a:lnTo>
                    <a:pt x="891305" y="250321"/>
                  </a:lnTo>
                  <a:lnTo>
                    <a:pt x="893989" y="247292"/>
                  </a:lnTo>
                  <a:lnTo>
                    <a:pt x="896151" y="243871"/>
                  </a:lnTo>
                  <a:lnTo>
                    <a:pt x="897738" y="240148"/>
                  </a:lnTo>
                  <a:lnTo>
                    <a:pt x="898706" y="236219"/>
                  </a:lnTo>
                  <a:lnTo>
                    <a:pt x="899032" y="232185"/>
                  </a:lnTo>
                  <a:lnTo>
                    <a:pt x="899032" y="0"/>
                  </a:lnTo>
                  <a:lnTo>
                    <a:pt x="0" y="0"/>
                  </a:lnTo>
                  <a:lnTo>
                    <a:pt x="0" y="232185"/>
                  </a:lnTo>
                  <a:lnTo>
                    <a:pt x="81" y="230162"/>
                  </a:lnTo>
                  <a:lnTo>
                    <a:pt x="81" y="234209"/>
                  </a:lnTo>
                  <a:lnTo>
                    <a:pt x="730" y="238203"/>
                  </a:lnTo>
                  <a:lnTo>
                    <a:pt x="2012" y="242042"/>
                  </a:lnTo>
                  <a:lnTo>
                    <a:pt x="3892" y="245625"/>
                  </a:lnTo>
                  <a:lnTo>
                    <a:pt x="6323" y="248860"/>
                  </a:lnTo>
                  <a:lnTo>
                    <a:pt x="9242" y="251664"/>
                  </a:lnTo>
                  <a:lnTo>
                    <a:pt x="12573" y="253962"/>
                  </a:lnTo>
                  <a:lnTo>
                    <a:pt x="16229" y="255697"/>
                  </a:lnTo>
                  <a:lnTo>
                    <a:pt x="20116" y="256823"/>
                  </a:lnTo>
                  <a:lnTo>
                    <a:pt x="24133" y="257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tx1055"/>
            <p:cNvSpPr/>
            <p:nvPr/>
          </p:nvSpPr>
          <p:spPr>
            <a:xfrm>
              <a:off x="12428434" y="1352894"/>
              <a:ext cx="8152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</a:t>
              </a:r>
            </a:p>
          </p:txBody>
        </p:sp>
        <p:sp>
          <p:nvSpPr>
            <p:cNvPr id="1056" name="tx1056"/>
            <p:cNvSpPr/>
            <p:nvPr/>
          </p:nvSpPr>
          <p:spPr>
            <a:xfrm>
              <a:off x="12560290" y="1524594"/>
              <a:ext cx="683356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46 (23.4%)</a:t>
              </a:r>
            </a:p>
          </p:txBody>
        </p:sp>
        <p:sp>
          <p:nvSpPr>
            <p:cNvPr id="1057" name="pg1057"/>
            <p:cNvSpPr/>
            <p:nvPr/>
          </p:nvSpPr>
          <p:spPr>
            <a:xfrm>
              <a:off x="12269948" y="2208183"/>
              <a:ext cx="1015608" cy="384988"/>
            </a:xfrm>
            <a:custGeom>
              <a:avLst/>
              <a:pathLst>
                <a:path w="1015608" h="384988">
                  <a:moveTo>
                    <a:pt x="25145" y="384988"/>
                  </a:moveTo>
                  <a:lnTo>
                    <a:pt x="990462" y="384988"/>
                  </a:lnTo>
                  <a:lnTo>
                    <a:pt x="989449" y="384967"/>
                  </a:lnTo>
                  <a:lnTo>
                    <a:pt x="993493" y="384804"/>
                  </a:lnTo>
                  <a:lnTo>
                    <a:pt x="997458" y="383995"/>
                  </a:lnTo>
                  <a:lnTo>
                    <a:pt x="1001241" y="382560"/>
                  </a:lnTo>
                  <a:lnTo>
                    <a:pt x="1004746" y="380536"/>
                  </a:lnTo>
                  <a:lnTo>
                    <a:pt x="1007881" y="377977"/>
                  </a:lnTo>
                  <a:lnTo>
                    <a:pt x="1010564" y="374948"/>
                  </a:lnTo>
                  <a:lnTo>
                    <a:pt x="1012727" y="371528"/>
                  </a:lnTo>
                  <a:lnTo>
                    <a:pt x="1014313" y="367805"/>
                  </a:lnTo>
                  <a:lnTo>
                    <a:pt x="1015282" y="363875"/>
                  </a:lnTo>
                  <a:lnTo>
                    <a:pt x="1015608" y="359842"/>
                  </a:lnTo>
                  <a:lnTo>
                    <a:pt x="1015608" y="25146"/>
                  </a:lnTo>
                  <a:lnTo>
                    <a:pt x="1015282" y="21112"/>
                  </a:lnTo>
                  <a:lnTo>
                    <a:pt x="1014313" y="17183"/>
                  </a:lnTo>
                  <a:lnTo>
                    <a:pt x="1012727" y="13460"/>
                  </a:lnTo>
                  <a:lnTo>
                    <a:pt x="1010564" y="10039"/>
                  </a:lnTo>
                  <a:lnTo>
                    <a:pt x="1007881" y="7010"/>
                  </a:lnTo>
                  <a:lnTo>
                    <a:pt x="1004746" y="4451"/>
                  </a:lnTo>
                  <a:lnTo>
                    <a:pt x="1001241" y="2427"/>
                  </a:lnTo>
                  <a:lnTo>
                    <a:pt x="997458" y="992"/>
                  </a:lnTo>
                  <a:lnTo>
                    <a:pt x="993493" y="183"/>
                  </a:lnTo>
                  <a:lnTo>
                    <a:pt x="990462" y="0"/>
                  </a:lnTo>
                  <a:lnTo>
                    <a:pt x="25145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359842"/>
                  </a:lnTo>
                  <a:lnTo>
                    <a:pt x="81" y="357818"/>
                  </a:lnTo>
                  <a:lnTo>
                    <a:pt x="81" y="361865"/>
                  </a:lnTo>
                  <a:lnTo>
                    <a:pt x="730" y="365859"/>
                  </a:lnTo>
                  <a:lnTo>
                    <a:pt x="2012" y="369698"/>
                  </a:lnTo>
                  <a:lnTo>
                    <a:pt x="3892" y="373281"/>
                  </a:lnTo>
                  <a:lnTo>
                    <a:pt x="6323" y="376516"/>
                  </a:lnTo>
                  <a:lnTo>
                    <a:pt x="9242" y="379320"/>
                  </a:lnTo>
                  <a:lnTo>
                    <a:pt x="12573" y="381619"/>
                  </a:lnTo>
                  <a:lnTo>
                    <a:pt x="16229" y="383354"/>
                  </a:lnTo>
                  <a:lnTo>
                    <a:pt x="20116" y="384479"/>
                  </a:lnTo>
                  <a:lnTo>
                    <a:pt x="24133" y="3849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tx1058"/>
            <p:cNvSpPr/>
            <p:nvPr/>
          </p:nvSpPr>
          <p:spPr>
            <a:xfrm>
              <a:off x="12311858" y="2220693"/>
              <a:ext cx="931788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Negative</a:t>
              </a:r>
            </a:p>
          </p:txBody>
        </p:sp>
        <p:sp>
          <p:nvSpPr>
            <p:cNvPr id="1059" name="tx1059"/>
            <p:cNvSpPr/>
            <p:nvPr/>
          </p:nvSpPr>
          <p:spPr>
            <a:xfrm>
              <a:off x="12482595" y="2420156"/>
              <a:ext cx="76105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118 (59.9%)</a:t>
              </a:r>
            </a:p>
          </p:txBody>
        </p:sp>
        <p:sp>
          <p:nvSpPr>
            <p:cNvPr id="1060" name="rc1060"/>
            <p:cNvSpPr/>
            <p:nvPr/>
          </p:nvSpPr>
          <p:spPr>
            <a:xfrm>
              <a:off x="11098526" y="1440278"/>
              <a:ext cx="4467807" cy="142643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tx1061"/>
            <p:cNvSpPr/>
            <p:nvPr/>
          </p:nvSpPr>
          <p:spPr>
            <a:xfrm>
              <a:off x="10936523" y="2806766"/>
              <a:ext cx="99372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-8</a:t>
              </a:r>
            </a:p>
          </p:txBody>
        </p:sp>
        <p:sp>
          <p:nvSpPr>
            <p:cNvPr id="1062" name="tx1062"/>
            <p:cNvSpPr/>
            <p:nvPr/>
          </p:nvSpPr>
          <p:spPr>
            <a:xfrm>
              <a:off x="10936523" y="2450233"/>
              <a:ext cx="99372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-4</a:t>
              </a:r>
            </a:p>
          </p:txBody>
        </p:sp>
        <p:sp>
          <p:nvSpPr>
            <p:cNvPr id="1063" name="tx1063"/>
            <p:cNvSpPr/>
            <p:nvPr/>
          </p:nvSpPr>
          <p:spPr>
            <a:xfrm>
              <a:off x="10973740" y="2090317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064" name="tx1064"/>
            <p:cNvSpPr/>
            <p:nvPr/>
          </p:nvSpPr>
          <p:spPr>
            <a:xfrm>
              <a:off x="10973740" y="1733784"/>
              <a:ext cx="62155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1065" name="pl1065"/>
            <p:cNvSpPr/>
            <p:nvPr/>
          </p:nvSpPr>
          <p:spPr>
            <a:xfrm>
              <a:off x="11063731" y="284845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l1066"/>
            <p:cNvSpPr/>
            <p:nvPr/>
          </p:nvSpPr>
          <p:spPr>
            <a:xfrm>
              <a:off x="11063731" y="249023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l1067"/>
            <p:cNvSpPr/>
            <p:nvPr/>
          </p:nvSpPr>
          <p:spPr>
            <a:xfrm>
              <a:off x="11063731" y="213200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l1068"/>
            <p:cNvSpPr/>
            <p:nvPr/>
          </p:nvSpPr>
          <p:spPr>
            <a:xfrm>
              <a:off x="11063731" y="177378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l1069"/>
            <p:cNvSpPr/>
            <p:nvPr/>
          </p:nvSpPr>
          <p:spPr>
            <a:xfrm>
              <a:off x="11824074" y="2866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l1070"/>
            <p:cNvSpPr/>
            <p:nvPr/>
          </p:nvSpPr>
          <p:spPr>
            <a:xfrm>
              <a:off x="12798396" y="2866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l1071"/>
            <p:cNvSpPr/>
            <p:nvPr/>
          </p:nvSpPr>
          <p:spPr>
            <a:xfrm>
              <a:off x="13772717" y="2866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l1072"/>
            <p:cNvSpPr/>
            <p:nvPr/>
          </p:nvSpPr>
          <p:spPr>
            <a:xfrm>
              <a:off x="14747038" y="2866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tx1073"/>
            <p:cNvSpPr/>
            <p:nvPr/>
          </p:nvSpPr>
          <p:spPr>
            <a:xfrm>
              <a:off x="11792997" y="292764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074" name="tx1074"/>
            <p:cNvSpPr/>
            <p:nvPr/>
          </p:nvSpPr>
          <p:spPr>
            <a:xfrm>
              <a:off x="12736240" y="29276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075" name="tx1075"/>
            <p:cNvSpPr/>
            <p:nvPr/>
          </p:nvSpPr>
          <p:spPr>
            <a:xfrm>
              <a:off x="13710561" y="29276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076" name="tx1076"/>
            <p:cNvSpPr/>
            <p:nvPr/>
          </p:nvSpPr>
          <p:spPr>
            <a:xfrm>
              <a:off x="14684883" y="2927595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1077" name="tx1077"/>
            <p:cNvSpPr/>
            <p:nvPr/>
          </p:nvSpPr>
          <p:spPr>
            <a:xfrm>
              <a:off x="12474618" y="3047330"/>
              <a:ext cx="171562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Centiloids, Amyloid PET (Z)</a:t>
              </a:r>
            </a:p>
          </p:txBody>
        </p:sp>
        <p:sp>
          <p:nvSpPr>
            <p:cNvPr id="1078" name="tx1078"/>
            <p:cNvSpPr/>
            <p:nvPr/>
          </p:nvSpPr>
          <p:spPr>
            <a:xfrm rot="-5400000">
              <a:off x="10018091" y="2087942"/>
              <a:ext cx="1568214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 Alamar pTau217 (Z)</a:t>
              </a:r>
            </a:p>
          </p:txBody>
        </p:sp>
        <p:sp>
          <p:nvSpPr>
            <p:cNvPr id="1079" name="tx1079"/>
            <p:cNvSpPr/>
            <p:nvPr/>
          </p:nvSpPr>
          <p:spPr>
            <a:xfrm>
              <a:off x="11098526" y="1208496"/>
              <a:ext cx="167640" cy="1240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C.</a:t>
              </a:r>
            </a:p>
          </p:txBody>
        </p:sp>
        <p:sp>
          <p:nvSpPr>
            <p:cNvPr id="1080" name="rc1080"/>
            <p:cNvSpPr/>
            <p:nvPr/>
          </p:nvSpPr>
          <p:spPr>
            <a:xfrm>
              <a:off x="16292827" y="1143000"/>
              <a:ext cx="1978029" cy="21335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1" name="pl1081"/>
            <p:cNvSpPr/>
            <p:nvPr/>
          </p:nvSpPr>
          <p:spPr>
            <a:xfrm>
              <a:off x="16937463" y="255774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l1082"/>
            <p:cNvSpPr/>
            <p:nvPr/>
          </p:nvSpPr>
          <p:spPr>
            <a:xfrm>
              <a:off x="16937463" y="227483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l1083"/>
            <p:cNvSpPr/>
            <p:nvPr/>
          </p:nvSpPr>
          <p:spPr>
            <a:xfrm>
              <a:off x="16937463" y="199191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l1084"/>
            <p:cNvSpPr/>
            <p:nvPr/>
          </p:nvSpPr>
          <p:spPr>
            <a:xfrm>
              <a:off x="16937463" y="170900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l1085"/>
            <p:cNvSpPr/>
            <p:nvPr/>
          </p:nvSpPr>
          <p:spPr>
            <a:xfrm>
              <a:off x="17135503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l1086"/>
            <p:cNvSpPr/>
            <p:nvPr/>
          </p:nvSpPr>
          <p:spPr>
            <a:xfrm>
              <a:off x="17418418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l1087"/>
            <p:cNvSpPr/>
            <p:nvPr/>
          </p:nvSpPr>
          <p:spPr>
            <a:xfrm>
              <a:off x="17701333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l1088"/>
            <p:cNvSpPr/>
            <p:nvPr/>
          </p:nvSpPr>
          <p:spPr>
            <a:xfrm>
              <a:off x="17984248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l1089"/>
            <p:cNvSpPr/>
            <p:nvPr/>
          </p:nvSpPr>
          <p:spPr>
            <a:xfrm>
              <a:off x="16937463" y="269920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l1090"/>
            <p:cNvSpPr/>
            <p:nvPr/>
          </p:nvSpPr>
          <p:spPr>
            <a:xfrm>
              <a:off x="16937463" y="241629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l1091"/>
            <p:cNvSpPr/>
            <p:nvPr/>
          </p:nvSpPr>
          <p:spPr>
            <a:xfrm>
              <a:off x="16937463" y="213337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l1092"/>
            <p:cNvSpPr/>
            <p:nvPr/>
          </p:nvSpPr>
          <p:spPr>
            <a:xfrm>
              <a:off x="16937463" y="185046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l1093"/>
            <p:cNvSpPr/>
            <p:nvPr/>
          </p:nvSpPr>
          <p:spPr>
            <a:xfrm>
              <a:off x="16937463" y="156754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l1094"/>
            <p:cNvSpPr/>
            <p:nvPr/>
          </p:nvSpPr>
          <p:spPr>
            <a:xfrm>
              <a:off x="16994046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l1095"/>
            <p:cNvSpPr/>
            <p:nvPr/>
          </p:nvSpPr>
          <p:spPr>
            <a:xfrm>
              <a:off x="17276961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l1096"/>
            <p:cNvSpPr/>
            <p:nvPr/>
          </p:nvSpPr>
          <p:spPr>
            <a:xfrm>
              <a:off x="17559876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l1097"/>
            <p:cNvSpPr/>
            <p:nvPr/>
          </p:nvSpPr>
          <p:spPr>
            <a:xfrm>
              <a:off x="17842791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l1098"/>
            <p:cNvSpPr/>
            <p:nvPr/>
          </p:nvSpPr>
          <p:spPr>
            <a:xfrm>
              <a:off x="18125706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l1099"/>
            <p:cNvSpPr/>
            <p:nvPr/>
          </p:nvSpPr>
          <p:spPr>
            <a:xfrm>
              <a:off x="16994046" y="1567546"/>
              <a:ext cx="1131660" cy="1131660"/>
            </a:xfrm>
            <a:custGeom>
              <a:avLst/>
              <a:pathLst>
                <a:path w="1131660" h="1131660">
                  <a:moveTo>
                    <a:pt x="0" y="1131660"/>
                  </a:moveTo>
                  <a:lnTo>
                    <a:pt x="0" y="1124759"/>
                  </a:lnTo>
                  <a:lnTo>
                    <a:pt x="0" y="1117859"/>
                  </a:lnTo>
                  <a:lnTo>
                    <a:pt x="0" y="1110958"/>
                  </a:lnTo>
                  <a:lnTo>
                    <a:pt x="0" y="1104058"/>
                  </a:lnTo>
                  <a:lnTo>
                    <a:pt x="0" y="1097158"/>
                  </a:lnTo>
                  <a:lnTo>
                    <a:pt x="0" y="1090257"/>
                  </a:lnTo>
                  <a:lnTo>
                    <a:pt x="0" y="1083357"/>
                  </a:lnTo>
                  <a:lnTo>
                    <a:pt x="0" y="1076457"/>
                  </a:lnTo>
                  <a:lnTo>
                    <a:pt x="0" y="1069556"/>
                  </a:lnTo>
                  <a:lnTo>
                    <a:pt x="0" y="1062656"/>
                  </a:lnTo>
                  <a:lnTo>
                    <a:pt x="0" y="1055756"/>
                  </a:lnTo>
                  <a:lnTo>
                    <a:pt x="0" y="1048855"/>
                  </a:lnTo>
                  <a:lnTo>
                    <a:pt x="0" y="1041955"/>
                  </a:lnTo>
                  <a:lnTo>
                    <a:pt x="0" y="1035054"/>
                  </a:lnTo>
                  <a:lnTo>
                    <a:pt x="0" y="1028154"/>
                  </a:lnTo>
                  <a:lnTo>
                    <a:pt x="0" y="1021254"/>
                  </a:lnTo>
                  <a:lnTo>
                    <a:pt x="0" y="1014353"/>
                  </a:lnTo>
                  <a:lnTo>
                    <a:pt x="0" y="1007453"/>
                  </a:lnTo>
                  <a:lnTo>
                    <a:pt x="0" y="1000553"/>
                  </a:lnTo>
                  <a:lnTo>
                    <a:pt x="0" y="993652"/>
                  </a:lnTo>
                  <a:lnTo>
                    <a:pt x="0" y="986752"/>
                  </a:lnTo>
                  <a:lnTo>
                    <a:pt x="0" y="979852"/>
                  </a:lnTo>
                  <a:lnTo>
                    <a:pt x="0" y="972951"/>
                  </a:lnTo>
                  <a:lnTo>
                    <a:pt x="0" y="966051"/>
                  </a:lnTo>
                  <a:lnTo>
                    <a:pt x="0" y="959150"/>
                  </a:lnTo>
                  <a:lnTo>
                    <a:pt x="0" y="952250"/>
                  </a:lnTo>
                  <a:lnTo>
                    <a:pt x="34292" y="952250"/>
                  </a:lnTo>
                  <a:lnTo>
                    <a:pt x="34292" y="945350"/>
                  </a:lnTo>
                  <a:lnTo>
                    <a:pt x="34292" y="938449"/>
                  </a:lnTo>
                  <a:lnTo>
                    <a:pt x="34292" y="931549"/>
                  </a:lnTo>
                  <a:lnTo>
                    <a:pt x="34292" y="924649"/>
                  </a:lnTo>
                  <a:lnTo>
                    <a:pt x="34292" y="917748"/>
                  </a:lnTo>
                  <a:lnTo>
                    <a:pt x="34292" y="910848"/>
                  </a:lnTo>
                  <a:lnTo>
                    <a:pt x="34292" y="903947"/>
                  </a:lnTo>
                  <a:lnTo>
                    <a:pt x="34292" y="897047"/>
                  </a:lnTo>
                  <a:lnTo>
                    <a:pt x="68585" y="897047"/>
                  </a:lnTo>
                  <a:lnTo>
                    <a:pt x="68585" y="890147"/>
                  </a:lnTo>
                  <a:lnTo>
                    <a:pt x="68585" y="883246"/>
                  </a:lnTo>
                  <a:lnTo>
                    <a:pt x="68585" y="876346"/>
                  </a:lnTo>
                  <a:lnTo>
                    <a:pt x="68585" y="869446"/>
                  </a:lnTo>
                  <a:lnTo>
                    <a:pt x="68585" y="862545"/>
                  </a:lnTo>
                  <a:lnTo>
                    <a:pt x="68585" y="855645"/>
                  </a:lnTo>
                  <a:lnTo>
                    <a:pt x="68585" y="848745"/>
                  </a:lnTo>
                  <a:lnTo>
                    <a:pt x="68585" y="841844"/>
                  </a:lnTo>
                  <a:lnTo>
                    <a:pt x="68585" y="834944"/>
                  </a:lnTo>
                  <a:lnTo>
                    <a:pt x="68585" y="828043"/>
                  </a:lnTo>
                  <a:lnTo>
                    <a:pt x="68585" y="821143"/>
                  </a:lnTo>
                  <a:lnTo>
                    <a:pt x="68585" y="814243"/>
                  </a:lnTo>
                  <a:lnTo>
                    <a:pt x="102878" y="814243"/>
                  </a:lnTo>
                  <a:lnTo>
                    <a:pt x="137170" y="814243"/>
                  </a:lnTo>
                  <a:lnTo>
                    <a:pt x="137170" y="807342"/>
                  </a:lnTo>
                  <a:lnTo>
                    <a:pt x="137170" y="800442"/>
                  </a:lnTo>
                  <a:lnTo>
                    <a:pt x="137170" y="793542"/>
                  </a:lnTo>
                  <a:lnTo>
                    <a:pt x="137170" y="786641"/>
                  </a:lnTo>
                  <a:lnTo>
                    <a:pt x="137170" y="779741"/>
                  </a:lnTo>
                  <a:lnTo>
                    <a:pt x="137170" y="772841"/>
                  </a:lnTo>
                  <a:lnTo>
                    <a:pt x="137170" y="765940"/>
                  </a:lnTo>
                  <a:lnTo>
                    <a:pt x="137170" y="759040"/>
                  </a:lnTo>
                  <a:lnTo>
                    <a:pt x="171463" y="759040"/>
                  </a:lnTo>
                  <a:lnTo>
                    <a:pt x="171463" y="752139"/>
                  </a:lnTo>
                  <a:lnTo>
                    <a:pt x="205756" y="752139"/>
                  </a:lnTo>
                  <a:lnTo>
                    <a:pt x="205756" y="745239"/>
                  </a:lnTo>
                  <a:lnTo>
                    <a:pt x="205756" y="738339"/>
                  </a:lnTo>
                  <a:lnTo>
                    <a:pt x="205756" y="731438"/>
                  </a:lnTo>
                  <a:lnTo>
                    <a:pt x="205756" y="724538"/>
                  </a:lnTo>
                  <a:lnTo>
                    <a:pt x="205756" y="717638"/>
                  </a:lnTo>
                  <a:lnTo>
                    <a:pt x="205756" y="710737"/>
                  </a:lnTo>
                  <a:lnTo>
                    <a:pt x="205756" y="703837"/>
                  </a:lnTo>
                  <a:lnTo>
                    <a:pt x="205756" y="696937"/>
                  </a:lnTo>
                  <a:lnTo>
                    <a:pt x="240049" y="696937"/>
                  </a:lnTo>
                  <a:lnTo>
                    <a:pt x="240049" y="690036"/>
                  </a:lnTo>
                  <a:lnTo>
                    <a:pt x="274341" y="690036"/>
                  </a:lnTo>
                  <a:lnTo>
                    <a:pt x="308634" y="690036"/>
                  </a:lnTo>
                  <a:lnTo>
                    <a:pt x="342927" y="690036"/>
                  </a:lnTo>
                  <a:lnTo>
                    <a:pt x="342927" y="683136"/>
                  </a:lnTo>
                  <a:lnTo>
                    <a:pt x="377220" y="683136"/>
                  </a:lnTo>
                  <a:lnTo>
                    <a:pt x="377220" y="676235"/>
                  </a:lnTo>
                  <a:lnTo>
                    <a:pt x="377220" y="669335"/>
                  </a:lnTo>
                  <a:lnTo>
                    <a:pt x="377220" y="662435"/>
                  </a:lnTo>
                  <a:lnTo>
                    <a:pt x="377220" y="655534"/>
                  </a:lnTo>
                  <a:lnTo>
                    <a:pt x="377220" y="648634"/>
                  </a:lnTo>
                  <a:lnTo>
                    <a:pt x="377220" y="641734"/>
                  </a:lnTo>
                  <a:lnTo>
                    <a:pt x="377220" y="634833"/>
                  </a:lnTo>
                  <a:lnTo>
                    <a:pt x="377220" y="627933"/>
                  </a:lnTo>
                  <a:lnTo>
                    <a:pt x="377220" y="621032"/>
                  </a:lnTo>
                  <a:lnTo>
                    <a:pt x="377220" y="614132"/>
                  </a:lnTo>
                  <a:lnTo>
                    <a:pt x="377220" y="607232"/>
                  </a:lnTo>
                  <a:lnTo>
                    <a:pt x="377220" y="600331"/>
                  </a:lnTo>
                  <a:lnTo>
                    <a:pt x="377220" y="593431"/>
                  </a:lnTo>
                  <a:lnTo>
                    <a:pt x="377220" y="586531"/>
                  </a:lnTo>
                  <a:lnTo>
                    <a:pt x="377220" y="579630"/>
                  </a:lnTo>
                  <a:lnTo>
                    <a:pt x="377220" y="572730"/>
                  </a:lnTo>
                  <a:lnTo>
                    <a:pt x="377220" y="565830"/>
                  </a:lnTo>
                  <a:lnTo>
                    <a:pt x="377220" y="558929"/>
                  </a:lnTo>
                  <a:lnTo>
                    <a:pt x="377220" y="552029"/>
                  </a:lnTo>
                  <a:lnTo>
                    <a:pt x="377220" y="545128"/>
                  </a:lnTo>
                  <a:lnTo>
                    <a:pt x="377220" y="538228"/>
                  </a:lnTo>
                  <a:lnTo>
                    <a:pt x="377220" y="531328"/>
                  </a:lnTo>
                  <a:lnTo>
                    <a:pt x="377220" y="524427"/>
                  </a:lnTo>
                  <a:lnTo>
                    <a:pt x="377220" y="517527"/>
                  </a:lnTo>
                  <a:lnTo>
                    <a:pt x="377220" y="510627"/>
                  </a:lnTo>
                  <a:lnTo>
                    <a:pt x="411512" y="510627"/>
                  </a:lnTo>
                  <a:lnTo>
                    <a:pt x="445805" y="510627"/>
                  </a:lnTo>
                  <a:lnTo>
                    <a:pt x="445805" y="503726"/>
                  </a:lnTo>
                  <a:lnTo>
                    <a:pt x="445805" y="496826"/>
                  </a:lnTo>
                  <a:lnTo>
                    <a:pt x="445805" y="489926"/>
                  </a:lnTo>
                  <a:lnTo>
                    <a:pt x="445805" y="483025"/>
                  </a:lnTo>
                  <a:lnTo>
                    <a:pt x="445805" y="476125"/>
                  </a:lnTo>
                  <a:lnTo>
                    <a:pt x="445805" y="469224"/>
                  </a:lnTo>
                  <a:lnTo>
                    <a:pt x="445805" y="462324"/>
                  </a:lnTo>
                  <a:lnTo>
                    <a:pt x="445805" y="455424"/>
                  </a:lnTo>
                  <a:lnTo>
                    <a:pt x="445805" y="448523"/>
                  </a:lnTo>
                  <a:lnTo>
                    <a:pt x="445805" y="441623"/>
                  </a:lnTo>
                  <a:lnTo>
                    <a:pt x="480098" y="441623"/>
                  </a:lnTo>
                  <a:lnTo>
                    <a:pt x="480098" y="434723"/>
                  </a:lnTo>
                  <a:lnTo>
                    <a:pt x="480098" y="427822"/>
                  </a:lnTo>
                  <a:lnTo>
                    <a:pt x="480098" y="420922"/>
                  </a:lnTo>
                  <a:lnTo>
                    <a:pt x="480098" y="414021"/>
                  </a:lnTo>
                  <a:lnTo>
                    <a:pt x="514390" y="414021"/>
                  </a:lnTo>
                  <a:lnTo>
                    <a:pt x="514390" y="407121"/>
                  </a:lnTo>
                  <a:lnTo>
                    <a:pt x="548683" y="407121"/>
                  </a:lnTo>
                  <a:lnTo>
                    <a:pt x="548683" y="400221"/>
                  </a:lnTo>
                  <a:lnTo>
                    <a:pt x="548683" y="393320"/>
                  </a:lnTo>
                  <a:lnTo>
                    <a:pt x="582976" y="393320"/>
                  </a:lnTo>
                  <a:lnTo>
                    <a:pt x="582976" y="386420"/>
                  </a:lnTo>
                  <a:lnTo>
                    <a:pt x="617269" y="386420"/>
                  </a:lnTo>
                  <a:lnTo>
                    <a:pt x="617269" y="379520"/>
                  </a:lnTo>
                  <a:lnTo>
                    <a:pt x="617269" y="372619"/>
                  </a:lnTo>
                  <a:lnTo>
                    <a:pt x="617269" y="365719"/>
                  </a:lnTo>
                  <a:lnTo>
                    <a:pt x="617269" y="358819"/>
                  </a:lnTo>
                  <a:lnTo>
                    <a:pt x="617269" y="351918"/>
                  </a:lnTo>
                  <a:lnTo>
                    <a:pt x="617269" y="345018"/>
                  </a:lnTo>
                  <a:lnTo>
                    <a:pt x="651561" y="345018"/>
                  </a:lnTo>
                  <a:lnTo>
                    <a:pt x="651561" y="338117"/>
                  </a:lnTo>
                  <a:lnTo>
                    <a:pt x="651561" y="331217"/>
                  </a:lnTo>
                  <a:lnTo>
                    <a:pt x="651561" y="324317"/>
                  </a:lnTo>
                  <a:lnTo>
                    <a:pt x="651561" y="317416"/>
                  </a:lnTo>
                  <a:lnTo>
                    <a:pt x="651561" y="310516"/>
                  </a:lnTo>
                  <a:lnTo>
                    <a:pt x="651561" y="303616"/>
                  </a:lnTo>
                  <a:lnTo>
                    <a:pt x="651561" y="296715"/>
                  </a:lnTo>
                  <a:lnTo>
                    <a:pt x="651561" y="289815"/>
                  </a:lnTo>
                  <a:lnTo>
                    <a:pt x="651561" y="282915"/>
                  </a:lnTo>
                  <a:lnTo>
                    <a:pt x="651561" y="276014"/>
                  </a:lnTo>
                  <a:lnTo>
                    <a:pt x="651561" y="269114"/>
                  </a:lnTo>
                  <a:lnTo>
                    <a:pt x="651561" y="262213"/>
                  </a:lnTo>
                  <a:lnTo>
                    <a:pt x="651561" y="255313"/>
                  </a:lnTo>
                  <a:lnTo>
                    <a:pt x="685854" y="255313"/>
                  </a:lnTo>
                  <a:lnTo>
                    <a:pt x="685854" y="248413"/>
                  </a:lnTo>
                  <a:lnTo>
                    <a:pt x="685854" y="241512"/>
                  </a:lnTo>
                  <a:lnTo>
                    <a:pt x="685854" y="234612"/>
                  </a:lnTo>
                  <a:lnTo>
                    <a:pt x="685854" y="227712"/>
                  </a:lnTo>
                  <a:lnTo>
                    <a:pt x="685854" y="220811"/>
                  </a:lnTo>
                  <a:lnTo>
                    <a:pt x="685854" y="213911"/>
                  </a:lnTo>
                  <a:lnTo>
                    <a:pt x="720147" y="213911"/>
                  </a:lnTo>
                  <a:lnTo>
                    <a:pt x="720147" y="207010"/>
                  </a:lnTo>
                  <a:lnTo>
                    <a:pt x="720147" y="200110"/>
                  </a:lnTo>
                  <a:lnTo>
                    <a:pt x="720147" y="193210"/>
                  </a:lnTo>
                  <a:lnTo>
                    <a:pt x="754440" y="193210"/>
                  </a:lnTo>
                  <a:lnTo>
                    <a:pt x="754440" y="186309"/>
                  </a:lnTo>
                  <a:lnTo>
                    <a:pt x="754440" y="179409"/>
                  </a:lnTo>
                  <a:lnTo>
                    <a:pt x="754440" y="172509"/>
                  </a:lnTo>
                  <a:lnTo>
                    <a:pt x="754440" y="165608"/>
                  </a:lnTo>
                  <a:lnTo>
                    <a:pt x="754440" y="158708"/>
                  </a:lnTo>
                  <a:lnTo>
                    <a:pt x="754440" y="151808"/>
                  </a:lnTo>
                  <a:lnTo>
                    <a:pt x="754440" y="144907"/>
                  </a:lnTo>
                  <a:lnTo>
                    <a:pt x="788732" y="144907"/>
                  </a:lnTo>
                  <a:lnTo>
                    <a:pt x="823025" y="144907"/>
                  </a:lnTo>
                  <a:lnTo>
                    <a:pt x="823025" y="138007"/>
                  </a:lnTo>
                  <a:lnTo>
                    <a:pt x="823025" y="131106"/>
                  </a:lnTo>
                  <a:lnTo>
                    <a:pt x="857318" y="131106"/>
                  </a:lnTo>
                  <a:lnTo>
                    <a:pt x="857318" y="124206"/>
                  </a:lnTo>
                  <a:lnTo>
                    <a:pt x="857318" y="117306"/>
                  </a:lnTo>
                  <a:lnTo>
                    <a:pt x="857318" y="110405"/>
                  </a:lnTo>
                  <a:lnTo>
                    <a:pt x="857318" y="103505"/>
                  </a:lnTo>
                  <a:lnTo>
                    <a:pt x="857318" y="96605"/>
                  </a:lnTo>
                  <a:lnTo>
                    <a:pt x="857318" y="89704"/>
                  </a:lnTo>
                  <a:lnTo>
                    <a:pt x="857318" y="82804"/>
                  </a:lnTo>
                  <a:lnTo>
                    <a:pt x="857318" y="75904"/>
                  </a:lnTo>
                  <a:lnTo>
                    <a:pt x="857318" y="69003"/>
                  </a:lnTo>
                  <a:lnTo>
                    <a:pt x="857318" y="62103"/>
                  </a:lnTo>
                  <a:lnTo>
                    <a:pt x="891610" y="62103"/>
                  </a:lnTo>
                  <a:lnTo>
                    <a:pt x="891610" y="55202"/>
                  </a:lnTo>
                  <a:lnTo>
                    <a:pt x="891610" y="48302"/>
                  </a:lnTo>
                  <a:lnTo>
                    <a:pt x="891610" y="41402"/>
                  </a:lnTo>
                  <a:lnTo>
                    <a:pt x="891610" y="34501"/>
                  </a:lnTo>
                  <a:lnTo>
                    <a:pt x="891610" y="27601"/>
                  </a:lnTo>
                  <a:lnTo>
                    <a:pt x="891610" y="20701"/>
                  </a:lnTo>
                  <a:lnTo>
                    <a:pt x="891610" y="13800"/>
                  </a:lnTo>
                  <a:lnTo>
                    <a:pt x="925903" y="13800"/>
                  </a:lnTo>
                  <a:lnTo>
                    <a:pt x="925903" y="6900"/>
                  </a:lnTo>
                  <a:lnTo>
                    <a:pt x="925903" y="0"/>
                  </a:lnTo>
                  <a:lnTo>
                    <a:pt x="960196" y="0"/>
                  </a:lnTo>
                  <a:lnTo>
                    <a:pt x="994489" y="0"/>
                  </a:lnTo>
                  <a:lnTo>
                    <a:pt x="1028781" y="0"/>
                  </a:lnTo>
                  <a:lnTo>
                    <a:pt x="1063074" y="0"/>
                  </a:lnTo>
                  <a:lnTo>
                    <a:pt x="1097367" y="0"/>
                  </a:lnTo>
                  <a:lnTo>
                    <a:pt x="1131660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l1100"/>
            <p:cNvSpPr/>
            <p:nvPr/>
          </p:nvSpPr>
          <p:spPr>
            <a:xfrm>
              <a:off x="16937463" y="1510963"/>
              <a:ext cx="1244826" cy="1244826"/>
            </a:xfrm>
            <a:custGeom>
              <a:avLst/>
              <a:pathLst>
                <a:path w="1244826" h="1244826">
                  <a:moveTo>
                    <a:pt x="0" y="1244826"/>
                  </a:move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101" name="pg1101"/>
            <p:cNvSpPr/>
            <p:nvPr/>
          </p:nvSpPr>
          <p:spPr>
            <a:xfrm>
              <a:off x="17276961" y="2045208"/>
              <a:ext cx="905328" cy="710580"/>
            </a:xfrm>
            <a:custGeom>
              <a:avLst/>
              <a:pathLst>
                <a:path w="905328" h="710580">
                  <a:moveTo>
                    <a:pt x="905328" y="710580"/>
                  </a:moveTo>
                  <a:lnTo>
                    <a:pt x="905328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710580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8623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tx1102"/>
            <p:cNvSpPr/>
            <p:nvPr/>
          </p:nvSpPr>
          <p:spPr>
            <a:xfrm>
              <a:off x="17322491" y="2060133"/>
              <a:ext cx="2265241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-5.40 [-6.889, -4.149]</a:t>
              </a:r>
            </a:p>
          </p:txBody>
        </p:sp>
        <p:sp>
          <p:nvSpPr>
            <p:cNvPr id="1103" name="tx1103"/>
            <p:cNvSpPr/>
            <p:nvPr/>
          </p:nvSpPr>
          <p:spPr>
            <a:xfrm>
              <a:off x="17322491" y="2305577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0.652</a:t>
              </a:r>
            </a:p>
          </p:txBody>
        </p:sp>
        <p:sp>
          <p:nvSpPr>
            <p:cNvPr id="1104" name="tx1104"/>
            <p:cNvSpPr/>
            <p:nvPr/>
          </p:nvSpPr>
          <p:spPr>
            <a:xfrm>
              <a:off x="17322491" y="2525530"/>
              <a:ext cx="1176935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0.958</a:t>
              </a:r>
            </a:p>
          </p:txBody>
        </p:sp>
        <p:sp>
          <p:nvSpPr>
            <p:cNvPr id="1105" name="tx1105"/>
            <p:cNvSpPr/>
            <p:nvPr/>
          </p:nvSpPr>
          <p:spPr>
            <a:xfrm>
              <a:off x="17322491" y="2744074"/>
              <a:ext cx="974480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0.280</a:t>
              </a:r>
            </a:p>
          </p:txBody>
        </p:sp>
        <p:sp>
          <p:nvSpPr>
            <p:cNvPr id="1106" name="tx1106"/>
            <p:cNvSpPr/>
            <p:nvPr/>
          </p:nvSpPr>
          <p:spPr>
            <a:xfrm>
              <a:off x="16580912" y="264614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1107" name="tx1107"/>
            <p:cNvSpPr/>
            <p:nvPr/>
          </p:nvSpPr>
          <p:spPr>
            <a:xfrm>
              <a:off x="16580912" y="236322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1108" name="tx1108"/>
            <p:cNvSpPr/>
            <p:nvPr/>
          </p:nvSpPr>
          <p:spPr>
            <a:xfrm>
              <a:off x="16580912" y="208031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1109" name="tx1109"/>
            <p:cNvSpPr/>
            <p:nvPr/>
          </p:nvSpPr>
          <p:spPr>
            <a:xfrm>
              <a:off x="16580912" y="179739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1110" name="tx1110"/>
            <p:cNvSpPr/>
            <p:nvPr/>
          </p:nvSpPr>
          <p:spPr>
            <a:xfrm>
              <a:off x="16580912" y="1514483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1111" name="tx1111"/>
            <p:cNvSpPr/>
            <p:nvPr/>
          </p:nvSpPr>
          <p:spPr>
            <a:xfrm>
              <a:off x="16855626" y="2833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1112" name="tx1112"/>
            <p:cNvSpPr/>
            <p:nvPr/>
          </p:nvSpPr>
          <p:spPr>
            <a:xfrm>
              <a:off x="17138541" y="2833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1113" name="tx1113"/>
            <p:cNvSpPr/>
            <p:nvPr/>
          </p:nvSpPr>
          <p:spPr>
            <a:xfrm>
              <a:off x="17421456" y="2833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1114" name="tx1114"/>
            <p:cNvSpPr/>
            <p:nvPr/>
          </p:nvSpPr>
          <p:spPr>
            <a:xfrm>
              <a:off x="17704371" y="2833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1115" name="tx1115"/>
            <p:cNvSpPr/>
            <p:nvPr/>
          </p:nvSpPr>
          <p:spPr>
            <a:xfrm>
              <a:off x="17987286" y="2833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1116" name="tx1116"/>
            <p:cNvSpPr/>
            <p:nvPr/>
          </p:nvSpPr>
          <p:spPr>
            <a:xfrm>
              <a:off x="16181492" y="2983070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1117" name="tx1117"/>
            <p:cNvSpPr/>
            <p:nvPr/>
          </p:nvSpPr>
          <p:spPr>
            <a:xfrm rot="-5400000">
              <a:off x="15209894" y="2049945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1118" name="tx1118"/>
            <p:cNvSpPr/>
            <p:nvPr/>
          </p:nvSpPr>
          <p:spPr>
            <a:xfrm>
              <a:off x="16937463" y="1231567"/>
              <a:ext cx="213360" cy="1527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D.</a:t>
              </a:r>
            </a:p>
          </p:txBody>
        </p:sp>
        <p:sp>
          <p:nvSpPr>
            <p:cNvPr id="1119" name="rc1119"/>
            <p:cNvSpPr/>
            <p:nvPr/>
          </p:nvSpPr>
          <p:spPr>
            <a:xfrm>
              <a:off x="2468562" y="3276599"/>
              <a:ext cx="493775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rc1120"/>
            <p:cNvSpPr/>
            <p:nvPr/>
          </p:nvSpPr>
          <p:spPr>
            <a:xfrm>
              <a:off x="2964176" y="3573878"/>
              <a:ext cx="4372557" cy="142643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1" name="pl1121"/>
            <p:cNvSpPr/>
            <p:nvPr/>
          </p:nvSpPr>
          <p:spPr>
            <a:xfrm>
              <a:off x="2964176" y="4636676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l1122"/>
            <p:cNvSpPr/>
            <p:nvPr/>
          </p:nvSpPr>
          <p:spPr>
            <a:xfrm>
              <a:off x="2964176" y="4238280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l1123"/>
            <p:cNvSpPr/>
            <p:nvPr/>
          </p:nvSpPr>
          <p:spPr>
            <a:xfrm>
              <a:off x="2964176" y="3839884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l1124"/>
            <p:cNvSpPr/>
            <p:nvPr/>
          </p:nvSpPr>
          <p:spPr>
            <a:xfrm>
              <a:off x="3865005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l1125"/>
            <p:cNvSpPr/>
            <p:nvPr/>
          </p:nvSpPr>
          <p:spPr>
            <a:xfrm>
              <a:off x="4909865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l1126"/>
            <p:cNvSpPr/>
            <p:nvPr/>
          </p:nvSpPr>
          <p:spPr>
            <a:xfrm>
              <a:off x="5954725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l1127"/>
            <p:cNvSpPr/>
            <p:nvPr/>
          </p:nvSpPr>
          <p:spPr>
            <a:xfrm>
              <a:off x="6999585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l1128"/>
            <p:cNvSpPr/>
            <p:nvPr/>
          </p:nvSpPr>
          <p:spPr>
            <a:xfrm>
              <a:off x="2964176" y="4835874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l1129"/>
            <p:cNvSpPr/>
            <p:nvPr/>
          </p:nvSpPr>
          <p:spPr>
            <a:xfrm>
              <a:off x="2964176" y="4437478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l1130"/>
            <p:cNvSpPr/>
            <p:nvPr/>
          </p:nvSpPr>
          <p:spPr>
            <a:xfrm>
              <a:off x="2964176" y="4039082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l1131"/>
            <p:cNvSpPr/>
            <p:nvPr/>
          </p:nvSpPr>
          <p:spPr>
            <a:xfrm>
              <a:off x="2964176" y="3640686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l1132"/>
            <p:cNvSpPr/>
            <p:nvPr/>
          </p:nvSpPr>
          <p:spPr>
            <a:xfrm>
              <a:off x="3342574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l1133"/>
            <p:cNvSpPr/>
            <p:nvPr/>
          </p:nvSpPr>
          <p:spPr>
            <a:xfrm>
              <a:off x="4387435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l1134"/>
            <p:cNvSpPr/>
            <p:nvPr/>
          </p:nvSpPr>
          <p:spPr>
            <a:xfrm>
              <a:off x="5432295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l1135"/>
            <p:cNvSpPr/>
            <p:nvPr/>
          </p:nvSpPr>
          <p:spPr>
            <a:xfrm>
              <a:off x="6477155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t1136"/>
            <p:cNvSpPr/>
            <p:nvPr/>
          </p:nvSpPr>
          <p:spPr>
            <a:xfrm>
              <a:off x="3283789" y="47664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t1137"/>
            <p:cNvSpPr/>
            <p:nvPr/>
          </p:nvSpPr>
          <p:spPr>
            <a:xfrm>
              <a:off x="3553343" y="47908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t1138"/>
            <p:cNvSpPr/>
            <p:nvPr/>
          </p:nvSpPr>
          <p:spPr>
            <a:xfrm>
              <a:off x="5920217" y="38313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t1139"/>
            <p:cNvSpPr/>
            <p:nvPr/>
          </p:nvSpPr>
          <p:spPr>
            <a:xfrm>
              <a:off x="3259860" y="48167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t1140"/>
            <p:cNvSpPr/>
            <p:nvPr/>
          </p:nvSpPr>
          <p:spPr>
            <a:xfrm>
              <a:off x="3335166" y="48246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t1141"/>
            <p:cNvSpPr/>
            <p:nvPr/>
          </p:nvSpPr>
          <p:spPr>
            <a:xfrm>
              <a:off x="3302791" y="48208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t1142"/>
            <p:cNvSpPr/>
            <p:nvPr/>
          </p:nvSpPr>
          <p:spPr>
            <a:xfrm>
              <a:off x="3819379" y="46242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t1143"/>
            <p:cNvSpPr/>
            <p:nvPr/>
          </p:nvSpPr>
          <p:spPr>
            <a:xfrm>
              <a:off x="3417510" y="48236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t1144"/>
            <p:cNvSpPr/>
            <p:nvPr/>
          </p:nvSpPr>
          <p:spPr>
            <a:xfrm>
              <a:off x="3366837" y="47943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t1145"/>
            <p:cNvSpPr/>
            <p:nvPr/>
          </p:nvSpPr>
          <p:spPr>
            <a:xfrm>
              <a:off x="3631465" y="44255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t1146"/>
            <p:cNvSpPr/>
            <p:nvPr/>
          </p:nvSpPr>
          <p:spPr>
            <a:xfrm>
              <a:off x="5616176" y="46977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t1147"/>
            <p:cNvSpPr/>
            <p:nvPr/>
          </p:nvSpPr>
          <p:spPr>
            <a:xfrm>
              <a:off x="3256341" y="48184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t1148"/>
            <p:cNvSpPr/>
            <p:nvPr/>
          </p:nvSpPr>
          <p:spPr>
            <a:xfrm>
              <a:off x="3278158" y="48165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t1149"/>
            <p:cNvSpPr/>
            <p:nvPr/>
          </p:nvSpPr>
          <p:spPr>
            <a:xfrm>
              <a:off x="4274736" y="47463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t1150"/>
            <p:cNvSpPr/>
            <p:nvPr/>
          </p:nvSpPr>
          <p:spPr>
            <a:xfrm>
              <a:off x="3303495" y="47884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t1151"/>
            <p:cNvSpPr/>
            <p:nvPr/>
          </p:nvSpPr>
          <p:spPr>
            <a:xfrm>
              <a:off x="3302087" y="47968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t1152"/>
            <p:cNvSpPr/>
            <p:nvPr/>
          </p:nvSpPr>
          <p:spPr>
            <a:xfrm>
              <a:off x="3240153" y="48164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t1153"/>
            <p:cNvSpPr/>
            <p:nvPr/>
          </p:nvSpPr>
          <p:spPr>
            <a:xfrm>
              <a:off x="3214816" y="48214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t1154"/>
            <p:cNvSpPr/>
            <p:nvPr/>
          </p:nvSpPr>
          <p:spPr>
            <a:xfrm>
              <a:off x="3314756" y="48159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t1155"/>
            <p:cNvSpPr/>
            <p:nvPr/>
          </p:nvSpPr>
          <p:spPr>
            <a:xfrm>
              <a:off x="3982660" y="45267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t1156"/>
            <p:cNvSpPr/>
            <p:nvPr/>
          </p:nvSpPr>
          <p:spPr>
            <a:xfrm>
              <a:off x="3964361" y="44638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t1157"/>
            <p:cNvSpPr/>
            <p:nvPr/>
          </p:nvSpPr>
          <p:spPr>
            <a:xfrm>
              <a:off x="4258549" y="42429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t1158"/>
            <p:cNvSpPr/>
            <p:nvPr/>
          </p:nvSpPr>
          <p:spPr>
            <a:xfrm>
              <a:off x="3490705" y="47302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t1159"/>
            <p:cNvSpPr/>
            <p:nvPr/>
          </p:nvSpPr>
          <p:spPr>
            <a:xfrm>
              <a:off x="3312644" y="4798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t1160"/>
            <p:cNvSpPr/>
            <p:nvPr/>
          </p:nvSpPr>
          <p:spPr>
            <a:xfrm>
              <a:off x="5174894" y="47547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t1161"/>
            <p:cNvSpPr/>
            <p:nvPr/>
          </p:nvSpPr>
          <p:spPr>
            <a:xfrm>
              <a:off x="5156596" y="47321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t1162"/>
            <p:cNvSpPr/>
            <p:nvPr/>
          </p:nvSpPr>
          <p:spPr>
            <a:xfrm>
              <a:off x="3531526" y="47654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t1163"/>
            <p:cNvSpPr/>
            <p:nvPr/>
          </p:nvSpPr>
          <p:spPr>
            <a:xfrm>
              <a:off x="3306310" y="47971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t1164"/>
            <p:cNvSpPr/>
            <p:nvPr/>
          </p:nvSpPr>
          <p:spPr>
            <a:xfrm>
              <a:off x="3236634" y="48233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t1165"/>
            <p:cNvSpPr/>
            <p:nvPr/>
          </p:nvSpPr>
          <p:spPr>
            <a:xfrm>
              <a:off x="3318979" y="48169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t1166"/>
            <p:cNvSpPr/>
            <p:nvPr/>
          </p:nvSpPr>
          <p:spPr>
            <a:xfrm>
              <a:off x="3201444" y="48200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t1167"/>
            <p:cNvSpPr/>
            <p:nvPr/>
          </p:nvSpPr>
          <p:spPr>
            <a:xfrm>
              <a:off x="3267601" y="48142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t1168"/>
            <p:cNvSpPr/>
            <p:nvPr/>
          </p:nvSpPr>
          <p:spPr>
            <a:xfrm>
              <a:off x="3354872" y="48121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t1169"/>
            <p:cNvSpPr/>
            <p:nvPr/>
          </p:nvSpPr>
          <p:spPr>
            <a:xfrm>
              <a:off x="3243672" y="47944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t1170"/>
            <p:cNvSpPr/>
            <p:nvPr/>
          </p:nvSpPr>
          <p:spPr>
            <a:xfrm>
              <a:off x="3251414" y="47967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t1171"/>
            <p:cNvSpPr/>
            <p:nvPr/>
          </p:nvSpPr>
          <p:spPr>
            <a:xfrm>
              <a:off x="3441439" y="48033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t1172"/>
            <p:cNvSpPr/>
            <p:nvPr/>
          </p:nvSpPr>
          <p:spPr>
            <a:xfrm>
              <a:off x="5892768" y="4316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t1173"/>
            <p:cNvSpPr/>
            <p:nvPr/>
          </p:nvSpPr>
          <p:spPr>
            <a:xfrm>
              <a:off x="3494224" y="47947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t1174"/>
            <p:cNvSpPr/>
            <p:nvPr/>
          </p:nvSpPr>
          <p:spPr>
            <a:xfrm>
              <a:off x="3881313" y="47670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t1175"/>
            <p:cNvSpPr/>
            <p:nvPr/>
          </p:nvSpPr>
          <p:spPr>
            <a:xfrm>
              <a:off x="3258452" y="48140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t1176"/>
            <p:cNvSpPr/>
            <p:nvPr/>
          </p:nvSpPr>
          <p:spPr>
            <a:xfrm>
              <a:off x="3354168" y="48092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t1177"/>
            <p:cNvSpPr/>
            <p:nvPr/>
          </p:nvSpPr>
          <p:spPr>
            <a:xfrm>
              <a:off x="3355576" y="48055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t1178"/>
            <p:cNvSpPr/>
            <p:nvPr/>
          </p:nvSpPr>
          <p:spPr>
            <a:xfrm>
              <a:off x="3480148" y="48013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t1179"/>
            <p:cNvSpPr/>
            <p:nvPr/>
          </p:nvSpPr>
          <p:spPr>
            <a:xfrm>
              <a:off x="3314756" y="48055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t1180"/>
            <p:cNvSpPr/>
            <p:nvPr/>
          </p:nvSpPr>
          <p:spPr>
            <a:xfrm>
              <a:off x="3368244" y="48020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t1181"/>
            <p:cNvSpPr/>
            <p:nvPr/>
          </p:nvSpPr>
          <p:spPr>
            <a:xfrm>
              <a:off x="3301384" y="48115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t1182"/>
            <p:cNvSpPr/>
            <p:nvPr/>
          </p:nvSpPr>
          <p:spPr>
            <a:xfrm>
              <a:off x="3342908" y="48015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t1183"/>
            <p:cNvSpPr/>
            <p:nvPr/>
          </p:nvSpPr>
          <p:spPr>
            <a:xfrm>
              <a:off x="4807512" y="43173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t1184"/>
            <p:cNvSpPr/>
            <p:nvPr/>
          </p:nvSpPr>
          <p:spPr>
            <a:xfrm>
              <a:off x="4908155" y="44174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t1185"/>
            <p:cNvSpPr/>
            <p:nvPr/>
          </p:nvSpPr>
          <p:spPr>
            <a:xfrm>
              <a:off x="3384432" y="48155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t1186"/>
            <p:cNvSpPr/>
            <p:nvPr/>
          </p:nvSpPr>
          <p:spPr>
            <a:xfrm>
              <a:off x="3459738" y="48068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t1187"/>
            <p:cNvSpPr/>
            <p:nvPr/>
          </p:nvSpPr>
          <p:spPr>
            <a:xfrm>
              <a:off x="3270417" y="48086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t1188"/>
            <p:cNvSpPr/>
            <p:nvPr/>
          </p:nvSpPr>
          <p:spPr>
            <a:xfrm>
              <a:off x="3246487" y="48161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t1189"/>
            <p:cNvSpPr/>
            <p:nvPr/>
          </p:nvSpPr>
          <p:spPr>
            <a:xfrm>
              <a:off x="4892671" y="36138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t1190"/>
            <p:cNvSpPr/>
            <p:nvPr/>
          </p:nvSpPr>
          <p:spPr>
            <a:xfrm>
              <a:off x="3219039" y="48057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t1191"/>
            <p:cNvSpPr/>
            <p:nvPr/>
          </p:nvSpPr>
          <p:spPr>
            <a:xfrm>
              <a:off x="3174700" y="48065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t1192"/>
            <p:cNvSpPr/>
            <p:nvPr/>
          </p:nvSpPr>
          <p:spPr>
            <a:xfrm>
              <a:off x="4262772" y="46777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t1193"/>
            <p:cNvSpPr/>
            <p:nvPr/>
          </p:nvSpPr>
          <p:spPr>
            <a:xfrm>
              <a:off x="5849837" y="40719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t1194"/>
            <p:cNvSpPr/>
            <p:nvPr/>
          </p:nvSpPr>
          <p:spPr>
            <a:xfrm>
              <a:off x="5994115" y="39516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t1195"/>
            <p:cNvSpPr/>
            <p:nvPr/>
          </p:nvSpPr>
          <p:spPr>
            <a:xfrm>
              <a:off x="3316867" y="48208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t1196"/>
            <p:cNvSpPr/>
            <p:nvPr/>
          </p:nvSpPr>
          <p:spPr>
            <a:xfrm>
              <a:off x="3322498" y="48083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t1197"/>
            <p:cNvSpPr/>
            <p:nvPr/>
          </p:nvSpPr>
          <p:spPr>
            <a:xfrm>
              <a:off x="4977127" y="42892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t1198"/>
            <p:cNvSpPr/>
            <p:nvPr/>
          </p:nvSpPr>
          <p:spPr>
            <a:xfrm>
              <a:off x="5003168" y="43719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t1199"/>
            <p:cNvSpPr/>
            <p:nvPr/>
          </p:nvSpPr>
          <p:spPr>
            <a:xfrm>
              <a:off x="3340796" y="47670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t1200"/>
            <p:cNvSpPr/>
            <p:nvPr/>
          </p:nvSpPr>
          <p:spPr>
            <a:xfrm>
              <a:off x="5441634" y="45723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t1201"/>
            <p:cNvSpPr/>
            <p:nvPr/>
          </p:nvSpPr>
          <p:spPr>
            <a:xfrm>
              <a:off x="4773026" y="44943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t1202"/>
            <p:cNvSpPr/>
            <p:nvPr/>
          </p:nvSpPr>
          <p:spPr>
            <a:xfrm>
              <a:off x="5067213" y="44154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t1203"/>
            <p:cNvSpPr/>
            <p:nvPr/>
          </p:nvSpPr>
          <p:spPr>
            <a:xfrm>
              <a:off x="5270611" y="44339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t1204"/>
            <p:cNvSpPr/>
            <p:nvPr/>
          </p:nvSpPr>
          <p:spPr>
            <a:xfrm>
              <a:off x="3290123" y="4818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t1205"/>
            <p:cNvSpPr/>
            <p:nvPr/>
          </p:nvSpPr>
          <p:spPr>
            <a:xfrm>
              <a:off x="3283789" y="4799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t1206"/>
            <p:cNvSpPr/>
            <p:nvPr/>
          </p:nvSpPr>
          <p:spPr>
            <a:xfrm>
              <a:off x="3292234" y="48222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t1207"/>
            <p:cNvSpPr/>
            <p:nvPr/>
          </p:nvSpPr>
          <p:spPr>
            <a:xfrm>
              <a:off x="3347131" y="48034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t1208"/>
            <p:cNvSpPr/>
            <p:nvPr/>
          </p:nvSpPr>
          <p:spPr>
            <a:xfrm>
              <a:off x="3941136" y="47548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t1209"/>
            <p:cNvSpPr/>
            <p:nvPr/>
          </p:nvSpPr>
          <p:spPr>
            <a:xfrm>
              <a:off x="3240857" y="48012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t1210"/>
            <p:cNvSpPr/>
            <p:nvPr/>
          </p:nvSpPr>
          <p:spPr>
            <a:xfrm>
              <a:off x="4040372" y="40900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t1211"/>
            <p:cNvSpPr/>
            <p:nvPr/>
          </p:nvSpPr>
          <p:spPr>
            <a:xfrm>
              <a:off x="3599090" y="47590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t1212"/>
            <p:cNvSpPr/>
            <p:nvPr/>
          </p:nvSpPr>
          <p:spPr>
            <a:xfrm>
              <a:off x="3247895" y="47949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t1213"/>
            <p:cNvSpPr/>
            <p:nvPr/>
          </p:nvSpPr>
          <p:spPr>
            <a:xfrm>
              <a:off x="3387247" y="48056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t1214"/>
            <p:cNvSpPr/>
            <p:nvPr/>
          </p:nvSpPr>
          <p:spPr>
            <a:xfrm>
              <a:off x="3901723" y="47724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t1215"/>
            <p:cNvSpPr/>
            <p:nvPr/>
          </p:nvSpPr>
          <p:spPr>
            <a:xfrm>
              <a:off x="4742058" y="4680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t1216"/>
            <p:cNvSpPr/>
            <p:nvPr/>
          </p:nvSpPr>
          <p:spPr>
            <a:xfrm>
              <a:off x="3311237" y="48176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t1217"/>
            <p:cNvSpPr/>
            <p:nvPr/>
          </p:nvSpPr>
          <p:spPr>
            <a:xfrm>
              <a:off x="3349946" y="4809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t1218"/>
            <p:cNvSpPr/>
            <p:nvPr/>
          </p:nvSpPr>
          <p:spPr>
            <a:xfrm>
              <a:off x="3291530" y="48162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t1219"/>
            <p:cNvSpPr/>
            <p:nvPr/>
          </p:nvSpPr>
          <p:spPr>
            <a:xfrm>
              <a:off x="3340093" y="4794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t1220"/>
            <p:cNvSpPr/>
            <p:nvPr/>
          </p:nvSpPr>
          <p:spPr>
            <a:xfrm>
              <a:off x="3318275" y="47935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t1221"/>
            <p:cNvSpPr/>
            <p:nvPr/>
          </p:nvSpPr>
          <p:spPr>
            <a:xfrm>
              <a:off x="4663937" y="47625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t1222"/>
            <p:cNvSpPr/>
            <p:nvPr/>
          </p:nvSpPr>
          <p:spPr>
            <a:xfrm>
              <a:off x="3351353" y="48092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t1223"/>
            <p:cNvSpPr/>
            <p:nvPr/>
          </p:nvSpPr>
          <p:spPr>
            <a:xfrm>
              <a:off x="5445857" y="46946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t1224"/>
            <p:cNvSpPr/>
            <p:nvPr/>
          </p:nvSpPr>
          <p:spPr>
            <a:xfrm>
              <a:off x="5497938" y="45852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t1225"/>
            <p:cNvSpPr/>
            <p:nvPr/>
          </p:nvSpPr>
          <p:spPr>
            <a:xfrm>
              <a:off x="3582903" y="4807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t1226"/>
            <p:cNvSpPr/>
            <p:nvPr/>
          </p:nvSpPr>
          <p:spPr>
            <a:xfrm>
              <a:off x="3266194" y="4788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t1227"/>
            <p:cNvSpPr/>
            <p:nvPr/>
          </p:nvSpPr>
          <p:spPr>
            <a:xfrm>
              <a:off x="4632970" y="44509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t1228"/>
            <p:cNvSpPr/>
            <p:nvPr/>
          </p:nvSpPr>
          <p:spPr>
            <a:xfrm>
              <a:off x="4151572" y="43042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t1229"/>
            <p:cNvSpPr/>
            <p:nvPr/>
          </p:nvSpPr>
          <p:spPr>
            <a:xfrm>
              <a:off x="3318979" y="48143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t1230"/>
            <p:cNvSpPr/>
            <p:nvPr/>
          </p:nvSpPr>
          <p:spPr>
            <a:xfrm>
              <a:off x="3323201" y="48129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t1231"/>
            <p:cNvSpPr/>
            <p:nvPr/>
          </p:nvSpPr>
          <p:spPr>
            <a:xfrm>
              <a:off x="3280270" y="48079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t1232"/>
            <p:cNvSpPr/>
            <p:nvPr/>
          </p:nvSpPr>
          <p:spPr>
            <a:xfrm>
              <a:off x="3351353" y="48083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t1233"/>
            <p:cNvSpPr/>
            <p:nvPr/>
          </p:nvSpPr>
          <p:spPr>
            <a:xfrm>
              <a:off x="3255637" y="48210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t1234"/>
            <p:cNvSpPr/>
            <p:nvPr/>
          </p:nvSpPr>
          <p:spPr>
            <a:xfrm>
              <a:off x="3841901" y="47559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t1235"/>
            <p:cNvSpPr/>
            <p:nvPr/>
          </p:nvSpPr>
          <p:spPr>
            <a:xfrm>
              <a:off x="3364725" y="48149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t1236"/>
            <p:cNvSpPr/>
            <p:nvPr/>
          </p:nvSpPr>
          <p:spPr>
            <a:xfrm>
              <a:off x="3576569" y="44878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t1237"/>
            <p:cNvSpPr/>
            <p:nvPr/>
          </p:nvSpPr>
          <p:spPr>
            <a:xfrm>
              <a:off x="4404939" y="44856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t1238"/>
            <p:cNvSpPr/>
            <p:nvPr/>
          </p:nvSpPr>
          <p:spPr>
            <a:xfrm>
              <a:off x="3368948" y="48155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t1239"/>
            <p:cNvSpPr/>
            <p:nvPr/>
          </p:nvSpPr>
          <p:spPr>
            <a:xfrm>
              <a:off x="3374579" y="48026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t1240"/>
            <p:cNvSpPr/>
            <p:nvPr/>
          </p:nvSpPr>
          <p:spPr>
            <a:xfrm>
              <a:off x="3351353" y="48181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t1241"/>
            <p:cNvSpPr/>
            <p:nvPr/>
          </p:nvSpPr>
          <p:spPr>
            <a:xfrm>
              <a:off x="3331647" y="47938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t1242"/>
            <p:cNvSpPr/>
            <p:nvPr/>
          </p:nvSpPr>
          <p:spPr>
            <a:xfrm>
              <a:off x="3325313" y="47888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t1243"/>
            <p:cNvSpPr/>
            <p:nvPr/>
          </p:nvSpPr>
          <p:spPr>
            <a:xfrm>
              <a:off x="3337277" y="4810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t1244"/>
            <p:cNvSpPr/>
            <p:nvPr/>
          </p:nvSpPr>
          <p:spPr>
            <a:xfrm>
              <a:off x="3295753" y="47567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t1245"/>
            <p:cNvSpPr/>
            <p:nvPr/>
          </p:nvSpPr>
          <p:spPr>
            <a:xfrm>
              <a:off x="3337277" y="47233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t1246"/>
            <p:cNvSpPr/>
            <p:nvPr/>
          </p:nvSpPr>
          <p:spPr>
            <a:xfrm>
              <a:off x="3285900" y="47976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t1247"/>
            <p:cNvSpPr/>
            <p:nvPr/>
          </p:nvSpPr>
          <p:spPr>
            <a:xfrm>
              <a:off x="3324609" y="48206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t1248"/>
            <p:cNvSpPr/>
            <p:nvPr/>
          </p:nvSpPr>
          <p:spPr>
            <a:xfrm>
              <a:off x="3332351" y="48215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t1249"/>
            <p:cNvSpPr/>
            <p:nvPr/>
          </p:nvSpPr>
          <p:spPr>
            <a:xfrm>
              <a:off x="3681435" y="45378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t1250"/>
            <p:cNvSpPr/>
            <p:nvPr/>
          </p:nvSpPr>
          <p:spPr>
            <a:xfrm>
              <a:off x="3364725" y="48185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t1251"/>
            <p:cNvSpPr/>
            <p:nvPr/>
          </p:nvSpPr>
          <p:spPr>
            <a:xfrm>
              <a:off x="3385136" y="48156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t1252"/>
            <p:cNvSpPr/>
            <p:nvPr/>
          </p:nvSpPr>
          <p:spPr>
            <a:xfrm>
              <a:off x="3323201" y="48173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t1253"/>
            <p:cNvSpPr/>
            <p:nvPr/>
          </p:nvSpPr>
          <p:spPr>
            <a:xfrm>
              <a:off x="3351353" y="48065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t1254"/>
            <p:cNvSpPr/>
            <p:nvPr/>
          </p:nvSpPr>
          <p:spPr>
            <a:xfrm>
              <a:off x="3159920" y="4803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t1255"/>
            <p:cNvSpPr/>
            <p:nvPr/>
          </p:nvSpPr>
          <p:spPr>
            <a:xfrm>
              <a:off x="4381010" y="46723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t1256"/>
            <p:cNvSpPr/>
            <p:nvPr/>
          </p:nvSpPr>
          <p:spPr>
            <a:xfrm>
              <a:off x="4693496" y="46603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t1257"/>
            <p:cNvSpPr/>
            <p:nvPr/>
          </p:nvSpPr>
          <p:spPr>
            <a:xfrm>
              <a:off x="3319682" y="48149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t1258"/>
            <p:cNvSpPr/>
            <p:nvPr/>
          </p:nvSpPr>
          <p:spPr>
            <a:xfrm>
              <a:off x="3327424" y="4786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t1259"/>
            <p:cNvSpPr/>
            <p:nvPr/>
          </p:nvSpPr>
          <p:spPr>
            <a:xfrm>
              <a:off x="3452700" y="47653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t1260"/>
            <p:cNvSpPr/>
            <p:nvPr/>
          </p:nvSpPr>
          <p:spPr>
            <a:xfrm>
              <a:off x="3332351" y="4799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t1261"/>
            <p:cNvSpPr/>
            <p:nvPr/>
          </p:nvSpPr>
          <p:spPr>
            <a:xfrm>
              <a:off x="3261971" y="48128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t1262"/>
            <p:cNvSpPr/>
            <p:nvPr/>
          </p:nvSpPr>
          <p:spPr>
            <a:xfrm>
              <a:off x="3212001" y="48180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t1263"/>
            <p:cNvSpPr/>
            <p:nvPr/>
          </p:nvSpPr>
          <p:spPr>
            <a:xfrm>
              <a:off x="3830640" y="46205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t1264"/>
            <p:cNvSpPr/>
            <p:nvPr/>
          </p:nvSpPr>
          <p:spPr>
            <a:xfrm>
              <a:off x="3330943" y="48213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t1265"/>
            <p:cNvSpPr/>
            <p:nvPr/>
          </p:nvSpPr>
          <p:spPr>
            <a:xfrm>
              <a:off x="3346427" y="48205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t1266"/>
            <p:cNvSpPr/>
            <p:nvPr/>
          </p:nvSpPr>
          <p:spPr>
            <a:xfrm>
              <a:off x="5761158" y="45375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t1267"/>
            <p:cNvSpPr/>
            <p:nvPr/>
          </p:nvSpPr>
          <p:spPr>
            <a:xfrm>
              <a:off x="5527497" y="45982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t1268"/>
            <p:cNvSpPr/>
            <p:nvPr/>
          </p:nvSpPr>
          <p:spPr>
            <a:xfrm>
              <a:off x="3223966" y="4811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t1269"/>
            <p:cNvSpPr/>
            <p:nvPr/>
          </p:nvSpPr>
          <p:spPr>
            <a:xfrm>
              <a:off x="4815253" y="43230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t1270"/>
            <p:cNvSpPr/>
            <p:nvPr/>
          </p:nvSpPr>
          <p:spPr>
            <a:xfrm>
              <a:off x="3264786" y="48193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t1271"/>
            <p:cNvSpPr/>
            <p:nvPr/>
          </p:nvSpPr>
          <p:spPr>
            <a:xfrm>
              <a:off x="3668766" y="47654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t1272"/>
            <p:cNvSpPr/>
            <p:nvPr/>
          </p:nvSpPr>
          <p:spPr>
            <a:xfrm>
              <a:off x="3832047" y="47300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t1273"/>
            <p:cNvSpPr/>
            <p:nvPr/>
          </p:nvSpPr>
          <p:spPr>
            <a:xfrm>
              <a:off x="3280270" y="48233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t1274"/>
            <p:cNvSpPr/>
            <p:nvPr/>
          </p:nvSpPr>
          <p:spPr>
            <a:xfrm>
              <a:off x="3344315" y="4823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t1275"/>
            <p:cNvSpPr/>
            <p:nvPr/>
          </p:nvSpPr>
          <p:spPr>
            <a:xfrm>
              <a:off x="3331647" y="48226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t1276"/>
            <p:cNvSpPr/>
            <p:nvPr/>
          </p:nvSpPr>
          <p:spPr>
            <a:xfrm>
              <a:off x="3342908" y="48210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t1277"/>
            <p:cNvSpPr/>
            <p:nvPr/>
          </p:nvSpPr>
          <p:spPr>
            <a:xfrm>
              <a:off x="3351353" y="48258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t1278"/>
            <p:cNvSpPr/>
            <p:nvPr/>
          </p:nvSpPr>
          <p:spPr>
            <a:xfrm>
              <a:off x="3288715" y="48215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t1279"/>
            <p:cNvSpPr/>
            <p:nvPr/>
          </p:nvSpPr>
          <p:spPr>
            <a:xfrm>
              <a:off x="3629354" y="46516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t1280"/>
            <p:cNvSpPr/>
            <p:nvPr/>
          </p:nvSpPr>
          <p:spPr>
            <a:xfrm>
              <a:off x="3245784" y="48136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t1281"/>
            <p:cNvSpPr/>
            <p:nvPr/>
          </p:nvSpPr>
          <p:spPr>
            <a:xfrm>
              <a:off x="3210594" y="48039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t1282"/>
            <p:cNvSpPr/>
            <p:nvPr/>
          </p:nvSpPr>
          <p:spPr>
            <a:xfrm>
              <a:off x="3242968" y="47945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t1283"/>
            <p:cNvSpPr/>
            <p:nvPr/>
          </p:nvSpPr>
          <p:spPr>
            <a:xfrm>
              <a:off x="3316163" y="48214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t1284"/>
            <p:cNvSpPr/>
            <p:nvPr/>
          </p:nvSpPr>
          <p:spPr>
            <a:xfrm>
              <a:off x="3286604" y="48097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t1285"/>
            <p:cNvSpPr/>
            <p:nvPr/>
          </p:nvSpPr>
          <p:spPr>
            <a:xfrm>
              <a:off x="3232411" y="48189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t1286"/>
            <p:cNvSpPr/>
            <p:nvPr/>
          </p:nvSpPr>
          <p:spPr>
            <a:xfrm>
              <a:off x="3254933" y="48265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t1287"/>
            <p:cNvSpPr/>
            <p:nvPr/>
          </p:nvSpPr>
          <p:spPr>
            <a:xfrm>
              <a:off x="3246487" y="48258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t1288"/>
            <p:cNvSpPr/>
            <p:nvPr/>
          </p:nvSpPr>
          <p:spPr>
            <a:xfrm>
              <a:off x="3364022" y="47744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t1289"/>
            <p:cNvSpPr/>
            <p:nvPr/>
          </p:nvSpPr>
          <p:spPr>
            <a:xfrm>
              <a:off x="3461146" y="47817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t1290"/>
            <p:cNvSpPr/>
            <p:nvPr/>
          </p:nvSpPr>
          <p:spPr>
            <a:xfrm>
              <a:off x="4170574" y="42832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t1291"/>
            <p:cNvSpPr/>
            <p:nvPr/>
          </p:nvSpPr>
          <p:spPr>
            <a:xfrm>
              <a:off x="3927764" y="45831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t1292"/>
            <p:cNvSpPr/>
            <p:nvPr/>
          </p:nvSpPr>
          <p:spPr>
            <a:xfrm>
              <a:off x="3299976" y="47996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t1293"/>
            <p:cNvSpPr/>
            <p:nvPr/>
          </p:nvSpPr>
          <p:spPr>
            <a:xfrm>
              <a:off x="3984068" y="47782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t1294"/>
            <p:cNvSpPr/>
            <p:nvPr/>
          </p:nvSpPr>
          <p:spPr>
            <a:xfrm>
              <a:off x="3955916" y="47184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t1295"/>
            <p:cNvSpPr/>
            <p:nvPr/>
          </p:nvSpPr>
          <p:spPr>
            <a:xfrm>
              <a:off x="3947470" y="47434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t1296"/>
            <p:cNvSpPr/>
            <p:nvPr/>
          </p:nvSpPr>
          <p:spPr>
            <a:xfrm>
              <a:off x="3963658" y="45803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t1297"/>
            <p:cNvSpPr/>
            <p:nvPr/>
          </p:nvSpPr>
          <p:spPr>
            <a:xfrm>
              <a:off x="3412584" y="47995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t1298"/>
            <p:cNvSpPr/>
            <p:nvPr/>
          </p:nvSpPr>
          <p:spPr>
            <a:xfrm>
              <a:off x="3905242" y="48060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t1299"/>
            <p:cNvSpPr/>
            <p:nvPr/>
          </p:nvSpPr>
          <p:spPr>
            <a:xfrm>
              <a:off x="3968584" y="4746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t1300"/>
            <p:cNvSpPr/>
            <p:nvPr/>
          </p:nvSpPr>
          <p:spPr>
            <a:xfrm>
              <a:off x="4290924" y="42602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t1301"/>
            <p:cNvSpPr/>
            <p:nvPr/>
          </p:nvSpPr>
          <p:spPr>
            <a:xfrm>
              <a:off x="3201444" y="47952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t1302"/>
            <p:cNvSpPr/>
            <p:nvPr/>
          </p:nvSpPr>
          <p:spPr>
            <a:xfrm>
              <a:off x="3278862" y="45513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t1303"/>
            <p:cNvSpPr/>
            <p:nvPr/>
          </p:nvSpPr>
          <p:spPr>
            <a:xfrm>
              <a:off x="3257748" y="44513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t1304"/>
            <p:cNvSpPr/>
            <p:nvPr/>
          </p:nvSpPr>
          <p:spPr>
            <a:xfrm>
              <a:off x="4870150" y="42661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t1305"/>
            <p:cNvSpPr/>
            <p:nvPr/>
          </p:nvSpPr>
          <p:spPr>
            <a:xfrm>
              <a:off x="4927157" y="41202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t1306"/>
            <p:cNvSpPr/>
            <p:nvPr/>
          </p:nvSpPr>
          <p:spPr>
            <a:xfrm>
              <a:off x="5338879" y="37999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t1307"/>
            <p:cNvSpPr/>
            <p:nvPr/>
          </p:nvSpPr>
          <p:spPr>
            <a:xfrm>
              <a:off x="3388655" y="48148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t1308"/>
            <p:cNvSpPr/>
            <p:nvPr/>
          </p:nvSpPr>
          <p:spPr>
            <a:xfrm>
              <a:off x="4014331" y="38787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t1309"/>
            <p:cNvSpPr/>
            <p:nvPr/>
          </p:nvSpPr>
          <p:spPr>
            <a:xfrm>
              <a:off x="4061486" y="39241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t1310"/>
            <p:cNvSpPr/>
            <p:nvPr/>
          </p:nvSpPr>
          <p:spPr>
            <a:xfrm>
              <a:off x="4615375" y="45997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t1311"/>
            <p:cNvSpPr/>
            <p:nvPr/>
          </p:nvSpPr>
          <p:spPr>
            <a:xfrm>
              <a:off x="4136792" y="46185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t1312"/>
            <p:cNvSpPr/>
            <p:nvPr/>
          </p:nvSpPr>
          <p:spPr>
            <a:xfrm>
              <a:off x="4011516" y="45468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t1313"/>
            <p:cNvSpPr/>
            <p:nvPr/>
          </p:nvSpPr>
          <p:spPr>
            <a:xfrm>
              <a:off x="3314052" y="48168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t1314"/>
            <p:cNvSpPr/>
            <p:nvPr/>
          </p:nvSpPr>
          <p:spPr>
            <a:xfrm>
              <a:off x="3330239" y="4820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t1315"/>
            <p:cNvSpPr/>
            <p:nvPr/>
          </p:nvSpPr>
          <p:spPr>
            <a:xfrm>
              <a:off x="3284492" y="48114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t1316"/>
            <p:cNvSpPr/>
            <p:nvPr/>
          </p:nvSpPr>
          <p:spPr>
            <a:xfrm>
              <a:off x="3234523" y="4808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t1317"/>
            <p:cNvSpPr/>
            <p:nvPr/>
          </p:nvSpPr>
          <p:spPr>
            <a:xfrm>
              <a:off x="4891264" y="41784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t1318"/>
            <p:cNvSpPr/>
            <p:nvPr/>
          </p:nvSpPr>
          <p:spPr>
            <a:xfrm>
              <a:off x="3883425" y="46664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t1319"/>
            <p:cNvSpPr/>
            <p:nvPr/>
          </p:nvSpPr>
          <p:spPr>
            <a:xfrm>
              <a:off x="3211297" y="48280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t1320"/>
            <p:cNvSpPr/>
            <p:nvPr/>
          </p:nvSpPr>
          <p:spPr>
            <a:xfrm>
              <a:off x="3290827" y="48163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t1321"/>
            <p:cNvSpPr/>
            <p:nvPr/>
          </p:nvSpPr>
          <p:spPr>
            <a:xfrm>
              <a:off x="5019355" y="43602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t1322"/>
            <p:cNvSpPr/>
            <p:nvPr/>
          </p:nvSpPr>
          <p:spPr>
            <a:xfrm>
              <a:off x="3474518" y="47895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t1323"/>
            <p:cNvSpPr/>
            <p:nvPr/>
          </p:nvSpPr>
          <p:spPr>
            <a:xfrm>
              <a:off x="3590645" y="47910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t1324"/>
            <p:cNvSpPr/>
            <p:nvPr/>
          </p:nvSpPr>
          <p:spPr>
            <a:xfrm>
              <a:off x="3374579" y="48150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t1325"/>
            <p:cNvSpPr/>
            <p:nvPr/>
          </p:nvSpPr>
          <p:spPr>
            <a:xfrm>
              <a:off x="3857384" y="45539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t1326"/>
            <p:cNvSpPr/>
            <p:nvPr/>
          </p:nvSpPr>
          <p:spPr>
            <a:xfrm>
              <a:off x="3244376" y="48093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t1327"/>
            <p:cNvSpPr/>
            <p:nvPr/>
          </p:nvSpPr>
          <p:spPr>
            <a:xfrm>
              <a:off x="3295049" y="47939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t1328"/>
            <p:cNvSpPr/>
            <p:nvPr/>
          </p:nvSpPr>
          <p:spPr>
            <a:xfrm>
              <a:off x="3295049" y="48059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t1329"/>
            <p:cNvSpPr/>
            <p:nvPr/>
          </p:nvSpPr>
          <p:spPr>
            <a:xfrm>
              <a:off x="3285196" y="48030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t1330"/>
            <p:cNvSpPr/>
            <p:nvPr/>
          </p:nvSpPr>
          <p:spPr>
            <a:xfrm>
              <a:off x="3356280" y="48122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t1331"/>
            <p:cNvSpPr/>
            <p:nvPr/>
          </p:nvSpPr>
          <p:spPr>
            <a:xfrm>
              <a:off x="3787708" y="47511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t1332"/>
            <p:cNvSpPr/>
            <p:nvPr/>
          </p:nvSpPr>
          <p:spPr>
            <a:xfrm>
              <a:off x="3995329" y="47239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t1333"/>
            <p:cNvSpPr/>
            <p:nvPr/>
          </p:nvSpPr>
          <p:spPr>
            <a:xfrm>
              <a:off x="4249400" y="47410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t1334"/>
            <p:cNvSpPr/>
            <p:nvPr/>
          </p:nvSpPr>
          <p:spPr>
            <a:xfrm>
              <a:off x="3399212" y="48146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t1335"/>
            <p:cNvSpPr/>
            <p:nvPr/>
          </p:nvSpPr>
          <p:spPr>
            <a:xfrm>
              <a:off x="3315460" y="41432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t1336"/>
            <p:cNvSpPr/>
            <p:nvPr/>
          </p:nvSpPr>
          <p:spPr>
            <a:xfrm>
              <a:off x="3326017" y="42577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t1337"/>
            <p:cNvSpPr/>
            <p:nvPr/>
          </p:nvSpPr>
          <p:spPr>
            <a:xfrm>
              <a:off x="3379505" y="47795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t1338"/>
            <p:cNvSpPr/>
            <p:nvPr/>
          </p:nvSpPr>
          <p:spPr>
            <a:xfrm>
              <a:off x="4278959" y="47043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t1339"/>
            <p:cNvSpPr/>
            <p:nvPr/>
          </p:nvSpPr>
          <p:spPr>
            <a:xfrm>
              <a:off x="3248599" y="48146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t1340"/>
            <p:cNvSpPr/>
            <p:nvPr/>
          </p:nvSpPr>
          <p:spPr>
            <a:xfrm>
              <a:off x="3273232" y="48179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t1341"/>
            <p:cNvSpPr/>
            <p:nvPr/>
          </p:nvSpPr>
          <p:spPr>
            <a:xfrm>
              <a:off x="3944655" y="47115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t1342"/>
            <p:cNvSpPr/>
            <p:nvPr/>
          </p:nvSpPr>
          <p:spPr>
            <a:xfrm>
              <a:off x="4964459" y="45872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t1343"/>
            <p:cNvSpPr/>
            <p:nvPr/>
          </p:nvSpPr>
          <p:spPr>
            <a:xfrm>
              <a:off x="5238940" y="46687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t1344"/>
            <p:cNvSpPr/>
            <p:nvPr/>
          </p:nvSpPr>
          <p:spPr>
            <a:xfrm>
              <a:off x="3917207" y="47159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t1345"/>
            <p:cNvSpPr/>
            <p:nvPr/>
          </p:nvSpPr>
          <p:spPr>
            <a:xfrm>
              <a:off x="5839280" y="36544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t1346"/>
            <p:cNvSpPr/>
            <p:nvPr/>
          </p:nvSpPr>
          <p:spPr>
            <a:xfrm>
              <a:off x="3316163" y="47905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t1347"/>
            <p:cNvSpPr/>
            <p:nvPr/>
          </p:nvSpPr>
          <p:spPr>
            <a:xfrm>
              <a:off x="4762469" y="44691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t1348"/>
            <p:cNvSpPr/>
            <p:nvPr/>
          </p:nvSpPr>
          <p:spPr>
            <a:xfrm>
              <a:off x="3635688" y="47536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t1349"/>
            <p:cNvSpPr/>
            <p:nvPr/>
          </p:nvSpPr>
          <p:spPr>
            <a:xfrm>
              <a:off x="3687065" y="47207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t1350"/>
            <p:cNvSpPr/>
            <p:nvPr/>
          </p:nvSpPr>
          <p:spPr>
            <a:xfrm>
              <a:off x="3886240" y="47115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t1351"/>
            <p:cNvSpPr/>
            <p:nvPr/>
          </p:nvSpPr>
          <p:spPr>
            <a:xfrm>
              <a:off x="3896093" y="46810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t1352"/>
            <p:cNvSpPr/>
            <p:nvPr/>
          </p:nvSpPr>
          <p:spPr>
            <a:xfrm>
              <a:off x="3316163" y="48087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t1353"/>
            <p:cNvSpPr/>
            <p:nvPr/>
          </p:nvSpPr>
          <p:spPr>
            <a:xfrm>
              <a:off x="5367031" y="46704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t1354"/>
            <p:cNvSpPr/>
            <p:nvPr/>
          </p:nvSpPr>
          <p:spPr>
            <a:xfrm>
              <a:off x="5352251" y="44887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t1355"/>
            <p:cNvSpPr/>
            <p:nvPr/>
          </p:nvSpPr>
          <p:spPr>
            <a:xfrm>
              <a:off x="3375282" y="48100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t1356"/>
            <p:cNvSpPr/>
            <p:nvPr/>
          </p:nvSpPr>
          <p:spPr>
            <a:xfrm>
              <a:off x="3264082" y="47956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t1357"/>
            <p:cNvSpPr/>
            <p:nvPr/>
          </p:nvSpPr>
          <p:spPr>
            <a:xfrm>
              <a:off x="3426660" y="46160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t1358"/>
            <p:cNvSpPr/>
            <p:nvPr/>
          </p:nvSpPr>
          <p:spPr>
            <a:xfrm>
              <a:off x="3246487" y="48017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t1359"/>
            <p:cNvSpPr/>
            <p:nvPr/>
          </p:nvSpPr>
          <p:spPr>
            <a:xfrm>
              <a:off x="3273936" y="48046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t1360"/>
            <p:cNvSpPr/>
            <p:nvPr/>
          </p:nvSpPr>
          <p:spPr>
            <a:xfrm>
              <a:off x="3276751" y="47999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t1361"/>
            <p:cNvSpPr/>
            <p:nvPr/>
          </p:nvSpPr>
          <p:spPr>
            <a:xfrm>
              <a:off x="3280270" y="48041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t1362"/>
            <p:cNvSpPr/>
            <p:nvPr/>
          </p:nvSpPr>
          <p:spPr>
            <a:xfrm>
              <a:off x="3328832" y="48043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t1363"/>
            <p:cNvSpPr/>
            <p:nvPr/>
          </p:nvSpPr>
          <p:spPr>
            <a:xfrm>
              <a:off x="3228892" y="4813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t1364"/>
            <p:cNvSpPr/>
            <p:nvPr/>
          </p:nvSpPr>
          <p:spPr>
            <a:xfrm>
              <a:off x="3313348" y="48209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t1365"/>
            <p:cNvSpPr/>
            <p:nvPr/>
          </p:nvSpPr>
          <p:spPr>
            <a:xfrm>
              <a:off x="3257748" y="4814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t1366"/>
            <p:cNvSpPr/>
            <p:nvPr/>
          </p:nvSpPr>
          <p:spPr>
            <a:xfrm>
              <a:off x="3328832" y="48146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t1367"/>
            <p:cNvSpPr/>
            <p:nvPr/>
          </p:nvSpPr>
          <p:spPr>
            <a:xfrm>
              <a:off x="3474518" y="48084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t1368"/>
            <p:cNvSpPr/>
            <p:nvPr/>
          </p:nvSpPr>
          <p:spPr>
            <a:xfrm>
              <a:off x="3777151" y="47296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t1369"/>
            <p:cNvSpPr/>
            <p:nvPr/>
          </p:nvSpPr>
          <p:spPr>
            <a:xfrm>
              <a:off x="3941136" y="46832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t1370"/>
            <p:cNvSpPr/>
            <p:nvPr/>
          </p:nvSpPr>
          <p:spPr>
            <a:xfrm>
              <a:off x="4180428" y="46198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t1371"/>
            <p:cNvSpPr/>
            <p:nvPr/>
          </p:nvSpPr>
          <p:spPr>
            <a:xfrm>
              <a:off x="3293642" y="48006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t1372"/>
            <p:cNvSpPr/>
            <p:nvPr/>
          </p:nvSpPr>
          <p:spPr>
            <a:xfrm>
              <a:off x="3297865" y="4782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t1373"/>
            <p:cNvSpPr/>
            <p:nvPr/>
          </p:nvSpPr>
          <p:spPr>
            <a:xfrm>
              <a:off x="3606832" y="47872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t1374"/>
            <p:cNvSpPr/>
            <p:nvPr/>
          </p:nvSpPr>
          <p:spPr>
            <a:xfrm>
              <a:off x="3325313" y="48121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t1375"/>
            <p:cNvSpPr/>
            <p:nvPr/>
          </p:nvSpPr>
          <p:spPr>
            <a:xfrm>
              <a:off x="3261267" y="48071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t1376"/>
            <p:cNvSpPr/>
            <p:nvPr/>
          </p:nvSpPr>
          <p:spPr>
            <a:xfrm>
              <a:off x="4846221" y="44270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t1377"/>
            <p:cNvSpPr/>
            <p:nvPr/>
          </p:nvSpPr>
          <p:spPr>
            <a:xfrm>
              <a:off x="5838576" y="39859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t1378"/>
            <p:cNvSpPr/>
            <p:nvPr/>
          </p:nvSpPr>
          <p:spPr>
            <a:xfrm>
              <a:off x="3338685" y="47869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t1379"/>
            <p:cNvSpPr/>
            <p:nvPr/>
          </p:nvSpPr>
          <p:spPr>
            <a:xfrm>
              <a:off x="3334462" y="47850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t1380"/>
            <p:cNvSpPr/>
            <p:nvPr/>
          </p:nvSpPr>
          <p:spPr>
            <a:xfrm>
              <a:off x="3359095" y="47943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t1381"/>
            <p:cNvSpPr/>
            <p:nvPr/>
          </p:nvSpPr>
          <p:spPr>
            <a:xfrm>
              <a:off x="4536549" y="45269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t1382"/>
            <p:cNvSpPr/>
            <p:nvPr/>
          </p:nvSpPr>
          <p:spPr>
            <a:xfrm>
              <a:off x="3254229" y="48081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l1383"/>
            <p:cNvSpPr/>
            <p:nvPr/>
          </p:nvSpPr>
          <p:spPr>
            <a:xfrm>
              <a:off x="3776501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384" name="pl1384"/>
            <p:cNvSpPr/>
            <p:nvPr/>
          </p:nvSpPr>
          <p:spPr>
            <a:xfrm>
              <a:off x="2964176" y="4794511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385" name="pg1385"/>
            <p:cNvSpPr/>
            <p:nvPr/>
          </p:nvSpPr>
          <p:spPr>
            <a:xfrm>
              <a:off x="2964176" y="4145385"/>
              <a:ext cx="639613" cy="384988"/>
            </a:xfrm>
            <a:custGeom>
              <a:avLst/>
              <a:pathLst>
                <a:path w="639613" h="384988">
                  <a:moveTo>
                    <a:pt x="0" y="384988"/>
                  </a:moveTo>
                  <a:lnTo>
                    <a:pt x="614467" y="384988"/>
                  </a:lnTo>
                  <a:lnTo>
                    <a:pt x="613455" y="384967"/>
                  </a:lnTo>
                  <a:lnTo>
                    <a:pt x="617498" y="384804"/>
                  </a:lnTo>
                  <a:lnTo>
                    <a:pt x="621463" y="383995"/>
                  </a:lnTo>
                  <a:lnTo>
                    <a:pt x="625247" y="382560"/>
                  </a:lnTo>
                  <a:lnTo>
                    <a:pt x="628752" y="380536"/>
                  </a:lnTo>
                  <a:lnTo>
                    <a:pt x="631886" y="377977"/>
                  </a:lnTo>
                  <a:lnTo>
                    <a:pt x="634570" y="374948"/>
                  </a:lnTo>
                  <a:lnTo>
                    <a:pt x="636733" y="371528"/>
                  </a:lnTo>
                  <a:lnTo>
                    <a:pt x="638319" y="367805"/>
                  </a:lnTo>
                  <a:lnTo>
                    <a:pt x="639288" y="363875"/>
                  </a:lnTo>
                  <a:lnTo>
                    <a:pt x="639613" y="359842"/>
                  </a:lnTo>
                  <a:lnTo>
                    <a:pt x="639613" y="25146"/>
                  </a:lnTo>
                  <a:lnTo>
                    <a:pt x="639288" y="21112"/>
                  </a:lnTo>
                  <a:lnTo>
                    <a:pt x="638319" y="17183"/>
                  </a:lnTo>
                  <a:lnTo>
                    <a:pt x="636733" y="13460"/>
                  </a:lnTo>
                  <a:lnTo>
                    <a:pt x="634570" y="10039"/>
                  </a:lnTo>
                  <a:lnTo>
                    <a:pt x="631886" y="7010"/>
                  </a:lnTo>
                  <a:lnTo>
                    <a:pt x="628752" y="4451"/>
                  </a:lnTo>
                  <a:lnTo>
                    <a:pt x="625247" y="2427"/>
                  </a:lnTo>
                  <a:lnTo>
                    <a:pt x="621463" y="992"/>
                  </a:lnTo>
                  <a:lnTo>
                    <a:pt x="617498" y="183"/>
                  </a:lnTo>
                  <a:lnTo>
                    <a:pt x="6144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tx1386"/>
            <p:cNvSpPr/>
            <p:nvPr/>
          </p:nvSpPr>
          <p:spPr>
            <a:xfrm>
              <a:off x="2692302" y="4185658"/>
              <a:ext cx="869577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</a:t>
              </a:r>
            </a:p>
          </p:txBody>
        </p:sp>
        <p:sp>
          <p:nvSpPr>
            <p:cNvPr id="1387" name="tx1387"/>
            <p:cNvSpPr/>
            <p:nvPr/>
          </p:nvSpPr>
          <p:spPr>
            <a:xfrm>
              <a:off x="2956217" y="4357358"/>
              <a:ext cx="60566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15 (6.1%)</a:t>
              </a:r>
            </a:p>
          </p:txBody>
        </p:sp>
        <p:sp>
          <p:nvSpPr>
            <p:cNvPr id="1388" name="pg1388"/>
            <p:cNvSpPr/>
            <p:nvPr/>
          </p:nvSpPr>
          <p:spPr>
            <a:xfrm>
              <a:off x="2964176" y="4742979"/>
              <a:ext cx="639613" cy="257331"/>
            </a:xfrm>
            <a:custGeom>
              <a:avLst/>
              <a:pathLst>
                <a:path w="639613" h="257331">
                  <a:moveTo>
                    <a:pt x="639613" y="257331"/>
                  </a:moveTo>
                  <a:lnTo>
                    <a:pt x="639613" y="25145"/>
                  </a:lnTo>
                  <a:lnTo>
                    <a:pt x="639288" y="21112"/>
                  </a:lnTo>
                  <a:lnTo>
                    <a:pt x="638319" y="17183"/>
                  </a:lnTo>
                  <a:lnTo>
                    <a:pt x="636733" y="13460"/>
                  </a:lnTo>
                  <a:lnTo>
                    <a:pt x="634570" y="10039"/>
                  </a:lnTo>
                  <a:lnTo>
                    <a:pt x="631886" y="7010"/>
                  </a:lnTo>
                  <a:lnTo>
                    <a:pt x="628752" y="4451"/>
                  </a:lnTo>
                  <a:lnTo>
                    <a:pt x="625247" y="2427"/>
                  </a:lnTo>
                  <a:lnTo>
                    <a:pt x="621463" y="992"/>
                  </a:lnTo>
                  <a:lnTo>
                    <a:pt x="617498" y="183"/>
                  </a:lnTo>
                  <a:lnTo>
                    <a:pt x="614467" y="0"/>
                  </a:lnTo>
                  <a:lnTo>
                    <a:pt x="0" y="0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tx1389"/>
            <p:cNvSpPr/>
            <p:nvPr/>
          </p:nvSpPr>
          <p:spPr>
            <a:xfrm>
              <a:off x="2684457" y="4755489"/>
              <a:ext cx="877422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Negative</a:t>
              </a:r>
            </a:p>
          </p:txBody>
        </p:sp>
        <p:sp>
          <p:nvSpPr>
            <p:cNvPr id="1390" name="tx1390"/>
            <p:cNvSpPr/>
            <p:nvPr/>
          </p:nvSpPr>
          <p:spPr>
            <a:xfrm>
              <a:off x="2800828" y="4954952"/>
              <a:ext cx="76105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143 (57.9%)</a:t>
              </a:r>
            </a:p>
          </p:txBody>
        </p:sp>
        <p:sp>
          <p:nvSpPr>
            <p:cNvPr id="1391" name="pg1391"/>
            <p:cNvSpPr/>
            <p:nvPr/>
          </p:nvSpPr>
          <p:spPr>
            <a:xfrm>
              <a:off x="4010833" y="4145385"/>
              <a:ext cx="899032" cy="384988"/>
            </a:xfrm>
            <a:custGeom>
              <a:avLst/>
              <a:pathLst>
                <a:path w="899032" h="384988">
                  <a:moveTo>
                    <a:pt x="25146" y="384988"/>
                  </a:moveTo>
                  <a:lnTo>
                    <a:pt x="873886" y="384988"/>
                  </a:lnTo>
                  <a:lnTo>
                    <a:pt x="872873" y="384967"/>
                  </a:lnTo>
                  <a:lnTo>
                    <a:pt x="876917" y="384804"/>
                  </a:lnTo>
                  <a:lnTo>
                    <a:pt x="880882" y="383995"/>
                  </a:lnTo>
                  <a:lnTo>
                    <a:pt x="884666" y="382560"/>
                  </a:lnTo>
                  <a:lnTo>
                    <a:pt x="888170" y="380536"/>
                  </a:lnTo>
                  <a:lnTo>
                    <a:pt x="891305" y="377977"/>
                  </a:lnTo>
                  <a:lnTo>
                    <a:pt x="893989" y="374948"/>
                  </a:lnTo>
                  <a:lnTo>
                    <a:pt x="896151" y="371528"/>
                  </a:lnTo>
                  <a:lnTo>
                    <a:pt x="897738" y="367805"/>
                  </a:lnTo>
                  <a:lnTo>
                    <a:pt x="898706" y="363875"/>
                  </a:lnTo>
                  <a:lnTo>
                    <a:pt x="899032" y="359842"/>
                  </a:lnTo>
                  <a:lnTo>
                    <a:pt x="899032" y="25146"/>
                  </a:lnTo>
                  <a:lnTo>
                    <a:pt x="898706" y="21112"/>
                  </a:lnTo>
                  <a:lnTo>
                    <a:pt x="897738" y="17183"/>
                  </a:lnTo>
                  <a:lnTo>
                    <a:pt x="896151" y="13460"/>
                  </a:lnTo>
                  <a:lnTo>
                    <a:pt x="893989" y="10039"/>
                  </a:lnTo>
                  <a:lnTo>
                    <a:pt x="891305" y="7010"/>
                  </a:lnTo>
                  <a:lnTo>
                    <a:pt x="888170" y="4451"/>
                  </a:lnTo>
                  <a:lnTo>
                    <a:pt x="884666" y="2427"/>
                  </a:lnTo>
                  <a:lnTo>
                    <a:pt x="880882" y="992"/>
                  </a:lnTo>
                  <a:lnTo>
                    <a:pt x="876917" y="183"/>
                  </a:lnTo>
                  <a:lnTo>
                    <a:pt x="873886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359842"/>
                  </a:lnTo>
                  <a:lnTo>
                    <a:pt x="81" y="357818"/>
                  </a:lnTo>
                  <a:lnTo>
                    <a:pt x="81" y="361865"/>
                  </a:lnTo>
                  <a:lnTo>
                    <a:pt x="730" y="365859"/>
                  </a:lnTo>
                  <a:lnTo>
                    <a:pt x="2012" y="369698"/>
                  </a:lnTo>
                  <a:lnTo>
                    <a:pt x="3892" y="373281"/>
                  </a:lnTo>
                  <a:lnTo>
                    <a:pt x="6323" y="376516"/>
                  </a:lnTo>
                  <a:lnTo>
                    <a:pt x="9242" y="379320"/>
                  </a:lnTo>
                  <a:lnTo>
                    <a:pt x="12573" y="381619"/>
                  </a:lnTo>
                  <a:lnTo>
                    <a:pt x="16229" y="383354"/>
                  </a:lnTo>
                  <a:lnTo>
                    <a:pt x="20116" y="384479"/>
                  </a:lnTo>
                  <a:lnTo>
                    <a:pt x="24133" y="3849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tx1392"/>
            <p:cNvSpPr/>
            <p:nvPr/>
          </p:nvSpPr>
          <p:spPr>
            <a:xfrm>
              <a:off x="4052743" y="4185658"/>
              <a:ext cx="8152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</a:t>
              </a:r>
            </a:p>
          </p:txBody>
        </p:sp>
        <p:sp>
          <p:nvSpPr>
            <p:cNvPr id="1393" name="tx1393"/>
            <p:cNvSpPr/>
            <p:nvPr/>
          </p:nvSpPr>
          <p:spPr>
            <a:xfrm>
              <a:off x="4184598" y="4357358"/>
              <a:ext cx="683356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87 (35.2%)</a:t>
              </a:r>
            </a:p>
          </p:txBody>
        </p:sp>
        <p:sp>
          <p:nvSpPr>
            <p:cNvPr id="1394" name="pg1394"/>
            <p:cNvSpPr/>
            <p:nvPr/>
          </p:nvSpPr>
          <p:spPr>
            <a:xfrm>
              <a:off x="3894257" y="4742979"/>
              <a:ext cx="1015608" cy="257331"/>
            </a:xfrm>
            <a:custGeom>
              <a:avLst/>
              <a:pathLst>
                <a:path w="1015608" h="257331">
                  <a:moveTo>
                    <a:pt x="1015608" y="257331"/>
                  </a:moveTo>
                  <a:lnTo>
                    <a:pt x="1015608" y="25145"/>
                  </a:lnTo>
                  <a:lnTo>
                    <a:pt x="1015282" y="21112"/>
                  </a:lnTo>
                  <a:lnTo>
                    <a:pt x="1014313" y="17183"/>
                  </a:lnTo>
                  <a:lnTo>
                    <a:pt x="1012727" y="13460"/>
                  </a:lnTo>
                  <a:lnTo>
                    <a:pt x="1010564" y="10039"/>
                  </a:lnTo>
                  <a:lnTo>
                    <a:pt x="1007881" y="7010"/>
                  </a:lnTo>
                  <a:lnTo>
                    <a:pt x="1004746" y="4451"/>
                  </a:lnTo>
                  <a:lnTo>
                    <a:pt x="1001241" y="2427"/>
                  </a:lnTo>
                  <a:lnTo>
                    <a:pt x="997458" y="992"/>
                  </a:lnTo>
                  <a:lnTo>
                    <a:pt x="993493" y="183"/>
                  </a:lnTo>
                  <a:lnTo>
                    <a:pt x="990462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5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tx1395"/>
            <p:cNvSpPr/>
            <p:nvPr/>
          </p:nvSpPr>
          <p:spPr>
            <a:xfrm>
              <a:off x="3936167" y="4755489"/>
              <a:ext cx="931788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Negative</a:t>
              </a:r>
            </a:p>
          </p:txBody>
        </p:sp>
        <p:sp>
          <p:nvSpPr>
            <p:cNvPr id="1396" name="tx1396"/>
            <p:cNvSpPr/>
            <p:nvPr/>
          </p:nvSpPr>
          <p:spPr>
            <a:xfrm>
              <a:off x="4339987" y="4954952"/>
              <a:ext cx="52796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 (0.8%)</a:t>
              </a:r>
            </a:p>
          </p:txBody>
        </p:sp>
        <p:sp>
          <p:nvSpPr>
            <p:cNvPr id="1397" name="rc1397"/>
            <p:cNvSpPr/>
            <p:nvPr/>
          </p:nvSpPr>
          <p:spPr>
            <a:xfrm>
              <a:off x="2964176" y="3573878"/>
              <a:ext cx="4372557" cy="142643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tx1398"/>
            <p:cNvSpPr/>
            <p:nvPr/>
          </p:nvSpPr>
          <p:spPr>
            <a:xfrm>
              <a:off x="2839390" y="4794182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399" name="tx1399"/>
            <p:cNvSpPr/>
            <p:nvPr/>
          </p:nvSpPr>
          <p:spPr>
            <a:xfrm>
              <a:off x="2777234" y="4395786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1400" name="tx1400"/>
            <p:cNvSpPr/>
            <p:nvPr/>
          </p:nvSpPr>
          <p:spPr>
            <a:xfrm>
              <a:off x="2777234" y="3997390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80</a:t>
              </a:r>
            </a:p>
          </p:txBody>
        </p:sp>
        <p:sp>
          <p:nvSpPr>
            <p:cNvPr id="1401" name="tx1401"/>
            <p:cNvSpPr/>
            <p:nvPr/>
          </p:nvSpPr>
          <p:spPr>
            <a:xfrm>
              <a:off x="2715079" y="3598994"/>
              <a:ext cx="186466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120</a:t>
              </a:r>
            </a:p>
          </p:txBody>
        </p:sp>
        <p:sp>
          <p:nvSpPr>
            <p:cNvPr id="1402" name="pl1402"/>
            <p:cNvSpPr/>
            <p:nvPr/>
          </p:nvSpPr>
          <p:spPr>
            <a:xfrm>
              <a:off x="2929381" y="483587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l1403"/>
            <p:cNvSpPr/>
            <p:nvPr/>
          </p:nvSpPr>
          <p:spPr>
            <a:xfrm>
              <a:off x="2929381" y="443747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l1404"/>
            <p:cNvSpPr/>
            <p:nvPr/>
          </p:nvSpPr>
          <p:spPr>
            <a:xfrm>
              <a:off x="2929381" y="403908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l1405"/>
            <p:cNvSpPr/>
            <p:nvPr/>
          </p:nvSpPr>
          <p:spPr>
            <a:xfrm>
              <a:off x="2929381" y="364068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l1406"/>
            <p:cNvSpPr/>
            <p:nvPr/>
          </p:nvSpPr>
          <p:spPr>
            <a:xfrm>
              <a:off x="3342574" y="50003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l1407"/>
            <p:cNvSpPr/>
            <p:nvPr/>
          </p:nvSpPr>
          <p:spPr>
            <a:xfrm>
              <a:off x="4387435" y="50003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l1408"/>
            <p:cNvSpPr/>
            <p:nvPr/>
          </p:nvSpPr>
          <p:spPr>
            <a:xfrm>
              <a:off x="5432295" y="50003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l1409"/>
            <p:cNvSpPr/>
            <p:nvPr/>
          </p:nvSpPr>
          <p:spPr>
            <a:xfrm>
              <a:off x="6477155" y="50003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tx1410"/>
            <p:cNvSpPr/>
            <p:nvPr/>
          </p:nvSpPr>
          <p:spPr>
            <a:xfrm>
              <a:off x="3311497" y="506124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411" name="tx1411"/>
            <p:cNvSpPr/>
            <p:nvPr/>
          </p:nvSpPr>
          <p:spPr>
            <a:xfrm>
              <a:off x="4325279" y="50612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412" name="tx1412"/>
            <p:cNvSpPr/>
            <p:nvPr/>
          </p:nvSpPr>
          <p:spPr>
            <a:xfrm>
              <a:off x="5370139" y="50612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413" name="tx1413"/>
            <p:cNvSpPr/>
            <p:nvPr/>
          </p:nvSpPr>
          <p:spPr>
            <a:xfrm>
              <a:off x="6415000" y="5061195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1414" name="tx1414"/>
            <p:cNvSpPr/>
            <p:nvPr/>
          </p:nvSpPr>
          <p:spPr>
            <a:xfrm>
              <a:off x="4292643" y="5180930"/>
              <a:ext cx="171562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Centiloids, Amyloid PET (Z)</a:t>
              </a:r>
            </a:p>
          </p:txBody>
        </p:sp>
        <p:sp>
          <p:nvSpPr>
            <p:cNvPr id="1415" name="tx1415"/>
            <p:cNvSpPr/>
            <p:nvPr/>
          </p:nvSpPr>
          <p:spPr>
            <a:xfrm rot="-5400000">
              <a:off x="1734126" y="4221542"/>
              <a:ext cx="1676945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Plasma pTau217 - Nico (Z)</a:t>
              </a:r>
            </a:p>
          </p:txBody>
        </p:sp>
        <p:sp>
          <p:nvSpPr>
            <p:cNvPr id="1416" name="tx1416"/>
            <p:cNvSpPr/>
            <p:nvPr/>
          </p:nvSpPr>
          <p:spPr>
            <a:xfrm>
              <a:off x="2964176" y="3346189"/>
              <a:ext cx="158390" cy="12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E.</a:t>
              </a:r>
            </a:p>
          </p:txBody>
        </p:sp>
        <p:sp>
          <p:nvSpPr>
            <p:cNvPr id="1417" name="rc1417"/>
            <p:cNvSpPr/>
            <p:nvPr/>
          </p:nvSpPr>
          <p:spPr>
            <a:xfrm>
              <a:off x="8063227" y="3276599"/>
              <a:ext cx="197802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8" name="pl1418"/>
            <p:cNvSpPr/>
            <p:nvPr/>
          </p:nvSpPr>
          <p:spPr>
            <a:xfrm>
              <a:off x="8707863" y="469134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l1419"/>
            <p:cNvSpPr/>
            <p:nvPr/>
          </p:nvSpPr>
          <p:spPr>
            <a:xfrm>
              <a:off x="8707863" y="440843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l1420"/>
            <p:cNvSpPr/>
            <p:nvPr/>
          </p:nvSpPr>
          <p:spPr>
            <a:xfrm>
              <a:off x="8707863" y="412551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l1421"/>
            <p:cNvSpPr/>
            <p:nvPr/>
          </p:nvSpPr>
          <p:spPr>
            <a:xfrm>
              <a:off x="8707863" y="384260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l1422"/>
            <p:cNvSpPr/>
            <p:nvPr/>
          </p:nvSpPr>
          <p:spPr>
            <a:xfrm>
              <a:off x="8905903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l1423"/>
            <p:cNvSpPr/>
            <p:nvPr/>
          </p:nvSpPr>
          <p:spPr>
            <a:xfrm>
              <a:off x="9188818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l1424"/>
            <p:cNvSpPr/>
            <p:nvPr/>
          </p:nvSpPr>
          <p:spPr>
            <a:xfrm>
              <a:off x="9471733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l1425"/>
            <p:cNvSpPr/>
            <p:nvPr/>
          </p:nvSpPr>
          <p:spPr>
            <a:xfrm>
              <a:off x="9754648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l1426"/>
            <p:cNvSpPr/>
            <p:nvPr/>
          </p:nvSpPr>
          <p:spPr>
            <a:xfrm>
              <a:off x="8707863" y="483280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l1427"/>
            <p:cNvSpPr/>
            <p:nvPr/>
          </p:nvSpPr>
          <p:spPr>
            <a:xfrm>
              <a:off x="8707863" y="454989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l1428"/>
            <p:cNvSpPr/>
            <p:nvPr/>
          </p:nvSpPr>
          <p:spPr>
            <a:xfrm>
              <a:off x="8707863" y="426697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l1429"/>
            <p:cNvSpPr/>
            <p:nvPr/>
          </p:nvSpPr>
          <p:spPr>
            <a:xfrm>
              <a:off x="8707863" y="398406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l1430"/>
            <p:cNvSpPr/>
            <p:nvPr/>
          </p:nvSpPr>
          <p:spPr>
            <a:xfrm>
              <a:off x="8707863" y="370114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l1431"/>
            <p:cNvSpPr/>
            <p:nvPr/>
          </p:nvSpPr>
          <p:spPr>
            <a:xfrm>
              <a:off x="8764446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l1432"/>
            <p:cNvSpPr/>
            <p:nvPr/>
          </p:nvSpPr>
          <p:spPr>
            <a:xfrm>
              <a:off x="9047361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l1433"/>
            <p:cNvSpPr/>
            <p:nvPr/>
          </p:nvSpPr>
          <p:spPr>
            <a:xfrm>
              <a:off x="9330276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l1434"/>
            <p:cNvSpPr/>
            <p:nvPr/>
          </p:nvSpPr>
          <p:spPr>
            <a:xfrm>
              <a:off x="9613191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l1435"/>
            <p:cNvSpPr/>
            <p:nvPr/>
          </p:nvSpPr>
          <p:spPr>
            <a:xfrm>
              <a:off x="9896106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l1436"/>
            <p:cNvSpPr/>
            <p:nvPr/>
          </p:nvSpPr>
          <p:spPr>
            <a:xfrm>
              <a:off x="8764446" y="3701146"/>
              <a:ext cx="1131660" cy="1131660"/>
            </a:xfrm>
            <a:custGeom>
              <a:avLst/>
              <a:pathLst>
                <a:path w="1131660" h="1131660">
                  <a:moveTo>
                    <a:pt x="0" y="1131660"/>
                  </a:moveTo>
                  <a:lnTo>
                    <a:pt x="0" y="1118944"/>
                  </a:lnTo>
                  <a:lnTo>
                    <a:pt x="0" y="1106229"/>
                  </a:lnTo>
                  <a:lnTo>
                    <a:pt x="0" y="1093514"/>
                  </a:lnTo>
                  <a:lnTo>
                    <a:pt x="0" y="1080798"/>
                  </a:lnTo>
                  <a:lnTo>
                    <a:pt x="0" y="1068083"/>
                  </a:lnTo>
                  <a:lnTo>
                    <a:pt x="0" y="1055368"/>
                  </a:lnTo>
                  <a:lnTo>
                    <a:pt x="0" y="1042653"/>
                  </a:lnTo>
                  <a:lnTo>
                    <a:pt x="0" y="1029937"/>
                  </a:lnTo>
                  <a:lnTo>
                    <a:pt x="0" y="1017222"/>
                  </a:lnTo>
                  <a:lnTo>
                    <a:pt x="0" y="1004507"/>
                  </a:lnTo>
                  <a:lnTo>
                    <a:pt x="0" y="991791"/>
                  </a:lnTo>
                  <a:lnTo>
                    <a:pt x="7162" y="991791"/>
                  </a:lnTo>
                  <a:lnTo>
                    <a:pt x="7162" y="979076"/>
                  </a:lnTo>
                  <a:lnTo>
                    <a:pt x="7162" y="966361"/>
                  </a:lnTo>
                  <a:lnTo>
                    <a:pt x="14324" y="966361"/>
                  </a:lnTo>
                  <a:lnTo>
                    <a:pt x="14324" y="953646"/>
                  </a:lnTo>
                  <a:lnTo>
                    <a:pt x="14324" y="940930"/>
                  </a:lnTo>
                  <a:lnTo>
                    <a:pt x="14324" y="928215"/>
                  </a:lnTo>
                  <a:lnTo>
                    <a:pt x="14324" y="915500"/>
                  </a:lnTo>
                  <a:lnTo>
                    <a:pt x="14324" y="902785"/>
                  </a:lnTo>
                  <a:lnTo>
                    <a:pt x="14324" y="890069"/>
                  </a:lnTo>
                  <a:lnTo>
                    <a:pt x="14324" y="877354"/>
                  </a:lnTo>
                  <a:lnTo>
                    <a:pt x="14324" y="864639"/>
                  </a:lnTo>
                  <a:lnTo>
                    <a:pt x="14324" y="851923"/>
                  </a:lnTo>
                  <a:lnTo>
                    <a:pt x="14324" y="839208"/>
                  </a:lnTo>
                  <a:lnTo>
                    <a:pt x="14324" y="826493"/>
                  </a:lnTo>
                  <a:lnTo>
                    <a:pt x="14324" y="813778"/>
                  </a:lnTo>
                  <a:lnTo>
                    <a:pt x="14324" y="801062"/>
                  </a:lnTo>
                  <a:lnTo>
                    <a:pt x="14324" y="788347"/>
                  </a:lnTo>
                  <a:lnTo>
                    <a:pt x="14324" y="775632"/>
                  </a:lnTo>
                  <a:lnTo>
                    <a:pt x="14324" y="762916"/>
                  </a:lnTo>
                  <a:lnTo>
                    <a:pt x="21487" y="762916"/>
                  </a:lnTo>
                  <a:lnTo>
                    <a:pt x="21487" y="750201"/>
                  </a:lnTo>
                  <a:lnTo>
                    <a:pt x="21487" y="737486"/>
                  </a:lnTo>
                  <a:lnTo>
                    <a:pt x="21487" y="724771"/>
                  </a:lnTo>
                  <a:lnTo>
                    <a:pt x="28649" y="724771"/>
                  </a:lnTo>
                  <a:lnTo>
                    <a:pt x="28649" y="712055"/>
                  </a:lnTo>
                  <a:lnTo>
                    <a:pt x="28649" y="699340"/>
                  </a:lnTo>
                  <a:lnTo>
                    <a:pt x="28649" y="686625"/>
                  </a:lnTo>
                  <a:lnTo>
                    <a:pt x="28649" y="673909"/>
                  </a:lnTo>
                  <a:lnTo>
                    <a:pt x="28649" y="661194"/>
                  </a:lnTo>
                  <a:lnTo>
                    <a:pt x="28649" y="648479"/>
                  </a:lnTo>
                  <a:lnTo>
                    <a:pt x="28649" y="635764"/>
                  </a:lnTo>
                  <a:lnTo>
                    <a:pt x="35812" y="635764"/>
                  </a:lnTo>
                  <a:lnTo>
                    <a:pt x="35812" y="623048"/>
                  </a:lnTo>
                  <a:lnTo>
                    <a:pt x="35812" y="610333"/>
                  </a:lnTo>
                  <a:lnTo>
                    <a:pt x="35812" y="597618"/>
                  </a:lnTo>
                  <a:lnTo>
                    <a:pt x="35812" y="584902"/>
                  </a:lnTo>
                  <a:lnTo>
                    <a:pt x="35812" y="572187"/>
                  </a:lnTo>
                  <a:lnTo>
                    <a:pt x="35812" y="559472"/>
                  </a:lnTo>
                  <a:lnTo>
                    <a:pt x="35812" y="546757"/>
                  </a:lnTo>
                  <a:lnTo>
                    <a:pt x="35812" y="534041"/>
                  </a:lnTo>
                  <a:lnTo>
                    <a:pt x="42974" y="534041"/>
                  </a:lnTo>
                  <a:lnTo>
                    <a:pt x="42974" y="521326"/>
                  </a:lnTo>
                  <a:lnTo>
                    <a:pt x="42974" y="508611"/>
                  </a:lnTo>
                  <a:lnTo>
                    <a:pt x="42974" y="495895"/>
                  </a:lnTo>
                  <a:lnTo>
                    <a:pt x="42974" y="483180"/>
                  </a:lnTo>
                  <a:lnTo>
                    <a:pt x="42974" y="470465"/>
                  </a:lnTo>
                  <a:lnTo>
                    <a:pt x="42974" y="457750"/>
                  </a:lnTo>
                  <a:lnTo>
                    <a:pt x="42974" y="445034"/>
                  </a:lnTo>
                  <a:lnTo>
                    <a:pt x="42974" y="432319"/>
                  </a:lnTo>
                  <a:lnTo>
                    <a:pt x="42974" y="419604"/>
                  </a:lnTo>
                  <a:lnTo>
                    <a:pt x="42974" y="406889"/>
                  </a:lnTo>
                  <a:lnTo>
                    <a:pt x="42974" y="394173"/>
                  </a:lnTo>
                  <a:lnTo>
                    <a:pt x="42974" y="381458"/>
                  </a:lnTo>
                  <a:lnTo>
                    <a:pt x="42974" y="368743"/>
                  </a:lnTo>
                  <a:lnTo>
                    <a:pt x="42974" y="356027"/>
                  </a:lnTo>
                  <a:lnTo>
                    <a:pt x="42974" y="343312"/>
                  </a:lnTo>
                  <a:lnTo>
                    <a:pt x="42974" y="330597"/>
                  </a:lnTo>
                  <a:lnTo>
                    <a:pt x="42974" y="317882"/>
                  </a:lnTo>
                  <a:lnTo>
                    <a:pt x="42974" y="305166"/>
                  </a:lnTo>
                  <a:lnTo>
                    <a:pt x="42974" y="292451"/>
                  </a:lnTo>
                  <a:lnTo>
                    <a:pt x="42974" y="279736"/>
                  </a:lnTo>
                  <a:lnTo>
                    <a:pt x="42974" y="267020"/>
                  </a:lnTo>
                  <a:lnTo>
                    <a:pt x="42974" y="254305"/>
                  </a:lnTo>
                  <a:lnTo>
                    <a:pt x="50136" y="254305"/>
                  </a:lnTo>
                  <a:lnTo>
                    <a:pt x="50136" y="241590"/>
                  </a:lnTo>
                  <a:lnTo>
                    <a:pt x="50136" y="228875"/>
                  </a:lnTo>
                  <a:lnTo>
                    <a:pt x="50136" y="216159"/>
                  </a:lnTo>
                  <a:lnTo>
                    <a:pt x="57299" y="216159"/>
                  </a:lnTo>
                  <a:lnTo>
                    <a:pt x="57299" y="203444"/>
                  </a:lnTo>
                  <a:lnTo>
                    <a:pt x="57299" y="190729"/>
                  </a:lnTo>
                  <a:lnTo>
                    <a:pt x="57299" y="178013"/>
                  </a:lnTo>
                  <a:lnTo>
                    <a:pt x="57299" y="165298"/>
                  </a:lnTo>
                  <a:lnTo>
                    <a:pt x="57299" y="152583"/>
                  </a:lnTo>
                  <a:lnTo>
                    <a:pt x="57299" y="139868"/>
                  </a:lnTo>
                  <a:lnTo>
                    <a:pt x="57299" y="127152"/>
                  </a:lnTo>
                  <a:lnTo>
                    <a:pt x="57299" y="114437"/>
                  </a:lnTo>
                  <a:lnTo>
                    <a:pt x="57299" y="101722"/>
                  </a:lnTo>
                  <a:lnTo>
                    <a:pt x="57299" y="89006"/>
                  </a:lnTo>
                  <a:lnTo>
                    <a:pt x="64461" y="89006"/>
                  </a:lnTo>
                  <a:lnTo>
                    <a:pt x="71624" y="89006"/>
                  </a:lnTo>
                  <a:lnTo>
                    <a:pt x="71624" y="76291"/>
                  </a:lnTo>
                  <a:lnTo>
                    <a:pt x="78786" y="76291"/>
                  </a:lnTo>
                  <a:lnTo>
                    <a:pt x="78786" y="63576"/>
                  </a:lnTo>
                  <a:lnTo>
                    <a:pt x="85948" y="63576"/>
                  </a:lnTo>
                  <a:lnTo>
                    <a:pt x="93111" y="63576"/>
                  </a:lnTo>
                  <a:lnTo>
                    <a:pt x="100273" y="63576"/>
                  </a:lnTo>
                  <a:lnTo>
                    <a:pt x="100273" y="50861"/>
                  </a:lnTo>
                  <a:lnTo>
                    <a:pt x="100273" y="38145"/>
                  </a:lnTo>
                  <a:lnTo>
                    <a:pt x="107436" y="38145"/>
                  </a:lnTo>
                  <a:lnTo>
                    <a:pt x="107436" y="25430"/>
                  </a:lnTo>
                  <a:lnTo>
                    <a:pt x="114598" y="25430"/>
                  </a:lnTo>
                  <a:lnTo>
                    <a:pt x="121760" y="25430"/>
                  </a:lnTo>
                  <a:lnTo>
                    <a:pt x="128923" y="25430"/>
                  </a:lnTo>
                  <a:lnTo>
                    <a:pt x="136085" y="25430"/>
                  </a:lnTo>
                  <a:lnTo>
                    <a:pt x="143248" y="25430"/>
                  </a:lnTo>
                  <a:lnTo>
                    <a:pt x="150410" y="25430"/>
                  </a:lnTo>
                  <a:lnTo>
                    <a:pt x="150410" y="12715"/>
                  </a:lnTo>
                  <a:lnTo>
                    <a:pt x="157572" y="12715"/>
                  </a:lnTo>
                  <a:lnTo>
                    <a:pt x="164735" y="12715"/>
                  </a:lnTo>
                  <a:lnTo>
                    <a:pt x="171897" y="12715"/>
                  </a:lnTo>
                  <a:lnTo>
                    <a:pt x="179060" y="12715"/>
                  </a:lnTo>
                  <a:lnTo>
                    <a:pt x="186222" y="12715"/>
                  </a:lnTo>
                  <a:lnTo>
                    <a:pt x="193384" y="12715"/>
                  </a:lnTo>
                  <a:lnTo>
                    <a:pt x="200547" y="12715"/>
                  </a:lnTo>
                  <a:lnTo>
                    <a:pt x="207709" y="12715"/>
                  </a:lnTo>
                  <a:lnTo>
                    <a:pt x="214872" y="12715"/>
                  </a:lnTo>
                  <a:lnTo>
                    <a:pt x="222034" y="12715"/>
                  </a:lnTo>
                  <a:lnTo>
                    <a:pt x="229196" y="12715"/>
                  </a:lnTo>
                  <a:lnTo>
                    <a:pt x="236359" y="12715"/>
                  </a:lnTo>
                  <a:lnTo>
                    <a:pt x="243521" y="12715"/>
                  </a:lnTo>
                  <a:lnTo>
                    <a:pt x="250684" y="12715"/>
                  </a:lnTo>
                  <a:lnTo>
                    <a:pt x="257846" y="12715"/>
                  </a:lnTo>
                  <a:lnTo>
                    <a:pt x="265009" y="12715"/>
                  </a:lnTo>
                  <a:lnTo>
                    <a:pt x="272171" y="12715"/>
                  </a:lnTo>
                  <a:lnTo>
                    <a:pt x="279333" y="12715"/>
                  </a:lnTo>
                  <a:lnTo>
                    <a:pt x="286496" y="12715"/>
                  </a:lnTo>
                  <a:lnTo>
                    <a:pt x="293658" y="12715"/>
                  </a:lnTo>
                  <a:lnTo>
                    <a:pt x="300821" y="12715"/>
                  </a:lnTo>
                  <a:lnTo>
                    <a:pt x="307983" y="12715"/>
                  </a:lnTo>
                  <a:lnTo>
                    <a:pt x="315145" y="12715"/>
                  </a:lnTo>
                  <a:lnTo>
                    <a:pt x="322308" y="12715"/>
                  </a:lnTo>
                  <a:lnTo>
                    <a:pt x="329470" y="12715"/>
                  </a:lnTo>
                  <a:lnTo>
                    <a:pt x="336633" y="12715"/>
                  </a:lnTo>
                  <a:lnTo>
                    <a:pt x="343795" y="12715"/>
                  </a:lnTo>
                  <a:lnTo>
                    <a:pt x="350957" y="12715"/>
                  </a:lnTo>
                  <a:lnTo>
                    <a:pt x="358120" y="12715"/>
                  </a:lnTo>
                  <a:lnTo>
                    <a:pt x="365282" y="12715"/>
                  </a:lnTo>
                  <a:lnTo>
                    <a:pt x="372445" y="12715"/>
                  </a:lnTo>
                  <a:lnTo>
                    <a:pt x="379607" y="12715"/>
                  </a:lnTo>
                  <a:lnTo>
                    <a:pt x="386769" y="12715"/>
                  </a:lnTo>
                  <a:lnTo>
                    <a:pt x="393932" y="12715"/>
                  </a:lnTo>
                  <a:lnTo>
                    <a:pt x="401094" y="12715"/>
                  </a:lnTo>
                  <a:lnTo>
                    <a:pt x="408257" y="12715"/>
                  </a:lnTo>
                  <a:lnTo>
                    <a:pt x="415419" y="12715"/>
                  </a:lnTo>
                  <a:lnTo>
                    <a:pt x="422581" y="12715"/>
                  </a:lnTo>
                  <a:lnTo>
                    <a:pt x="429744" y="12715"/>
                  </a:lnTo>
                  <a:lnTo>
                    <a:pt x="436906" y="12715"/>
                  </a:lnTo>
                  <a:lnTo>
                    <a:pt x="444069" y="12715"/>
                  </a:lnTo>
                  <a:lnTo>
                    <a:pt x="451231" y="12715"/>
                  </a:lnTo>
                  <a:lnTo>
                    <a:pt x="458393" y="12715"/>
                  </a:lnTo>
                  <a:lnTo>
                    <a:pt x="465556" y="12715"/>
                  </a:lnTo>
                  <a:lnTo>
                    <a:pt x="472718" y="12715"/>
                  </a:lnTo>
                  <a:lnTo>
                    <a:pt x="479881" y="12715"/>
                  </a:lnTo>
                  <a:lnTo>
                    <a:pt x="487043" y="12715"/>
                  </a:lnTo>
                  <a:lnTo>
                    <a:pt x="494205" y="12715"/>
                  </a:lnTo>
                  <a:lnTo>
                    <a:pt x="501368" y="12715"/>
                  </a:lnTo>
                  <a:lnTo>
                    <a:pt x="501368" y="0"/>
                  </a:lnTo>
                  <a:lnTo>
                    <a:pt x="508530" y="0"/>
                  </a:lnTo>
                  <a:lnTo>
                    <a:pt x="515693" y="0"/>
                  </a:lnTo>
                  <a:lnTo>
                    <a:pt x="522855" y="0"/>
                  </a:lnTo>
                  <a:lnTo>
                    <a:pt x="530018" y="0"/>
                  </a:lnTo>
                  <a:lnTo>
                    <a:pt x="537180" y="0"/>
                  </a:lnTo>
                  <a:lnTo>
                    <a:pt x="544342" y="0"/>
                  </a:lnTo>
                  <a:lnTo>
                    <a:pt x="551505" y="0"/>
                  </a:lnTo>
                  <a:lnTo>
                    <a:pt x="558667" y="0"/>
                  </a:lnTo>
                  <a:lnTo>
                    <a:pt x="565830" y="0"/>
                  </a:lnTo>
                  <a:lnTo>
                    <a:pt x="572992" y="0"/>
                  </a:lnTo>
                  <a:lnTo>
                    <a:pt x="580154" y="0"/>
                  </a:lnTo>
                  <a:lnTo>
                    <a:pt x="587317" y="0"/>
                  </a:lnTo>
                  <a:lnTo>
                    <a:pt x="594479" y="0"/>
                  </a:lnTo>
                  <a:lnTo>
                    <a:pt x="601642" y="0"/>
                  </a:lnTo>
                  <a:lnTo>
                    <a:pt x="608804" y="0"/>
                  </a:lnTo>
                  <a:lnTo>
                    <a:pt x="615966" y="0"/>
                  </a:lnTo>
                  <a:lnTo>
                    <a:pt x="623129" y="0"/>
                  </a:lnTo>
                  <a:lnTo>
                    <a:pt x="630291" y="0"/>
                  </a:lnTo>
                  <a:lnTo>
                    <a:pt x="637454" y="0"/>
                  </a:lnTo>
                  <a:lnTo>
                    <a:pt x="644616" y="0"/>
                  </a:lnTo>
                  <a:lnTo>
                    <a:pt x="651778" y="0"/>
                  </a:lnTo>
                  <a:lnTo>
                    <a:pt x="658941" y="0"/>
                  </a:lnTo>
                  <a:lnTo>
                    <a:pt x="666103" y="0"/>
                  </a:lnTo>
                  <a:lnTo>
                    <a:pt x="673266" y="0"/>
                  </a:lnTo>
                  <a:lnTo>
                    <a:pt x="680428" y="0"/>
                  </a:lnTo>
                  <a:lnTo>
                    <a:pt x="687590" y="0"/>
                  </a:lnTo>
                  <a:lnTo>
                    <a:pt x="694753" y="0"/>
                  </a:lnTo>
                  <a:lnTo>
                    <a:pt x="701915" y="0"/>
                  </a:lnTo>
                  <a:lnTo>
                    <a:pt x="709078" y="0"/>
                  </a:lnTo>
                  <a:lnTo>
                    <a:pt x="716240" y="0"/>
                  </a:lnTo>
                  <a:lnTo>
                    <a:pt x="723402" y="0"/>
                  </a:lnTo>
                  <a:lnTo>
                    <a:pt x="730565" y="0"/>
                  </a:lnTo>
                  <a:lnTo>
                    <a:pt x="737727" y="0"/>
                  </a:lnTo>
                  <a:lnTo>
                    <a:pt x="744890" y="0"/>
                  </a:lnTo>
                  <a:lnTo>
                    <a:pt x="752052" y="0"/>
                  </a:lnTo>
                  <a:lnTo>
                    <a:pt x="759214" y="0"/>
                  </a:lnTo>
                  <a:lnTo>
                    <a:pt x="766377" y="0"/>
                  </a:lnTo>
                  <a:lnTo>
                    <a:pt x="773539" y="0"/>
                  </a:lnTo>
                  <a:lnTo>
                    <a:pt x="780702" y="0"/>
                  </a:lnTo>
                  <a:lnTo>
                    <a:pt x="787864" y="0"/>
                  </a:lnTo>
                  <a:lnTo>
                    <a:pt x="795027" y="0"/>
                  </a:lnTo>
                  <a:lnTo>
                    <a:pt x="802189" y="0"/>
                  </a:lnTo>
                  <a:lnTo>
                    <a:pt x="809351" y="0"/>
                  </a:lnTo>
                  <a:lnTo>
                    <a:pt x="816514" y="0"/>
                  </a:lnTo>
                  <a:lnTo>
                    <a:pt x="823676" y="0"/>
                  </a:lnTo>
                  <a:lnTo>
                    <a:pt x="830839" y="0"/>
                  </a:lnTo>
                  <a:lnTo>
                    <a:pt x="838001" y="0"/>
                  </a:lnTo>
                  <a:lnTo>
                    <a:pt x="845163" y="0"/>
                  </a:lnTo>
                  <a:lnTo>
                    <a:pt x="852326" y="0"/>
                  </a:lnTo>
                  <a:lnTo>
                    <a:pt x="859488" y="0"/>
                  </a:lnTo>
                  <a:lnTo>
                    <a:pt x="866651" y="0"/>
                  </a:lnTo>
                  <a:lnTo>
                    <a:pt x="873813" y="0"/>
                  </a:lnTo>
                  <a:lnTo>
                    <a:pt x="880975" y="0"/>
                  </a:lnTo>
                  <a:lnTo>
                    <a:pt x="888138" y="0"/>
                  </a:lnTo>
                  <a:lnTo>
                    <a:pt x="895300" y="0"/>
                  </a:lnTo>
                  <a:lnTo>
                    <a:pt x="902463" y="0"/>
                  </a:lnTo>
                  <a:lnTo>
                    <a:pt x="909625" y="0"/>
                  </a:lnTo>
                  <a:lnTo>
                    <a:pt x="916787" y="0"/>
                  </a:lnTo>
                  <a:lnTo>
                    <a:pt x="923950" y="0"/>
                  </a:lnTo>
                  <a:lnTo>
                    <a:pt x="931112" y="0"/>
                  </a:lnTo>
                  <a:lnTo>
                    <a:pt x="938275" y="0"/>
                  </a:lnTo>
                  <a:lnTo>
                    <a:pt x="945437" y="0"/>
                  </a:lnTo>
                  <a:lnTo>
                    <a:pt x="952599" y="0"/>
                  </a:lnTo>
                  <a:lnTo>
                    <a:pt x="959762" y="0"/>
                  </a:lnTo>
                  <a:lnTo>
                    <a:pt x="966924" y="0"/>
                  </a:lnTo>
                  <a:lnTo>
                    <a:pt x="974087" y="0"/>
                  </a:lnTo>
                  <a:lnTo>
                    <a:pt x="981249" y="0"/>
                  </a:lnTo>
                  <a:lnTo>
                    <a:pt x="988411" y="0"/>
                  </a:lnTo>
                  <a:lnTo>
                    <a:pt x="995574" y="0"/>
                  </a:lnTo>
                  <a:lnTo>
                    <a:pt x="1002736" y="0"/>
                  </a:lnTo>
                  <a:lnTo>
                    <a:pt x="1009899" y="0"/>
                  </a:lnTo>
                  <a:lnTo>
                    <a:pt x="1017061" y="0"/>
                  </a:lnTo>
                  <a:lnTo>
                    <a:pt x="1024224" y="0"/>
                  </a:lnTo>
                  <a:lnTo>
                    <a:pt x="1031386" y="0"/>
                  </a:lnTo>
                  <a:lnTo>
                    <a:pt x="1038548" y="0"/>
                  </a:lnTo>
                  <a:lnTo>
                    <a:pt x="1045711" y="0"/>
                  </a:lnTo>
                  <a:lnTo>
                    <a:pt x="1052873" y="0"/>
                  </a:lnTo>
                  <a:lnTo>
                    <a:pt x="1060036" y="0"/>
                  </a:lnTo>
                  <a:lnTo>
                    <a:pt x="1067198" y="0"/>
                  </a:lnTo>
                  <a:lnTo>
                    <a:pt x="1074360" y="0"/>
                  </a:lnTo>
                  <a:lnTo>
                    <a:pt x="1081523" y="0"/>
                  </a:lnTo>
                  <a:lnTo>
                    <a:pt x="1088685" y="0"/>
                  </a:lnTo>
                  <a:lnTo>
                    <a:pt x="1095848" y="0"/>
                  </a:lnTo>
                  <a:lnTo>
                    <a:pt x="1103010" y="0"/>
                  </a:lnTo>
                  <a:lnTo>
                    <a:pt x="1110172" y="0"/>
                  </a:lnTo>
                  <a:lnTo>
                    <a:pt x="1117335" y="0"/>
                  </a:lnTo>
                  <a:lnTo>
                    <a:pt x="1124497" y="0"/>
                  </a:lnTo>
                  <a:lnTo>
                    <a:pt x="1131660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l1437"/>
            <p:cNvSpPr/>
            <p:nvPr/>
          </p:nvSpPr>
          <p:spPr>
            <a:xfrm>
              <a:off x="8707863" y="3644563"/>
              <a:ext cx="1244826" cy="1244826"/>
            </a:xfrm>
            <a:custGeom>
              <a:avLst/>
              <a:pathLst>
                <a:path w="1244826" h="1244826">
                  <a:moveTo>
                    <a:pt x="0" y="1244826"/>
                  </a:move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438" name="pg1438"/>
            <p:cNvSpPr/>
            <p:nvPr/>
          </p:nvSpPr>
          <p:spPr>
            <a:xfrm>
              <a:off x="9047361" y="4178808"/>
              <a:ext cx="905328" cy="710580"/>
            </a:xfrm>
            <a:custGeom>
              <a:avLst/>
              <a:pathLst>
                <a:path w="905328" h="710580">
                  <a:moveTo>
                    <a:pt x="905328" y="710580"/>
                  </a:moveTo>
                  <a:lnTo>
                    <a:pt x="905328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710580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8623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tx1439"/>
            <p:cNvSpPr/>
            <p:nvPr/>
          </p:nvSpPr>
          <p:spPr>
            <a:xfrm>
              <a:off x="9092891" y="4193733"/>
              <a:ext cx="2113622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3.87 [3.294, 5.644]</a:t>
              </a:r>
            </a:p>
          </p:txBody>
        </p:sp>
        <p:sp>
          <p:nvSpPr>
            <p:cNvPr id="1440" name="tx1440"/>
            <p:cNvSpPr/>
            <p:nvPr/>
          </p:nvSpPr>
          <p:spPr>
            <a:xfrm>
              <a:off x="9092891" y="4439177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0.965</a:t>
              </a:r>
            </a:p>
          </p:txBody>
        </p:sp>
        <p:sp>
          <p:nvSpPr>
            <p:cNvPr id="1441" name="tx1441"/>
            <p:cNvSpPr/>
            <p:nvPr/>
          </p:nvSpPr>
          <p:spPr>
            <a:xfrm>
              <a:off x="9092891" y="4659056"/>
              <a:ext cx="1176935" cy="1110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0.853</a:t>
              </a:r>
            </a:p>
          </p:txBody>
        </p:sp>
        <p:sp>
          <p:nvSpPr>
            <p:cNvPr id="1442" name="tx1442"/>
            <p:cNvSpPr/>
            <p:nvPr/>
          </p:nvSpPr>
          <p:spPr>
            <a:xfrm>
              <a:off x="9092891" y="4877674"/>
              <a:ext cx="974480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0.978</a:t>
              </a:r>
            </a:p>
          </p:txBody>
        </p:sp>
        <p:sp>
          <p:nvSpPr>
            <p:cNvPr id="1443" name="tx1443"/>
            <p:cNvSpPr/>
            <p:nvPr/>
          </p:nvSpPr>
          <p:spPr>
            <a:xfrm>
              <a:off x="8351312" y="477974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1444" name="tx1444"/>
            <p:cNvSpPr/>
            <p:nvPr/>
          </p:nvSpPr>
          <p:spPr>
            <a:xfrm>
              <a:off x="8351312" y="449682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1445" name="tx1445"/>
            <p:cNvSpPr/>
            <p:nvPr/>
          </p:nvSpPr>
          <p:spPr>
            <a:xfrm>
              <a:off x="8351312" y="421391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1446" name="tx1446"/>
            <p:cNvSpPr/>
            <p:nvPr/>
          </p:nvSpPr>
          <p:spPr>
            <a:xfrm>
              <a:off x="8351312" y="393099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1447" name="tx1447"/>
            <p:cNvSpPr/>
            <p:nvPr/>
          </p:nvSpPr>
          <p:spPr>
            <a:xfrm>
              <a:off x="8351312" y="3648083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1448" name="tx1448"/>
            <p:cNvSpPr/>
            <p:nvPr/>
          </p:nvSpPr>
          <p:spPr>
            <a:xfrm>
              <a:off x="8626026" y="49669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1449" name="tx1449"/>
            <p:cNvSpPr/>
            <p:nvPr/>
          </p:nvSpPr>
          <p:spPr>
            <a:xfrm>
              <a:off x="8908941" y="49669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1450" name="tx1450"/>
            <p:cNvSpPr/>
            <p:nvPr/>
          </p:nvSpPr>
          <p:spPr>
            <a:xfrm>
              <a:off x="9191856" y="49669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1451" name="tx1451"/>
            <p:cNvSpPr/>
            <p:nvPr/>
          </p:nvSpPr>
          <p:spPr>
            <a:xfrm>
              <a:off x="9474771" y="49669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1452" name="tx1452"/>
            <p:cNvSpPr/>
            <p:nvPr/>
          </p:nvSpPr>
          <p:spPr>
            <a:xfrm>
              <a:off x="9757686" y="49669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1453" name="tx1453"/>
            <p:cNvSpPr/>
            <p:nvPr/>
          </p:nvSpPr>
          <p:spPr>
            <a:xfrm>
              <a:off x="7951892" y="5116670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1454" name="tx1454"/>
            <p:cNvSpPr/>
            <p:nvPr/>
          </p:nvSpPr>
          <p:spPr>
            <a:xfrm rot="-5400000">
              <a:off x="6980294" y="4183545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1455" name="tx1455"/>
            <p:cNvSpPr/>
            <p:nvPr/>
          </p:nvSpPr>
          <p:spPr>
            <a:xfrm>
              <a:off x="8707863" y="3365167"/>
              <a:ext cx="189607" cy="1527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F.</a:t>
              </a:r>
            </a:p>
          </p:txBody>
        </p:sp>
        <p:sp>
          <p:nvSpPr>
            <p:cNvPr id="1456" name="rc1456"/>
            <p:cNvSpPr/>
            <p:nvPr/>
          </p:nvSpPr>
          <p:spPr>
            <a:xfrm>
              <a:off x="10698162" y="3276599"/>
              <a:ext cx="493775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rc1457"/>
            <p:cNvSpPr/>
            <p:nvPr/>
          </p:nvSpPr>
          <p:spPr>
            <a:xfrm>
              <a:off x="11193776" y="3573878"/>
              <a:ext cx="4372557" cy="142643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8" name="pl1458"/>
            <p:cNvSpPr/>
            <p:nvPr/>
          </p:nvSpPr>
          <p:spPr>
            <a:xfrm>
              <a:off x="11193776" y="4708540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l1459"/>
            <p:cNvSpPr/>
            <p:nvPr/>
          </p:nvSpPr>
          <p:spPr>
            <a:xfrm>
              <a:off x="11193776" y="4384351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l1460"/>
            <p:cNvSpPr/>
            <p:nvPr/>
          </p:nvSpPr>
          <p:spPr>
            <a:xfrm>
              <a:off x="11193776" y="4060162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l1461"/>
            <p:cNvSpPr/>
            <p:nvPr/>
          </p:nvSpPr>
          <p:spPr>
            <a:xfrm>
              <a:off x="11193776" y="3735972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l1462"/>
            <p:cNvSpPr/>
            <p:nvPr/>
          </p:nvSpPr>
          <p:spPr>
            <a:xfrm>
              <a:off x="12094605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l1463"/>
            <p:cNvSpPr/>
            <p:nvPr/>
          </p:nvSpPr>
          <p:spPr>
            <a:xfrm>
              <a:off x="13139465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l1464"/>
            <p:cNvSpPr/>
            <p:nvPr/>
          </p:nvSpPr>
          <p:spPr>
            <a:xfrm>
              <a:off x="14184325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l1465"/>
            <p:cNvSpPr/>
            <p:nvPr/>
          </p:nvSpPr>
          <p:spPr>
            <a:xfrm>
              <a:off x="15229185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l1466"/>
            <p:cNvSpPr/>
            <p:nvPr/>
          </p:nvSpPr>
          <p:spPr>
            <a:xfrm>
              <a:off x="11193776" y="4870635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l1467"/>
            <p:cNvSpPr/>
            <p:nvPr/>
          </p:nvSpPr>
          <p:spPr>
            <a:xfrm>
              <a:off x="11193776" y="4546446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l1468"/>
            <p:cNvSpPr/>
            <p:nvPr/>
          </p:nvSpPr>
          <p:spPr>
            <a:xfrm>
              <a:off x="11193776" y="4222256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l1469"/>
            <p:cNvSpPr/>
            <p:nvPr/>
          </p:nvSpPr>
          <p:spPr>
            <a:xfrm>
              <a:off x="11193776" y="3898067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l1470"/>
            <p:cNvSpPr/>
            <p:nvPr/>
          </p:nvSpPr>
          <p:spPr>
            <a:xfrm>
              <a:off x="11193776" y="3573878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l1471"/>
            <p:cNvSpPr/>
            <p:nvPr/>
          </p:nvSpPr>
          <p:spPr>
            <a:xfrm>
              <a:off x="11572174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l1472"/>
            <p:cNvSpPr/>
            <p:nvPr/>
          </p:nvSpPr>
          <p:spPr>
            <a:xfrm>
              <a:off x="12617035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l1473"/>
            <p:cNvSpPr/>
            <p:nvPr/>
          </p:nvSpPr>
          <p:spPr>
            <a:xfrm>
              <a:off x="13661895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l1474"/>
            <p:cNvSpPr/>
            <p:nvPr/>
          </p:nvSpPr>
          <p:spPr>
            <a:xfrm>
              <a:off x="14706755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t1475"/>
            <p:cNvSpPr/>
            <p:nvPr/>
          </p:nvSpPr>
          <p:spPr>
            <a:xfrm>
              <a:off x="11991268" y="44355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t1476"/>
            <p:cNvSpPr/>
            <p:nvPr/>
          </p:nvSpPr>
          <p:spPr>
            <a:xfrm>
              <a:off x="12170032" y="4589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t1477"/>
            <p:cNvSpPr/>
            <p:nvPr/>
          </p:nvSpPr>
          <p:spPr>
            <a:xfrm>
              <a:off x="11782943" y="46588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t1478"/>
            <p:cNvSpPr/>
            <p:nvPr/>
          </p:nvSpPr>
          <p:spPr>
            <a:xfrm>
              <a:off x="12711253" y="4405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t1479"/>
            <p:cNvSpPr/>
            <p:nvPr/>
          </p:nvSpPr>
          <p:spPr>
            <a:xfrm>
              <a:off x="12716884" y="43543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t1480"/>
            <p:cNvSpPr/>
            <p:nvPr/>
          </p:nvSpPr>
          <p:spPr>
            <a:xfrm>
              <a:off x="12888610" y="43236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t1481"/>
            <p:cNvSpPr/>
            <p:nvPr/>
          </p:nvSpPr>
          <p:spPr>
            <a:xfrm>
              <a:off x="12139769" y="44647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t1482"/>
            <p:cNvSpPr/>
            <p:nvPr/>
          </p:nvSpPr>
          <p:spPr>
            <a:xfrm>
              <a:off x="11969450" y="44984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t1483"/>
            <p:cNvSpPr/>
            <p:nvPr/>
          </p:nvSpPr>
          <p:spPr>
            <a:xfrm>
              <a:off x="11861065" y="44849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t1484"/>
            <p:cNvSpPr/>
            <p:nvPr/>
          </p:nvSpPr>
          <p:spPr>
            <a:xfrm>
              <a:off x="13232064" y="4597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t1485"/>
            <p:cNvSpPr/>
            <p:nvPr/>
          </p:nvSpPr>
          <p:spPr>
            <a:xfrm>
              <a:off x="11972969" y="44136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t1486"/>
            <p:cNvSpPr/>
            <p:nvPr/>
          </p:nvSpPr>
          <p:spPr>
            <a:xfrm>
              <a:off x="12410028" y="4447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t1487"/>
            <p:cNvSpPr/>
            <p:nvPr/>
          </p:nvSpPr>
          <p:spPr>
            <a:xfrm>
              <a:off x="12193961" y="44498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t1488"/>
            <p:cNvSpPr/>
            <p:nvPr/>
          </p:nvSpPr>
          <p:spPr>
            <a:xfrm>
              <a:off x="11535206" y="45212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t1489"/>
            <p:cNvSpPr/>
            <p:nvPr/>
          </p:nvSpPr>
          <p:spPr>
            <a:xfrm>
              <a:off x="11510573" y="47198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t1490"/>
            <p:cNvSpPr/>
            <p:nvPr/>
          </p:nvSpPr>
          <p:spPr>
            <a:xfrm>
              <a:off x="13136347" y="43000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t1491"/>
            <p:cNvSpPr/>
            <p:nvPr/>
          </p:nvSpPr>
          <p:spPr>
            <a:xfrm>
              <a:off x="13350302" y="46093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t1492"/>
            <p:cNvSpPr/>
            <p:nvPr/>
          </p:nvSpPr>
          <p:spPr>
            <a:xfrm>
              <a:off x="13404494" y="46728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t1493"/>
            <p:cNvSpPr/>
            <p:nvPr/>
          </p:nvSpPr>
          <p:spPr>
            <a:xfrm>
              <a:off x="11761126" y="46792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t1494"/>
            <p:cNvSpPr/>
            <p:nvPr/>
          </p:nvSpPr>
          <p:spPr>
            <a:xfrm>
              <a:off x="12113025" y="46789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t1495"/>
            <p:cNvSpPr/>
            <p:nvPr/>
          </p:nvSpPr>
          <p:spPr>
            <a:xfrm>
              <a:off x="12017308" y="42989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t1496"/>
            <p:cNvSpPr/>
            <p:nvPr/>
          </p:nvSpPr>
          <p:spPr>
            <a:xfrm>
              <a:off x="12044052" y="42972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t1497"/>
            <p:cNvSpPr/>
            <p:nvPr/>
          </p:nvSpPr>
          <p:spPr>
            <a:xfrm>
              <a:off x="12110913" y="45243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t1498"/>
            <p:cNvSpPr/>
            <p:nvPr/>
          </p:nvSpPr>
          <p:spPr>
            <a:xfrm>
              <a:off x="12483223" y="45488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t1499"/>
            <p:cNvSpPr/>
            <p:nvPr/>
          </p:nvSpPr>
          <p:spPr>
            <a:xfrm>
              <a:off x="12524043" y="44484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t1500"/>
            <p:cNvSpPr/>
            <p:nvPr/>
          </p:nvSpPr>
          <p:spPr>
            <a:xfrm>
              <a:off x="12405805" y="42702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t1501"/>
            <p:cNvSpPr/>
            <p:nvPr/>
          </p:nvSpPr>
          <p:spPr>
            <a:xfrm>
              <a:off x="12321349" y="42250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t1502"/>
            <p:cNvSpPr/>
            <p:nvPr/>
          </p:nvSpPr>
          <p:spPr>
            <a:xfrm>
              <a:off x="13666307" y="43491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t1503"/>
            <p:cNvSpPr/>
            <p:nvPr/>
          </p:nvSpPr>
          <p:spPr>
            <a:xfrm>
              <a:off x="14262424" y="43261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t1504"/>
            <p:cNvSpPr/>
            <p:nvPr/>
          </p:nvSpPr>
          <p:spPr>
            <a:xfrm>
              <a:off x="13280626" y="42419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t1505"/>
            <p:cNvSpPr/>
            <p:nvPr/>
          </p:nvSpPr>
          <p:spPr>
            <a:xfrm>
              <a:off x="13019517" y="41993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t1506"/>
            <p:cNvSpPr/>
            <p:nvPr/>
          </p:nvSpPr>
          <p:spPr>
            <a:xfrm>
              <a:off x="13240509" y="44855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t1507"/>
            <p:cNvSpPr/>
            <p:nvPr/>
          </p:nvSpPr>
          <p:spPr>
            <a:xfrm>
              <a:off x="13225026" y="45111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t1508"/>
            <p:cNvSpPr/>
            <p:nvPr/>
          </p:nvSpPr>
          <p:spPr>
            <a:xfrm>
              <a:off x="12492372" y="46050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t1509"/>
            <p:cNvSpPr/>
            <p:nvPr/>
          </p:nvSpPr>
          <p:spPr>
            <a:xfrm>
              <a:off x="14079437" y="4265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t1510"/>
            <p:cNvSpPr/>
            <p:nvPr/>
          </p:nvSpPr>
          <p:spPr>
            <a:xfrm>
              <a:off x="14511569" y="41832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t1511"/>
            <p:cNvSpPr/>
            <p:nvPr/>
          </p:nvSpPr>
          <p:spPr>
            <a:xfrm>
              <a:off x="12031384" y="45767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t1512"/>
            <p:cNvSpPr/>
            <p:nvPr/>
          </p:nvSpPr>
          <p:spPr>
            <a:xfrm>
              <a:off x="12317126" y="4659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t1513"/>
            <p:cNvSpPr/>
            <p:nvPr/>
          </p:nvSpPr>
          <p:spPr>
            <a:xfrm>
              <a:off x="11744938" y="43383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t1514"/>
            <p:cNvSpPr/>
            <p:nvPr/>
          </p:nvSpPr>
          <p:spPr>
            <a:xfrm>
              <a:off x="11570396" y="42455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t1515"/>
            <p:cNvSpPr/>
            <p:nvPr/>
          </p:nvSpPr>
          <p:spPr>
            <a:xfrm>
              <a:off x="12886499" y="43844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t1516"/>
            <p:cNvSpPr/>
            <p:nvPr/>
          </p:nvSpPr>
          <p:spPr>
            <a:xfrm>
              <a:off x="13002626" y="41579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t1517"/>
            <p:cNvSpPr/>
            <p:nvPr/>
          </p:nvSpPr>
          <p:spPr>
            <a:xfrm>
              <a:off x="13296813" y="41771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t1518"/>
            <p:cNvSpPr/>
            <p:nvPr/>
          </p:nvSpPr>
          <p:spPr>
            <a:xfrm>
              <a:off x="13423497" y="41859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t1519"/>
            <p:cNvSpPr/>
            <p:nvPr/>
          </p:nvSpPr>
          <p:spPr>
            <a:xfrm>
              <a:off x="13500211" y="41863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t1520"/>
            <p:cNvSpPr/>
            <p:nvPr/>
          </p:nvSpPr>
          <p:spPr>
            <a:xfrm>
              <a:off x="13503730" y="41931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t1521"/>
            <p:cNvSpPr/>
            <p:nvPr/>
          </p:nvSpPr>
          <p:spPr>
            <a:xfrm>
              <a:off x="14135037" y="41642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t1522"/>
            <p:cNvSpPr/>
            <p:nvPr/>
          </p:nvSpPr>
          <p:spPr>
            <a:xfrm>
              <a:off x="14447523" y="41789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t1523"/>
            <p:cNvSpPr/>
            <p:nvPr/>
          </p:nvSpPr>
          <p:spPr>
            <a:xfrm>
              <a:off x="12269972" y="43421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t1524"/>
            <p:cNvSpPr/>
            <p:nvPr/>
          </p:nvSpPr>
          <p:spPr>
            <a:xfrm>
              <a:off x="11638665" y="47312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t1525"/>
            <p:cNvSpPr/>
            <p:nvPr/>
          </p:nvSpPr>
          <p:spPr>
            <a:xfrm>
              <a:off x="11828690" y="45691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t1526"/>
            <p:cNvSpPr/>
            <p:nvPr/>
          </p:nvSpPr>
          <p:spPr>
            <a:xfrm>
              <a:off x="11647110" y="44890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t1527"/>
            <p:cNvSpPr/>
            <p:nvPr/>
          </p:nvSpPr>
          <p:spPr>
            <a:xfrm>
              <a:off x="11642888" y="45294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t1528"/>
            <p:cNvSpPr/>
            <p:nvPr/>
          </p:nvSpPr>
          <p:spPr>
            <a:xfrm>
              <a:off x="14037209" y="43481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t1529"/>
            <p:cNvSpPr/>
            <p:nvPr/>
          </p:nvSpPr>
          <p:spPr>
            <a:xfrm>
              <a:off x="13886596" y="43232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t1530"/>
            <p:cNvSpPr/>
            <p:nvPr/>
          </p:nvSpPr>
          <p:spPr>
            <a:xfrm>
              <a:off x="13675457" y="46140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t1531"/>
            <p:cNvSpPr/>
            <p:nvPr/>
          </p:nvSpPr>
          <p:spPr>
            <a:xfrm>
              <a:off x="12027161" y="45704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t1532"/>
            <p:cNvSpPr/>
            <p:nvPr/>
          </p:nvSpPr>
          <p:spPr>
            <a:xfrm>
              <a:off x="12151734" y="4483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t1533"/>
            <p:cNvSpPr/>
            <p:nvPr/>
          </p:nvSpPr>
          <p:spPr>
            <a:xfrm>
              <a:off x="12268564" y="44997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t1534"/>
            <p:cNvSpPr/>
            <p:nvPr/>
          </p:nvSpPr>
          <p:spPr>
            <a:xfrm>
              <a:off x="12453663" y="4254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t1535"/>
            <p:cNvSpPr/>
            <p:nvPr/>
          </p:nvSpPr>
          <p:spPr>
            <a:xfrm>
              <a:off x="12490964" y="45195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t1536"/>
            <p:cNvSpPr/>
            <p:nvPr/>
          </p:nvSpPr>
          <p:spPr>
            <a:xfrm>
              <a:off x="12195369" y="42566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t1537"/>
            <p:cNvSpPr/>
            <p:nvPr/>
          </p:nvSpPr>
          <p:spPr>
            <a:xfrm>
              <a:off x="12241116" y="42299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t1538"/>
            <p:cNvSpPr/>
            <p:nvPr/>
          </p:nvSpPr>
          <p:spPr>
            <a:xfrm>
              <a:off x="12347389" y="4367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t1539"/>
            <p:cNvSpPr/>
            <p:nvPr/>
          </p:nvSpPr>
          <p:spPr>
            <a:xfrm>
              <a:off x="12526154" y="43667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t1540"/>
            <p:cNvSpPr/>
            <p:nvPr/>
          </p:nvSpPr>
          <p:spPr>
            <a:xfrm>
              <a:off x="12362873" y="44067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t1541"/>
            <p:cNvSpPr/>
            <p:nvPr/>
          </p:nvSpPr>
          <p:spPr>
            <a:xfrm>
              <a:off x="13510768" y="46204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t1542"/>
            <p:cNvSpPr/>
            <p:nvPr/>
          </p:nvSpPr>
          <p:spPr>
            <a:xfrm>
              <a:off x="13491061" y="44032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t1543"/>
            <p:cNvSpPr/>
            <p:nvPr/>
          </p:nvSpPr>
          <p:spPr>
            <a:xfrm>
              <a:off x="13485431" y="44938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t1544"/>
            <p:cNvSpPr/>
            <p:nvPr/>
          </p:nvSpPr>
          <p:spPr>
            <a:xfrm>
              <a:off x="11732270" y="42754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t1545"/>
            <p:cNvSpPr/>
            <p:nvPr/>
          </p:nvSpPr>
          <p:spPr>
            <a:xfrm>
              <a:off x="11766756" y="46232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t1546"/>
            <p:cNvSpPr/>
            <p:nvPr/>
          </p:nvSpPr>
          <p:spPr>
            <a:xfrm>
              <a:off x="11842062" y="45604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t1547"/>
            <p:cNvSpPr/>
            <p:nvPr/>
          </p:nvSpPr>
          <p:spPr>
            <a:xfrm>
              <a:off x="14014687" y="44308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t1548"/>
            <p:cNvSpPr/>
            <p:nvPr/>
          </p:nvSpPr>
          <p:spPr>
            <a:xfrm>
              <a:off x="14379959" y="43767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t1549"/>
            <p:cNvSpPr/>
            <p:nvPr/>
          </p:nvSpPr>
          <p:spPr>
            <a:xfrm>
              <a:off x="14197675" y="44524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t1550"/>
            <p:cNvSpPr/>
            <p:nvPr/>
          </p:nvSpPr>
          <p:spPr>
            <a:xfrm>
              <a:off x="14206824" y="44106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t1551"/>
            <p:cNvSpPr/>
            <p:nvPr/>
          </p:nvSpPr>
          <p:spPr>
            <a:xfrm>
              <a:off x="11991268" y="45809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t1552"/>
            <p:cNvSpPr/>
            <p:nvPr/>
          </p:nvSpPr>
          <p:spPr>
            <a:xfrm>
              <a:off x="11987749" y="45640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t1553"/>
            <p:cNvSpPr/>
            <p:nvPr/>
          </p:nvSpPr>
          <p:spPr>
            <a:xfrm>
              <a:off x="11809688" y="44558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t1554"/>
            <p:cNvSpPr/>
            <p:nvPr/>
          </p:nvSpPr>
          <p:spPr>
            <a:xfrm>
              <a:off x="11884290" y="44317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t1555"/>
            <p:cNvSpPr/>
            <p:nvPr/>
          </p:nvSpPr>
          <p:spPr>
            <a:xfrm>
              <a:off x="11911035" y="4438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t1556"/>
            <p:cNvSpPr/>
            <p:nvPr/>
          </p:nvSpPr>
          <p:spPr>
            <a:xfrm>
              <a:off x="12610610" y="45774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t1557"/>
            <p:cNvSpPr/>
            <p:nvPr/>
          </p:nvSpPr>
          <p:spPr>
            <a:xfrm>
              <a:off x="12923096" y="4524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t1558"/>
            <p:cNvSpPr/>
            <p:nvPr/>
          </p:nvSpPr>
          <p:spPr>
            <a:xfrm>
              <a:off x="12035607" y="45476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t1559"/>
            <p:cNvSpPr/>
            <p:nvPr/>
          </p:nvSpPr>
          <p:spPr>
            <a:xfrm>
              <a:off x="12146807" y="42708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t1560"/>
            <p:cNvSpPr/>
            <p:nvPr/>
          </p:nvSpPr>
          <p:spPr>
            <a:xfrm>
              <a:off x="13398160" y="44213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t1561"/>
            <p:cNvSpPr/>
            <p:nvPr/>
          </p:nvSpPr>
          <p:spPr>
            <a:xfrm>
              <a:off x="12060240" y="45239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t1562"/>
            <p:cNvSpPr/>
            <p:nvPr/>
          </p:nvSpPr>
          <p:spPr>
            <a:xfrm>
              <a:off x="12642985" y="43123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t1563"/>
            <p:cNvSpPr/>
            <p:nvPr/>
          </p:nvSpPr>
          <p:spPr>
            <a:xfrm>
              <a:off x="12457182" y="41961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t1564"/>
            <p:cNvSpPr/>
            <p:nvPr/>
          </p:nvSpPr>
          <p:spPr>
            <a:xfrm>
              <a:off x="13221507" y="44888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t1565"/>
            <p:cNvSpPr/>
            <p:nvPr/>
          </p:nvSpPr>
          <p:spPr>
            <a:xfrm>
              <a:off x="13990758" y="44024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t1566"/>
            <p:cNvSpPr/>
            <p:nvPr/>
          </p:nvSpPr>
          <p:spPr>
            <a:xfrm>
              <a:off x="13700793" y="44281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t1567"/>
            <p:cNvSpPr/>
            <p:nvPr/>
          </p:nvSpPr>
          <p:spPr>
            <a:xfrm>
              <a:off x="13757097" y="43750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t1568"/>
            <p:cNvSpPr/>
            <p:nvPr/>
          </p:nvSpPr>
          <p:spPr>
            <a:xfrm>
              <a:off x="11963819" y="46912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t1569"/>
            <p:cNvSpPr/>
            <p:nvPr/>
          </p:nvSpPr>
          <p:spPr>
            <a:xfrm>
              <a:off x="11951151" y="42854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t1570"/>
            <p:cNvSpPr/>
            <p:nvPr/>
          </p:nvSpPr>
          <p:spPr>
            <a:xfrm>
              <a:off x="11818133" y="46159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t1571"/>
            <p:cNvSpPr/>
            <p:nvPr/>
          </p:nvSpPr>
          <p:spPr>
            <a:xfrm>
              <a:off x="11898366" y="4402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t1572"/>
            <p:cNvSpPr/>
            <p:nvPr/>
          </p:nvSpPr>
          <p:spPr>
            <a:xfrm>
              <a:off x="12061647" y="46361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t1573"/>
            <p:cNvSpPr/>
            <p:nvPr/>
          </p:nvSpPr>
          <p:spPr>
            <a:xfrm>
              <a:off x="12305162" y="46743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t1574"/>
            <p:cNvSpPr/>
            <p:nvPr/>
          </p:nvSpPr>
          <p:spPr>
            <a:xfrm>
              <a:off x="12082058" y="42529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t1575"/>
            <p:cNvSpPr/>
            <p:nvPr/>
          </p:nvSpPr>
          <p:spPr>
            <a:xfrm>
              <a:off x="11934964" y="46111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t1576"/>
            <p:cNvSpPr/>
            <p:nvPr/>
          </p:nvSpPr>
          <p:spPr>
            <a:xfrm>
              <a:off x="12949137" y="44326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t1577"/>
            <p:cNvSpPr/>
            <p:nvPr/>
          </p:nvSpPr>
          <p:spPr>
            <a:xfrm>
              <a:off x="13392530" y="45668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t1578"/>
            <p:cNvSpPr/>
            <p:nvPr/>
          </p:nvSpPr>
          <p:spPr>
            <a:xfrm>
              <a:off x="13717684" y="45422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t1579"/>
            <p:cNvSpPr/>
            <p:nvPr/>
          </p:nvSpPr>
          <p:spPr>
            <a:xfrm>
              <a:off x="11610513" y="44578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t1580"/>
            <p:cNvSpPr/>
            <p:nvPr/>
          </p:nvSpPr>
          <p:spPr>
            <a:xfrm>
              <a:off x="12287567" y="46157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t1581"/>
            <p:cNvSpPr/>
            <p:nvPr/>
          </p:nvSpPr>
          <p:spPr>
            <a:xfrm>
              <a:off x="12559937" y="46332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t1582"/>
            <p:cNvSpPr/>
            <p:nvPr/>
          </p:nvSpPr>
          <p:spPr>
            <a:xfrm>
              <a:off x="12391025" y="4624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t1583"/>
            <p:cNvSpPr/>
            <p:nvPr/>
          </p:nvSpPr>
          <p:spPr>
            <a:xfrm>
              <a:off x="12676767" y="42600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t1584"/>
            <p:cNvSpPr/>
            <p:nvPr/>
          </p:nvSpPr>
          <p:spPr>
            <a:xfrm>
              <a:off x="12791486" y="42023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t1585"/>
            <p:cNvSpPr/>
            <p:nvPr/>
          </p:nvSpPr>
          <p:spPr>
            <a:xfrm>
              <a:off x="13189132" y="41947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t1586"/>
            <p:cNvSpPr/>
            <p:nvPr/>
          </p:nvSpPr>
          <p:spPr>
            <a:xfrm>
              <a:off x="12876646" y="41448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t1587"/>
            <p:cNvSpPr/>
            <p:nvPr/>
          </p:nvSpPr>
          <p:spPr>
            <a:xfrm>
              <a:off x="12173551" y="44325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t1588"/>
            <p:cNvSpPr/>
            <p:nvPr/>
          </p:nvSpPr>
          <p:spPr>
            <a:xfrm>
              <a:off x="12172144" y="46204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t1589"/>
            <p:cNvSpPr/>
            <p:nvPr/>
          </p:nvSpPr>
          <p:spPr>
            <a:xfrm>
              <a:off x="12213668" y="4684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t1590"/>
            <p:cNvSpPr/>
            <p:nvPr/>
          </p:nvSpPr>
          <p:spPr>
            <a:xfrm>
              <a:off x="12185516" y="46569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t1591"/>
            <p:cNvSpPr/>
            <p:nvPr/>
          </p:nvSpPr>
          <p:spPr>
            <a:xfrm>
              <a:off x="12177070" y="4340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t1592"/>
            <p:cNvSpPr/>
            <p:nvPr/>
          </p:nvSpPr>
          <p:spPr>
            <a:xfrm>
              <a:off x="12193258" y="4604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t1593"/>
            <p:cNvSpPr/>
            <p:nvPr/>
          </p:nvSpPr>
          <p:spPr>
            <a:xfrm>
              <a:off x="12174959" y="46148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t1594"/>
            <p:cNvSpPr/>
            <p:nvPr/>
          </p:nvSpPr>
          <p:spPr>
            <a:xfrm>
              <a:off x="14200490" y="41542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t1595"/>
            <p:cNvSpPr/>
            <p:nvPr/>
          </p:nvSpPr>
          <p:spPr>
            <a:xfrm>
              <a:off x="14160374" y="41556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t1596"/>
            <p:cNvSpPr/>
            <p:nvPr/>
          </p:nvSpPr>
          <p:spPr>
            <a:xfrm>
              <a:off x="14495381" y="41342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t1597"/>
            <p:cNvSpPr/>
            <p:nvPr/>
          </p:nvSpPr>
          <p:spPr>
            <a:xfrm>
              <a:off x="11597844" y="47555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t1598"/>
            <p:cNvSpPr/>
            <p:nvPr/>
          </p:nvSpPr>
          <p:spPr>
            <a:xfrm>
              <a:off x="11687931" y="45042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t1599"/>
            <p:cNvSpPr/>
            <p:nvPr/>
          </p:nvSpPr>
          <p:spPr>
            <a:xfrm>
              <a:off x="12134842" y="46679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t1600"/>
            <p:cNvSpPr/>
            <p:nvPr/>
          </p:nvSpPr>
          <p:spPr>
            <a:xfrm>
              <a:off x="11852619" y="4371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t1601"/>
            <p:cNvSpPr/>
            <p:nvPr/>
          </p:nvSpPr>
          <p:spPr>
            <a:xfrm>
              <a:off x="11863176" y="46601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t1602"/>
            <p:cNvSpPr/>
            <p:nvPr/>
          </p:nvSpPr>
          <p:spPr>
            <a:xfrm>
              <a:off x="12280529" y="43246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t1603"/>
            <p:cNvSpPr/>
            <p:nvPr/>
          </p:nvSpPr>
          <p:spPr>
            <a:xfrm>
              <a:off x="12520524" y="43703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t1604"/>
            <p:cNvSpPr/>
            <p:nvPr/>
          </p:nvSpPr>
          <p:spPr>
            <a:xfrm>
              <a:off x="11941298" y="46613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t1605"/>
            <p:cNvSpPr/>
            <p:nvPr/>
          </p:nvSpPr>
          <p:spPr>
            <a:xfrm>
              <a:off x="12056721" y="45057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t1606"/>
            <p:cNvSpPr/>
            <p:nvPr/>
          </p:nvSpPr>
          <p:spPr>
            <a:xfrm>
              <a:off x="12412139" y="45476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t1607"/>
            <p:cNvSpPr/>
            <p:nvPr/>
          </p:nvSpPr>
          <p:spPr>
            <a:xfrm>
              <a:off x="12436068" y="43451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t1608"/>
            <p:cNvSpPr/>
            <p:nvPr/>
          </p:nvSpPr>
          <p:spPr>
            <a:xfrm>
              <a:off x="13099750" y="44773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t1609"/>
            <p:cNvSpPr/>
            <p:nvPr/>
          </p:nvSpPr>
          <p:spPr>
            <a:xfrm>
              <a:off x="13156757" y="44618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t1610"/>
            <p:cNvSpPr/>
            <p:nvPr/>
          </p:nvSpPr>
          <p:spPr>
            <a:xfrm>
              <a:off x="11602067" y="46158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t1611"/>
            <p:cNvSpPr/>
            <p:nvPr/>
          </p:nvSpPr>
          <p:spPr>
            <a:xfrm>
              <a:off x="11592214" y="47415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t1612"/>
            <p:cNvSpPr/>
            <p:nvPr/>
          </p:nvSpPr>
          <p:spPr>
            <a:xfrm>
              <a:off x="12779522" y="44002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t1613"/>
            <p:cNvSpPr/>
            <p:nvPr/>
          </p:nvSpPr>
          <p:spPr>
            <a:xfrm>
              <a:off x="12243931" y="42591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t1614"/>
            <p:cNvSpPr/>
            <p:nvPr/>
          </p:nvSpPr>
          <p:spPr>
            <a:xfrm>
              <a:off x="12294605" y="42849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t1615"/>
            <p:cNvSpPr/>
            <p:nvPr/>
          </p:nvSpPr>
          <p:spPr>
            <a:xfrm>
              <a:off x="12291086" y="41775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t1616"/>
            <p:cNvSpPr/>
            <p:nvPr/>
          </p:nvSpPr>
          <p:spPr>
            <a:xfrm>
              <a:off x="12117247" y="46480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t1617"/>
            <p:cNvSpPr/>
            <p:nvPr/>
          </p:nvSpPr>
          <p:spPr>
            <a:xfrm>
              <a:off x="12235486" y="44829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t1618"/>
            <p:cNvSpPr/>
            <p:nvPr/>
          </p:nvSpPr>
          <p:spPr>
            <a:xfrm>
              <a:off x="12366392" y="45353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t1619"/>
            <p:cNvSpPr/>
            <p:nvPr/>
          </p:nvSpPr>
          <p:spPr>
            <a:xfrm>
              <a:off x="12239005" y="45747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t1620"/>
            <p:cNvSpPr/>
            <p:nvPr/>
          </p:nvSpPr>
          <p:spPr>
            <a:xfrm>
              <a:off x="12241116" y="45293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t1621"/>
            <p:cNvSpPr/>
            <p:nvPr/>
          </p:nvSpPr>
          <p:spPr>
            <a:xfrm>
              <a:off x="12203111" y="43534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t1622"/>
            <p:cNvSpPr/>
            <p:nvPr/>
          </p:nvSpPr>
          <p:spPr>
            <a:xfrm>
              <a:off x="12288270" y="42295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t1623"/>
            <p:cNvSpPr/>
            <p:nvPr/>
          </p:nvSpPr>
          <p:spPr>
            <a:xfrm>
              <a:off x="13120864" y="43794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t1624"/>
            <p:cNvSpPr/>
            <p:nvPr/>
          </p:nvSpPr>
          <p:spPr>
            <a:xfrm>
              <a:off x="12990661" y="44110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t1625"/>
            <p:cNvSpPr/>
            <p:nvPr/>
          </p:nvSpPr>
          <p:spPr>
            <a:xfrm>
              <a:off x="12856236" y="43722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t1626"/>
            <p:cNvSpPr/>
            <p:nvPr/>
          </p:nvSpPr>
          <p:spPr>
            <a:xfrm>
              <a:off x="13248955" y="42414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t1627"/>
            <p:cNvSpPr/>
            <p:nvPr/>
          </p:nvSpPr>
          <p:spPr>
            <a:xfrm>
              <a:off x="12737294" y="46375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t1628"/>
            <p:cNvSpPr/>
            <p:nvPr/>
          </p:nvSpPr>
          <p:spPr>
            <a:xfrm>
              <a:off x="11704118" y="43590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t1629"/>
            <p:cNvSpPr/>
            <p:nvPr/>
          </p:nvSpPr>
          <p:spPr>
            <a:xfrm>
              <a:off x="11793500" y="43848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t1630"/>
            <p:cNvSpPr/>
            <p:nvPr/>
          </p:nvSpPr>
          <p:spPr>
            <a:xfrm>
              <a:off x="11820245" y="43860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t1631"/>
            <p:cNvSpPr/>
            <p:nvPr/>
          </p:nvSpPr>
          <p:spPr>
            <a:xfrm>
              <a:off x="11604179" y="45988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t1632"/>
            <p:cNvSpPr/>
            <p:nvPr/>
          </p:nvSpPr>
          <p:spPr>
            <a:xfrm>
              <a:off x="11830098" y="46358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t1633"/>
            <p:cNvSpPr/>
            <p:nvPr/>
          </p:nvSpPr>
          <p:spPr>
            <a:xfrm>
              <a:off x="12317126" y="44470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t1634"/>
            <p:cNvSpPr/>
            <p:nvPr/>
          </p:nvSpPr>
          <p:spPr>
            <a:xfrm>
              <a:off x="12198184" y="45533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t1635"/>
            <p:cNvSpPr/>
            <p:nvPr/>
          </p:nvSpPr>
          <p:spPr>
            <a:xfrm>
              <a:off x="12999810" y="4230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t1636"/>
            <p:cNvSpPr/>
            <p:nvPr/>
          </p:nvSpPr>
          <p:spPr>
            <a:xfrm>
              <a:off x="13069486" y="42194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t1637"/>
            <p:cNvSpPr/>
            <p:nvPr/>
          </p:nvSpPr>
          <p:spPr>
            <a:xfrm>
              <a:off x="14109700" y="45567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t1638"/>
            <p:cNvSpPr/>
            <p:nvPr/>
          </p:nvSpPr>
          <p:spPr>
            <a:xfrm>
              <a:off x="13830292" y="45524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t1639"/>
            <p:cNvSpPr/>
            <p:nvPr/>
          </p:nvSpPr>
          <p:spPr>
            <a:xfrm>
              <a:off x="14015391" y="45016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t1640"/>
            <p:cNvSpPr/>
            <p:nvPr/>
          </p:nvSpPr>
          <p:spPr>
            <a:xfrm>
              <a:off x="14439781" y="45955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t1641"/>
            <p:cNvSpPr/>
            <p:nvPr/>
          </p:nvSpPr>
          <p:spPr>
            <a:xfrm>
              <a:off x="11562655" y="45101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t1642"/>
            <p:cNvSpPr/>
            <p:nvPr/>
          </p:nvSpPr>
          <p:spPr>
            <a:xfrm>
              <a:off x="11609105" y="47091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t1643"/>
            <p:cNvSpPr/>
            <p:nvPr/>
          </p:nvSpPr>
          <p:spPr>
            <a:xfrm>
              <a:off x="11804761" y="43857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t1644"/>
            <p:cNvSpPr/>
            <p:nvPr/>
          </p:nvSpPr>
          <p:spPr>
            <a:xfrm>
              <a:off x="13059633" y="43130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t1645"/>
            <p:cNvSpPr/>
            <p:nvPr/>
          </p:nvSpPr>
          <p:spPr>
            <a:xfrm>
              <a:off x="13194059" y="45315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t1646"/>
            <p:cNvSpPr/>
            <p:nvPr/>
          </p:nvSpPr>
          <p:spPr>
            <a:xfrm>
              <a:off x="13468540" y="46265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t1647"/>
            <p:cNvSpPr/>
            <p:nvPr/>
          </p:nvSpPr>
          <p:spPr>
            <a:xfrm>
              <a:off x="13339041" y="45272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t1648"/>
            <p:cNvSpPr/>
            <p:nvPr/>
          </p:nvSpPr>
          <p:spPr>
            <a:xfrm>
              <a:off x="14068880" y="43201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t1649"/>
            <p:cNvSpPr/>
            <p:nvPr/>
          </p:nvSpPr>
          <p:spPr>
            <a:xfrm>
              <a:off x="13301740" y="43585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t1650"/>
            <p:cNvSpPr/>
            <p:nvPr/>
          </p:nvSpPr>
          <p:spPr>
            <a:xfrm>
              <a:off x="12522635" y="42102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t1651"/>
            <p:cNvSpPr/>
            <p:nvPr/>
          </p:nvSpPr>
          <p:spPr>
            <a:xfrm>
              <a:off x="11549986" y="43570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t1652"/>
            <p:cNvSpPr/>
            <p:nvPr/>
          </p:nvSpPr>
          <p:spPr>
            <a:xfrm>
              <a:off x="13091304" y="44847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t1653"/>
            <p:cNvSpPr/>
            <p:nvPr/>
          </p:nvSpPr>
          <p:spPr>
            <a:xfrm>
              <a:off x="12965324" y="44228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t1654"/>
            <p:cNvSpPr/>
            <p:nvPr/>
          </p:nvSpPr>
          <p:spPr>
            <a:xfrm>
              <a:off x="12992069" y="44631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t1655"/>
            <p:cNvSpPr/>
            <p:nvPr/>
          </p:nvSpPr>
          <p:spPr>
            <a:xfrm>
              <a:off x="13410828" y="43564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t1656"/>
            <p:cNvSpPr/>
            <p:nvPr/>
          </p:nvSpPr>
          <p:spPr>
            <a:xfrm>
              <a:off x="11863880" y="45781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t1657"/>
            <p:cNvSpPr/>
            <p:nvPr/>
          </p:nvSpPr>
          <p:spPr>
            <a:xfrm>
              <a:off x="12815415" y="44172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t1658"/>
            <p:cNvSpPr/>
            <p:nvPr/>
          </p:nvSpPr>
          <p:spPr>
            <a:xfrm>
              <a:off x="11560543" y="45163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t1659"/>
            <p:cNvSpPr/>
            <p:nvPr/>
          </p:nvSpPr>
          <p:spPr>
            <a:xfrm>
              <a:off x="11626700" y="43993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t1660"/>
            <p:cNvSpPr/>
            <p:nvPr/>
          </p:nvSpPr>
          <p:spPr>
            <a:xfrm>
              <a:off x="11663298" y="47000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t1661"/>
            <p:cNvSpPr/>
            <p:nvPr/>
          </p:nvSpPr>
          <p:spPr>
            <a:xfrm>
              <a:off x="13596631" y="45220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t1662"/>
            <p:cNvSpPr/>
            <p:nvPr/>
          </p:nvSpPr>
          <p:spPr>
            <a:xfrm>
              <a:off x="13581851" y="43880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t1663"/>
            <p:cNvSpPr/>
            <p:nvPr/>
          </p:nvSpPr>
          <p:spPr>
            <a:xfrm>
              <a:off x="13377750" y="44072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t1664"/>
            <p:cNvSpPr/>
            <p:nvPr/>
          </p:nvSpPr>
          <p:spPr>
            <a:xfrm>
              <a:off x="14051285" y="42165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t1665"/>
            <p:cNvSpPr/>
            <p:nvPr/>
          </p:nvSpPr>
          <p:spPr>
            <a:xfrm>
              <a:off x="11503536" y="45861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t1666"/>
            <p:cNvSpPr/>
            <p:nvPr/>
          </p:nvSpPr>
          <p:spPr>
            <a:xfrm>
              <a:off x="11506351" y="43813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t1667"/>
            <p:cNvSpPr/>
            <p:nvPr/>
          </p:nvSpPr>
          <p:spPr>
            <a:xfrm>
              <a:off x="11509870" y="43355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t1668"/>
            <p:cNvSpPr/>
            <p:nvPr/>
          </p:nvSpPr>
          <p:spPr>
            <a:xfrm>
              <a:off x="12199592" y="46345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t1669"/>
            <p:cNvSpPr/>
            <p:nvPr/>
          </p:nvSpPr>
          <p:spPr>
            <a:xfrm>
              <a:off x="13075821" y="45109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t1670"/>
            <p:cNvSpPr/>
            <p:nvPr/>
          </p:nvSpPr>
          <p:spPr>
            <a:xfrm>
              <a:off x="11965931" y="46458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t1671"/>
            <p:cNvSpPr/>
            <p:nvPr/>
          </p:nvSpPr>
          <p:spPr>
            <a:xfrm>
              <a:off x="12766149" y="45307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l1672"/>
            <p:cNvSpPr/>
            <p:nvPr/>
          </p:nvSpPr>
          <p:spPr>
            <a:xfrm>
              <a:off x="11599231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673" name="pl1673"/>
            <p:cNvSpPr/>
            <p:nvPr/>
          </p:nvSpPr>
          <p:spPr>
            <a:xfrm>
              <a:off x="11193776" y="4512866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674" name="pg1674"/>
            <p:cNvSpPr/>
            <p:nvPr/>
          </p:nvSpPr>
          <p:spPr>
            <a:xfrm>
              <a:off x="11193776" y="3573878"/>
              <a:ext cx="639613" cy="257331"/>
            </a:xfrm>
            <a:custGeom>
              <a:avLst/>
              <a:pathLst>
                <a:path w="639613" h="257331">
                  <a:moveTo>
                    <a:pt x="0" y="257331"/>
                  </a:moveTo>
                  <a:lnTo>
                    <a:pt x="614467" y="257331"/>
                  </a:lnTo>
                  <a:lnTo>
                    <a:pt x="613455" y="257311"/>
                  </a:lnTo>
                  <a:lnTo>
                    <a:pt x="617498" y="257148"/>
                  </a:lnTo>
                  <a:lnTo>
                    <a:pt x="621463" y="256339"/>
                  </a:lnTo>
                  <a:lnTo>
                    <a:pt x="625247" y="254904"/>
                  </a:lnTo>
                  <a:lnTo>
                    <a:pt x="628752" y="252880"/>
                  </a:lnTo>
                  <a:lnTo>
                    <a:pt x="631886" y="250321"/>
                  </a:lnTo>
                  <a:lnTo>
                    <a:pt x="634570" y="247292"/>
                  </a:lnTo>
                  <a:lnTo>
                    <a:pt x="636733" y="243871"/>
                  </a:lnTo>
                  <a:lnTo>
                    <a:pt x="638319" y="240148"/>
                  </a:lnTo>
                  <a:lnTo>
                    <a:pt x="639288" y="236219"/>
                  </a:lnTo>
                  <a:lnTo>
                    <a:pt x="639613" y="232185"/>
                  </a:lnTo>
                  <a:lnTo>
                    <a:pt x="6396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tx1675"/>
            <p:cNvSpPr/>
            <p:nvPr/>
          </p:nvSpPr>
          <p:spPr>
            <a:xfrm>
              <a:off x="10921902" y="3486494"/>
              <a:ext cx="869577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</a:t>
              </a:r>
            </a:p>
          </p:txBody>
        </p:sp>
        <p:sp>
          <p:nvSpPr>
            <p:cNvPr id="1676" name="tx1676"/>
            <p:cNvSpPr/>
            <p:nvPr/>
          </p:nvSpPr>
          <p:spPr>
            <a:xfrm>
              <a:off x="11380019" y="3658194"/>
              <a:ext cx="411460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 (1%)</a:t>
              </a:r>
            </a:p>
          </p:txBody>
        </p:sp>
        <p:sp>
          <p:nvSpPr>
            <p:cNvPr id="1677" name="pg1677"/>
            <p:cNvSpPr/>
            <p:nvPr/>
          </p:nvSpPr>
          <p:spPr>
            <a:xfrm>
              <a:off x="11193776" y="4742979"/>
              <a:ext cx="639613" cy="257331"/>
            </a:xfrm>
            <a:custGeom>
              <a:avLst/>
              <a:pathLst>
                <a:path w="639613" h="257331">
                  <a:moveTo>
                    <a:pt x="639613" y="257331"/>
                  </a:moveTo>
                  <a:lnTo>
                    <a:pt x="639613" y="25145"/>
                  </a:lnTo>
                  <a:lnTo>
                    <a:pt x="639288" y="21112"/>
                  </a:lnTo>
                  <a:lnTo>
                    <a:pt x="638319" y="17183"/>
                  </a:lnTo>
                  <a:lnTo>
                    <a:pt x="636733" y="13460"/>
                  </a:lnTo>
                  <a:lnTo>
                    <a:pt x="634570" y="10039"/>
                  </a:lnTo>
                  <a:lnTo>
                    <a:pt x="631886" y="7010"/>
                  </a:lnTo>
                  <a:lnTo>
                    <a:pt x="628752" y="4451"/>
                  </a:lnTo>
                  <a:lnTo>
                    <a:pt x="625247" y="2427"/>
                  </a:lnTo>
                  <a:lnTo>
                    <a:pt x="621463" y="992"/>
                  </a:lnTo>
                  <a:lnTo>
                    <a:pt x="617498" y="183"/>
                  </a:lnTo>
                  <a:lnTo>
                    <a:pt x="614467" y="0"/>
                  </a:lnTo>
                  <a:lnTo>
                    <a:pt x="0" y="0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tx1678"/>
            <p:cNvSpPr/>
            <p:nvPr/>
          </p:nvSpPr>
          <p:spPr>
            <a:xfrm>
              <a:off x="10914057" y="4755489"/>
              <a:ext cx="877422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Negative</a:t>
              </a:r>
            </a:p>
          </p:txBody>
        </p:sp>
        <p:sp>
          <p:nvSpPr>
            <p:cNvPr id="1679" name="tx1679"/>
            <p:cNvSpPr/>
            <p:nvPr/>
          </p:nvSpPr>
          <p:spPr>
            <a:xfrm>
              <a:off x="11108123" y="4954952"/>
              <a:ext cx="683356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31 (15.7%)</a:t>
              </a:r>
            </a:p>
          </p:txBody>
        </p:sp>
        <p:sp>
          <p:nvSpPr>
            <p:cNvPr id="1680" name="pg1680"/>
            <p:cNvSpPr/>
            <p:nvPr/>
          </p:nvSpPr>
          <p:spPr>
            <a:xfrm>
              <a:off x="12240433" y="3573878"/>
              <a:ext cx="899032" cy="257331"/>
            </a:xfrm>
            <a:custGeom>
              <a:avLst/>
              <a:pathLst>
                <a:path w="899032" h="257331">
                  <a:moveTo>
                    <a:pt x="25145" y="257331"/>
                  </a:moveTo>
                  <a:lnTo>
                    <a:pt x="873886" y="257331"/>
                  </a:lnTo>
                  <a:lnTo>
                    <a:pt x="872873" y="257311"/>
                  </a:lnTo>
                  <a:lnTo>
                    <a:pt x="876917" y="257148"/>
                  </a:lnTo>
                  <a:lnTo>
                    <a:pt x="880882" y="256339"/>
                  </a:lnTo>
                  <a:lnTo>
                    <a:pt x="884666" y="254904"/>
                  </a:lnTo>
                  <a:lnTo>
                    <a:pt x="888170" y="252880"/>
                  </a:lnTo>
                  <a:lnTo>
                    <a:pt x="891305" y="250321"/>
                  </a:lnTo>
                  <a:lnTo>
                    <a:pt x="893989" y="247292"/>
                  </a:lnTo>
                  <a:lnTo>
                    <a:pt x="896151" y="243871"/>
                  </a:lnTo>
                  <a:lnTo>
                    <a:pt x="897738" y="240148"/>
                  </a:lnTo>
                  <a:lnTo>
                    <a:pt x="898706" y="236219"/>
                  </a:lnTo>
                  <a:lnTo>
                    <a:pt x="899032" y="232185"/>
                  </a:lnTo>
                  <a:lnTo>
                    <a:pt x="899032" y="0"/>
                  </a:lnTo>
                  <a:lnTo>
                    <a:pt x="0" y="0"/>
                  </a:lnTo>
                  <a:lnTo>
                    <a:pt x="0" y="232185"/>
                  </a:lnTo>
                  <a:lnTo>
                    <a:pt x="81" y="230162"/>
                  </a:lnTo>
                  <a:lnTo>
                    <a:pt x="81" y="234209"/>
                  </a:lnTo>
                  <a:lnTo>
                    <a:pt x="730" y="238203"/>
                  </a:lnTo>
                  <a:lnTo>
                    <a:pt x="2012" y="242042"/>
                  </a:lnTo>
                  <a:lnTo>
                    <a:pt x="3892" y="245625"/>
                  </a:lnTo>
                  <a:lnTo>
                    <a:pt x="6323" y="248860"/>
                  </a:lnTo>
                  <a:lnTo>
                    <a:pt x="9242" y="251664"/>
                  </a:lnTo>
                  <a:lnTo>
                    <a:pt x="12573" y="253962"/>
                  </a:lnTo>
                  <a:lnTo>
                    <a:pt x="16229" y="255697"/>
                  </a:lnTo>
                  <a:lnTo>
                    <a:pt x="20116" y="256823"/>
                  </a:lnTo>
                  <a:lnTo>
                    <a:pt x="24133" y="257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tx1681"/>
            <p:cNvSpPr/>
            <p:nvPr/>
          </p:nvSpPr>
          <p:spPr>
            <a:xfrm>
              <a:off x="12282343" y="3486494"/>
              <a:ext cx="8152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</a:t>
              </a:r>
            </a:p>
          </p:txBody>
        </p:sp>
        <p:sp>
          <p:nvSpPr>
            <p:cNvPr id="1682" name="tx1682"/>
            <p:cNvSpPr/>
            <p:nvPr/>
          </p:nvSpPr>
          <p:spPr>
            <a:xfrm>
              <a:off x="12414198" y="3658194"/>
              <a:ext cx="683356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46 (23.4%)</a:t>
              </a:r>
            </a:p>
          </p:txBody>
        </p:sp>
        <p:sp>
          <p:nvSpPr>
            <p:cNvPr id="1683" name="pg1683"/>
            <p:cNvSpPr/>
            <p:nvPr/>
          </p:nvSpPr>
          <p:spPr>
            <a:xfrm>
              <a:off x="12123857" y="4742979"/>
              <a:ext cx="1015608" cy="257331"/>
            </a:xfrm>
            <a:custGeom>
              <a:avLst/>
              <a:pathLst>
                <a:path w="1015608" h="257331">
                  <a:moveTo>
                    <a:pt x="1015608" y="257331"/>
                  </a:moveTo>
                  <a:lnTo>
                    <a:pt x="1015608" y="25145"/>
                  </a:lnTo>
                  <a:lnTo>
                    <a:pt x="1015282" y="21112"/>
                  </a:lnTo>
                  <a:lnTo>
                    <a:pt x="1014313" y="17183"/>
                  </a:lnTo>
                  <a:lnTo>
                    <a:pt x="1012727" y="13460"/>
                  </a:lnTo>
                  <a:lnTo>
                    <a:pt x="1010564" y="10039"/>
                  </a:lnTo>
                  <a:lnTo>
                    <a:pt x="1007881" y="7010"/>
                  </a:lnTo>
                  <a:lnTo>
                    <a:pt x="1004746" y="4451"/>
                  </a:lnTo>
                  <a:lnTo>
                    <a:pt x="1001241" y="2427"/>
                  </a:lnTo>
                  <a:lnTo>
                    <a:pt x="997458" y="992"/>
                  </a:lnTo>
                  <a:lnTo>
                    <a:pt x="993493" y="183"/>
                  </a:lnTo>
                  <a:lnTo>
                    <a:pt x="990462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5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tx1684"/>
            <p:cNvSpPr/>
            <p:nvPr/>
          </p:nvSpPr>
          <p:spPr>
            <a:xfrm>
              <a:off x="12165767" y="4755489"/>
              <a:ext cx="931788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Negative</a:t>
              </a:r>
            </a:p>
          </p:txBody>
        </p:sp>
        <p:sp>
          <p:nvSpPr>
            <p:cNvPr id="1685" name="tx1685"/>
            <p:cNvSpPr/>
            <p:nvPr/>
          </p:nvSpPr>
          <p:spPr>
            <a:xfrm>
              <a:off x="12336504" y="4954952"/>
              <a:ext cx="76105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118 (59.9%)</a:t>
              </a:r>
            </a:p>
          </p:txBody>
        </p:sp>
        <p:sp>
          <p:nvSpPr>
            <p:cNvPr id="1686" name="rc1686"/>
            <p:cNvSpPr/>
            <p:nvPr/>
          </p:nvSpPr>
          <p:spPr>
            <a:xfrm>
              <a:off x="11193776" y="3573878"/>
              <a:ext cx="4372557" cy="142643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tx1687"/>
            <p:cNvSpPr/>
            <p:nvPr/>
          </p:nvSpPr>
          <p:spPr>
            <a:xfrm>
              <a:off x="10938567" y="4828943"/>
              <a:ext cx="19257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-2.5</a:t>
              </a:r>
            </a:p>
          </p:txBody>
        </p:sp>
        <p:sp>
          <p:nvSpPr>
            <p:cNvPr id="1688" name="tx1688"/>
            <p:cNvSpPr/>
            <p:nvPr/>
          </p:nvSpPr>
          <p:spPr>
            <a:xfrm>
              <a:off x="10975784" y="4504754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1689" name="tx1689"/>
            <p:cNvSpPr/>
            <p:nvPr/>
          </p:nvSpPr>
          <p:spPr>
            <a:xfrm>
              <a:off x="10975784" y="4180565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2.5</a:t>
              </a:r>
            </a:p>
          </p:txBody>
        </p:sp>
        <p:sp>
          <p:nvSpPr>
            <p:cNvPr id="1690" name="tx1690"/>
            <p:cNvSpPr/>
            <p:nvPr/>
          </p:nvSpPr>
          <p:spPr>
            <a:xfrm>
              <a:off x="10975784" y="3856375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5.0</a:t>
              </a:r>
            </a:p>
          </p:txBody>
        </p:sp>
        <p:sp>
          <p:nvSpPr>
            <p:cNvPr id="1691" name="tx1691"/>
            <p:cNvSpPr/>
            <p:nvPr/>
          </p:nvSpPr>
          <p:spPr>
            <a:xfrm>
              <a:off x="10975784" y="3533550"/>
              <a:ext cx="155361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7.5</a:t>
              </a:r>
            </a:p>
          </p:txBody>
        </p:sp>
        <p:sp>
          <p:nvSpPr>
            <p:cNvPr id="1692" name="pl1692"/>
            <p:cNvSpPr/>
            <p:nvPr/>
          </p:nvSpPr>
          <p:spPr>
            <a:xfrm>
              <a:off x="11158981" y="487063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l1693"/>
            <p:cNvSpPr/>
            <p:nvPr/>
          </p:nvSpPr>
          <p:spPr>
            <a:xfrm>
              <a:off x="11158981" y="454644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l1694"/>
            <p:cNvSpPr/>
            <p:nvPr/>
          </p:nvSpPr>
          <p:spPr>
            <a:xfrm>
              <a:off x="11158981" y="422225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l1695"/>
            <p:cNvSpPr/>
            <p:nvPr/>
          </p:nvSpPr>
          <p:spPr>
            <a:xfrm>
              <a:off x="11158981" y="389806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l1696"/>
            <p:cNvSpPr/>
            <p:nvPr/>
          </p:nvSpPr>
          <p:spPr>
            <a:xfrm>
              <a:off x="11158981" y="357387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l1697"/>
            <p:cNvSpPr/>
            <p:nvPr/>
          </p:nvSpPr>
          <p:spPr>
            <a:xfrm>
              <a:off x="11572174" y="50003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l1698"/>
            <p:cNvSpPr/>
            <p:nvPr/>
          </p:nvSpPr>
          <p:spPr>
            <a:xfrm>
              <a:off x="12617035" y="50003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l1699"/>
            <p:cNvSpPr/>
            <p:nvPr/>
          </p:nvSpPr>
          <p:spPr>
            <a:xfrm>
              <a:off x="13661895" y="50003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l1700"/>
            <p:cNvSpPr/>
            <p:nvPr/>
          </p:nvSpPr>
          <p:spPr>
            <a:xfrm>
              <a:off x="14706755" y="50003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tx1701"/>
            <p:cNvSpPr/>
            <p:nvPr/>
          </p:nvSpPr>
          <p:spPr>
            <a:xfrm>
              <a:off x="11541097" y="506124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702" name="tx1702"/>
            <p:cNvSpPr/>
            <p:nvPr/>
          </p:nvSpPr>
          <p:spPr>
            <a:xfrm>
              <a:off x="12554879" y="50612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703" name="tx1703"/>
            <p:cNvSpPr/>
            <p:nvPr/>
          </p:nvSpPr>
          <p:spPr>
            <a:xfrm>
              <a:off x="13599739" y="50612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704" name="tx1704"/>
            <p:cNvSpPr/>
            <p:nvPr/>
          </p:nvSpPr>
          <p:spPr>
            <a:xfrm>
              <a:off x="14644600" y="5061195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1705" name="tx1705"/>
            <p:cNvSpPr/>
            <p:nvPr/>
          </p:nvSpPr>
          <p:spPr>
            <a:xfrm>
              <a:off x="12522243" y="5180930"/>
              <a:ext cx="171562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Centiloids, Amyloid PET (Z)</a:t>
              </a:r>
            </a:p>
          </p:txBody>
        </p:sp>
        <p:sp>
          <p:nvSpPr>
            <p:cNvPr id="1706" name="tx1706"/>
            <p:cNvSpPr/>
            <p:nvPr/>
          </p:nvSpPr>
          <p:spPr>
            <a:xfrm rot="-5400000">
              <a:off x="10177198" y="4221542"/>
              <a:ext cx="125000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Alamar pTau217 (Z)</a:t>
              </a:r>
            </a:p>
          </p:txBody>
        </p:sp>
        <p:sp>
          <p:nvSpPr>
            <p:cNvPr id="1707" name="tx1707"/>
            <p:cNvSpPr/>
            <p:nvPr/>
          </p:nvSpPr>
          <p:spPr>
            <a:xfrm>
              <a:off x="11193776" y="3342096"/>
              <a:ext cx="176971" cy="1240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G.</a:t>
              </a:r>
            </a:p>
          </p:txBody>
        </p:sp>
        <p:sp>
          <p:nvSpPr>
            <p:cNvPr id="1708" name="rc1708"/>
            <p:cNvSpPr/>
            <p:nvPr/>
          </p:nvSpPr>
          <p:spPr>
            <a:xfrm>
              <a:off x="16292827" y="3276599"/>
              <a:ext cx="197802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09" name="pl1709"/>
            <p:cNvSpPr/>
            <p:nvPr/>
          </p:nvSpPr>
          <p:spPr>
            <a:xfrm>
              <a:off x="16937463" y="469134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l1710"/>
            <p:cNvSpPr/>
            <p:nvPr/>
          </p:nvSpPr>
          <p:spPr>
            <a:xfrm>
              <a:off x="16937463" y="440843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l1711"/>
            <p:cNvSpPr/>
            <p:nvPr/>
          </p:nvSpPr>
          <p:spPr>
            <a:xfrm>
              <a:off x="16937463" y="412551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l1712"/>
            <p:cNvSpPr/>
            <p:nvPr/>
          </p:nvSpPr>
          <p:spPr>
            <a:xfrm>
              <a:off x="16937463" y="384260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l1713"/>
            <p:cNvSpPr/>
            <p:nvPr/>
          </p:nvSpPr>
          <p:spPr>
            <a:xfrm>
              <a:off x="17135503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l1714"/>
            <p:cNvSpPr/>
            <p:nvPr/>
          </p:nvSpPr>
          <p:spPr>
            <a:xfrm>
              <a:off x="17418418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l1715"/>
            <p:cNvSpPr/>
            <p:nvPr/>
          </p:nvSpPr>
          <p:spPr>
            <a:xfrm>
              <a:off x="17701333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l1716"/>
            <p:cNvSpPr/>
            <p:nvPr/>
          </p:nvSpPr>
          <p:spPr>
            <a:xfrm>
              <a:off x="17984248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l1717"/>
            <p:cNvSpPr/>
            <p:nvPr/>
          </p:nvSpPr>
          <p:spPr>
            <a:xfrm>
              <a:off x="16937463" y="483280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l1718"/>
            <p:cNvSpPr/>
            <p:nvPr/>
          </p:nvSpPr>
          <p:spPr>
            <a:xfrm>
              <a:off x="16937463" y="454989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l1719"/>
            <p:cNvSpPr/>
            <p:nvPr/>
          </p:nvSpPr>
          <p:spPr>
            <a:xfrm>
              <a:off x="16937463" y="426697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l1720"/>
            <p:cNvSpPr/>
            <p:nvPr/>
          </p:nvSpPr>
          <p:spPr>
            <a:xfrm>
              <a:off x="16937463" y="398406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l1721"/>
            <p:cNvSpPr/>
            <p:nvPr/>
          </p:nvSpPr>
          <p:spPr>
            <a:xfrm>
              <a:off x="16937463" y="370114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l1722"/>
            <p:cNvSpPr/>
            <p:nvPr/>
          </p:nvSpPr>
          <p:spPr>
            <a:xfrm>
              <a:off x="16994046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l1723"/>
            <p:cNvSpPr/>
            <p:nvPr/>
          </p:nvSpPr>
          <p:spPr>
            <a:xfrm>
              <a:off x="17276961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l1724"/>
            <p:cNvSpPr/>
            <p:nvPr/>
          </p:nvSpPr>
          <p:spPr>
            <a:xfrm>
              <a:off x="17559876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l1725"/>
            <p:cNvSpPr/>
            <p:nvPr/>
          </p:nvSpPr>
          <p:spPr>
            <a:xfrm>
              <a:off x="17842791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l1726"/>
            <p:cNvSpPr/>
            <p:nvPr/>
          </p:nvSpPr>
          <p:spPr>
            <a:xfrm>
              <a:off x="18125706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l1727"/>
            <p:cNvSpPr/>
            <p:nvPr/>
          </p:nvSpPr>
          <p:spPr>
            <a:xfrm>
              <a:off x="16994046" y="3701146"/>
              <a:ext cx="1131660" cy="1131660"/>
            </a:xfrm>
            <a:custGeom>
              <a:avLst/>
              <a:pathLst>
                <a:path w="1131660" h="1131660">
                  <a:moveTo>
                    <a:pt x="0" y="1131660"/>
                  </a:moveTo>
                  <a:lnTo>
                    <a:pt x="0" y="1124759"/>
                  </a:lnTo>
                  <a:lnTo>
                    <a:pt x="0" y="1117859"/>
                  </a:lnTo>
                  <a:lnTo>
                    <a:pt x="0" y="1110958"/>
                  </a:lnTo>
                  <a:lnTo>
                    <a:pt x="0" y="1104058"/>
                  </a:lnTo>
                  <a:lnTo>
                    <a:pt x="0" y="1097158"/>
                  </a:lnTo>
                  <a:lnTo>
                    <a:pt x="0" y="1090257"/>
                  </a:lnTo>
                  <a:lnTo>
                    <a:pt x="0" y="1083357"/>
                  </a:lnTo>
                  <a:lnTo>
                    <a:pt x="0" y="1076457"/>
                  </a:lnTo>
                  <a:lnTo>
                    <a:pt x="0" y="1069556"/>
                  </a:lnTo>
                  <a:lnTo>
                    <a:pt x="0" y="1062656"/>
                  </a:lnTo>
                  <a:lnTo>
                    <a:pt x="0" y="1055756"/>
                  </a:lnTo>
                  <a:lnTo>
                    <a:pt x="0" y="1048855"/>
                  </a:lnTo>
                  <a:lnTo>
                    <a:pt x="0" y="1041955"/>
                  </a:lnTo>
                  <a:lnTo>
                    <a:pt x="0" y="1035054"/>
                  </a:lnTo>
                  <a:lnTo>
                    <a:pt x="0" y="1028154"/>
                  </a:lnTo>
                  <a:lnTo>
                    <a:pt x="0" y="1021254"/>
                  </a:lnTo>
                  <a:lnTo>
                    <a:pt x="0" y="1014353"/>
                  </a:lnTo>
                  <a:lnTo>
                    <a:pt x="0" y="1007453"/>
                  </a:lnTo>
                  <a:lnTo>
                    <a:pt x="0" y="1000553"/>
                  </a:lnTo>
                  <a:lnTo>
                    <a:pt x="0" y="993652"/>
                  </a:lnTo>
                  <a:lnTo>
                    <a:pt x="0" y="986752"/>
                  </a:lnTo>
                  <a:lnTo>
                    <a:pt x="0" y="979852"/>
                  </a:lnTo>
                  <a:lnTo>
                    <a:pt x="0" y="972951"/>
                  </a:lnTo>
                  <a:lnTo>
                    <a:pt x="0" y="966051"/>
                  </a:lnTo>
                  <a:lnTo>
                    <a:pt x="0" y="959150"/>
                  </a:lnTo>
                  <a:lnTo>
                    <a:pt x="0" y="952250"/>
                  </a:lnTo>
                  <a:lnTo>
                    <a:pt x="34292" y="952250"/>
                  </a:lnTo>
                  <a:lnTo>
                    <a:pt x="34292" y="945350"/>
                  </a:lnTo>
                  <a:lnTo>
                    <a:pt x="34292" y="938449"/>
                  </a:lnTo>
                  <a:lnTo>
                    <a:pt x="34292" y="931549"/>
                  </a:lnTo>
                  <a:lnTo>
                    <a:pt x="34292" y="924649"/>
                  </a:lnTo>
                  <a:lnTo>
                    <a:pt x="34292" y="917748"/>
                  </a:lnTo>
                  <a:lnTo>
                    <a:pt x="34292" y="910848"/>
                  </a:lnTo>
                  <a:lnTo>
                    <a:pt x="34292" y="903947"/>
                  </a:lnTo>
                  <a:lnTo>
                    <a:pt x="34292" y="897047"/>
                  </a:lnTo>
                  <a:lnTo>
                    <a:pt x="68585" y="897047"/>
                  </a:lnTo>
                  <a:lnTo>
                    <a:pt x="68585" y="890147"/>
                  </a:lnTo>
                  <a:lnTo>
                    <a:pt x="68585" y="883246"/>
                  </a:lnTo>
                  <a:lnTo>
                    <a:pt x="68585" y="876346"/>
                  </a:lnTo>
                  <a:lnTo>
                    <a:pt x="68585" y="869446"/>
                  </a:lnTo>
                  <a:lnTo>
                    <a:pt x="68585" y="862545"/>
                  </a:lnTo>
                  <a:lnTo>
                    <a:pt x="68585" y="855645"/>
                  </a:lnTo>
                  <a:lnTo>
                    <a:pt x="68585" y="848745"/>
                  </a:lnTo>
                  <a:lnTo>
                    <a:pt x="68585" y="841844"/>
                  </a:lnTo>
                  <a:lnTo>
                    <a:pt x="68585" y="834944"/>
                  </a:lnTo>
                  <a:lnTo>
                    <a:pt x="68585" y="828043"/>
                  </a:lnTo>
                  <a:lnTo>
                    <a:pt x="68585" y="821143"/>
                  </a:lnTo>
                  <a:lnTo>
                    <a:pt x="68585" y="814243"/>
                  </a:lnTo>
                  <a:lnTo>
                    <a:pt x="102878" y="814243"/>
                  </a:lnTo>
                  <a:lnTo>
                    <a:pt x="137170" y="814243"/>
                  </a:lnTo>
                  <a:lnTo>
                    <a:pt x="137170" y="807342"/>
                  </a:lnTo>
                  <a:lnTo>
                    <a:pt x="137170" y="800442"/>
                  </a:lnTo>
                  <a:lnTo>
                    <a:pt x="137170" y="793542"/>
                  </a:lnTo>
                  <a:lnTo>
                    <a:pt x="137170" y="786641"/>
                  </a:lnTo>
                  <a:lnTo>
                    <a:pt x="137170" y="779741"/>
                  </a:lnTo>
                  <a:lnTo>
                    <a:pt x="137170" y="772841"/>
                  </a:lnTo>
                  <a:lnTo>
                    <a:pt x="137170" y="765940"/>
                  </a:lnTo>
                  <a:lnTo>
                    <a:pt x="137170" y="759040"/>
                  </a:lnTo>
                  <a:lnTo>
                    <a:pt x="171463" y="759040"/>
                  </a:lnTo>
                  <a:lnTo>
                    <a:pt x="171463" y="752139"/>
                  </a:lnTo>
                  <a:lnTo>
                    <a:pt x="205756" y="752139"/>
                  </a:lnTo>
                  <a:lnTo>
                    <a:pt x="205756" y="745239"/>
                  </a:lnTo>
                  <a:lnTo>
                    <a:pt x="205756" y="738339"/>
                  </a:lnTo>
                  <a:lnTo>
                    <a:pt x="205756" y="731438"/>
                  </a:lnTo>
                  <a:lnTo>
                    <a:pt x="205756" y="724538"/>
                  </a:lnTo>
                  <a:lnTo>
                    <a:pt x="205756" y="717638"/>
                  </a:lnTo>
                  <a:lnTo>
                    <a:pt x="205756" y="710737"/>
                  </a:lnTo>
                  <a:lnTo>
                    <a:pt x="205756" y="703837"/>
                  </a:lnTo>
                  <a:lnTo>
                    <a:pt x="205756" y="696937"/>
                  </a:lnTo>
                  <a:lnTo>
                    <a:pt x="240049" y="696937"/>
                  </a:lnTo>
                  <a:lnTo>
                    <a:pt x="240049" y="690036"/>
                  </a:lnTo>
                  <a:lnTo>
                    <a:pt x="274341" y="690036"/>
                  </a:lnTo>
                  <a:lnTo>
                    <a:pt x="308634" y="690036"/>
                  </a:lnTo>
                  <a:lnTo>
                    <a:pt x="342927" y="690036"/>
                  </a:lnTo>
                  <a:lnTo>
                    <a:pt x="342927" y="683136"/>
                  </a:lnTo>
                  <a:lnTo>
                    <a:pt x="377220" y="683136"/>
                  </a:lnTo>
                  <a:lnTo>
                    <a:pt x="377220" y="676235"/>
                  </a:lnTo>
                  <a:lnTo>
                    <a:pt x="377220" y="669335"/>
                  </a:lnTo>
                  <a:lnTo>
                    <a:pt x="377220" y="662435"/>
                  </a:lnTo>
                  <a:lnTo>
                    <a:pt x="377220" y="655534"/>
                  </a:lnTo>
                  <a:lnTo>
                    <a:pt x="377220" y="648634"/>
                  </a:lnTo>
                  <a:lnTo>
                    <a:pt x="377220" y="641734"/>
                  </a:lnTo>
                  <a:lnTo>
                    <a:pt x="377220" y="634833"/>
                  </a:lnTo>
                  <a:lnTo>
                    <a:pt x="377220" y="627933"/>
                  </a:lnTo>
                  <a:lnTo>
                    <a:pt x="377220" y="621032"/>
                  </a:lnTo>
                  <a:lnTo>
                    <a:pt x="377220" y="614132"/>
                  </a:lnTo>
                  <a:lnTo>
                    <a:pt x="377220" y="607232"/>
                  </a:lnTo>
                  <a:lnTo>
                    <a:pt x="377220" y="600331"/>
                  </a:lnTo>
                  <a:lnTo>
                    <a:pt x="377220" y="593431"/>
                  </a:lnTo>
                  <a:lnTo>
                    <a:pt x="377220" y="586531"/>
                  </a:lnTo>
                  <a:lnTo>
                    <a:pt x="377220" y="579630"/>
                  </a:lnTo>
                  <a:lnTo>
                    <a:pt x="377220" y="572730"/>
                  </a:lnTo>
                  <a:lnTo>
                    <a:pt x="377220" y="565830"/>
                  </a:lnTo>
                  <a:lnTo>
                    <a:pt x="377220" y="558929"/>
                  </a:lnTo>
                  <a:lnTo>
                    <a:pt x="377220" y="552029"/>
                  </a:lnTo>
                  <a:lnTo>
                    <a:pt x="377220" y="545128"/>
                  </a:lnTo>
                  <a:lnTo>
                    <a:pt x="377220" y="538228"/>
                  </a:lnTo>
                  <a:lnTo>
                    <a:pt x="377220" y="531328"/>
                  </a:lnTo>
                  <a:lnTo>
                    <a:pt x="377220" y="524427"/>
                  </a:lnTo>
                  <a:lnTo>
                    <a:pt x="377220" y="517527"/>
                  </a:lnTo>
                  <a:lnTo>
                    <a:pt x="377220" y="510627"/>
                  </a:lnTo>
                  <a:lnTo>
                    <a:pt x="411512" y="510627"/>
                  </a:lnTo>
                  <a:lnTo>
                    <a:pt x="445805" y="510627"/>
                  </a:lnTo>
                  <a:lnTo>
                    <a:pt x="445805" y="503726"/>
                  </a:lnTo>
                  <a:lnTo>
                    <a:pt x="445805" y="496826"/>
                  </a:lnTo>
                  <a:lnTo>
                    <a:pt x="445805" y="489926"/>
                  </a:lnTo>
                  <a:lnTo>
                    <a:pt x="445805" y="483025"/>
                  </a:lnTo>
                  <a:lnTo>
                    <a:pt x="445805" y="476125"/>
                  </a:lnTo>
                  <a:lnTo>
                    <a:pt x="445805" y="469224"/>
                  </a:lnTo>
                  <a:lnTo>
                    <a:pt x="445805" y="462324"/>
                  </a:lnTo>
                  <a:lnTo>
                    <a:pt x="445805" y="455424"/>
                  </a:lnTo>
                  <a:lnTo>
                    <a:pt x="445805" y="448523"/>
                  </a:lnTo>
                  <a:lnTo>
                    <a:pt x="445805" y="441623"/>
                  </a:lnTo>
                  <a:lnTo>
                    <a:pt x="480098" y="441623"/>
                  </a:lnTo>
                  <a:lnTo>
                    <a:pt x="480098" y="434723"/>
                  </a:lnTo>
                  <a:lnTo>
                    <a:pt x="480098" y="427822"/>
                  </a:lnTo>
                  <a:lnTo>
                    <a:pt x="480098" y="420922"/>
                  </a:lnTo>
                  <a:lnTo>
                    <a:pt x="480098" y="414021"/>
                  </a:lnTo>
                  <a:lnTo>
                    <a:pt x="514390" y="414021"/>
                  </a:lnTo>
                  <a:lnTo>
                    <a:pt x="514390" y="407121"/>
                  </a:lnTo>
                  <a:lnTo>
                    <a:pt x="548683" y="407121"/>
                  </a:lnTo>
                  <a:lnTo>
                    <a:pt x="548683" y="400221"/>
                  </a:lnTo>
                  <a:lnTo>
                    <a:pt x="548683" y="393320"/>
                  </a:lnTo>
                  <a:lnTo>
                    <a:pt x="582976" y="393320"/>
                  </a:lnTo>
                  <a:lnTo>
                    <a:pt x="582976" y="386420"/>
                  </a:lnTo>
                  <a:lnTo>
                    <a:pt x="617269" y="386420"/>
                  </a:lnTo>
                  <a:lnTo>
                    <a:pt x="617269" y="379520"/>
                  </a:lnTo>
                  <a:lnTo>
                    <a:pt x="617269" y="372619"/>
                  </a:lnTo>
                  <a:lnTo>
                    <a:pt x="617269" y="365719"/>
                  </a:lnTo>
                  <a:lnTo>
                    <a:pt x="617269" y="358819"/>
                  </a:lnTo>
                  <a:lnTo>
                    <a:pt x="617269" y="351918"/>
                  </a:lnTo>
                  <a:lnTo>
                    <a:pt x="617269" y="345018"/>
                  </a:lnTo>
                  <a:lnTo>
                    <a:pt x="651561" y="345018"/>
                  </a:lnTo>
                  <a:lnTo>
                    <a:pt x="651561" y="338117"/>
                  </a:lnTo>
                  <a:lnTo>
                    <a:pt x="651561" y="331217"/>
                  </a:lnTo>
                  <a:lnTo>
                    <a:pt x="651561" y="324317"/>
                  </a:lnTo>
                  <a:lnTo>
                    <a:pt x="651561" y="317416"/>
                  </a:lnTo>
                  <a:lnTo>
                    <a:pt x="651561" y="310516"/>
                  </a:lnTo>
                  <a:lnTo>
                    <a:pt x="651561" y="303616"/>
                  </a:lnTo>
                  <a:lnTo>
                    <a:pt x="651561" y="296715"/>
                  </a:lnTo>
                  <a:lnTo>
                    <a:pt x="651561" y="289815"/>
                  </a:lnTo>
                  <a:lnTo>
                    <a:pt x="651561" y="282915"/>
                  </a:lnTo>
                  <a:lnTo>
                    <a:pt x="651561" y="276014"/>
                  </a:lnTo>
                  <a:lnTo>
                    <a:pt x="651561" y="269114"/>
                  </a:lnTo>
                  <a:lnTo>
                    <a:pt x="651561" y="262213"/>
                  </a:lnTo>
                  <a:lnTo>
                    <a:pt x="651561" y="255313"/>
                  </a:lnTo>
                  <a:lnTo>
                    <a:pt x="685854" y="255313"/>
                  </a:lnTo>
                  <a:lnTo>
                    <a:pt x="685854" y="248413"/>
                  </a:lnTo>
                  <a:lnTo>
                    <a:pt x="685854" y="241512"/>
                  </a:lnTo>
                  <a:lnTo>
                    <a:pt x="685854" y="234612"/>
                  </a:lnTo>
                  <a:lnTo>
                    <a:pt x="685854" y="227712"/>
                  </a:lnTo>
                  <a:lnTo>
                    <a:pt x="685854" y="220811"/>
                  </a:lnTo>
                  <a:lnTo>
                    <a:pt x="685854" y="213911"/>
                  </a:lnTo>
                  <a:lnTo>
                    <a:pt x="720147" y="213911"/>
                  </a:lnTo>
                  <a:lnTo>
                    <a:pt x="720147" y="207010"/>
                  </a:lnTo>
                  <a:lnTo>
                    <a:pt x="720147" y="200110"/>
                  </a:lnTo>
                  <a:lnTo>
                    <a:pt x="720147" y="193210"/>
                  </a:lnTo>
                  <a:lnTo>
                    <a:pt x="754440" y="193210"/>
                  </a:lnTo>
                  <a:lnTo>
                    <a:pt x="754440" y="186309"/>
                  </a:lnTo>
                  <a:lnTo>
                    <a:pt x="754440" y="179409"/>
                  </a:lnTo>
                  <a:lnTo>
                    <a:pt x="754440" y="172509"/>
                  </a:lnTo>
                  <a:lnTo>
                    <a:pt x="754440" y="165608"/>
                  </a:lnTo>
                  <a:lnTo>
                    <a:pt x="754440" y="158708"/>
                  </a:lnTo>
                  <a:lnTo>
                    <a:pt x="754440" y="151808"/>
                  </a:lnTo>
                  <a:lnTo>
                    <a:pt x="754440" y="144907"/>
                  </a:lnTo>
                  <a:lnTo>
                    <a:pt x="788732" y="144907"/>
                  </a:lnTo>
                  <a:lnTo>
                    <a:pt x="823025" y="144907"/>
                  </a:lnTo>
                  <a:lnTo>
                    <a:pt x="823025" y="138007"/>
                  </a:lnTo>
                  <a:lnTo>
                    <a:pt x="823025" y="131106"/>
                  </a:lnTo>
                  <a:lnTo>
                    <a:pt x="857318" y="131106"/>
                  </a:lnTo>
                  <a:lnTo>
                    <a:pt x="857318" y="124206"/>
                  </a:lnTo>
                  <a:lnTo>
                    <a:pt x="857318" y="117306"/>
                  </a:lnTo>
                  <a:lnTo>
                    <a:pt x="857318" y="110405"/>
                  </a:lnTo>
                  <a:lnTo>
                    <a:pt x="857318" y="103505"/>
                  </a:lnTo>
                  <a:lnTo>
                    <a:pt x="857318" y="96605"/>
                  </a:lnTo>
                  <a:lnTo>
                    <a:pt x="857318" y="89704"/>
                  </a:lnTo>
                  <a:lnTo>
                    <a:pt x="857318" y="82804"/>
                  </a:lnTo>
                  <a:lnTo>
                    <a:pt x="857318" y="75904"/>
                  </a:lnTo>
                  <a:lnTo>
                    <a:pt x="857318" y="69003"/>
                  </a:lnTo>
                  <a:lnTo>
                    <a:pt x="857318" y="62103"/>
                  </a:lnTo>
                  <a:lnTo>
                    <a:pt x="891610" y="62103"/>
                  </a:lnTo>
                  <a:lnTo>
                    <a:pt x="891610" y="55202"/>
                  </a:lnTo>
                  <a:lnTo>
                    <a:pt x="891610" y="48302"/>
                  </a:lnTo>
                  <a:lnTo>
                    <a:pt x="891610" y="41402"/>
                  </a:lnTo>
                  <a:lnTo>
                    <a:pt x="891610" y="34501"/>
                  </a:lnTo>
                  <a:lnTo>
                    <a:pt x="891610" y="27601"/>
                  </a:lnTo>
                  <a:lnTo>
                    <a:pt x="891610" y="20701"/>
                  </a:lnTo>
                  <a:lnTo>
                    <a:pt x="891610" y="13800"/>
                  </a:lnTo>
                  <a:lnTo>
                    <a:pt x="925903" y="13800"/>
                  </a:lnTo>
                  <a:lnTo>
                    <a:pt x="925903" y="6900"/>
                  </a:lnTo>
                  <a:lnTo>
                    <a:pt x="925903" y="0"/>
                  </a:lnTo>
                  <a:lnTo>
                    <a:pt x="960196" y="0"/>
                  </a:lnTo>
                  <a:lnTo>
                    <a:pt x="994489" y="0"/>
                  </a:lnTo>
                  <a:lnTo>
                    <a:pt x="1028781" y="0"/>
                  </a:lnTo>
                  <a:lnTo>
                    <a:pt x="1063074" y="0"/>
                  </a:lnTo>
                  <a:lnTo>
                    <a:pt x="1097367" y="0"/>
                  </a:lnTo>
                  <a:lnTo>
                    <a:pt x="1131660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l1728"/>
            <p:cNvSpPr/>
            <p:nvPr/>
          </p:nvSpPr>
          <p:spPr>
            <a:xfrm>
              <a:off x="16937463" y="3644563"/>
              <a:ext cx="1244826" cy="1244826"/>
            </a:xfrm>
            <a:custGeom>
              <a:avLst/>
              <a:pathLst>
                <a:path w="1244826" h="1244826">
                  <a:moveTo>
                    <a:pt x="0" y="1244826"/>
                  </a:move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729" name="pg1729"/>
            <p:cNvSpPr/>
            <p:nvPr/>
          </p:nvSpPr>
          <p:spPr>
            <a:xfrm>
              <a:off x="17276961" y="4178808"/>
              <a:ext cx="905328" cy="710580"/>
            </a:xfrm>
            <a:custGeom>
              <a:avLst/>
              <a:pathLst>
                <a:path w="905328" h="710580">
                  <a:moveTo>
                    <a:pt x="905328" y="710580"/>
                  </a:moveTo>
                  <a:lnTo>
                    <a:pt x="905328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710580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8623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tx1730"/>
            <p:cNvSpPr/>
            <p:nvPr/>
          </p:nvSpPr>
          <p:spPr>
            <a:xfrm>
              <a:off x="17322491" y="4193733"/>
              <a:ext cx="2164161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0.25 [-1.213, 1.519]</a:t>
              </a:r>
            </a:p>
          </p:txBody>
        </p:sp>
        <p:sp>
          <p:nvSpPr>
            <p:cNvPr id="1731" name="tx1731"/>
            <p:cNvSpPr/>
            <p:nvPr/>
          </p:nvSpPr>
          <p:spPr>
            <a:xfrm>
              <a:off x="17322491" y="4439177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0.652</a:t>
              </a:r>
            </a:p>
          </p:txBody>
        </p:sp>
        <p:sp>
          <p:nvSpPr>
            <p:cNvPr id="1732" name="tx1732"/>
            <p:cNvSpPr/>
            <p:nvPr/>
          </p:nvSpPr>
          <p:spPr>
            <a:xfrm>
              <a:off x="17322491" y="4659130"/>
              <a:ext cx="1176935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0.958</a:t>
              </a:r>
            </a:p>
          </p:txBody>
        </p:sp>
        <p:sp>
          <p:nvSpPr>
            <p:cNvPr id="1733" name="tx1733"/>
            <p:cNvSpPr/>
            <p:nvPr/>
          </p:nvSpPr>
          <p:spPr>
            <a:xfrm>
              <a:off x="17322491" y="4877674"/>
              <a:ext cx="974480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0.280</a:t>
              </a:r>
            </a:p>
          </p:txBody>
        </p:sp>
        <p:sp>
          <p:nvSpPr>
            <p:cNvPr id="1734" name="tx1734"/>
            <p:cNvSpPr/>
            <p:nvPr/>
          </p:nvSpPr>
          <p:spPr>
            <a:xfrm>
              <a:off x="16580912" y="477974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1735" name="tx1735"/>
            <p:cNvSpPr/>
            <p:nvPr/>
          </p:nvSpPr>
          <p:spPr>
            <a:xfrm>
              <a:off x="16580912" y="449682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1736" name="tx1736"/>
            <p:cNvSpPr/>
            <p:nvPr/>
          </p:nvSpPr>
          <p:spPr>
            <a:xfrm>
              <a:off x="16580912" y="421391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1737" name="tx1737"/>
            <p:cNvSpPr/>
            <p:nvPr/>
          </p:nvSpPr>
          <p:spPr>
            <a:xfrm>
              <a:off x="16580912" y="393099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1738" name="tx1738"/>
            <p:cNvSpPr/>
            <p:nvPr/>
          </p:nvSpPr>
          <p:spPr>
            <a:xfrm>
              <a:off x="16580912" y="3648083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1739" name="tx1739"/>
            <p:cNvSpPr/>
            <p:nvPr/>
          </p:nvSpPr>
          <p:spPr>
            <a:xfrm>
              <a:off x="16855626" y="49669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1740" name="tx1740"/>
            <p:cNvSpPr/>
            <p:nvPr/>
          </p:nvSpPr>
          <p:spPr>
            <a:xfrm>
              <a:off x="17138541" y="49669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1741" name="tx1741"/>
            <p:cNvSpPr/>
            <p:nvPr/>
          </p:nvSpPr>
          <p:spPr>
            <a:xfrm>
              <a:off x="17421456" y="49669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1742" name="tx1742"/>
            <p:cNvSpPr/>
            <p:nvPr/>
          </p:nvSpPr>
          <p:spPr>
            <a:xfrm>
              <a:off x="17704371" y="49669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1743" name="tx1743"/>
            <p:cNvSpPr/>
            <p:nvPr/>
          </p:nvSpPr>
          <p:spPr>
            <a:xfrm>
              <a:off x="17987286" y="49669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1744" name="tx1744"/>
            <p:cNvSpPr/>
            <p:nvPr/>
          </p:nvSpPr>
          <p:spPr>
            <a:xfrm>
              <a:off x="16181492" y="5116670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1745" name="tx1745"/>
            <p:cNvSpPr/>
            <p:nvPr/>
          </p:nvSpPr>
          <p:spPr>
            <a:xfrm rot="-5400000">
              <a:off x="15209894" y="4183545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1746" name="tx1746"/>
            <p:cNvSpPr/>
            <p:nvPr/>
          </p:nvSpPr>
          <p:spPr>
            <a:xfrm>
              <a:off x="16937463" y="3365167"/>
              <a:ext cx="213360" cy="1527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H.</a:t>
              </a:r>
            </a:p>
          </p:txBody>
        </p:sp>
        <p:sp>
          <p:nvSpPr>
            <p:cNvPr id="1747" name="rc1747"/>
            <p:cNvSpPr/>
            <p:nvPr/>
          </p:nvSpPr>
          <p:spPr>
            <a:xfrm>
              <a:off x="2468562" y="5410200"/>
              <a:ext cx="493775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rc1748"/>
            <p:cNvSpPr/>
            <p:nvPr/>
          </p:nvSpPr>
          <p:spPr>
            <a:xfrm>
              <a:off x="2897501" y="5707478"/>
              <a:ext cx="4439232" cy="142643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49" name="pl1749"/>
            <p:cNvSpPr/>
            <p:nvPr/>
          </p:nvSpPr>
          <p:spPr>
            <a:xfrm>
              <a:off x="2897501" y="7044802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l1750"/>
            <p:cNvSpPr/>
            <p:nvPr/>
          </p:nvSpPr>
          <p:spPr>
            <a:xfrm>
              <a:off x="2897501" y="6802092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l1751"/>
            <p:cNvSpPr/>
            <p:nvPr/>
          </p:nvSpPr>
          <p:spPr>
            <a:xfrm>
              <a:off x="2897501" y="6559382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l1752"/>
            <p:cNvSpPr/>
            <p:nvPr/>
          </p:nvSpPr>
          <p:spPr>
            <a:xfrm>
              <a:off x="2897501" y="6316672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l1753"/>
            <p:cNvSpPr/>
            <p:nvPr/>
          </p:nvSpPr>
          <p:spPr>
            <a:xfrm>
              <a:off x="2897501" y="6073962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l1754"/>
            <p:cNvSpPr/>
            <p:nvPr/>
          </p:nvSpPr>
          <p:spPr>
            <a:xfrm>
              <a:off x="2897501" y="5831253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l1755"/>
            <p:cNvSpPr/>
            <p:nvPr/>
          </p:nvSpPr>
          <p:spPr>
            <a:xfrm>
              <a:off x="3812066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l1756"/>
            <p:cNvSpPr/>
            <p:nvPr/>
          </p:nvSpPr>
          <p:spPr>
            <a:xfrm>
              <a:off x="4872859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l1757"/>
            <p:cNvSpPr/>
            <p:nvPr/>
          </p:nvSpPr>
          <p:spPr>
            <a:xfrm>
              <a:off x="5933651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l1758"/>
            <p:cNvSpPr/>
            <p:nvPr/>
          </p:nvSpPr>
          <p:spPr>
            <a:xfrm>
              <a:off x="6994444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l1759"/>
            <p:cNvSpPr/>
            <p:nvPr/>
          </p:nvSpPr>
          <p:spPr>
            <a:xfrm>
              <a:off x="2897501" y="6923447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l1760"/>
            <p:cNvSpPr/>
            <p:nvPr/>
          </p:nvSpPr>
          <p:spPr>
            <a:xfrm>
              <a:off x="2897501" y="6680737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l1761"/>
            <p:cNvSpPr/>
            <p:nvPr/>
          </p:nvSpPr>
          <p:spPr>
            <a:xfrm>
              <a:off x="2897501" y="6438027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l1762"/>
            <p:cNvSpPr/>
            <p:nvPr/>
          </p:nvSpPr>
          <p:spPr>
            <a:xfrm>
              <a:off x="2897501" y="6195317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l1763"/>
            <p:cNvSpPr/>
            <p:nvPr/>
          </p:nvSpPr>
          <p:spPr>
            <a:xfrm>
              <a:off x="2897501" y="5952608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l1764"/>
            <p:cNvSpPr/>
            <p:nvPr/>
          </p:nvSpPr>
          <p:spPr>
            <a:xfrm>
              <a:off x="2897501" y="5709898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l1765"/>
            <p:cNvSpPr/>
            <p:nvPr/>
          </p:nvSpPr>
          <p:spPr>
            <a:xfrm>
              <a:off x="3281669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l1766"/>
            <p:cNvSpPr/>
            <p:nvPr/>
          </p:nvSpPr>
          <p:spPr>
            <a:xfrm>
              <a:off x="4342462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l1767"/>
            <p:cNvSpPr/>
            <p:nvPr/>
          </p:nvSpPr>
          <p:spPr>
            <a:xfrm>
              <a:off x="5403255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l1768"/>
            <p:cNvSpPr/>
            <p:nvPr/>
          </p:nvSpPr>
          <p:spPr>
            <a:xfrm>
              <a:off x="6464048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t1769"/>
            <p:cNvSpPr/>
            <p:nvPr/>
          </p:nvSpPr>
          <p:spPr>
            <a:xfrm>
              <a:off x="3260950" y="68492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t1770"/>
            <p:cNvSpPr/>
            <p:nvPr/>
          </p:nvSpPr>
          <p:spPr>
            <a:xfrm>
              <a:off x="3239515" y="69160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t1771"/>
            <p:cNvSpPr/>
            <p:nvPr/>
          </p:nvSpPr>
          <p:spPr>
            <a:xfrm>
              <a:off x="3373846" y="68667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t1772"/>
            <p:cNvSpPr/>
            <p:nvPr/>
          </p:nvSpPr>
          <p:spPr>
            <a:xfrm>
              <a:off x="3433152" y="68327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t1773"/>
            <p:cNvSpPr/>
            <p:nvPr/>
          </p:nvSpPr>
          <p:spPr>
            <a:xfrm>
              <a:off x="3219508" y="6926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t1774"/>
            <p:cNvSpPr/>
            <p:nvPr/>
          </p:nvSpPr>
          <p:spPr>
            <a:xfrm>
              <a:off x="3200215" y="68518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t1775"/>
            <p:cNvSpPr/>
            <p:nvPr/>
          </p:nvSpPr>
          <p:spPr>
            <a:xfrm>
              <a:off x="3185210" y="69504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t1776"/>
            <p:cNvSpPr/>
            <p:nvPr/>
          </p:nvSpPr>
          <p:spPr>
            <a:xfrm>
              <a:off x="3222366" y="69244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t1777"/>
            <p:cNvSpPr/>
            <p:nvPr/>
          </p:nvSpPr>
          <p:spPr>
            <a:xfrm>
              <a:off x="3889022" y="67656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t1778"/>
            <p:cNvSpPr/>
            <p:nvPr/>
          </p:nvSpPr>
          <p:spPr>
            <a:xfrm>
              <a:off x="5718219" y="65352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t1779"/>
            <p:cNvSpPr/>
            <p:nvPr/>
          </p:nvSpPr>
          <p:spPr>
            <a:xfrm>
              <a:off x="5817539" y="65377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t1780"/>
            <p:cNvSpPr/>
            <p:nvPr/>
          </p:nvSpPr>
          <p:spPr>
            <a:xfrm>
              <a:off x="5811108" y="65282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t1781"/>
            <p:cNvSpPr/>
            <p:nvPr/>
          </p:nvSpPr>
          <p:spPr>
            <a:xfrm>
              <a:off x="3496031" y="68386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t1782"/>
            <p:cNvSpPr/>
            <p:nvPr/>
          </p:nvSpPr>
          <p:spPr>
            <a:xfrm>
              <a:off x="3716106" y="67129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t1783"/>
            <p:cNvSpPr/>
            <p:nvPr/>
          </p:nvSpPr>
          <p:spPr>
            <a:xfrm>
              <a:off x="3225939" y="68660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t1784"/>
            <p:cNvSpPr/>
            <p:nvPr/>
          </p:nvSpPr>
          <p:spPr>
            <a:xfrm>
              <a:off x="5898995" y="65227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t1785"/>
            <p:cNvSpPr/>
            <p:nvPr/>
          </p:nvSpPr>
          <p:spPr>
            <a:xfrm>
              <a:off x="3159487" y="69221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t1786"/>
            <p:cNvSpPr/>
            <p:nvPr/>
          </p:nvSpPr>
          <p:spPr>
            <a:xfrm>
              <a:off x="3131621" y="68989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t1787"/>
            <p:cNvSpPr/>
            <p:nvPr/>
          </p:nvSpPr>
          <p:spPr>
            <a:xfrm>
              <a:off x="3254520" y="68723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t1788"/>
            <p:cNvSpPr/>
            <p:nvPr/>
          </p:nvSpPr>
          <p:spPr>
            <a:xfrm>
              <a:off x="3198072" y="69153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t1789"/>
            <p:cNvSpPr/>
            <p:nvPr/>
          </p:nvSpPr>
          <p:spPr>
            <a:xfrm>
              <a:off x="3274527" y="68660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t1790"/>
            <p:cNvSpPr/>
            <p:nvPr/>
          </p:nvSpPr>
          <p:spPr>
            <a:xfrm>
              <a:off x="3241658" y="6874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t1791"/>
            <p:cNvSpPr/>
            <p:nvPr/>
          </p:nvSpPr>
          <p:spPr>
            <a:xfrm>
              <a:off x="3245231" y="68716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t1792"/>
            <p:cNvSpPr/>
            <p:nvPr/>
          </p:nvSpPr>
          <p:spPr>
            <a:xfrm>
              <a:off x="4438496" y="63102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t1793"/>
            <p:cNvSpPr/>
            <p:nvPr/>
          </p:nvSpPr>
          <p:spPr>
            <a:xfrm>
              <a:off x="4444212" y="62489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t1794"/>
            <p:cNvSpPr/>
            <p:nvPr/>
          </p:nvSpPr>
          <p:spPr>
            <a:xfrm>
              <a:off x="4618558" y="63733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t1795"/>
            <p:cNvSpPr/>
            <p:nvPr/>
          </p:nvSpPr>
          <p:spPr>
            <a:xfrm>
              <a:off x="3859727" y="67931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t1796"/>
            <p:cNvSpPr/>
            <p:nvPr/>
          </p:nvSpPr>
          <p:spPr>
            <a:xfrm>
              <a:off x="3434581" y="66830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t1797"/>
            <p:cNvSpPr/>
            <p:nvPr/>
          </p:nvSpPr>
          <p:spPr>
            <a:xfrm>
              <a:off x="3238086" y="69415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t1798"/>
            <p:cNvSpPr/>
            <p:nvPr/>
          </p:nvSpPr>
          <p:spPr>
            <a:xfrm>
              <a:off x="3858298" y="67281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t1799"/>
            <p:cNvSpPr/>
            <p:nvPr/>
          </p:nvSpPr>
          <p:spPr>
            <a:xfrm>
              <a:off x="3879019" y="64880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t1800"/>
            <p:cNvSpPr/>
            <p:nvPr/>
          </p:nvSpPr>
          <p:spPr>
            <a:xfrm>
              <a:off x="4279156" y="67024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t1801"/>
            <p:cNvSpPr/>
            <p:nvPr/>
          </p:nvSpPr>
          <p:spPr>
            <a:xfrm>
              <a:off x="3358127" y="69395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t1802"/>
            <p:cNvSpPr/>
            <p:nvPr/>
          </p:nvSpPr>
          <p:spPr>
            <a:xfrm>
              <a:off x="3233798" y="68907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t1803"/>
            <p:cNvSpPr/>
            <p:nvPr/>
          </p:nvSpPr>
          <p:spPr>
            <a:xfrm>
              <a:off x="4020496" y="6252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t1804"/>
            <p:cNvSpPr/>
            <p:nvPr/>
          </p:nvSpPr>
          <p:spPr>
            <a:xfrm>
              <a:off x="3685381" y="6214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t1805"/>
            <p:cNvSpPr/>
            <p:nvPr/>
          </p:nvSpPr>
          <p:spPr>
            <a:xfrm>
              <a:off x="3298106" y="6862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t1806"/>
            <p:cNvSpPr/>
            <p:nvPr/>
          </p:nvSpPr>
          <p:spPr>
            <a:xfrm>
              <a:off x="4967248" y="67451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t1807"/>
            <p:cNvSpPr/>
            <p:nvPr/>
          </p:nvSpPr>
          <p:spPr>
            <a:xfrm>
              <a:off x="5590318" y="67326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t1808"/>
            <p:cNvSpPr/>
            <p:nvPr/>
          </p:nvSpPr>
          <p:spPr>
            <a:xfrm>
              <a:off x="3958332" y="67937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t1809"/>
            <p:cNvSpPr/>
            <p:nvPr/>
          </p:nvSpPr>
          <p:spPr>
            <a:xfrm>
              <a:off x="4208417" y="67020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t1810"/>
            <p:cNvSpPr/>
            <p:nvPr/>
          </p:nvSpPr>
          <p:spPr>
            <a:xfrm>
              <a:off x="3194499" y="68998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t1811"/>
            <p:cNvSpPr/>
            <p:nvPr/>
          </p:nvSpPr>
          <p:spPr>
            <a:xfrm>
              <a:off x="3265952" y="68454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t1812"/>
            <p:cNvSpPr/>
            <p:nvPr/>
          </p:nvSpPr>
          <p:spPr>
            <a:xfrm>
              <a:off x="3243087" y="67953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t1813"/>
            <p:cNvSpPr/>
            <p:nvPr/>
          </p:nvSpPr>
          <p:spPr>
            <a:xfrm>
              <a:off x="3437439" y="68862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t1814"/>
            <p:cNvSpPr/>
            <p:nvPr/>
          </p:nvSpPr>
          <p:spPr>
            <a:xfrm>
              <a:off x="3688954" y="68001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t1815"/>
            <p:cNvSpPr/>
            <p:nvPr/>
          </p:nvSpPr>
          <p:spPr>
            <a:xfrm>
              <a:off x="3216650" y="69127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t1816"/>
            <p:cNvSpPr/>
            <p:nvPr/>
          </p:nvSpPr>
          <p:spPr>
            <a:xfrm>
              <a:off x="3895453" y="68161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t1817"/>
            <p:cNvSpPr/>
            <p:nvPr/>
          </p:nvSpPr>
          <p:spPr>
            <a:xfrm>
              <a:off x="3678951" y="68705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t1818"/>
            <p:cNvSpPr/>
            <p:nvPr/>
          </p:nvSpPr>
          <p:spPr>
            <a:xfrm>
              <a:off x="4128390" y="68091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t1819"/>
            <p:cNvSpPr/>
            <p:nvPr/>
          </p:nvSpPr>
          <p:spPr>
            <a:xfrm>
              <a:off x="4249860" y="68193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t1820"/>
            <p:cNvSpPr/>
            <p:nvPr/>
          </p:nvSpPr>
          <p:spPr>
            <a:xfrm>
              <a:off x="4228424" y="68049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t1821"/>
            <p:cNvSpPr/>
            <p:nvPr/>
          </p:nvSpPr>
          <p:spPr>
            <a:xfrm>
              <a:off x="3370274" y="67854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t1822"/>
            <p:cNvSpPr/>
            <p:nvPr/>
          </p:nvSpPr>
          <p:spPr>
            <a:xfrm>
              <a:off x="3298821" y="69205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t1823"/>
            <p:cNvSpPr/>
            <p:nvPr/>
          </p:nvSpPr>
          <p:spPr>
            <a:xfrm>
              <a:off x="3240944" y="68126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t1824"/>
            <p:cNvSpPr/>
            <p:nvPr/>
          </p:nvSpPr>
          <p:spPr>
            <a:xfrm>
              <a:off x="3170205" y="68631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t1825"/>
            <p:cNvSpPr/>
            <p:nvPr/>
          </p:nvSpPr>
          <p:spPr>
            <a:xfrm>
              <a:off x="3178065" y="68856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t1826"/>
            <p:cNvSpPr/>
            <p:nvPr/>
          </p:nvSpPr>
          <p:spPr>
            <a:xfrm>
              <a:off x="3152342" y="68894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t1827"/>
            <p:cNvSpPr/>
            <p:nvPr/>
          </p:nvSpPr>
          <p:spPr>
            <a:xfrm>
              <a:off x="3253805" y="68601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t1828"/>
            <p:cNvSpPr/>
            <p:nvPr/>
          </p:nvSpPr>
          <p:spPr>
            <a:xfrm>
              <a:off x="3230226" y="68379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t1829"/>
            <p:cNvSpPr/>
            <p:nvPr/>
          </p:nvSpPr>
          <p:spPr>
            <a:xfrm>
              <a:off x="3303822" y="68989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t1830"/>
            <p:cNvSpPr/>
            <p:nvPr/>
          </p:nvSpPr>
          <p:spPr>
            <a:xfrm>
              <a:off x="3158058" y="69297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t1831"/>
            <p:cNvSpPr/>
            <p:nvPr/>
          </p:nvSpPr>
          <p:spPr>
            <a:xfrm>
              <a:off x="3224509" y="69072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t1832"/>
            <p:cNvSpPr/>
            <p:nvPr/>
          </p:nvSpPr>
          <p:spPr>
            <a:xfrm>
              <a:off x="3244516" y="68916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t1833"/>
            <p:cNvSpPr/>
            <p:nvPr/>
          </p:nvSpPr>
          <p:spPr>
            <a:xfrm>
              <a:off x="3830431" y="58178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t1834"/>
            <p:cNvSpPr/>
            <p:nvPr/>
          </p:nvSpPr>
          <p:spPr>
            <a:xfrm>
              <a:off x="3767552" y="57474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t1835"/>
            <p:cNvSpPr/>
            <p:nvPr/>
          </p:nvSpPr>
          <p:spPr>
            <a:xfrm>
              <a:off x="4132677" y="63628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t1836"/>
            <p:cNvSpPr/>
            <p:nvPr/>
          </p:nvSpPr>
          <p:spPr>
            <a:xfrm>
              <a:off x="3913316" y="63349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t1837"/>
            <p:cNvSpPr/>
            <p:nvPr/>
          </p:nvSpPr>
          <p:spPr>
            <a:xfrm>
              <a:off x="4102667" y="65197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t1838"/>
            <p:cNvSpPr/>
            <p:nvPr/>
          </p:nvSpPr>
          <p:spPr>
            <a:xfrm>
              <a:off x="3919033" y="63847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t1839"/>
            <p:cNvSpPr/>
            <p:nvPr/>
          </p:nvSpPr>
          <p:spPr>
            <a:xfrm>
              <a:off x="4003347" y="63647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t1840"/>
            <p:cNvSpPr/>
            <p:nvPr/>
          </p:nvSpPr>
          <p:spPr>
            <a:xfrm>
              <a:off x="3243087" y="69198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t1841"/>
            <p:cNvSpPr/>
            <p:nvPr/>
          </p:nvSpPr>
          <p:spPr>
            <a:xfrm>
              <a:off x="3334547" y="68436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t1842"/>
            <p:cNvSpPr/>
            <p:nvPr/>
          </p:nvSpPr>
          <p:spPr>
            <a:xfrm>
              <a:off x="4211990" y="64049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t1843"/>
            <p:cNvSpPr/>
            <p:nvPr/>
          </p:nvSpPr>
          <p:spPr>
            <a:xfrm>
              <a:off x="4483511" y="65627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t1844"/>
            <p:cNvSpPr/>
            <p:nvPr/>
          </p:nvSpPr>
          <p:spPr>
            <a:xfrm>
              <a:off x="3253091" y="68698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t1845"/>
            <p:cNvSpPr/>
            <p:nvPr/>
          </p:nvSpPr>
          <p:spPr>
            <a:xfrm>
              <a:off x="3432438" y="68429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t1846"/>
            <p:cNvSpPr/>
            <p:nvPr/>
          </p:nvSpPr>
          <p:spPr>
            <a:xfrm>
              <a:off x="3251662" y="69366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t1847"/>
            <p:cNvSpPr/>
            <p:nvPr/>
          </p:nvSpPr>
          <p:spPr>
            <a:xfrm>
              <a:off x="3244516" y="68577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t1848"/>
            <p:cNvSpPr/>
            <p:nvPr/>
          </p:nvSpPr>
          <p:spPr>
            <a:xfrm>
              <a:off x="3219508" y="68949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t1849"/>
            <p:cNvSpPr/>
            <p:nvPr/>
          </p:nvSpPr>
          <p:spPr>
            <a:xfrm>
              <a:off x="3737542" y="65146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t1850"/>
            <p:cNvSpPr/>
            <p:nvPr/>
          </p:nvSpPr>
          <p:spPr>
            <a:xfrm>
              <a:off x="3706817" y="66370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t1851"/>
            <p:cNvSpPr/>
            <p:nvPr/>
          </p:nvSpPr>
          <p:spPr>
            <a:xfrm>
              <a:off x="4870072" y="68210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t1852"/>
            <p:cNvSpPr/>
            <p:nvPr/>
          </p:nvSpPr>
          <p:spPr>
            <a:xfrm>
              <a:off x="5087289" y="67282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t1853"/>
            <p:cNvSpPr/>
            <p:nvPr/>
          </p:nvSpPr>
          <p:spPr>
            <a:xfrm>
              <a:off x="5142308" y="67309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t1854"/>
            <p:cNvSpPr/>
            <p:nvPr/>
          </p:nvSpPr>
          <p:spPr>
            <a:xfrm>
              <a:off x="5123730" y="66867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t1855"/>
            <p:cNvSpPr/>
            <p:nvPr/>
          </p:nvSpPr>
          <p:spPr>
            <a:xfrm>
              <a:off x="3831145" y="69185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t1856"/>
            <p:cNvSpPr/>
            <p:nvPr/>
          </p:nvSpPr>
          <p:spPr>
            <a:xfrm>
              <a:off x="3257378" y="68915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t1857"/>
            <p:cNvSpPr/>
            <p:nvPr/>
          </p:nvSpPr>
          <p:spPr>
            <a:xfrm>
              <a:off x="3144482" y="68920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t1858"/>
            <p:cNvSpPr/>
            <p:nvPr/>
          </p:nvSpPr>
          <p:spPr>
            <a:xfrm>
              <a:off x="3307395" y="68780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t1859"/>
            <p:cNvSpPr/>
            <p:nvPr/>
          </p:nvSpPr>
          <p:spPr>
            <a:xfrm>
              <a:off x="3245231" y="6933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t1860"/>
            <p:cNvSpPr/>
            <p:nvPr/>
          </p:nvSpPr>
          <p:spPr>
            <a:xfrm>
              <a:off x="3247374" y="69190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t1861"/>
            <p:cNvSpPr/>
            <p:nvPr/>
          </p:nvSpPr>
          <p:spPr>
            <a:xfrm>
              <a:off x="3174492" y="69776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t1862"/>
            <p:cNvSpPr/>
            <p:nvPr/>
          </p:nvSpPr>
          <p:spPr>
            <a:xfrm>
              <a:off x="3251662" y="69068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t1863"/>
            <p:cNvSpPr/>
            <p:nvPr/>
          </p:nvSpPr>
          <p:spPr>
            <a:xfrm>
              <a:off x="3607498" y="61743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t1864"/>
            <p:cNvSpPr/>
            <p:nvPr/>
          </p:nvSpPr>
          <p:spPr>
            <a:xfrm>
              <a:off x="3238086" y="68876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t1865"/>
            <p:cNvSpPr/>
            <p:nvPr/>
          </p:nvSpPr>
          <p:spPr>
            <a:xfrm>
              <a:off x="3205932" y="68777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t1866"/>
            <p:cNvSpPr/>
            <p:nvPr/>
          </p:nvSpPr>
          <p:spPr>
            <a:xfrm>
              <a:off x="3229511" y="69476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t1867"/>
            <p:cNvSpPr/>
            <p:nvPr/>
          </p:nvSpPr>
          <p:spPr>
            <a:xfrm>
              <a:off x="3294533" y="68547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t1868"/>
            <p:cNvSpPr/>
            <p:nvPr/>
          </p:nvSpPr>
          <p:spPr>
            <a:xfrm>
              <a:off x="3551764" y="68691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t1869"/>
            <p:cNvSpPr/>
            <p:nvPr/>
          </p:nvSpPr>
          <p:spPr>
            <a:xfrm>
              <a:off x="3753262" y="6784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t1870"/>
            <p:cNvSpPr/>
            <p:nvPr/>
          </p:nvSpPr>
          <p:spPr>
            <a:xfrm>
              <a:off x="3844007" y="68646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t1871"/>
            <p:cNvSpPr/>
            <p:nvPr/>
          </p:nvSpPr>
          <p:spPr>
            <a:xfrm>
              <a:off x="3964048" y="68320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t1872"/>
            <p:cNvSpPr/>
            <p:nvPr/>
          </p:nvSpPr>
          <p:spPr>
            <a:xfrm>
              <a:off x="4322028" y="66378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t1873"/>
            <p:cNvSpPr/>
            <p:nvPr/>
          </p:nvSpPr>
          <p:spPr>
            <a:xfrm>
              <a:off x="3267381" y="68904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t1874"/>
            <p:cNvSpPr/>
            <p:nvPr/>
          </p:nvSpPr>
          <p:spPr>
            <a:xfrm>
              <a:off x="3331689" y="69853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t1875"/>
            <p:cNvSpPr/>
            <p:nvPr/>
          </p:nvSpPr>
          <p:spPr>
            <a:xfrm>
              <a:off x="3266667" y="68350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t1876"/>
            <p:cNvSpPr/>
            <p:nvPr/>
          </p:nvSpPr>
          <p:spPr>
            <a:xfrm>
              <a:off x="3290961" y="68663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t1877"/>
            <p:cNvSpPr/>
            <p:nvPr/>
          </p:nvSpPr>
          <p:spPr>
            <a:xfrm>
              <a:off x="3214506" y="68967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t1878"/>
            <p:cNvSpPr/>
            <p:nvPr/>
          </p:nvSpPr>
          <p:spPr>
            <a:xfrm>
              <a:off x="3181638" y="69116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t1879"/>
            <p:cNvSpPr/>
            <p:nvPr/>
          </p:nvSpPr>
          <p:spPr>
            <a:xfrm>
              <a:off x="3189497" y="68798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t1880"/>
            <p:cNvSpPr/>
            <p:nvPr/>
          </p:nvSpPr>
          <p:spPr>
            <a:xfrm>
              <a:off x="6133361" y="64355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t1881"/>
            <p:cNvSpPr/>
            <p:nvPr/>
          </p:nvSpPr>
          <p:spPr>
            <a:xfrm>
              <a:off x="6144794" y="65203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t1882"/>
            <p:cNvSpPr/>
            <p:nvPr/>
          </p:nvSpPr>
          <p:spPr>
            <a:xfrm>
              <a:off x="3310968" y="68969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t1883"/>
            <p:cNvSpPr/>
            <p:nvPr/>
          </p:nvSpPr>
          <p:spPr>
            <a:xfrm>
              <a:off x="3733969" y="59807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t1884"/>
            <p:cNvSpPr/>
            <p:nvPr/>
          </p:nvSpPr>
          <p:spPr>
            <a:xfrm>
              <a:off x="3761121" y="59880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t1885"/>
            <p:cNvSpPr/>
            <p:nvPr/>
          </p:nvSpPr>
          <p:spPr>
            <a:xfrm>
              <a:off x="3436010" y="68717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t1886"/>
            <p:cNvSpPr/>
            <p:nvPr/>
          </p:nvSpPr>
          <p:spPr>
            <a:xfrm>
              <a:off x="3829002" y="68425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t1887"/>
            <p:cNvSpPr/>
            <p:nvPr/>
          </p:nvSpPr>
          <p:spPr>
            <a:xfrm>
              <a:off x="3225224" y="68775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t1888"/>
            <p:cNvSpPr/>
            <p:nvPr/>
          </p:nvSpPr>
          <p:spPr>
            <a:xfrm>
              <a:off x="3196643" y="68767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t1889"/>
            <p:cNvSpPr/>
            <p:nvPr/>
          </p:nvSpPr>
          <p:spPr>
            <a:xfrm>
              <a:off x="3203788" y="69100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t1890"/>
            <p:cNvSpPr/>
            <p:nvPr/>
          </p:nvSpPr>
          <p:spPr>
            <a:xfrm>
              <a:off x="3293819" y="69218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t1891"/>
            <p:cNvSpPr/>
            <p:nvPr/>
          </p:nvSpPr>
          <p:spPr>
            <a:xfrm>
              <a:off x="3295248" y="68994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t1892"/>
            <p:cNvSpPr/>
            <p:nvPr/>
          </p:nvSpPr>
          <p:spPr>
            <a:xfrm>
              <a:off x="3398855" y="69201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t1893"/>
            <p:cNvSpPr/>
            <p:nvPr/>
          </p:nvSpPr>
          <p:spPr>
            <a:xfrm>
              <a:off x="3421720" y="6873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t1894"/>
            <p:cNvSpPr/>
            <p:nvPr/>
          </p:nvSpPr>
          <p:spPr>
            <a:xfrm>
              <a:off x="3253805" y="69050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t1895"/>
            <p:cNvSpPr/>
            <p:nvPr/>
          </p:nvSpPr>
          <p:spPr>
            <a:xfrm>
              <a:off x="3308109" y="68851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t1896"/>
            <p:cNvSpPr/>
            <p:nvPr/>
          </p:nvSpPr>
          <p:spPr>
            <a:xfrm>
              <a:off x="3152342" y="68845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t1897"/>
            <p:cNvSpPr/>
            <p:nvPr/>
          </p:nvSpPr>
          <p:spPr>
            <a:xfrm>
              <a:off x="3240229" y="68769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t1898"/>
            <p:cNvSpPr/>
            <p:nvPr/>
          </p:nvSpPr>
          <p:spPr>
            <a:xfrm>
              <a:off x="3282386" y="6906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t1899"/>
            <p:cNvSpPr/>
            <p:nvPr/>
          </p:nvSpPr>
          <p:spPr>
            <a:xfrm>
              <a:off x="3235942" y="68718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t1900"/>
            <p:cNvSpPr/>
            <p:nvPr/>
          </p:nvSpPr>
          <p:spPr>
            <a:xfrm>
              <a:off x="3324544" y="69042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t1901"/>
            <p:cNvSpPr/>
            <p:nvPr/>
          </p:nvSpPr>
          <p:spPr>
            <a:xfrm>
              <a:off x="3400998" y="69026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t1902"/>
            <p:cNvSpPr/>
            <p:nvPr/>
          </p:nvSpPr>
          <p:spPr>
            <a:xfrm>
              <a:off x="3170205" y="69304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t1903"/>
            <p:cNvSpPr/>
            <p:nvPr/>
          </p:nvSpPr>
          <p:spPr>
            <a:xfrm>
              <a:off x="3208790" y="69373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t1904"/>
            <p:cNvSpPr/>
            <p:nvPr/>
          </p:nvSpPr>
          <p:spPr>
            <a:xfrm>
              <a:off x="4248431" y="66682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t1905"/>
            <p:cNvSpPr/>
            <p:nvPr/>
          </p:nvSpPr>
          <p:spPr>
            <a:xfrm>
              <a:off x="4128390" y="63974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t1906"/>
            <p:cNvSpPr/>
            <p:nvPr/>
          </p:nvSpPr>
          <p:spPr>
            <a:xfrm>
              <a:off x="4042646" y="64223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t1907"/>
            <p:cNvSpPr/>
            <p:nvPr/>
          </p:nvSpPr>
          <p:spPr>
            <a:xfrm>
              <a:off x="5408113" y="64918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t1908"/>
            <p:cNvSpPr/>
            <p:nvPr/>
          </p:nvSpPr>
          <p:spPr>
            <a:xfrm>
              <a:off x="5390250" y="66017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t1909"/>
            <p:cNvSpPr/>
            <p:nvPr/>
          </p:nvSpPr>
          <p:spPr>
            <a:xfrm>
              <a:off x="6013320" y="65782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t1910"/>
            <p:cNvSpPr/>
            <p:nvPr/>
          </p:nvSpPr>
          <p:spPr>
            <a:xfrm>
              <a:off x="3208790" y="68854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t1911"/>
            <p:cNvSpPr/>
            <p:nvPr/>
          </p:nvSpPr>
          <p:spPr>
            <a:xfrm>
              <a:off x="3184496" y="68817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t1912"/>
            <p:cNvSpPr/>
            <p:nvPr/>
          </p:nvSpPr>
          <p:spPr>
            <a:xfrm>
              <a:off x="5016551" y="65510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t1913"/>
            <p:cNvSpPr/>
            <p:nvPr/>
          </p:nvSpPr>
          <p:spPr>
            <a:xfrm>
              <a:off x="4751460" y="62817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t1914"/>
            <p:cNvSpPr/>
            <p:nvPr/>
          </p:nvSpPr>
          <p:spPr>
            <a:xfrm>
              <a:off x="4855782" y="63257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t1915"/>
            <p:cNvSpPr/>
            <p:nvPr/>
          </p:nvSpPr>
          <p:spPr>
            <a:xfrm>
              <a:off x="4735026" y="63784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t1916"/>
            <p:cNvSpPr/>
            <p:nvPr/>
          </p:nvSpPr>
          <p:spPr>
            <a:xfrm>
              <a:off x="4975823" y="65443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t1917"/>
            <p:cNvSpPr/>
            <p:nvPr/>
          </p:nvSpPr>
          <p:spPr>
            <a:xfrm>
              <a:off x="4960103" y="6522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t1918"/>
            <p:cNvSpPr/>
            <p:nvPr/>
          </p:nvSpPr>
          <p:spPr>
            <a:xfrm>
              <a:off x="4346322" y="66686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t1919"/>
            <p:cNvSpPr/>
            <p:nvPr/>
          </p:nvSpPr>
          <p:spPr>
            <a:xfrm>
              <a:off x="4471364" y="66015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t1920"/>
            <p:cNvSpPr/>
            <p:nvPr/>
          </p:nvSpPr>
          <p:spPr>
            <a:xfrm>
              <a:off x="3156629" y="69500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t1921"/>
            <p:cNvSpPr/>
            <p:nvPr/>
          </p:nvSpPr>
          <p:spPr>
            <a:xfrm>
              <a:off x="3111614" y="69633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t1922"/>
            <p:cNvSpPr/>
            <p:nvPr/>
          </p:nvSpPr>
          <p:spPr>
            <a:xfrm>
              <a:off x="3658944" y="66751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t1923"/>
            <p:cNvSpPr/>
            <p:nvPr/>
          </p:nvSpPr>
          <p:spPr>
            <a:xfrm>
              <a:off x="3610356" y="65996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t1924"/>
            <p:cNvSpPr/>
            <p:nvPr/>
          </p:nvSpPr>
          <p:spPr>
            <a:xfrm>
              <a:off x="3376704" y="68741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t1925"/>
            <p:cNvSpPr/>
            <p:nvPr/>
          </p:nvSpPr>
          <p:spPr>
            <a:xfrm>
              <a:off x="3385279" y="68755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t1926"/>
            <p:cNvSpPr/>
            <p:nvPr/>
          </p:nvSpPr>
          <p:spPr>
            <a:xfrm>
              <a:off x="3466021" y="69041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t1927"/>
            <p:cNvSpPr/>
            <p:nvPr/>
          </p:nvSpPr>
          <p:spPr>
            <a:xfrm>
              <a:off x="3558909" y="68215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t1928"/>
            <p:cNvSpPr/>
            <p:nvPr/>
          </p:nvSpPr>
          <p:spPr>
            <a:xfrm>
              <a:off x="3686810" y="68702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t1929"/>
            <p:cNvSpPr/>
            <p:nvPr/>
          </p:nvSpPr>
          <p:spPr>
            <a:xfrm>
              <a:off x="3875446" y="68346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t1930"/>
            <p:cNvSpPr/>
            <p:nvPr/>
          </p:nvSpPr>
          <p:spPr>
            <a:xfrm>
              <a:off x="3317398" y="68115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t1931"/>
            <p:cNvSpPr/>
            <p:nvPr/>
          </p:nvSpPr>
          <p:spPr>
            <a:xfrm>
              <a:off x="4216277" y="66855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t1932"/>
            <p:cNvSpPr/>
            <p:nvPr/>
          </p:nvSpPr>
          <p:spPr>
            <a:xfrm>
              <a:off x="5827542" y="63995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t1933"/>
            <p:cNvSpPr/>
            <p:nvPr/>
          </p:nvSpPr>
          <p:spPr>
            <a:xfrm>
              <a:off x="6266264" y="62261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t1934"/>
            <p:cNvSpPr/>
            <p:nvPr/>
          </p:nvSpPr>
          <p:spPr>
            <a:xfrm>
              <a:off x="3748260" y="67683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t1935"/>
            <p:cNvSpPr/>
            <p:nvPr/>
          </p:nvSpPr>
          <p:spPr>
            <a:xfrm>
              <a:off x="4038359" y="68230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t1936"/>
            <p:cNvSpPr/>
            <p:nvPr/>
          </p:nvSpPr>
          <p:spPr>
            <a:xfrm>
              <a:off x="3190212" y="69000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t1937"/>
            <p:cNvSpPr/>
            <p:nvPr/>
          </p:nvSpPr>
          <p:spPr>
            <a:xfrm>
              <a:off x="3457446" y="69198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t1938"/>
            <p:cNvSpPr/>
            <p:nvPr/>
          </p:nvSpPr>
          <p:spPr>
            <a:xfrm>
              <a:off x="5170175" y="67345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t1939"/>
            <p:cNvSpPr/>
            <p:nvPr/>
          </p:nvSpPr>
          <p:spPr>
            <a:xfrm>
              <a:off x="5067997" y="68256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t1940"/>
            <p:cNvSpPr/>
            <p:nvPr/>
          </p:nvSpPr>
          <p:spPr>
            <a:xfrm>
              <a:off x="3255949" y="69324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t1941"/>
            <p:cNvSpPr/>
            <p:nvPr/>
          </p:nvSpPr>
          <p:spPr>
            <a:xfrm>
              <a:off x="3261665" y="68990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t1942"/>
            <p:cNvSpPr/>
            <p:nvPr/>
          </p:nvSpPr>
          <p:spPr>
            <a:xfrm>
              <a:off x="4941525" y="66546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t1943"/>
            <p:cNvSpPr/>
            <p:nvPr/>
          </p:nvSpPr>
          <p:spPr>
            <a:xfrm>
              <a:off x="4967963" y="67327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t1944"/>
            <p:cNvSpPr/>
            <p:nvPr/>
          </p:nvSpPr>
          <p:spPr>
            <a:xfrm>
              <a:off x="3581060" y="68565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t1945"/>
            <p:cNvSpPr/>
            <p:nvPr/>
          </p:nvSpPr>
          <p:spPr>
            <a:xfrm>
              <a:off x="3690383" y="68192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t1946"/>
            <p:cNvSpPr/>
            <p:nvPr/>
          </p:nvSpPr>
          <p:spPr>
            <a:xfrm>
              <a:off x="3280243" y="66318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t1947"/>
            <p:cNvSpPr/>
            <p:nvPr/>
          </p:nvSpPr>
          <p:spPr>
            <a:xfrm>
              <a:off x="4616414" y="64650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t1948"/>
            <p:cNvSpPr/>
            <p:nvPr/>
          </p:nvSpPr>
          <p:spPr>
            <a:xfrm>
              <a:off x="4734311" y="64891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t1949"/>
            <p:cNvSpPr/>
            <p:nvPr/>
          </p:nvSpPr>
          <p:spPr>
            <a:xfrm>
              <a:off x="5032985" y="65426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t1950"/>
            <p:cNvSpPr/>
            <p:nvPr/>
          </p:nvSpPr>
          <p:spPr>
            <a:xfrm>
              <a:off x="5161600" y="65494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t1951"/>
            <p:cNvSpPr/>
            <p:nvPr/>
          </p:nvSpPr>
          <p:spPr>
            <a:xfrm>
              <a:off x="5239484" y="66654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t1952"/>
            <p:cNvSpPr/>
            <p:nvPr/>
          </p:nvSpPr>
          <p:spPr>
            <a:xfrm>
              <a:off x="3228797" y="69361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t1953"/>
            <p:cNvSpPr/>
            <p:nvPr/>
          </p:nvSpPr>
          <p:spPr>
            <a:xfrm>
              <a:off x="3260236" y="69757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t1954"/>
            <p:cNvSpPr/>
            <p:nvPr/>
          </p:nvSpPr>
          <p:spPr>
            <a:xfrm>
              <a:off x="3222366" y="69473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t1955"/>
            <p:cNvSpPr/>
            <p:nvPr/>
          </p:nvSpPr>
          <p:spPr>
            <a:xfrm>
              <a:off x="3230940" y="6947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t1956"/>
            <p:cNvSpPr/>
            <p:nvPr/>
          </p:nvSpPr>
          <p:spPr>
            <a:xfrm>
              <a:off x="3746831" y="63967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t1957"/>
            <p:cNvSpPr/>
            <p:nvPr/>
          </p:nvSpPr>
          <p:spPr>
            <a:xfrm>
              <a:off x="7110124" y="65682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t1958"/>
            <p:cNvSpPr/>
            <p:nvPr/>
          </p:nvSpPr>
          <p:spPr>
            <a:xfrm>
              <a:off x="3229511" y="69034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t1959"/>
            <p:cNvSpPr/>
            <p:nvPr/>
          </p:nvSpPr>
          <p:spPr>
            <a:xfrm>
              <a:off x="3518181" y="67157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t1960"/>
            <p:cNvSpPr/>
            <p:nvPr/>
          </p:nvSpPr>
          <p:spPr>
            <a:xfrm>
              <a:off x="3881163" y="66932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t1961"/>
            <p:cNvSpPr/>
            <p:nvPr/>
          </p:nvSpPr>
          <p:spPr>
            <a:xfrm>
              <a:off x="4156257" y="66729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t1962"/>
            <p:cNvSpPr/>
            <p:nvPr/>
          </p:nvSpPr>
          <p:spPr>
            <a:xfrm>
              <a:off x="4196270" y="65761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t1963"/>
            <p:cNvSpPr/>
            <p:nvPr/>
          </p:nvSpPr>
          <p:spPr>
            <a:xfrm>
              <a:off x="3286674" y="6959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t1964"/>
            <p:cNvSpPr/>
            <p:nvPr/>
          </p:nvSpPr>
          <p:spPr>
            <a:xfrm>
              <a:off x="3240944" y="69234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t1965"/>
            <p:cNvSpPr/>
            <p:nvPr/>
          </p:nvSpPr>
          <p:spPr>
            <a:xfrm>
              <a:off x="3235942" y="69030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t1966"/>
            <p:cNvSpPr/>
            <p:nvPr/>
          </p:nvSpPr>
          <p:spPr>
            <a:xfrm>
              <a:off x="3889737" y="67279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t1967"/>
            <p:cNvSpPr/>
            <p:nvPr/>
          </p:nvSpPr>
          <p:spPr>
            <a:xfrm>
              <a:off x="5243057" y="60958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t1968"/>
            <p:cNvSpPr/>
            <p:nvPr/>
          </p:nvSpPr>
          <p:spPr>
            <a:xfrm>
              <a:off x="5883990" y="63002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t1969"/>
            <p:cNvSpPr/>
            <p:nvPr/>
          </p:nvSpPr>
          <p:spPr>
            <a:xfrm>
              <a:off x="6201242" y="63325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t1970"/>
            <p:cNvSpPr/>
            <p:nvPr/>
          </p:nvSpPr>
          <p:spPr>
            <a:xfrm>
              <a:off x="3188783" y="67754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t1971"/>
            <p:cNvSpPr/>
            <p:nvPr/>
          </p:nvSpPr>
          <p:spPr>
            <a:xfrm>
              <a:off x="3259521" y="68474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t1972"/>
            <p:cNvSpPr/>
            <p:nvPr/>
          </p:nvSpPr>
          <p:spPr>
            <a:xfrm>
              <a:off x="3202359" y="69230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t1973"/>
            <p:cNvSpPr/>
            <p:nvPr/>
          </p:nvSpPr>
          <p:spPr>
            <a:xfrm>
              <a:off x="3178780" y="69091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t1974"/>
            <p:cNvSpPr/>
            <p:nvPr/>
          </p:nvSpPr>
          <p:spPr>
            <a:xfrm>
              <a:off x="3283815" y="6879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t1975"/>
            <p:cNvSpPr/>
            <p:nvPr/>
          </p:nvSpPr>
          <p:spPr>
            <a:xfrm>
              <a:off x="3511751" y="67649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t1976"/>
            <p:cNvSpPr/>
            <p:nvPr/>
          </p:nvSpPr>
          <p:spPr>
            <a:xfrm>
              <a:off x="3990486" y="69400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t1977"/>
            <p:cNvSpPr/>
            <p:nvPr/>
          </p:nvSpPr>
          <p:spPr>
            <a:xfrm>
              <a:off x="3542475" y="6814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t1978"/>
            <p:cNvSpPr/>
            <p:nvPr/>
          </p:nvSpPr>
          <p:spPr>
            <a:xfrm>
              <a:off x="3185925" y="68966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t1979"/>
            <p:cNvSpPr/>
            <p:nvPr/>
          </p:nvSpPr>
          <p:spPr>
            <a:xfrm>
              <a:off x="3187354" y="6900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t1980"/>
            <p:cNvSpPr/>
            <p:nvPr/>
          </p:nvSpPr>
          <p:spPr>
            <a:xfrm>
              <a:off x="3259521" y="68505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t1981"/>
            <p:cNvSpPr/>
            <p:nvPr/>
          </p:nvSpPr>
          <p:spPr>
            <a:xfrm>
              <a:off x="3138766" y="69101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t1982"/>
            <p:cNvSpPr/>
            <p:nvPr/>
          </p:nvSpPr>
          <p:spPr>
            <a:xfrm>
              <a:off x="3144482" y="69158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t1983"/>
            <p:cNvSpPr/>
            <p:nvPr/>
          </p:nvSpPr>
          <p:spPr>
            <a:xfrm>
              <a:off x="3162345" y="69239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t1984"/>
            <p:cNvSpPr/>
            <p:nvPr/>
          </p:nvSpPr>
          <p:spPr>
            <a:xfrm>
              <a:off x="3296677" y="69047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t1985"/>
            <p:cNvSpPr/>
            <p:nvPr/>
          </p:nvSpPr>
          <p:spPr>
            <a:xfrm>
              <a:off x="3392424" y="6857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t1986"/>
            <p:cNvSpPr/>
            <p:nvPr/>
          </p:nvSpPr>
          <p:spPr>
            <a:xfrm>
              <a:off x="3358127" y="69471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t1987"/>
            <p:cNvSpPr/>
            <p:nvPr/>
          </p:nvSpPr>
          <p:spPr>
            <a:xfrm>
              <a:off x="3253805" y="6925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t1988"/>
            <p:cNvSpPr/>
            <p:nvPr/>
          </p:nvSpPr>
          <p:spPr>
            <a:xfrm>
              <a:off x="3261665" y="69041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t1989"/>
            <p:cNvSpPr/>
            <p:nvPr/>
          </p:nvSpPr>
          <p:spPr>
            <a:xfrm>
              <a:off x="3327402" y="69078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t1990"/>
            <p:cNvSpPr/>
            <p:nvPr/>
          </p:nvSpPr>
          <p:spPr>
            <a:xfrm>
              <a:off x="3322400" y="68957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t1991"/>
            <p:cNvSpPr/>
            <p:nvPr/>
          </p:nvSpPr>
          <p:spPr>
            <a:xfrm>
              <a:off x="3223795" y="69192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t1992"/>
            <p:cNvSpPr/>
            <p:nvPr/>
          </p:nvSpPr>
          <p:spPr>
            <a:xfrm>
              <a:off x="3245231" y="6896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t1993"/>
            <p:cNvSpPr/>
            <p:nvPr/>
          </p:nvSpPr>
          <p:spPr>
            <a:xfrm>
              <a:off x="4079802" y="66566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t1994"/>
            <p:cNvSpPr/>
            <p:nvPr/>
          </p:nvSpPr>
          <p:spPr>
            <a:xfrm>
              <a:off x="3892595" y="65251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t1995"/>
            <p:cNvSpPr/>
            <p:nvPr/>
          </p:nvSpPr>
          <p:spPr>
            <a:xfrm>
              <a:off x="3950472" y="66373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t1996"/>
            <p:cNvSpPr/>
            <p:nvPr/>
          </p:nvSpPr>
          <p:spPr>
            <a:xfrm>
              <a:off x="3934038" y="66192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t1997"/>
            <p:cNvSpPr/>
            <p:nvPr/>
          </p:nvSpPr>
          <p:spPr>
            <a:xfrm>
              <a:off x="4059795" y="66458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t1998"/>
            <p:cNvSpPr/>
            <p:nvPr/>
          </p:nvSpPr>
          <p:spPr>
            <a:xfrm>
              <a:off x="5521009" y="64729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t1999"/>
            <p:cNvSpPr/>
            <p:nvPr/>
          </p:nvSpPr>
          <p:spPr>
            <a:xfrm>
              <a:off x="3273097" y="68717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t2000"/>
            <p:cNvSpPr/>
            <p:nvPr/>
          </p:nvSpPr>
          <p:spPr>
            <a:xfrm>
              <a:off x="3140195" y="68805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t2001"/>
            <p:cNvSpPr/>
            <p:nvPr/>
          </p:nvSpPr>
          <p:spPr>
            <a:xfrm>
              <a:off x="3192356" y="68638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t2002"/>
            <p:cNvSpPr/>
            <p:nvPr/>
          </p:nvSpPr>
          <p:spPr>
            <a:xfrm>
              <a:off x="3308824" y="68390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t2003"/>
            <p:cNvSpPr/>
            <p:nvPr/>
          </p:nvSpPr>
          <p:spPr>
            <a:xfrm>
              <a:off x="3353839" y="69058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t2004"/>
            <p:cNvSpPr/>
            <p:nvPr/>
          </p:nvSpPr>
          <p:spPr>
            <a:xfrm>
              <a:off x="3229511" y="68616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t2005"/>
            <p:cNvSpPr/>
            <p:nvPr/>
          </p:nvSpPr>
          <p:spPr>
            <a:xfrm>
              <a:off x="3182352" y="6840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t2006"/>
            <p:cNvSpPr/>
            <p:nvPr/>
          </p:nvSpPr>
          <p:spPr>
            <a:xfrm>
              <a:off x="5784671" y="64733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t2007"/>
            <p:cNvSpPr/>
            <p:nvPr/>
          </p:nvSpPr>
          <p:spPr>
            <a:xfrm>
              <a:off x="5631761" y="65399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t2008"/>
            <p:cNvSpPr/>
            <p:nvPr/>
          </p:nvSpPr>
          <p:spPr>
            <a:xfrm>
              <a:off x="3266667" y="68596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t2009"/>
            <p:cNvSpPr/>
            <p:nvPr/>
          </p:nvSpPr>
          <p:spPr>
            <a:xfrm>
              <a:off x="3218793" y="68561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t2010"/>
            <p:cNvSpPr/>
            <p:nvPr/>
          </p:nvSpPr>
          <p:spPr>
            <a:xfrm>
              <a:off x="3223795" y="68674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t2011"/>
            <p:cNvSpPr/>
            <p:nvPr/>
          </p:nvSpPr>
          <p:spPr>
            <a:xfrm>
              <a:off x="3288817" y="69689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t2012"/>
            <p:cNvSpPr/>
            <p:nvPr/>
          </p:nvSpPr>
          <p:spPr>
            <a:xfrm>
              <a:off x="4650711" y="67058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t2013"/>
            <p:cNvSpPr/>
            <p:nvPr/>
          </p:nvSpPr>
          <p:spPr>
            <a:xfrm>
              <a:off x="3279528" y="69129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t2014"/>
            <p:cNvSpPr/>
            <p:nvPr/>
          </p:nvSpPr>
          <p:spPr>
            <a:xfrm>
              <a:off x="3216650" y="6899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t2015"/>
            <p:cNvSpPr/>
            <p:nvPr/>
          </p:nvSpPr>
          <p:spPr>
            <a:xfrm>
              <a:off x="3257378" y="69083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t2016"/>
            <p:cNvSpPr/>
            <p:nvPr/>
          </p:nvSpPr>
          <p:spPr>
            <a:xfrm>
              <a:off x="4475652" y="66560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t2017"/>
            <p:cNvSpPr/>
            <p:nvPr/>
          </p:nvSpPr>
          <p:spPr>
            <a:xfrm>
              <a:off x="4623559" y="66153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t2018"/>
            <p:cNvSpPr/>
            <p:nvPr/>
          </p:nvSpPr>
          <p:spPr>
            <a:xfrm>
              <a:off x="3315969" y="68330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t2019"/>
            <p:cNvSpPr/>
            <p:nvPr/>
          </p:nvSpPr>
          <p:spPr>
            <a:xfrm>
              <a:off x="3318113" y="67929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t2020"/>
            <p:cNvSpPr/>
            <p:nvPr/>
          </p:nvSpPr>
          <p:spPr>
            <a:xfrm>
              <a:off x="3249518" y="68887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t2021"/>
            <p:cNvSpPr/>
            <p:nvPr/>
          </p:nvSpPr>
          <p:spPr>
            <a:xfrm>
              <a:off x="3283101" y="69373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t2022"/>
            <p:cNvSpPr/>
            <p:nvPr/>
          </p:nvSpPr>
          <p:spPr>
            <a:xfrm>
              <a:off x="3233084" y="69957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t2023"/>
            <p:cNvSpPr/>
            <p:nvPr/>
          </p:nvSpPr>
          <p:spPr>
            <a:xfrm>
              <a:off x="5417402" y="6701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t2024"/>
            <p:cNvSpPr/>
            <p:nvPr/>
          </p:nvSpPr>
          <p:spPr>
            <a:xfrm>
              <a:off x="3526041" y="69406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t2025"/>
            <p:cNvSpPr/>
            <p:nvPr/>
          </p:nvSpPr>
          <p:spPr>
            <a:xfrm>
              <a:off x="3204503" y="68506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t2026"/>
            <p:cNvSpPr/>
            <p:nvPr/>
          </p:nvSpPr>
          <p:spPr>
            <a:xfrm>
              <a:off x="4592120" y="66286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t2027"/>
            <p:cNvSpPr/>
            <p:nvPr/>
          </p:nvSpPr>
          <p:spPr>
            <a:xfrm>
              <a:off x="3554622" y="60812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t2028"/>
            <p:cNvSpPr/>
            <p:nvPr/>
          </p:nvSpPr>
          <p:spPr>
            <a:xfrm>
              <a:off x="3622503" y="67494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t2029"/>
            <p:cNvSpPr/>
            <p:nvPr/>
          </p:nvSpPr>
          <p:spPr>
            <a:xfrm>
              <a:off x="3580345" y="67747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t2030"/>
            <p:cNvSpPr/>
            <p:nvPr/>
          </p:nvSpPr>
          <p:spPr>
            <a:xfrm>
              <a:off x="3564626" y="65126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t2031"/>
            <p:cNvSpPr/>
            <p:nvPr/>
          </p:nvSpPr>
          <p:spPr>
            <a:xfrm>
              <a:off x="3216650" y="69547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t2032"/>
            <p:cNvSpPr/>
            <p:nvPr/>
          </p:nvSpPr>
          <p:spPr>
            <a:xfrm>
              <a:off x="3277385" y="68646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t2033"/>
            <p:cNvSpPr/>
            <p:nvPr/>
          </p:nvSpPr>
          <p:spPr>
            <a:xfrm>
              <a:off x="3275241" y="68652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t2034"/>
            <p:cNvSpPr/>
            <p:nvPr/>
          </p:nvSpPr>
          <p:spPr>
            <a:xfrm>
              <a:off x="3178780" y="69248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t2035"/>
            <p:cNvSpPr/>
            <p:nvPr/>
          </p:nvSpPr>
          <p:spPr>
            <a:xfrm>
              <a:off x="3743973" y="67590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t2036"/>
            <p:cNvSpPr/>
            <p:nvPr/>
          </p:nvSpPr>
          <p:spPr>
            <a:xfrm>
              <a:off x="3870445" y="66013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t2037"/>
            <p:cNvSpPr/>
            <p:nvPr/>
          </p:nvSpPr>
          <p:spPr>
            <a:xfrm>
              <a:off x="3989057" y="65651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t2038"/>
            <p:cNvSpPr/>
            <p:nvPr/>
          </p:nvSpPr>
          <p:spPr>
            <a:xfrm>
              <a:off x="4176978" y="65538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t2039"/>
            <p:cNvSpPr/>
            <p:nvPr/>
          </p:nvSpPr>
          <p:spPr>
            <a:xfrm>
              <a:off x="4214848" y="65580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t2040"/>
            <p:cNvSpPr/>
            <p:nvPr/>
          </p:nvSpPr>
          <p:spPr>
            <a:xfrm>
              <a:off x="4103381" y="63718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t2041"/>
            <p:cNvSpPr/>
            <p:nvPr/>
          </p:nvSpPr>
          <p:spPr>
            <a:xfrm>
              <a:off x="4310595" y="64286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t2042"/>
            <p:cNvSpPr/>
            <p:nvPr/>
          </p:nvSpPr>
          <p:spPr>
            <a:xfrm>
              <a:off x="3258092" y="69276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t2043"/>
            <p:cNvSpPr/>
            <p:nvPr/>
          </p:nvSpPr>
          <p:spPr>
            <a:xfrm>
              <a:off x="3262380" y="69697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t2044"/>
            <p:cNvSpPr/>
            <p:nvPr/>
          </p:nvSpPr>
          <p:spPr>
            <a:xfrm>
              <a:off x="3249518" y="69327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t2045"/>
            <p:cNvSpPr/>
            <p:nvPr/>
          </p:nvSpPr>
          <p:spPr>
            <a:xfrm>
              <a:off x="3185925" y="68727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t2046"/>
            <p:cNvSpPr/>
            <p:nvPr/>
          </p:nvSpPr>
          <p:spPr>
            <a:xfrm>
              <a:off x="3210933" y="67816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t2047"/>
            <p:cNvSpPr/>
            <p:nvPr/>
          </p:nvSpPr>
          <p:spPr>
            <a:xfrm>
              <a:off x="3218793" y="68638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t2048"/>
            <p:cNvSpPr/>
            <p:nvPr/>
          </p:nvSpPr>
          <p:spPr>
            <a:xfrm>
              <a:off x="3914745" y="62151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t2049"/>
            <p:cNvSpPr/>
            <p:nvPr/>
          </p:nvSpPr>
          <p:spPr>
            <a:xfrm>
              <a:off x="3961190" y="62389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t2050"/>
            <p:cNvSpPr/>
            <p:nvPr/>
          </p:nvSpPr>
          <p:spPr>
            <a:xfrm>
              <a:off x="3290961" y="69530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t2051"/>
            <p:cNvSpPr/>
            <p:nvPr/>
          </p:nvSpPr>
          <p:spPr>
            <a:xfrm>
              <a:off x="3074458" y="68095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t2052"/>
            <p:cNvSpPr/>
            <p:nvPr/>
          </p:nvSpPr>
          <p:spPr>
            <a:xfrm>
              <a:off x="3230226" y="68330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t2053"/>
            <p:cNvSpPr/>
            <p:nvPr/>
          </p:nvSpPr>
          <p:spPr>
            <a:xfrm>
              <a:off x="3193785" y="69298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t2054"/>
            <p:cNvSpPr/>
            <p:nvPr/>
          </p:nvSpPr>
          <p:spPr>
            <a:xfrm>
              <a:off x="3199501" y="69194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t2055"/>
            <p:cNvSpPr/>
            <p:nvPr/>
          </p:nvSpPr>
          <p:spPr>
            <a:xfrm>
              <a:off x="3207361" y="68848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t2056"/>
            <p:cNvSpPr/>
            <p:nvPr/>
          </p:nvSpPr>
          <p:spPr>
            <a:xfrm>
              <a:off x="3788988" y="67947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t2057"/>
            <p:cNvSpPr/>
            <p:nvPr/>
          </p:nvSpPr>
          <p:spPr>
            <a:xfrm>
              <a:off x="3754691" y="67357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t2058"/>
            <p:cNvSpPr/>
            <p:nvPr/>
          </p:nvSpPr>
          <p:spPr>
            <a:xfrm>
              <a:off x="4069084" y="64878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t2059"/>
            <p:cNvSpPr/>
            <p:nvPr/>
          </p:nvSpPr>
          <p:spPr>
            <a:xfrm>
              <a:off x="4250575" y="65432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t2060"/>
            <p:cNvSpPr/>
            <p:nvPr/>
          </p:nvSpPr>
          <p:spPr>
            <a:xfrm>
              <a:off x="4192698" y="65585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t2061"/>
            <p:cNvSpPr/>
            <p:nvPr/>
          </p:nvSpPr>
          <p:spPr>
            <a:xfrm>
              <a:off x="4121245" y="66180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t2062"/>
            <p:cNvSpPr/>
            <p:nvPr/>
          </p:nvSpPr>
          <p:spPr>
            <a:xfrm>
              <a:off x="3230226" y="68410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t2063"/>
            <p:cNvSpPr/>
            <p:nvPr/>
          </p:nvSpPr>
          <p:spPr>
            <a:xfrm>
              <a:off x="3238086" y="69147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t2064"/>
            <p:cNvSpPr/>
            <p:nvPr/>
          </p:nvSpPr>
          <p:spPr>
            <a:xfrm>
              <a:off x="3283815" y="6882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t2065"/>
            <p:cNvSpPr/>
            <p:nvPr/>
          </p:nvSpPr>
          <p:spPr>
            <a:xfrm>
              <a:off x="3304537" y="68874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t2066"/>
            <p:cNvSpPr/>
            <p:nvPr/>
          </p:nvSpPr>
          <p:spPr>
            <a:xfrm>
              <a:off x="3293104" y="69463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t2067"/>
            <p:cNvSpPr/>
            <p:nvPr/>
          </p:nvSpPr>
          <p:spPr>
            <a:xfrm>
              <a:off x="4084804" y="66947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t2068"/>
            <p:cNvSpPr/>
            <p:nvPr/>
          </p:nvSpPr>
          <p:spPr>
            <a:xfrm>
              <a:off x="3232369" y="68705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t2069"/>
            <p:cNvSpPr/>
            <p:nvPr/>
          </p:nvSpPr>
          <p:spPr>
            <a:xfrm>
              <a:off x="3233798" y="6933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t2070"/>
            <p:cNvSpPr/>
            <p:nvPr/>
          </p:nvSpPr>
          <p:spPr>
            <a:xfrm>
              <a:off x="3250947" y="69099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t2071"/>
            <p:cNvSpPr/>
            <p:nvPr/>
          </p:nvSpPr>
          <p:spPr>
            <a:xfrm>
              <a:off x="3228797" y="69259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t2072"/>
            <p:cNvSpPr/>
            <p:nvPr/>
          </p:nvSpPr>
          <p:spPr>
            <a:xfrm>
              <a:off x="3646797" y="63951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t2073"/>
            <p:cNvSpPr/>
            <p:nvPr/>
          </p:nvSpPr>
          <p:spPr>
            <a:xfrm>
              <a:off x="3664660" y="61548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t2074"/>
            <p:cNvSpPr/>
            <p:nvPr/>
          </p:nvSpPr>
          <p:spPr>
            <a:xfrm>
              <a:off x="3519610" y="62106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t2075"/>
            <p:cNvSpPr/>
            <p:nvPr/>
          </p:nvSpPr>
          <p:spPr>
            <a:xfrm>
              <a:off x="3323115" y="69269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t2076"/>
            <p:cNvSpPr/>
            <p:nvPr/>
          </p:nvSpPr>
          <p:spPr>
            <a:xfrm>
              <a:off x="3828287" y="63999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t2077"/>
            <p:cNvSpPr/>
            <p:nvPr/>
          </p:nvSpPr>
          <p:spPr>
            <a:xfrm>
              <a:off x="4360612" y="64518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t2078"/>
            <p:cNvSpPr/>
            <p:nvPr/>
          </p:nvSpPr>
          <p:spPr>
            <a:xfrm>
              <a:off x="4182694" y="64618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t2079"/>
            <p:cNvSpPr/>
            <p:nvPr/>
          </p:nvSpPr>
          <p:spPr>
            <a:xfrm>
              <a:off x="3399569" y="68559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t2080"/>
            <p:cNvSpPr/>
            <p:nvPr/>
          </p:nvSpPr>
          <p:spPr>
            <a:xfrm>
              <a:off x="3239515" y="68515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t2081"/>
            <p:cNvSpPr/>
            <p:nvPr/>
          </p:nvSpPr>
          <p:spPr>
            <a:xfrm>
              <a:off x="3269525" y="68913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t2082"/>
            <p:cNvSpPr/>
            <p:nvPr/>
          </p:nvSpPr>
          <p:spPr>
            <a:xfrm>
              <a:off x="3217364" y="69279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t2083"/>
            <p:cNvSpPr/>
            <p:nvPr/>
          </p:nvSpPr>
          <p:spPr>
            <a:xfrm>
              <a:off x="3395997" y="69026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t2084"/>
            <p:cNvSpPr/>
            <p:nvPr/>
          </p:nvSpPr>
          <p:spPr>
            <a:xfrm>
              <a:off x="5250202" y="6335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t2085"/>
            <p:cNvSpPr/>
            <p:nvPr/>
          </p:nvSpPr>
          <p:spPr>
            <a:xfrm>
              <a:off x="5230195" y="63553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t2086"/>
            <p:cNvSpPr/>
            <p:nvPr/>
          </p:nvSpPr>
          <p:spPr>
            <a:xfrm>
              <a:off x="5224479" y="63245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t2087"/>
            <p:cNvSpPr/>
            <p:nvPr/>
          </p:nvSpPr>
          <p:spPr>
            <a:xfrm>
              <a:off x="5149453" y="65684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t2088"/>
            <p:cNvSpPr/>
            <p:nvPr/>
          </p:nvSpPr>
          <p:spPr>
            <a:xfrm>
              <a:off x="3308824" y="68931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t2089"/>
            <p:cNvSpPr/>
            <p:nvPr/>
          </p:nvSpPr>
          <p:spPr>
            <a:xfrm>
              <a:off x="3314540" y="68768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t2090"/>
            <p:cNvSpPr/>
            <p:nvPr/>
          </p:nvSpPr>
          <p:spPr>
            <a:xfrm>
              <a:off x="5012264" y="65664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t2091"/>
            <p:cNvSpPr/>
            <p:nvPr/>
          </p:nvSpPr>
          <p:spPr>
            <a:xfrm>
              <a:off x="3240229" y="69042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t2092"/>
            <p:cNvSpPr/>
            <p:nvPr/>
          </p:nvSpPr>
          <p:spPr>
            <a:xfrm>
              <a:off x="3534615" y="67592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t2093"/>
            <p:cNvSpPr/>
            <p:nvPr/>
          </p:nvSpPr>
          <p:spPr>
            <a:xfrm>
              <a:off x="3594636" y="67382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t2094"/>
            <p:cNvSpPr/>
            <p:nvPr/>
          </p:nvSpPr>
          <p:spPr>
            <a:xfrm>
              <a:off x="3479597" y="67228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t2095"/>
            <p:cNvSpPr/>
            <p:nvPr/>
          </p:nvSpPr>
          <p:spPr>
            <a:xfrm>
              <a:off x="3556051" y="67328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t2096"/>
            <p:cNvSpPr/>
            <p:nvPr/>
          </p:nvSpPr>
          <p:spPr>
            <a:xfrm>
              <a:off x="5761806" y="67105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t2097"/>
            <p:cNvSpPr/>
            <p:nvPr/>
          </p:nvSpPr>
          <p:spPr>
            <a:xfrm>
              <a:off x="6132647" y="67534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t2098"/>
            <p:cNvSpPr/>
            <p:nvPr/>
          </p:nvSpPr>
          <p:spPr>
            <a:xfrm>
              <a:off x="5947583" y="68065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t2099"/>
            <p:cNvSpPr/>
            <p:nvPr/>
          </p:nvSpPr>
          <p:spPr>
            <a:xfrm>
              <a:off x="5956872" y="67875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t2100"/>
            <p:cNvSpPr/>
            <p:nvPr/>
          </p:nvSpPr>
          <p:spPr>
            <a:xfrm>
              <a:off x="5956158" y="67872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t2101"/>
            <p:cNvSpPr/>
            <p:nvPr/>
          </p:nvSpPr>
          <p:spPr>
            <a:xfrm>
              <a:off x="3288103" y="68699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t2102"/>
            <p:cNvSpPr/>
            <p:nvPr/>
          </p:nvSpPr>
          <p:spPr>
            <a:xfrm>
              <a:off x="3290961" y="68448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t2103"/>
            <p:cNvSpPr/>
            <p:nvPr/>
          </p:nvSpPr>
          <p:spPr>
            <a:xfrm>
              <a:off x="3707532" y="67025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t2104"/>
            <p:cNvSpPr/>
            <p:nvPr/>
          </p:nvSpPr>
          <p:spPr>
            <a:xfrm>
              <a:off x="3703959" y="66935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t2105"/>
            <p:cNvSpPr/>
            <p:nvPr/>
          </p:nvSpPr>
          <p:spPr>
            <a:xfrm>
              <a:off x="3280957" y="68713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t2106"/>
            <p:cNvSpPr/>
            <p:nvPr/>
          </p:nvSpPr>
          <p:spPr>
            <a:xfrm>
              <a:off x="3264523" y="69650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t2107"/>
            <p:cNvSpPr/>
            <p:nvPr/>
          </p:nvSpPr>
          <p:spPr>
            <a:xfrm>
              <a:off x="3234513" y="69140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t2108"/>
            <p:cNvSpPr/>
            <p:nvPr/>
          </p:nvSpPr>
          <p:spPr>
            <a:xfrm>
              <a:off x="3270239" y="69057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t2109"/>
            <p:cNvSpPr/>
            <p:nvPr/>
          </p:nvSpPr>
          <p:spPr>
            <a:xfrm>
              <a:off x="3220937" y="68802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t2110"/>
            <p:cNvSpPr/>
            <p:nvPr/>
          </p:nvSpPr>
          <p:spPr>
            <a:xfrm>
              <a:off x="3234513" y="69095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t2111"/>
            <p:cNvSpPr/>
            <p:nvPr/>
          </p:nvSpPr>
          <p:spPr>
            <a:xfrm>
              <a:off x="3276670" y="68716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t2112"/>
            <p:cNvSpPr/>
            <p:nvPr/>
          </p:nvSpPr>
          <p:spPr>
            <a:xfrm>
              <a:off x="3310253" y="69189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t2113"/>
            <p:cNvSpPr/>
            <p:nvPr/>
          </p:nvSpPr>
          <p:spPr>
            <a:xfrm>
              <a:off x="3266667" y="68755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t2114"/>
            <p:cNvSpPr/>
            <p:nvPr/>
          </p:nvSpPr>
          <p:spPr>
            <a:xfrm>
              <a:off x="3285959" y="68740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t2115"/>
            <p:cNvSpPr/>
            <p:nvPr/>
          </p:nvSpPr>
          <p:spPr>
            <a:xfrm>
              <a:off x="3279528" y="68966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t2116"/>
            <p:cNvSpPr/>
            <p:nvPr/>
          </p:nvSpPr>
          <p:spPr>
            <a:xfrm>
              <a:off x="3263809" y="69314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t2117"/>
            <p:cNvSpPr/>
            <p:nvPr/>
          </p:nvSpPr>
          <p:spPr>
            <a:xfrm>
              <a:off x="3271668" y="69096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t2118"/>
            <p:cNvSpPr/>
            <p:nvPr/>
          </p:nvSpPr>
          <p:spPr>
            <a:xfrm>
              <a:off x="3523183" y="66635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t2119"/>
            <p:cNvSpPr/>
            <p:nvPr/>
          </p:nvSpPr>
          <p:spPr>
            <a:xfrm>
              <a:off x="3598923" y="66201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t2120"/>
            <p:cNvSpPr/>
            <p:nvPr/>
          </p:nvSpPr>
          <p:spPr>
            <a:xfrm>
              <a:off x="3626075" y="67389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t2121"/>
            <p:cNvSpPr/>
            <p:nvPr/>
          </p:nvSpPr>
          <p:spPr>
            <a:xfrm>
              <a:off x="3304537" y="68736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t2122"/>
            <p:cNvSpPr/>
            <p:nvPr/>
          </p:nvSpPr>
          <p:spPr>
            <a:xfrm>
              <a:off x="3340978" y="69423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t2123"/>
            <p:cNvSpPr/>
            <p:nvPr/>
          </p:nvSpPr>
          <p:spPr>
            <a:xfrm>
              <a:off x="3325258" y="6879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t2124"/>
            <p:cNvSpPr/>
            <p:nvPr/>
          </p:nvSpPr>
          <p:spPr>
            <a:xfrm>
              <a:off x="3228797" y="68746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t2125"/>
            <p:cNvSpPr/>
            <p:nvPr/>
          </p:nvSpPr>
          <p:spPr>
            <a:xfrm>
              <a:off x="3356698" y="68860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t2126"/>
            <p:cNvSpPr/>
            <p:nvPr/>
          </p:nvSpPr>
          <p:spPr>
            <a:xfrm>
              <a:off x="3329545" y="69122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t2127"/>
            <p:cNvSpPr/>
            <p:nvPr/>
          </p:nvSpPr>
          <p:spPr>
            <a:xfrm>
              <a:off x="3241658" y="69032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t2128"/>
            <p:cNvSpPr/>
            <p:nvPr/>
          </p:nvSpPr>
          <p:spPr>
            <a:xfrm>
              <a:off x="3240229" y="69712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t2129"/>
            <p:cNvSpPr/>
            <p:nvPr/>
          </p:nvSpPr>
          <p:spPr>
            <a:xfrm>
              <a:off x="3290961" y="68933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t2130"/>
            <p:cNvSpPr/>
            <p:nvPr/>
          </p:nvSpPr>
          <p:spPr>
            <a:xfrm>
              <a:off x="3412431" y="67608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t2131"/>
            <p:cNvSpPr/>
            <p:nvPr/>
          </p:nvSpPr>
          <p:spPr>
            <a:xfrm>
              <a:off x="3350981" y="69122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t2132"/>
            <p:cNvSpPr/>
            <p:nvPr/>
          </p:nvSpPr>
          <p:spPr>
            <a:xfrm>
              <a:off x="3266667" y="6888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t2133"/>
            <p:cNvSpPr/>
            <p:nvPr/>
          </p:nvSpPr>
          <p:spPr>
            <a:xfrm>
              <a:off x="3242373" y="69010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t2134"/>
            <p:cNvSpPr/>
            <p:nvPr/>
          </p:nvSpPr>
          <p:spPr>
            <a:xfrm>
              <a:off x="4041217" y="60972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t2135"/>
            <p:cNvSpPr/>
            <p:nvPr/>
          </p:nvSpPr>
          <p:spPr>
            <a:xfrm>
              <a:off x="4046219" y="60589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t2136"/>
            <p:cNvSpPr/>
            <p:nvPr/>
          </p:nvSpPr>
          <p:spPr>
            <a:xfrm>
              <a:off x="4106954" y="61264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t2137"/>
            <p:cNvSpPr/>
            <p:nvPr/>
          </p:nvSpPr>
          <p:spPr>
            <a:xfrm>
              <a:off x="4111956" y="63206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t2138"/>
            <p:cNvSpPr/>
            <p:nvPr/>
          </p:nvSpPr>
          <p:spPr>
            <a:xfrm>
              <a:off x="4336318" y="66376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t2139"/>
            <p:cNvSpPr/>
            <p:nvPr/>
          </p:nvSpPr>
          <p:spPr>
            <a:xfrm>
              <a:off x="4653570" y="66509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t2140"/>
            <p:cNvSpPr/>
            <p:nvPr/>
          </p:nvSpPr>
          <p:spPr>
            <a:xfrm>
              <a:off x="3215221" y="68868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t2141"/>
            <p:cNvSpPr/>
            <p:nvPr/>
          </p:nvSpPr>
          <p:spPr>
            <a:xfrm>
              <a:off x="3222366" y="68843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t2142"/>
            <p:cNvSpPr/>
            <p:nvPr/>
          </p:nvSpPr>
          <p:spPr>
            <a:xfrm>
              <a:off x="3288817" y="68334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t2143"/>
            <p:cNvSpPr/>
            <p:nvPr/>
          </p:nvSpPr>
          <p:spPr>
            <a:xfrm>
              <a:off x="3258807" y="69465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t2144"/>
            <p:cNvSpPr/>
            <p:nvPr/>
          </p:nvSpPr>
          <p:spPr>
            <a:xfrm>
              <a:off x="3266667" y="68669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t2145"/>
            <p:cNvSpPr/>
            <p:nvPr/>
          </p:nvSpPr>
          <p:spPr>
            <a:xfrm>
              <a:off x="3285959" y="68987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t2146"/>
            <p:cNvSpPr/>
            <p:nvPr/>
          </p:nvSpPr>
          <p:spPr>
            <a:xfrm>
              <a:off x="3213077" y="68650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t2147"/>
            <p:cNvSpPr/>
            <p:nvPr/>
          </p:nvSpPr>
          <p:spPr>
            <a:xfrm>
              <a:off x="3195214" y="68579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t2148"/>
            <p:cNvSpPr/>
            <p:nvPr/>
          </p:nvSpPr>
          <p:spPr>
            <a:xfrm>
              <a:off x="3403142" y="68876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t2149"/>
            <p:cNvSpPr/>
            <p:nvPr/>
          </p:nvSpPr>
          <p:spPr>
            <a:xfrm>
              <a:off x="3271668" y="69274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t2150"/>
            <p:cNvSpPr/>
            <p:nvPr/>
          </p:nvSpPr>
          <p:spPr>
            <a:xfrm>
              <a:off x="3200215" y="69221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t2151"/>
            <p:cNvSpPr/>
            <p:nvPr/>
          </p:nvSpPr>
          <p:spPr>
            <a:xfrm>
              <a:off x="3264523" y="69450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t2152"/>
            <p:cNvSpPr/>
            <p:nvPr/>
          </p:nvSpPr>
          <p:spPr>
            <a:xfrm>
              <a:off x="3752547" y="61925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t2153"/>
            <p:cNvSpPr/>
            <p:nvPr/>
          </p:nvSpPr>
          <p:spPr>
            <a:xfrm>
              <a:off x="3865443" y="64137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t2154"/>
            <p:cNvSpPr/>
            <p:nvPr/>
          </p:nvSpPr>
          <p:spPr>
            <a:xfrm>
              <a:off x="3786845" y="66412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t2155"/>
            <p:cNvSpPr/>
            <p:nvPr/>
          </p:nvSpPr>
          <p:spPr>
            <a:xfrm>
              <a:off x="5135877" y="64874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t2156"/>
            <p:cNvSpPr/>
            <p:nvPr/>
          </p:nvSpPr>
          <p:spPr>
            <a:xfrm>
              <a:off x="3225224" y="68878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t2157"/>
            <p:cNvSpPr/>
            <p:nvPr/>
          </p:nvSpPr>
          <p:spPr>
            <a:xfrm>
              <a:off x="3228797" y="69682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t2158"/>
            <p:cNvSpPr/>
            <p:nvPr/>
          </p:nvSpPr>
          <p:spPr>
            <a:xfrm>
              <a:off x="3271668" y="69058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t2159"/>
            <p:cNvSpPr/>
            <p:nvPr/>
          </p:nvSpPr>
          <p:spPr>
            <a:xfrm>
              <a:off x="3777556" y="67018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t2160"/>
            <p:cNvSpPr/>
            <p:nvPr/>
          </p:nvSpPr>
          <p:spPr>
            <a:xfrm>
              <a:off x="3262380" y="69579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t2161"/>
            <p:cNvSpPr/>
            <p:nvPr/>
          </p:nvSpPr>
          <p:spPr>
            <a:xfrm>
              <a:off x="3274527" y="6890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t2162"/>
            <p:cNvSpPr/>
            <p:nvPr/>
          </p:nvSpPr>
          <p:spPr>
            <a:xfrm>
              <a:off x="3256663" y="69211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t2163"/>
            <p:cNvSpPr/>
            <p:nvPr/>
          </p:nvSpPr>
          <p:spPr>
            <a:xfrm>
              <a:off x="3175921" y="6924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t2164"/>
            <p:cNvSpPr/>
            <p:nvPr/>
          </p:nvSpPr>
          <p:spPr>
            <a:xfrm>
              <a:off x="3207361" y="69019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t2165"/>
            <p:cNvSpPr/>
            <p:nvPr/>
          </p:nvSpPr>
          <p:spPr>
            <a:xfrm>
              <a:off x="3270239" y="69212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t2166"/>
            <p:cNvSpPr/>
            <p:nvPr/>
          </p:nvSpPr>
          <p:spPr>
            <a:xfrm>
              <a:off x="4180551" y="61670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t2167"/>
            <p:cNvSpPr/>
            <p:nvPr/>
          </p:nvSpPr>
          <p:spPr>
            <a:xfrm>
              <a:off x="3346694" y="68549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t2168"/>
            <p:cNvSpPr/>
            <p:nvPr/>
          </p:nvSpPr>
          <p:spPr>
            <a:xfrm>
              <a:off x="4956530" y="65828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t2169"/>
            <p:cNvSpPr/>
            <p:nvPr/>
          </p:nvSpPr>
          <p:spPr>
            <a:xfrm>
              <a:off x="5737512" y="65672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t2170"/>
            <p:cNvSpPr/>
            <p:nvPr/>
          </p:nvSpPr>
          <p:spPr>
            <a:xfrm>
              <a:off x="5443125" y="66106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t2171"/>
            <p:cNvSpPr/>
            <p:nvPr/>
          </p:nvSpPr>
          <p:spPr>
            <a:xfrm>
              <a:off x="5500288" y="66205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t2172"/>
            <p:cNvSpPr/>
            <p:nvPr/>
          </p:nvSpPr>
          <p:spPr>
            <a:xfrm>
              <a:off x="3679665" y="66569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t2173"/>
            <p:cNvSpPr/>
            <p:nvPr/>
          </p:nvSpPr>
          <p:spPr>
            <a:xfrm>
              <a:off x="3401713" y="68235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t2174"/>
            <p:cNvSpPr/>
            <p:nvPr/>
          </p:nvSpPr>
          <p:spPr>
            <a:xfrm>
              <a:off x="3168776" y="69723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t2175"/>
            <p:cNvSpPr/>
            <p:nvPr/>
          </p:nvSpPr>
          <p:spPr>
            <a:xfrm>
              <a:off x="3161631" y="69528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t2176"/>
            <p:cNvSpPr/>
            <p:nvPr/>
          </p:nvSpPr>
          <p:spPr>
            <a:xfrm>
              <a:off x="3178065" y="69126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t2177"/>
            <p:cNvSpPr/>
            <p:nvPr/>
          </p:nvSpPr>
          <p:spPr>
            <a:xfrm>
              <a:off x="3211648" y="69607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t2178"/>
            <p:cNvSpPr/>
            <p:nvPr/>
          </p:nvSpPr>
          <p:spPr>
            <a:xfrm>
              <a:off x="3208075" y="69693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t2179"/>
            <p:cNvSpPr/>
            <p:nvPr/>
          </p:nvSpPr>
          <p:spPr>
            <a:xfrm>
              <a:off x="4800048" y="65361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t2180"/>
            <p:cNvSpPr/>
            <p:nvPr/>
          </p:nvSpPr>
          <p:spPr>
            <a:xfrm>
              <a:off x="4777183" y="66051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t2181"/>
            <p:cNvSpPr/>
            <p:nvPr/>
          </p:nvSpPr>
          <p:spPr>
            <a:xfrm>
              <a:off x="3220937" y="68705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t2182"/>
            <p:cNvSpPr/>
            <p:nvPr/>
          </p:nvSpPr>
          <p:spPr>
            <a:xfrm>
              <a:off x="3304537" y="69059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t2183"/>
            <p:cNvSpPr/>
            <p:nvPr/>
          </p:nvSpPr>
          <p:spPr>
            <a:xfrm>
              <a:off x="3203074" y="6958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t2184"/>
            <p:cNvSpPr/>
            <p:nvPr/>
          </p:nvSpPr>
          <p:spPr>
            <a:xfrm>
              <a:off x="3235227" y="69422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t2185"/>
            <p:cNvSpPr/>
            <p:nvPr/>
          </p:nvSpPr>
          <p:spPr>
            <a:xfrm>
              <a:off x="3531757" y="67462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t2186"/>
            <p:cNvSpPr/>
            <p:nvPr/>
          </p:nvSpPr>
          <p:spPr>
            <a:xfrm>
              <a:off x="3778985" y="66441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t2187"/>
            <p:cNvSpPr/>
            <p:nvPr/>
          </p:nvSpPr>
          <p:spPr>
            <a:xfrm>
              <a:off x="4349894" y="64590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t2188"/>
            <p:cNvSpPr/>
            <p:nvPr/>
          </p:nvSpPr>
          <p:spPr>
            <a:xfrm>
              <a:off x="3146626" y="69056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t2189"/>
            <p:cNvSpPr/>
            <p:nvPr/>
          </p:nvSpPr>
          <p:spPr>
            <a:xfrm>
              <a:off x="3382421" y="69574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t2190"/>
            <p:cNvSpPr/>
            <p:nvPr/>
          </p:nvSpPr>
          <p:spPr>
            <a:xfrm>
              <a:off x="3343836" y="69061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t2191"/>
            <p:cNvSpPr/>
            <p:nvPr/>
          </p:nvSpPr>
          <p:spPr>
            <a:xfrm>
              <a:off x="4475652" y="68151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t2192"/>
            <p:cNvSpPr/>
            <p:nvPr/>
          </p:nvSpPr>
          <p:spPr>
            <a:xfrm>
              <a:off x="3218793" y="68778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t2193"/>
            <p:cNvSpPr/>
            <p:nvPr/>
          </p:nvSpPr>
          <p:spPr>
            <a:xfrm>
              <a:off x="3644653" y="64863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t2194"/>
            <p:cNvSpPr/>
            <p:nvPr/>
          </p:nvSpPr>
          <p:spPr>
            <a:xfrm>
              <a:off x="5074428" y="67673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t2195"/>
            <p:cNvSpPr/>
            <p:nvPr/>
          </p:nvSpPr>
          <p:spPr>
            <a:xfrm>
              <a:off x="3223795" y="68789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t2196"/>
            <p:cNvSpPr/>
            <p:nvPr/>
          </p:nvSpPr>
          <p:spPr>
            <a:xfrm>
              <a:off x="3192356" y="69053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t2197"/>
            <p:cNvSpPr/>
            <p:nvPr/>
          </p:nvSpPr>
          <p:spPr>
            <a:xfrm>
              <a:off x="3232369" y="69449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t2198"/>
            <p:cNvSpPr/>
            <p:nvPr/>
          </p:nvSpPr>
          <p:spPr>
            <a:xfrm>
              <a:off x="3787559" y="6809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t2199"/>
            <p:cNvSpPr/>
            <p:nvPr/>
          </p:nvSpPr>
          <p:spPr>
            <a:xfrm>
              <a:off x="3283815" y="69380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t2200"/>
            <p:cNvSpPr/>
            <p:nvPr/>
          </p:nvSpPr>
          <p:spPr>
            <a:xfrm>
              <a:off x="3270954" y="69478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t2201"/>
            <p:cNvSpPr/>
            <p:nvPr/>
          </p:nvSpPr>
          <p:spPr>
            <a:xfrm>
              <a:off x="3090178" y="68977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t2202"/>
            <p:cNvSpPr/>
            <p:nvPr/>
          </p:nvSpPr>
          <p:spPr>
            <a:xfrm>
              <a:off x="3106612" y="69258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t2203"/>
            <p:cNvSpPr/>
            <p:nvPr/>
          </p:nvSpPr>
          <p:spPr>
            <a:xfrm>
              <a:off x="3290961" y="6925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t2204"/>
            <p:cNvSpPr/>
            <p:nvPr/>
          </p:nvSpPr>
          <p:spPr>
            <a:xfrm>
              <a:off x="3206646" y="69109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t2205"/>
            <p:cNvSpPr/>
            <p:nvPr/>
          </p:nvSpPr>
          <p:spPr>
            <a:xfrm>
              <a:off x="3243087" y="68739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t2206"/>
            <p:cNvSpPr/>
            <p:nvPr/>
          </p:nvSpPr>
          <p:spPr>
            <a:xfrm>
              <a:off x="3235942" y="68810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t2207"/>
            <p:cNvSpPr/>
            <p:nvPr/>
          </p:nvSpPr>
          <p:spPr>
            <a:xfrm>
              <a:off x="3561768" y="68780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t2208"/>
            <p:cNvSpPr/>
            <p:nvPr/>
          </p:nvSpPr>
          <p:spPr>
            <a:xfrm>
              <a:off x="3250947" y="69095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t2209"/>
            <p:cNvSpPr/>
            <p:nvPr/>
          </p:nvSpPr>
          <p:spPr>
            <a:xfrm>
              <a:off x="3175207" y="68966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t2210"/>
            <p:cNvSpPr/>
            <p:nvPr/>
          </p:nvSpPr>
          <p:spPr>
            <a:xfrm>
              <a:off x="3204503" y="68844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t2211"/>
            <p:cNvSpPr/>
            <p:nvPr/>
          </p:nvSpPr>
          <p:spPr>
            <a:xfrm>
              <a:off x="3221651" y="68690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t2212"/>
            <p:cNvSpPr/>
            <p:nvPr/>
          </p:nvSpPr>
          <p:spPr>
            <a:xfrm>
              <a:off x="3194499" y="69779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t2213"/>
            <p:cNvSpPr/>
            <p:nvPr/>
          </p:nvSpPr>
          <p:spPr>
            <a:xfrm>
              <a:off x="3227368" y="69247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t2214"/>
            <p:cNvSpPr/>
            <p:nvPr/>
          </p:nvSpPr>
          <p:spPr>
            <a:xfrm>
              <a:off x="3278099" y="68877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t2215"/>
            <p:cNvSpPr/>
            <p:nvPr/>
          </p:nvSpPr>
          <p:spPr>
            <a:xfrm>
              <a:off x="4026212" y="68646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t2216"/>
            <p:cNvSpPr/>
            <p:nvPr/>
          </p:nvSpPr>
          <p:spPr>
            <a:xfrm>
              <a:off x="4463505" y="69034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t2217"/>
            <p:cNvSpPr/>
            <p:nvPr/>
          </p:nvSpPr>
          <p:spPr>
            <a:xfrm>
              <a:off x="3573200" y="66880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t2218"/>
            <p:cNvSpPr/>
            <p:nvPr/>
          </p:nvSpPr>
          <p:spPr>
            <a:xfrm>
              <a:off x="3533901" y="6674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t2219"/>
            <p:cNvSpPr/>
            <p:nvPr/>
          </p:nvSpPr>
          <p:spPr>
            <a:xfrm>
              <a:off x="3261665" y="69112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t2220"/>
            <p:cNvSpPr/>
            <p:nvPr/>
          </p:nvSpPr>
          <p:spPr>
            <a:xfrm>
              <a:off x="3244516" y="68598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t2221"/>
            <p:cNvSpPr/>
            <p:nvPr/>
          </p:nvSpPr>
          <p:spPr>
            <a:xfrm>
              <a:off x="3831860" y="67365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t2222"/>
            <p:cNvSpPr/>
            <p:nvPr/>
          </p:nvSpPr>
          <p:spPr>
            <a:xfrm>
              <a:off x="3799706" y="68395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t2223"/>
            <p:cNvSpPr/>
            <p:nvPr/>
          </p:nvSpPr>
          <p:spPr>
            <a:xfrm>
              <a:off x="3148055" y="69070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t2224"/>
            <p:cNvSpPr/>
            <p:nvPr/>
          </p:nvSpPr>
          <p:spPr>
            <a:xfrm>
              <a:off x="3650369" y="68228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t2225"/>
            <p:cNvSpPr/>
            <p:nvPr/>
          </p:nvSpPr>
          <p:spPr>
            <a:xfrm>
              <a:off x="3245231" y="68586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t2226"/>
            <p:cNvSpPr/>
            <p:nvPr/>
          </p:nvSpPr>
          <p:spPr>
            <a:xfrm>
              <a:off x="3149484" y="68445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t2227"/>
            <p:cNvSpPr/>
            <p:nvPr/>
          </p:nvSpPr>
          <p:spPr>
            <a:xfrm>
              <a:off x="3180923" y="68364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t2228"/>
            <p:cNvSpPr/>
            <p:nvPr/>
          </p:nvSpPr>
          <p:spPr>
            <a:xfrm>
              <a:off x="5290216" y="65465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t2229"/>
            <p:cNvSpPr/>
            <p:nvPr/>
          </p:nvSpPr>
          <p:spPr>
            <a:xfrm>
              <a:off x="3255234" y="69139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t2230"/>
            <p:cNvSpPr/>
            <p:nvPr/>
          </p:nvSpPr>
          <p:spPr>
            <a:xfrm>
              <a:off x="3204503" y="69254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t2231"/>
            <p:cNvSpPr/>
            <p:nvPr/>
          </p:nvSpPr>
          <p:spPr>
            <a:xfrm>
              <a:off x="3225224" y="69483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t2232"/>
            <p:cNvSpPr/>
            <p:nvPr/>
          </p:nvSpPr>
          <p:spPr>
            <a:xfrm>
              <a:off x="3646082" y="68268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t2233"/>
            <p:cNvSpPr/>
            <p:nvPr/>
          </p:nvSpPr>
          <p:spPr>
            <a:xfrm>
              <a:off x="3318113" y="69767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t2234"/>
            <p:cNvSpPr/>
            <p:nvPr/>
          </p:nvSpPr>
          <p:spPr>
            <a:xfrm>
              <a:off x="3250233" y="69163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t2235"/>
            <p:cNvSpPr/>
            <p:nvPr/>
          </p:nvSpPr>
          <p:spPr>
            <a:xfrm>
              <a:off x="3195928" y="69514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t2236"/>
            <p:cNvSpPr/>
            <p:nvPr/>
          </p:nvSpPr>
          <p:spPr>
            <a:xfrm>
              <a:off x="3138766" y="69280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t2237"/>
            <p:cNvSpPr/>
            <p:nvPr/>
          </p:nvSpPr>
          <p:spPr>
            <a:xfrm>
              <a:off x="3235942" y="69061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t2238"/>
            <p:cNvSpPr/>
            <p:nvPr/>
          </p:nvSpPr>
          <p:spPr>
            <a:xfrm>
              <a:off x="3271668" y="69320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t2239"/>
            <p:cNvSpPr/>
            <p:nvPr/>
          </p:nvSpPr>
          <p:spPr>
            <a:xfrm>
              <a:off x="5460274" y="64230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t2240"/>
            <p:cNvSpPr/>
            <p:nvPr/>
          </p:nvSpPr>
          <p:spPr>
            <a:xfrm>
              <a:off x="3737542" y="60441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t2241"/>
            <p:cNvSpPr/>
            <p:nvPr/>
          </p:nvSpPr>
          <p:spPr>
            <a:xfrm>
              <a:off x="3928322" y="62378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t2242"/>
            <p:cNvSpPr/>
            <p:nvPr/>
          </p:nvSpPr>
          <p:spPr>
            <a:xfrm>
              <a:off x="3236656" y="68780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t2243"/>
            <p:cNvSpPr/>
            <p:nvPr/>
          </p:nvSpPr>
          <p:spPr>
            <a:xfrm>
              <a:off x="3255949" y="69401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t2244"/>
            <p:cNvSpPr/>
            <p:nvPr/>
          </p:nvSpPr>
          <p:spPr>
            <a:xfrm>
              <a:off x="3231655" y="6949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t2245"/>
            <p:cNvSpPr/>
            <p:nvPr/>
          </p:nvSpPr>
          <p:spPr>
            <a:xfrm>
              <a:off x="3261665" y="69608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t2246"/>
            <p:cNvSpPr/>
            <p:nvPr/>
          </p:nvSpPr>
          <p:spPr>
            <a:xfrm>
              <a:off x="3170205" y="68794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t2247"/>
            <p:cNvSpPr/>
            <p:nvPr/>
          </p:nvSpPr>
          <p:spPr>
            <a:xfrm>
              <a:off x="3184496" y="69140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t2248"/>
            <p:cNvSpPr/>
            <p:nvPr/>
          </p:nvSpPr>
          <p:spPr>
            <a:xfrm>
              <a:off x="3320971" y="68960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t2249"/>
            <p:cNvSpPr/>
            <p:nvPr/>
          </p:nvSpPr>
          <p:spPr>
            <a:xfrm>
              <a:off x="3303822" y="68505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t2250"/>
            <p:cNvSpPr/>
            <p:nvPr/>
          </p:nvSpPr>
          <p:spPr>
            <a:xfrm>
              <a:off x="3402427" y="67683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t2251"/>
            <p:cNvSpPr/>
            <p:nvPr/>
          </p:nvSpPr>
          <p:spPr>
            <a:xfrm>
              <a:off x="3742544" y="67230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t2252"/>
            <p:cNvSpPr/>
            <p:nvPr/>
          </p:nvSpPr>
          <p:spPr>
            <a:xfrm>
              <a:off x="3876161" y="65968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t2253"/>
            <p:cNvSpPr/>
            <p:nvPr/>
          </p:nvSpPr>
          <p:spPr>
            <a:xfrm>
              <a:off x="3919033" y="65680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t2254"/>
            <p:cNvSpPr/>
            <p:nvPr/>
          </p:nvSpPr>
          <p:spPr>
            <a:xfrm>
              <a:off x="3866157" y="68178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t2255"/>
            <p:cNvSpPr/>
            <p:nvPr/>
          </p:nvSpPr>
          <p:spPr>
            <a:xfrm>
              <a:off x="3238800" y="68945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t2256"/>
            <p:cNvSpPr/>
            <p:nvPr/>
          </p:nvSpPr>
          <p:spPr>
            <a:xfrm>
              <a:off x="3209504" y="68977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t2257"/>
            <p:cNvSpPr/>
            <p:nvPr/>
          </p:nvSpPr>
          <p:spPr>
            <a:xfrm>
              <a:off x="4008349" y="66451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t2258"/>
            <p:cNvSpPr/>
            <p:nvPr/>
          </p:nvSpPr>
          <p:spPr>
            <a:xfrm>
              <a:off x="4284872" y="66183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t2259"/>
            <p:cNvSpPr/>
            <p:nvPr/>
          </p:nvSpPr>
          <p:spPr>
            <a:xfrm>
              <a:off x="3815426" y="60238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t2260"/>
            <p:cNvSpPr/>
            <p:nvPr/>
          </p:nvSpPr>
          <p:spPr>
            <a:xfrm>
              <a:off x="4113385" y="67370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t2261"/>
            <p:cNvSpPr/>
            <p:nvPr/>
          </p:nvSpPr>
          <p:spPr>
            <a:xfrm>
              <a:off x="4519952" y="63661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t2262"/>
            <p:cNvSpPr/>
            <p:nvPr/>
          </p:nvSpPr>
          <p:spPr>
            <a:xfrm>
              <a:off x="4923662" y="63665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t2263"/>
            <p:cNvSpPr/>
            <p:nvPr/>
          </p:nvSpPr>
          <p:spPr>
            <a:xfrm>
              <a:off x="4606411" y="66638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t2264"/>
            <p:cNvSpPr/>
            <p:nvPr/>
          </p:nvSpPr>
          <p:spPr>
            <a:xfrm>
              <a:off x="3891166" y="67473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t2265"/>
            <p:cNvSpPr/>
            <p:nvPr/>
          </p:nvSpPr>
          <p:spPr>
            <a:xfrm>
              <a:off x="3933323" y="68493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t2266"/>
            <p:cNvSpPr/>
            <p:nvPr/>
          </p:nvSpPr>
          <p:spPr>
            <a:xfrm>
              <a:off x="3904742" y="67256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t2267"/>
            <p:cNvSpPr/>
            <p:nvPr/>
          </p:nvSpPr>
          <p:spPr>
            <a:xfrm>
              <a:off x="3896168" y="66791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t2268"/>
            <p:cNvSpPr/>
            <p:nvPr/>
          </p:nvSpPr>
          <p:spPr>
            <a:xfrm>
              <a:off x="3912602" y="64825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t2269"/>
            <p:cNvSpPr/>
            <p:nvPr/>
          </p:nvSpPr>
          <p:spPr>
            <a:xfrm>
              <a:off x="3894024" y="64197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t2270"/>
            <p:cNvSpPr/>
            <p:nvPr/>
          </p:nvSpPr>
          <p:spPr>
            <a:xfrm>
              <a:off x="4038359" y="65251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t2271"/>
            <p:cNvSpPr/>
            <p:nvPr/>
          </p:nvSpPr>
          <p:spPr>
            <a:xfrm>
              <a:off x="5909713" y="62112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t2272"/>
            <p:cNvSpPr/>
            <p:nvPr/>
          </p:nvSpPr>
          <p:spPr>
            <a:xfrm>
              <a:off x="6249830" y="62368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t2273"/>
            <p:cNvSpPr/>
            <p:nvPr/>
          </p:nvSpPr>
          <p:spPr>
            <a:xfrm>
              <a:off x="3267381" y="68788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t2274"/>
            <p:cNvSpPr/>
            <p:nvPr/>
          </p:nvSpPr>
          <p:spPr>
            <a:xfrm>
              <a:off x="3255949" y="68715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t2275"/>
            <p:cNvSpPr/>
            <p:nvPr/>
          </p:nvSpPr>
          <p:spPr>
            <a:xfrm>
              <a:off x="3303822" y="68635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t2276"/>
            <p:cNvSpPr/>
            <p:nvPr/>
          </p:nvSpPr>
          <p:spPr>
            <a:xfrm>
              <a:off x="3353125" y="68904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t2277"/>
            <p:cNvSpPr/>
            <p:nvPr/>
          </p:nvSpPr>
          <p:spPr>
            <a:xfrm>
              <a:off x="3175921" y="68185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t2278"/>
            <p:cNvSpPr/>
            <p:nvPr/>
          </p:nvSpPr>
          <p:spPr>
            <a:xfrm>
              <a:off x="3255234" y="69375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t2279"/>
            <p:cNvSpPr/>
            <p:nvPr/>
          </p:nvSpPr>
          <p:spPr>
            <a:xfrm>
              <a:off x="3245231" y="6888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t2280"/>
            <p:cNvSpPr/>
            <p:nvPr/>
          </p:nvSpPr>
          <p:spPr>
            <a:xfrm>
              <a:off x="4063368" y="6616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t2281"/>
            <p:cNvSpPr/>
            <p:nvPr/>
          </p:nvSpPr>
          <p:spPr>
            <a:xfrm>
              <a:off x="3308109" y="68856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t2282"/>
            <p:cNvSpPr/>
            <p:nvPr/>
          </p:nvSpPr>
          <p:spPr>
            <a:xfrm>
              <a:off x="3399569" y="68569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t2283"/>
            <p:cNvSpPr/>
            <p:nvPr/>
          </p:nvSpPr>
          <p:spPr>
            <a:xfrm>
              <a:off x="3853296" y="68690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t2284"/>
            <p:cNvSpPr/>
            <p:nvPr/>
          </p:nvSpPr>
          <p:spPr>
            <a:xfrm>
              <a:off x="3566769" y="62047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t2285"/>
            <p:cNvSpPr/>
            <p:nvPr/>
          </p:nvSpPr>
          <p:spPr>
            <a:xfrm>
              <a:off x="3213791" y="68911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t2286"/>
            <p:cNvSpPr/>
            <p:nvPr/>
          </p:nvSpPr>
          <p:spPr>
            <a:xfrm>
              <a:off x="3577487" y="68295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t2287"/>
            <p:cNvSpPr/>
            <p:nvPr/>
          </p:nvSpPr>
          <p:spPr>
            <a:xfrm>
              <a:off x="3917604" y="68467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t2288"/>
            <p:cNvSpPr/>
            <p:nvPr/>
          </p:nvSpPr>
          <p:spPr>
            <a:xfrm>
              <a:off x="4429207" y="63809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t2289"/>
            <p:cNvSpPr/>
            <p:nvPr/>
          </p:nvSpPr>
          <p:spPr>
            <a:xfrm>
              <a:off x="3235227" y="68987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t2290"/>
            <p:cNvSpPr/>
            <p:nvPr/>
          </p:nvSpPr>
          <p:spPr>
            <a:xfrm>
              <a:off x="3751118" y="67834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t2291"/>
            <p:cNvSpPr/>
            <p:nvPr/>
          </p:nvSpPr>
          <p:spPr>
            <a:xfrm>
              <a:off x="3733255" y="67901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t2292"/>
            <p:cNvSpPr/>
            <p:nvPr/>
          </p:nvSpPr>
          <p:spPr>
            <a:xfrm>
              <a:off x="4033357" y="68187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t2293"/>
            <p:cNvSpPr/>
            <p:nvPr/>
          </p:nvSpPr>
          <p:spPr>
            <a:xfrm>
              <a:off x="4244858" y="63847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t2294"/>
            <p:cNvSpPr/>
            <p:nvPr/>
          </p:nvSpPr>
          <p:spPr>
            <a:xfrm>
              <a:off x="3656800" y="68294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t2295"/>
            <p:cNvSpPr/>
            <p:nvPr/>
          </p:nvSpPr>
          <p:spPr>
            <a:xfrm>
              <a:off x="3773983" y="68734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t2296"/>
            <p:cNvSpPr/>
            <p:nvPr/>
          </p:nvSpPr>
          <p:spPr>
            <a:xfrm>
              <a:off x="3238086" y="68864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t2297"/>
            <p:cNvSpPr/>
            <p:nvPr/>
          </p:nvSpPr>
          <p:spPr>
            <a:xfrm>
              <a:off x="3215935" y="69581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t2298"/>
            <p:cNvSpPr/>
            <p:nvPr/>
          </p:nvSpPr>
          <p:spPr>
            <a:xfrm>
              <a:off x="3219508" y="69082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t2299"/>
            <p:cNvSpPr/>
            <p:nvPr/>
          </p:nvSpPr>
          <p:spPr>
            <a:xfrm>
              <a:off x="3330260" y="68500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t2300"/>
            <p:cNvSpPr/>
            <p:nvPr/>
          </p:nvSpPr>
          <p:spPr>
            <a:xfrm>
              <a:off x="3285244" y="68572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t2301"/>
            <p:cNvSpPr/>
            <p:nvPr/>
          </p:nvSpPr>
          <p:spPr>
            <a:xfrm>
              <a:off x="3189497" y="69168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t2302"/>
            <p:cNvSpPr/>
            <p:nvPr/>
          </p:nvSpPr>
          <p:spPr>
            <a:xfrm>
              <a:off x="3298106" y="68755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t2303"/>
            <p:cNvSpPr/>
            <p:nvPr/>
          </p:nvSpPr>
          <p:spPr>
            <a:xfrm>
              <a:off x="3203074" y="68892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t2304"/>
            <p:cNvSpPr/>
            <p:nvPr/>
          </p:nvSpPr>
          <p:spPr>
            <a:xfrm>
              <a:off x="3687525" y="68565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t2305"/>
            <p:cNvSpPr/>
            <p:nvPr/>
          </p:nvSpPr>
          <p:spPr>
            <a:xfrm>
              <a:off x="4185552" y="68517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t2306"/>
            <p:cNvSpPr/>
            <p:nvPr/>
          </p:nvSpPr>
          <p:spPr>
            <a:xfrm>
              <a:off x="4644281" y="68149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t2307"/>
            <p:cNvSpPr/>
            <p:nvPr/>
          </p:nvSpPr>
          <p:spPr>
            <a:xfrm>
              <a:off x="3178065" y="68784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t2308"/>
            <p:cNvSpPr/>
            <p:nvPr/>
          </p:nvSpPr>
          <p:spPr>
            <a:xfrm>
              <a:off x="3216650" y="68854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t2309"/>
            <p:cNvSpPr/>
            <p:nvPr/>
          </p:nvSpPr>
          <p:spPr>
            <a:xfrm>
              <a:off x="3269525" y="69369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t2310"/>
            <p:cNvSpPr/>
            <p:nvPr/>
          </p:nvSpPr>
          <p:spPr>
            <a:xfrm>
              <a:off x="3233084" y="69464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t2311"/>
            <p:cNvSpPr/>
            <p:nvPr/>
          </p:nvSpPr>
          <p:spPr>
            <a:xfrm>
              <a:off x="4134821" y="64397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t2312"/>
            <p:cNvSpPr/>
            <p:nvPr/>
          </p:nvSpPr>
          <p:spPr>
            <a:xfrm>
              <a:off x="4159115" y="64367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t2313"/>
            <p:cNvSpPr/>
            <p:nvPr/>
          </p:nvSpPr>
          <p:spPr>
            <a:xfrm>
              <a:off x="4832917" y="65988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t2314"/>
            <p:cNvSpPr/>
            <p:nvPr/>
          </p:nvSpPr>
          <p:spPr>
            <a:xfrm>
              <a:off x="4890793" y="66032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t2315"/>
            <p:cNvSpPr/>
            <p:nvPr/>
          </p:nvSpPr>
          <p:spPr>
            <a:xfrm>
              <a:off x="5308794" y="65659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t2316"/>
            <p:cNvSpPr/>
            <p:nvPr/>
          </p:nvSpPr>
          <p:spPr>
            <a:xfrm>
              <a:off x="3307395" y="69043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t2317"/>
            <p:cNvSpPr/>
            <p:nvPr/>
          </p:nvSpPr>
          <p:spPr>
            <a:xfrm>
              <a:off x="3235227" y="6908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t2318"/>
            <p:cNvSpPr/>
            <p:nvPr/>
          </p:nvSpPr>
          <p:spPr>
            <a:xfrm>
              <a:off x="3312397" y="69373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t2319"/>
            <p:cNvSpPr/>
            <p:nvPr/>
          </p:nvSpPr>
          <p:spPr>
            <a:xfrm>
              <a:off x="4507805" y="65606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t2320"/>
            <p:cNvSpPr/>
            <p:nvPr/>
          </p:nvSpPr>
          <p:spPr>
            <a:xfrm>
              <a:off x="3964048" y="63600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t2321"/>
            <p:cNvSpPr/>
            <p:nvPr/>
          </p:nvSpPr>
          <p:spPr>
            <a:xfrm>
              <a:off x="4015494" y="64565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t2322"/>
            <p:cNvSpPr/>
            <p:nvPr/>
          </p:nvSpPr>
          <p:spPr>
            <a:xfrm>
              <a:off x="4011922" y="64801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t2323"/>
            <p:cNvSpPr/>
            <p:nvPr/>
          </p:nvSpPr>
          <p:spPr>
            <a:xfrm>
              <a:off x="4574257" y="67436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t2324"/>
            <p:cNvSpPr/>
            <p:nvPr/>
          </p:nvSpPr>
          <p:spPr>
            <a:xfrm>
              <a:off x="4088376" y="65339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t2325"/>
            <p:cNvSpPr/>
            <p:nvPr/>
          </p:nvSpPr>
          <p:spPr>
            <a:xfrm>
              <a:off x="3959046" y="65400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t2326"/>
            <p:cNvSpPr/>
            <p:nvPr/>
          </p:nvSpPr>
          <p:spPr>
            <a:xfrm>
              <a:off x="3961190" y="64643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t2327"/>
            <p:cNvSpPr/>
            <p:nvPr/>
          </p:nvSpPr>
          <p:spPr>
            <a:xfrm>
              <a:off x="3220937" y="69265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t2328"/>
            <p:cNvSpPr/>
            <p:nvPr/>
          </p:nvSpPr>
          <p:spPr>
            <a:xfrm>
              <a:off x="4009063" y="67622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t2329"/>
            <p:cNvSpPr/>
            <p:nvPr/>
          </p:nvSpPr>
          <p:spPr>
            <a:xfrm>
              <a:off x="4854352" y="64854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t2330"/>
            <p:cNvSpPr/>
            <p:nvPr/>
          </p:nvSpPr>
          <p:spPr>
            <a:xfrm>
              <a:off x="3831145" y="66818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t2331"/>
            <p:cNvSpPr/>
            <p:nvPr/>
          </p:nvSpPr>
          <p:spPr>
            <a:xfrm>
              <a:off x="3342407" y="69548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t2332"/>
            <p:cNvSpPr/>
            <p:nvPr/>
          </p:nvSpPr>
          <p:spPr>
            <a:xfrm>
              <a:off x="4321313" y="67435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t2333"/>
            <p:cNvSpPr/>
            <p:nvPr/>
          </p:nvSpPr>
          <p:spPr>
            <a:xfrm>
              <a:off x="3411716" y="68957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t2334"/>
            <p:cNvSpPr/>
            <p:nvPr/>
          </p:nvSpPr>
          <p:spPr>
            <a:xfrm>
              <a:off x="3267381" y="68744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t2335"/>
            <p:cNvSpPr/>
            <p:nvPr/>
          </p:nvSpPr>
          <p:spPr>
            <a:xfrm>
              <a:off x="3359556" y="69084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t2336"/>
            <p:cNvSpPr/>
            <p:nvPr/>
          </p:nvSpPr>
          <p:spPr>
            <a:xfrm>
              <a:off x="3148769" y="68565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t2337"/>
            <p:cNvSpPr/>
            <p:nvPr/>
          </p:nvSpPr>
          <p:spPr>
            <a:xfrm>
              <a:off x="3129477" y="68524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t2338"/>
            <p:cNvSpPr/>
            <p:nvPr/>
          </p:nvSpPr>
          <p:spPr>
            <a:xfrm>
              <a:off x="3310253" y="68232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t2339"/>
            <p:cNvSpPr/>
            <p:nvPr/>
          </p:nvSpPr>
          <p:spPr>
            <a:xfrm>
              <a:off x="3183067" y="68870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t2340"/>
            <p:cNvSpPr/>
            <p:nvPr/>
          </p:nvSpPr>
          <p:spPr>
            <a:xfrm>
              <a:off x="4722164" y="64071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t2341"/>
            <p:cNvSpPr/>
            <p:nvPr/>
          </p:nvSpPr>
          <p:spPr>
            <a:xfrm>
              <a:off x="4585689" y="63482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t2342"/>
            <p:cNvSpPr/>
            <p:nvPr/>
          </p:nvSpPr>
          <p:spPr>
            <a:xfrm>
              <a:off x="4984397" y="63154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t2343"/>
            <p:cNvSpPr/>
            <p:nvPr/>
          </p:nvSpPr>
          <p:spPr>
            <a:xfrm>
              <a:off x="4009063" y="65438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t2344"/>
            <p:cNvSpPr/>
            <p:nvPr/>
          </p:nvSpPr>
          <p:spPr>
            <a:xfrm>
              <a:off x="4348465" y="65055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t2345"/>
            <p:cNvSpPr/>
            <p:nvPr/>
          </p:nvSpPr>
          <p:spPr>
            <a:xfrm>
              <a:off x="3217364" y="68929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t2346"/>
            <p:cNvSpPr/>
            <p:nvPr/>
          </p:nvSpPr>
          <p:spPr>
            <a:xfrm>
              <a:off x="3416003" y="69348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t2347"/>
            <p:cNvSpPr/>
            <p:nvPr/>
          </p:nvSpPr>
          <p:spPr>
            <a:xfrm>
              <a:off x="3506749" y="68940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t2348"/>
            <p:cNvSpPr/>
            <p:nvPr/>
          </p:nvSpPr>
          <p:spPr>
            <a:xfrm>
              <a:off x="3533901" y="69209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t2349"/>
            <p:cNvSpPr/>
            <p:nvPr/>
          </p:nvSpPr>
          <p:spPr>
            <a:xfrm>
              <a:off x="3314540" y="69466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t2350"/>
            <p:cNvSpPr/>
            <p:nvPr/>
          </p:nvSpPr>
          <p:spPr>
            <a:xfrm>
              <a:off x="3804708" y="67148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t2351"/>
            <p:cNvSpPr/>
            <p:nvPr/>
          </p:nvSpPr>
          <p:spPr>
            <a:xfrm>
              <a:off x="3543904" y="67755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t2352"/>
            <p:cNvSpPr/>
            <p:nvPr/>
          </p:nvSpPr>
          <p:spPr>
            <a:xfrm>
              <a:off x="4038359" y="67287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t2353"/>
            <p:cNvSpPr/>
            <p:nvPr/>
          </p:nvSpPr>
          <p:spPr>
            <a:xfrm>
              <a:off x="3286674" y="69164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t2354"/>
            <p:cNvSpPr/>
            <p:nvPr/>
          </p:nvSpPr>
          <p:spPr>
            <a:xfrm>
              <a:off x="3227368" y="69210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t2355"/>
            <p:cNvSpPr/>
            <p:nvPr/>
          </p:nvSpPr>
          <p:spPr>
            <a:xfrm>
              <a:off x="3233798" y="69273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t2356"/>
            <p:cNvSpPr/>
            <p:nvPr/>
          </p:nvSpPr>
          <p:spPr>
            <a:xfrm>
              <a:off x="3233798" y="69273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t2357"/>
            <p:cNvSpPr/>
            <p:nvPr/>
          </p:nvSpPr>
          <p:spPr>
            <a:xfrm>
              <a:off x="3223795" y="69239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t2358"/>
            <p:cNvSpPr/>
            <p:nvPr/>
          </p:nvSpPr>
          <p:spPr>
            <a:xfrm>
              <a:off x="3917604" y="6698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t2359"/>
            <p:cNvSpPr/>
            <p:nvPr/>
          </p:nvSpPr>
          <p:spPr>
            <a:xfrm>
              <a:off x="3237371" y="69128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t2360"/>
            <p:cNvSpPr/>
            <p:nvPr/>
          </p:nvSpPr>
          <p:spPr>
            <a:xfrm>
              <a:off x="3278099" y="69085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t2361"/>
            <p:cNvSpPr/>
            <p:nvPr/>
          </p:nvSpPr>
          <p:spPr>
            <a:xfrm>
              <a:off x="3295962" y="68950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t2362"/>
            <p:cNvSpPr/>
            <p:nvPr/>
          </p:nvSpPr>
          <p:spPr>
            <a:xfrm>
              <a:off x="3390280" y="68436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t2363"/>
            <p:cNvSpPr/>
            <p:nvPr/>
          </p:nvSpPr>
          <p:spPr>
            <a:xfrm>
              <a:off x="3733969" y="67919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t2364"/>
            <p:cNvSpPr/>
            <p:nvPr/>
          </p:nvSpPr>
          <p:spPr>
            <a:xfrm>
              <a:off x="4202701" y="67982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t2365"/>
            <p:cNvSpPr/>
            <p:nvPr/>
          </p:nvSpPr>
          <p:spPr>
            <a:xfrm>
              <a:off x="3281672" y="69017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t2366"/>
            <p:cNvSpPr/>
            <p:nvPr/>
          </p:nvSpPr>
          <p:spPr>
            <a:xfrm>
              <a:off x="4101952" y="66718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t2367"/>
            <p:cNvSpPr/>
            <p:nvPr/>
          </p:nvSpPr>
          <p:spPr>
            <a:xfrm>
              <a:off x="4093378" y="66880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t2368"/>
            <p:cNvSpPr/>
            <p:nvPr/>
          </p:nvSpPr>
          <p:spPr>
            <a:xfrm>
              <a:off x="4731453" y="63944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t2369"/>
            <p:cNvSpPr/>
            <p:nvPr/>
          </p:nvSpPr>
          <p:spPr>
            <a:xfrm>
              <a:off x="4802192" y="63341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t2370"/>
            <p:cNvSpPr/>
            <p:nvPr/>
          </p:nvSpPr>
          <p:spPr>
            <a:xfrm>
              <a:off x="6405597" y="6548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t2371"/>
            <p:cNvSpPr/>
            <p:nvPr/>
          </p:nvSpPr>
          <p:spPr>
            <a:xfrm>
              <a:off x="5858267" y="65154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t2372"/>
            <p:cNvSpPr/>
            <p:nvPr/>
          </p:nvSpPr>
          <p:spPr>
            <a:xfrm>
              <a:off x="5574599" y="65076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t2373"/>
            <p:cNvSpPr/>
            <p:nvPr/>
          </p:nvSpPr>
          <p:spPr>
            <a:xfrm>
              <a:off x="5762520" y="66138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t2374"/>
            <p:cNvSpPr/>
            <p:nvPr/>
          </p:nvSpPr>
          <p:spPr>
            <a:xfrm>
              <a:off x="6193382" y="6620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t2375"/>
            <p:cNvSpPr/>
            <p:nvPr/>
          </p:nvSpPr>
          <p:spPr>
            <a:xfrm>
              <a:off x="3273097" y="69120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t2376"/>
            <p:cNvSpPr/>
            <p:nvPr/>
          </p:nvSpPr>
          <p:spPr>
            <a:xfrm>
              <a:off x="3253805" y="69954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t2377"/>
            <p:cNvSpPr/>
            <p:nvPr/>
          </p:nvSpPr>
          <p:spPr>
            <a:xfrm>
              <a:off x="3289532" y="68458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t2378"/>
            <p:cNvSpPr/>
            <p:nvPr/>
          </p:nvSpPr>
          <p:spPr>
            <a:xfrm>
              <a:off x="3223795" y="6883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t2379"/>
            <p:cNvSpPr/>
            <p:nvPr/>
          </p:nvSpPr>
          <p:spPr>
            <a:xfrm>
              <a:off x="3123046" y="68971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t2380"/>
            <p:cNvSpPr/>
            <p:nvPr/>
          </p:nvSpPr>
          <p:spPr>
            <a:xfrm>
              <a:off x="3211648" y="69435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t2381"/>
            <p:cNvSpPr/>
            <p:nvPr/>
          </p:nvSpPr>
          <p:spPr>
            <a:xfrm>
              <a:off x="3339549" y="68699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t2382"/>
            <p:cNvSpPr/>
            <p:nvPr/>
          </p:nvSpPr>
          <p:spPr>
            <a:xfrm>
              <a:off x="3257378" y="68926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t2383"/>
            <p:cNvSpPr/>
            <p:nvPr/>
          </p:nvSpPr>
          <p:spPr>
            <a:xfrm>
              <a:off x="3279528" y="6906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t2384"/>
            <p:cNvSpPr/>
            <p:nvPr/>
          </p:nvSpPr>
          <p:spPr>
            <a:xfrm>
              <a:off x="3254520" y="64886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t2385"/>
            <p:cNvSpPr/>
            <p:nvPr/>
          </p:nvSpPr>
          <p:spPr>
            <a:xfrm>
              <a:off x="3272383" y="69257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t2386"/>
            <p:cNvSpPr/>
            <p:nvPr/>
          </p:nvSpPr>
          <p:spPr>
            <a:xfrm>
              <a:off x="3319542" y="69156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t2387"/>
            <p:cNvSpPr/>
            <p:nvPr/>
          </p:nvSpPr>
          <p:spPr>
            <a:xfrm>
              <a:off x="3239515" y="69173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t2388"/>
            <p:cNvSpPr/>
            <p:nvPr/>
          </p:nvSpPr>
          <p:spPr>
            <a:xfrm>
              <a:off x="3518181" y="67257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t2389"/>
            <p:cNvSpPr/>
            <p:nvPr/>
          </p:nvSpPr>
          <p:spPr>
            <a:xfrm>
              <a:off x="3267381" y="68245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t2390"/>
            <p:cNvSpPr/>
            <p:nvPr/>
          </p:nvSpPr>
          <p:spPr>
            <a:xfrm>
              <a:off x="3262380" y="69307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t2391"/>
            <p:cNvSpPr/>
            <p:nvPr/>
          </p:nvSpPr>
          <p:spPr>
            <a:xfrm>
              <a:off x="4710017" y="68016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t2392"/>
            <p:cNvSpPr/>
            <p:nvPr/>
          </p:nvSpPr>
          <p:spPr>
            <a:xfrm>
              <a:off x="3534615" y="68520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t2393"/>
            <p:cNvSpPr/>
            <p:nvPr/>
          </p:nvSpPr>
          <p:spPr>
            <a:xfrm>
              <a:off x="3822571" y="68521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t2394"/>
            <p:cNvSpPr/>
            <p:nvPr/>
          </p:nvSpPr>
          <p:spPr>
            <a:xfrm>
              <a:off x="4162687" y="67653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t2395"/>
            <p:cNvSpPr/>
            <p:nvPr/>
          </p:nvSpPr>
          <p:spPr>
            <a:xfrm>
              <a:off x="3641080" y="66969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t2396"/>
            <p:cNvSpPr/>
            <p:nvPr/>
          </p:nvSpPr>
          <p:spPr>
            <a:xfrm>
              <a:off x="3186639" y="6950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t2397"/>
            <p:cNvSpPr/>
            <p:nvPr/>
          </p:nvSpPr>
          <p:spPr>
            <a:xfrm>
              <a:off x="3211648" y="69180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t2398"/>
            <p:cNvSpPr/>
            <p:nvPr/>
          </p:nvSpPr>
          <p:spPr>
            <a:xfrm>
              <a:off x="3893310" y="68414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t2399"/>
            <p:cNvSpPr/>
            <p:nvPr/>
          </p:nvSpPr>
          <p:spPr>
            <a:xfrm>
              <a:off x="3198072" y="69313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t2400"/>
            <p:cNvSpPr/>
            <p:nvPr/>
          </p:nvSpPr>
          <p:spPr>
            <a:xfrm>
              <a:off x="3164489" y="69320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t2401"/>
            <p:cNvSpPr/>
            <p:nvPr/>
          </p:nvSpPr>
          <p:spPr>
            <a:xfrm>
              <a:off x="3107327" y="69543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t2402"/>
            <p:cNvSpPr/>
            <p:nvPr/>
          </p:nvSpPr>
          <p:spPr>
            <a:xfrm>
              <a:off x="3140195" y="69356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t2403"/>
            <p:cNvSpPr/>
            <p:nvPr/>
          </p:nvSpPr>
          <p:spPr>
            <a:xfrm>
              <a:off x="3166633" y="69242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t2404"/>
            <p:cNvSpPr/>
            <p:nvPr/>
          </p:nvSpPr>
          <p:spPr>
            <a:xfrm>
              <a:off x="3295962" y="68976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t2405"/>
            <p:cNvSpPr/>
            <p:nvPr/>
          </p:nvSpPr>
          <p:spPr>
            <a:xfrm>
              <a:off x="3224509" y="68580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t2406"/>
            <p:cNvSpPr/>
            <p:nvPr/>
          </p:nvSpPr>
          <p:spPr>
            <a:xfrm>
              <a:off x="4928664" y="66374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t2407"/>
            <p:cNvSpPr/>
            <p:nvPr/>
          </p:nvSpPr>
          <p:spPr>
            <a:xfrm>
              <a:off x="5207330" y="66583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t2408"/>
            <p:cNvSpPr/>
            <p:nvPr/>
          </p:nvSpPr>
          <p:spPr>
            <a:xfrm>
              <a:off x="5075857" y="65626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t2409"/>
            <p:cNvSpPr/>
            <p:nvPr/>
          </p:nvSpPr>
          <p:spPr>
            <a:xfrm>
              <a:off x="3865443" y="67446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t2410"/>
            <p:cNvSpPr/>
            <p:nvPr/>
          </p:nvSpPr>
          <p:spPr>
            <a:xfrm>
              <a:off x="3298106" y="68678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t2411"/>
            <p:cNvSpPr/>
            <p:nvPr/>
          </p:nvSpPr>
          <p:spPr>
            <a:xfrm>
              <a:off x="5489570" y="63377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t2412"/>
            <p:cNvSpPr/>
            <p:nvPr/>
          </p:nvSpPr>
          <p:spPr>
            <a:xfrm>
              <a:off x="5816824" y="63143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t2413"/>
            <p:cNvSpPr/>
            <p:nvPr/>
          </p:nvSpPr>
          <p:spPr>
            <a:xfrm>
              <a:off x="3271668" y="69011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t2414"/>
            <p:cNvSpPr/>
            <p:nvPr/>
          </p:nvSpPr>
          <p:spPr>
            <a:xfrm>
              <a:off x="4559252" y="67091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t2415"/>
            <p:cNvSpPr/>
            <p:nvPr/>
          </p:nvSpPr>
          <p:spPr>
            <a:xfrm>
              <a:off x="4728595" y="66608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t2416"/>
            <p:cNvSpPr/>
            <p:nvPr/>
          </p:nvSpPr>
          <p:spPr>
            <a:xfrm>
              <a:off x="3369559" y="68812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t2417"/>
            <p:cNvSpPr/>
            <p:nvPr/>
          </p:nvSpPr>
          <p:spPr>
            <a:xfrm>
              <a:off x="3466021" y="68954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t2418"/>
            <p:cNvSpPr/>
            <p:nvPr/>
          </p:nvSpPr>
          <p:spPr>
            <a:xfrm>
              <a:off x="3849723" y="66583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t2419"/>
            <p:cNvSpPr/>
            <p:nvPr/>
          </p:nvSpPr>
          <p:spPr>
            <a:xfrm>
              <a:off x="4247002" y="68224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t2420"/>
            <p:cNvSpPr/>
            <p:nvPr/>
          </p:nvSpPr>
          <p:spPr>
            <a:xfrm>
              <a:off x="3766123" y="68933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t2421"/>
            <p:cNvSpPr/>
            <p:nvPr/>
          </p:nvSpPr>
          <p:spPr>
            <a:xfrm>
              <a:off x="3288817" y="67742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t2422"/>
            <p:cNvSpPr/>
            <p:nvPr/>
          </p:nvSpPr>
          <p:spPr>
            <a:xfrm>
              <a:off x="3360270" y="6776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t2423"/>
            <p:cNvSpPr/>
            <p:nvPr/>
          </p:nvSpPr>
          <p:spPr>
            <a:xfrm>
              <a:off x="3334547" y="68501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t2424"/>
            <p:cNvSpPr/>
            <p:nvPr/>
          </p:nvSpPr>
          <p:spPr>
            <a:xfrm>
              <a:off x="7011519" y="67843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t2425"/>
            <p:cNvSpPr/>
            <p:nvPr/>
          </p:nvSpPr>
          <p:spPr>
            <a:xfrm>
              <a:off x="3228797" y="69213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t2426"/>
            <p:cNvSpPr/>
            <p:nvPr/>
          </p:nvSpPr>
          <p:spPr>
            <a:xfrm>
              <a:off x="3177350" y="68956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t2427"/>
            <p:cNvSpPr/>
            <p:nvPr/>
          </p:nvSpPr>
          <p:spPr>
            <a:xfrm>
              <a:off x="4824342" y="64258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t2428"/>
            <p:cNvSpPr/>
            <p:nvPr/>
          </p:nvSpPr>
          <p:spPr>
            <a:xfrm>
              <a:off x="4696441" y="63927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t2429"/>
            <p:cNvSpPr/>
            <p:nvPr/>
          </p:nvSpPr>
          <p:spPr>
            <a:xfrm>
              <a:off x="4723593" y="64165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t2430"/>
            <p:cNvSpPr/>
            <p:nvPr/>
          </p:nvSpPr>
          <p:spPr>
            <a:xfrm>
              <a:off x="5148739" y="64092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t2431"/>
            <p:cNvSpPr/>
            <p:nvPr/>
          </p:nvSpPr>
          <p:spPr>
            <a:xfrm>
              <a:off x="3578202" y="67475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t2432"/>
            <p:cNvSpPr/>
            <p:nvPr/>
          </p:nvSpPr>
          <p:spPr>
            <a:xfrm>
              <a:off x="3270239" y="68840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t2433"/>
            <p:cNvSpPr/>
            <p:nvPr/>
          </p:nvSpPr>
          <p:spPr>
            <a:xfrm>
              <a:off x="3579631" y="68717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t2434"/>
            <p:cNvSpPr/>
            <p:nvPr/>
          </p:nvSpPr>
          <p:spPr>
            <a:xfrm>
              <a:off x="3834004" y="67781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t2435"/>
            <p:cNvSpPr/>
            <p:nvPr/>
          </p:nvSpPr>
          <p:spPr>
            <a:xfrm>
              <a:off x="3844007" y="66922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t2436"/>
            <p:cNvSpPr/>
            <p:nvPr/>
          </p:nvSpPr>
          <p:spPr>
            <a:xfrm>
              <a:off x="3255234" y="69449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t2437"/>
            <p:cNvSpPr/>
            <p:nvPr/>
          </p:nvSpPr>
          <p:spPr>
            <a:xfrm>
              <a:off x="3235942" y="69075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t2438"/>
            <p:cNvSpPr/>
            <p:nvPr/>
          </p:nvSpPr>
          <p:spPr>
            <a:xfrm>
              <a:off x="3252376" y="69137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t2439"/>
            <p:cNvSpPr/>
            <p:nvPr/>
          </p:nvSpPr>
          <p:spPr>
            <a:xfrm>
              <a:off x="3225224" y="69319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t2440"/>
            <p:cNvSpPr/>
            <p:nvPr/>
          </p:nvSpPr>
          <p:spPr>
            <a:xfrm>
              <a:off x="3290961" y="69077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t2441"/>
            <p:cNvSpPr/>
            <p:nvPr/>
          </p:nvSpPr>
          <p:spPr>
            <a:xfrm>
              <a:off x="3263809" y="68896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t2442"/>
            <p:cNvSpPr/>
            <p:nvPr/>
          </p:nvSpPr>
          <p:spPr>
            <a:xfrm>
              <a:off x="3361699" y="68830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t2443"/>
            <p:cNvSpPr/>
            <p:nvPr/>
          </p:nvSpPr>
          <p:spPr>
            <a:xfrm>
              <a:off x="3337405" y="68560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t2444"/>
            <p:cNvSpPr/>
            <p:nvPr/>
          </p:nvSpPr>
          <p:spPr>
            <a:xfrm>
              <a:off x="3374561" y="68914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t2445"/>
            <p:cNvSpPr/>
            <p:nvPr/>
          </p:nvSpPr>
          <p:spPr>
            <a:xfrm>
              <a:off x="5322370" y="65567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t2446"/>
            <p:cNvSpPr/>
            <p:nvPr/>
          </p:nvSpPr>
          <p:spPr>
            <a:xfrm>
              <a:off x="5115156" y="65749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t2447"/>
            <p:cNvSpPr/>
            <p:nvPr/>
          </p:nvSpPr>
          <p:spPr>
            <a:xfrm>
              <a:off x="3235227" y="68327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t2448"/>
            <p:cNvSpPr/>
            <p:nvPr/>
          </p:nvSpPr>
          <p:spPr>
            <a:xfrm>
              <a:off x="3263809" y="69552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t2449"/>
            <p:cNvSpPr/>
            <p:nvPr/>
          </p:nvSpPr>
          <p:spPr>
            <a:xfrm>
              <a:off x="3315255" y="68783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t2450"/>
            <p:cNvSpPr/>
            <p:nvPr/>
          </p:nvSpPr>
          <p:spPr>
            <a:xfrm>
              <a:off x="3498889" y="68867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t2451"/>
            <p:cNvSpPr/>
            <p:nvPr/>
          </p:nvSpPr>
          <p:spPr>
            <a:xfrm>
              <a:off x="3158058" y="6961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t2452"/>
            <p:cNvSpPr/>
            <p:nvPr/>
          </p:nvSpPr>
          <p:spPr>
            <a:xfrm>
              <a:off x="3184496" y="68375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t2453"/>
            <p:cNvSpPr/>
            <p:nvPr/>
          </p:nvSpPr>
          <p:spPr>
            <a:xfrm>
              <a:off x="3212362" y="68488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t2454"/>
            <p:cNvSpPr/>
            <p:nvPr/>
          </p:nvSpPr>
          <p:spPr>
            <a:xfrm>
              <a:off x="3215221" y="68813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t2455"/>
            <p:cNvSpPr/>
            <p:nvPr/>
          </p:nvSpPr>
          <p:spPr>
            <a:xfrm>
              <a:off x="3218793" y="68785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t2456"/>
            <p:cNvSpPr/>
            <p:nvPr/>
          </p:nvSpPr>
          <p:spPr>
            <a:xfrm>
              <a:off x="3270954" y="68868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t2457"/>
            <p:cNvSpPr/>
            <p:nvPr/>
          </p:nvSpPr>
          <p:spPr>
            <a:xfrm>
              <a:off x="3267381" y="68925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t2458"/>
            <p:cNvSpPr/>
            <p:nvPr/>
          </p:nvSpPr>
          <p:spPr>
            <a:xfrm>
              <a:off x="3230226" y="69380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t2459"/>
            <p:cNvSpPr/>
            <p:nvPr/>
          </p:nvSpPr>
          <p:spPr>
            <a:xfrm>
              <a:off x="3262380" y="69086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t2460"/>
            <p:cNvSpPr/>
            <p:nvPr/>
          </p:nvSpPr>
          <p:spPr>
            <a:xfrm>
              <a:off x="3268096" y="68790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t2461"/>
            <p:cNvSpPr/>
            <p:nvPr/>
          </p:nvSpPr>
          <p:spPr>
            <a:xfrm>
              <a:off x="3228082" y="68475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t2462"/>
            <p:cNvSpPr/>
            <p:nvPr/>
          </p:nvSpPr>
          <p:spPr>
            <a:xfrm>
              <a:off x="3166633" y="6903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t2463"/>
            <p:cNvSpPr/>
            <p:nvPr/>
          </p:nvSpPr>
          <p:spPr>
            <a:xfrm>
              <a:off x="3252376" y="69621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t2464"/>
            <p:cNvSpPr/>
            <p:nvPr/>
          </p:nvSpPr>
          <p:spPr>
            <a:xfrm>
              <a:off x="3203074" y="69416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t2465"/>
            <p:cNvSpPr/>
            <p:nvPr/>
          </p:nvSpPr>
          <p:spPr>
            <a:xfrm>
              <a:off x="3195928" y="69087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t2466"/>
            <p:cNvSpPr/>
            <p:nvPr/>
          </p:nvSpPr>
          <p:spPr>
            <a:xfrm>
              <a:off x="3268096" y="69253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t2467"/>
            <p:cNvSpPr/>
            <p:nvPr/>
          </p:nvSpPr>
          <p:spPr>
            <a:xfrm>
              <a:off x="3416003" y="69422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t2468"/>
            <p:cNvSpPr/>
            <p:nvPr/>
          </p:nvSpPr>
          <p:spPr>
            <a:xfrm>
              <a:off x="3251662" y="69201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t2469"/>
            <p:cNvSpPr/>
            <p:nvPr/>
          </p:nvSpPr>
          <p:spPr>
            <a:xfrm>
              <a:off x="3723251" y="67696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t2470"/>
            <p:cNvSpPr/>
            <p:nvPr/>
          </p:nvSpPr>
          <p:spPr>
            <a:xfrm>
              <a:off x="3889737" y="67482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t2471"/>
            <p:cNvSpPr/>
            <p:nvPr/>
          </p:nvSpPr>
          <p:spPr>
            <a:xfrm>
              <a:off x="4132677" y="66783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t2472"/>
            <p:cNvSpPr/>
            <p:nvPr/>
          </p:nvSpPr>
          <p:spPr>
            <a:xfrm>
              <a:off x="3255949" y="69468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t2473"/>
            <p:cNvSpPr/>
            <p:nvPr/>
          </p:nvSpPr>
          <p:spPr>
            <a:xfrm>
              <a:off x="3232369" y="69204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t2474"/>
            <p:cNvSpPr/>
            <p:nvPr/>
          </p:nvSpPr>
          <p:spPr>
            <a:xfrm>
              <a:off x="3236656" y="69150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t2475"/>
            <p:cNvSpPr/>
            <p:nvPr/>
          </p:nvSpPr>
          <p:spPr>
            <a:xfrm>
              <a:off x="4318455" y="65948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t2476"/>
            <p:cNvSpPr/>
            <p:nvPr/>
          </p:nvSpPr>
          <p:spPr>
            <a:xfrm>
              <a:off x="3264523" y="68834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t2477"/>
            <p:cNvSpPr/>
            <p:nvPr/>
          </p:nvSpPr>
          <p:spPr>
            <a:xfrm>
              <a:off x="3265238" y="68574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t2478"/>
            <p:cNvSpPr/>
            <p:nvPr/>
          </p:nvSpPr>
          <p:spPr>
            <a:xfrm>
              <a:off x="3286674" y="69318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t2479"/>
            <p:cNvSpPr/>
            <p:nvPr/>
          </p:nvSpPr>
          <p:spPr>
            <a:xfrm>
              <a:off x="3266667" y="68866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t2480"/>
            <p:cNvSpPr/>
            <p:nvPr/>
          </p:nvSpPr>
          <p:spPr>
            <a:xfrm>
              <a:off x="3290246" y="69394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t2481"/>
            <p:cNvSpPr/>
            <p:nvPr/>
          </p:nvSpPr>
          <p:spPr>
            <a:xfrm>
              <a:off x="3248089" y="69503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t2482"/>
            <p:cNvSpPr/>
            <p:nvPr/>
          </p:nvSpPr>
          <p:spPr>
            <a:xfrm>
              <a:off x="3311682" y="69388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t2483"/>
            <p:cNvSpPr/>
            <p:nvPr/>
          </p:nvSpPr>
          <p:spPr>
            <a:xfrm>
              <a:off x="3280243" y="69422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t2484"/>
            <p:cNvSpPr/>
            <p:nvPr/>
          </p:nvSpPr>
          <p:spPr>
            <a:xfrm>
              <a:off x="3315255" y="70417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t2485"/>
            <p:cNvSpPr/>
            <p:nvPr/>
          </p:nvSpPr>
          <p:spPr>
            <a:xfrm>
              <a:off x="3316684" y="69940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t2486"/>
            <p:cNvSpPr/>
            <p:nvPr/>
          </p:nvSpPr>
          <p:spPr>
            <a:xfrm>
              <a:off x="3199501" y="69063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t2487"/>
            <p:cNvSpPr/>
            <p:nvPr/>
          </p:nvSpPr>
          <p:spPr>
            <a:xfrm>
              <a:off x="4808623" y="65997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t2488"/>
            <p:cNvSpPr/>
            <p:nvPr/>
          </p:nvSpPr>
          <p:spPr>
            <a:xfrm>
              <a:off x="5816110" y="6266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t2489"/>
            <p:cNvSpPr/>
            <p:nvPr/>
          </p:nvSpPr>
          <p:spPr>
            <a:xfrm>
              <a:off x="3193785" y="68398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t2490"/>
            <p:cNvSpPr/>
            <p:nvPr/>
          </p:nvSpPr>
          <p:spPr>
            <a:xfrm>
              <a:off x="3132335" y="68784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t2491"/>
            <p:cNvSpPr/>
            <p:nvPr/>
          </p:nvSpPr>
          <p:spPr>
            <a:xfrm>
              <a:off x="3268096" y="69136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t2492"/>
            <p:cNvSpPr/>
            <p:nvPr/>
          </p:nvSpPr>
          <p:spPr>
            <a:xfrm>
              <a:off x="3278099" y="68516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t2493"/>
            <p:cNvSpPr/>
            <p:nvPr/>
          </p:nvSpPr>
          <p:spPr>
            <a:xfrm>
              <a:off x="3273812" y="68586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t2494"/>
            <p:cNvSpPr/>
            <p:nvPr/>
          </p:nvSpPr>
          <p:spPr>
            <a:xfrm>
              <a:off x="3298821" y="69097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t2495"/>
            <p:cNvSpPr/>
            <p:nvPr/>
          </p:nvSpPr>
          <p:spPr>
            <a:xfrm>
              <a:off x="4482082" y="67618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t2496"/>
            <p:cNvSpPr/>
            <p:nvPr/>
          </p:nvSpPr>
          <p:spPr>
            <a:xfrm>
              <a:off x="5410257" y="65074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t2497"/>
            <p:cNvSpPr/>
            <p:nvPr/>
          </p:nvSpPr>
          <p:spPr>
            <a:xfrm>
              <a:off x="4494229" y="65475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t2498"/>
            <p:cNvSpPr/>
            <p:nvPr/>
          </p:nvSpPr>
          <p:spPr>
            <a:xfrm>
              <a:off x="4837918" y="66578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t2499"/>
            <p:cNvSpPr/>
            <p:nvPr/>
          </p:nvSpPr>
          <p:spPr>
            <a:xfrm>
              <a:off x="3218079" y="70320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t2500"/>
            <p:cNvSpPr/>
            <p:nvPr/>
          </p:nvSpPr>
          <p:spPr>
            <a:xfrm>
              <a:off x="3192356" y="69282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t2501"/>
            <p:cNvSpPr/>
            <p:nvPr/>
          </p:nvSpPr>
          <p:spPr>
            <a:xfrm>
              <a:off x="3492458" y="68616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t2502"/>
            <p:cNvSpPr/>
            <p:nvPr/>
          </p:nvSpPr>
          <p:spPr>
            <a:xfrm>
              <a:off x="3300964" y="69272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l2503"/>
            <p:cNvSpPr/>
            <p:nvPr/>
          </p:nvSpPr>
          <p:spPr>
            <a:xfrm>
              <a:off x="3429942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04" name="pl2504"/>
            <p:cNvSpPr/>
            <p:nvPr/>
          </p:nvSpPr>
          <p:spPr>
            <a:xfrm>
              <a:off x="2897501" y="6855597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05" name="pg2505"/>
            <p:cNvSpPr/>
            <p:nvPr/>
          </p:nvSpPr>
          <p:spPr>
            <a:xfrm>
              <a:off x="2897501" y="5707478"/>
              <a:ext cx="649366" cy="291997"/>
            </a:xfrm>
            <a:custGeom>
              <a:avLst/>
              <a:pathLst>
                <a:path w="649366" h="291997">
                  <a:moveTo>
                    <a:pt x="0" y="291997"/>
                  </a:moveTo>
                  <a:lnTo>
                    <a:pt x="624220" y="291997"/>
                  </a:lnTo>
                  <a:lnTo>
                    <a:pt x="623208" y="291977"/>
                  </a:lnTo>
                  <a:lnTo>
                    <a:pt x="627251" y="291814"/>
                  </a:lnTo>
                  <a:lnTo>
                    <a:pt x="631216" y="291005"/>
                  </a:lnTo>
                  <a:lnTo>
                    <a:pt x="635000" y="289570"/>
                  </a:lnTo>
                  <a:lnTo>
                    <a:pt x="638505" y="287546"/>
                  </a:lnTo>
                  <a:lnTo>
                    <a:pt x="641640" y="284987"/>
                  </a:lnTo>
                  <a:lnTo>
                    <a:pt x="644323" y="281958"/>
                  </a:lnTo>
                  <a:lnTo>
                    <a:pt x="646486" y="278537"/>
                  </a:lnTo>
                  <a:lnTo>
                    <a:pt x="648072" y="274814"/>
                  </a:lnTo>
                  <a:lnTo>
                    <a:pt x="649041" y="270885"/>
                  </a:lnTo>
                  <a:lnTo>
                    <a:pt x="649366" y="266851"/>
                  </a:lnTo>
                  <a:lnTo>
                    <a:pt x="64936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tx2506"/>
            <p:cNvSpPr/>
            <p:nvPr/>
          </p:nvSpPr>
          <p:spPr>
            <a:xfrm>
              <a:off x="2635380" y="5654760"/>
              <a:ext cx="869577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</a:t>
              </a:r>
            </a:p>
          </p:txBody>
        </p:sp>
        <p:sp>
          <p:nvSpPr>
            <p:cNvPr id="2507" name="tx2507"/>
            <p:cNvSpPr/>
            <p:nvPr/>
          </p:nvSpPr>
          <p:spPr>
            <a:xfrm>
              <a:off x="3015803" y="5826460"/>
              <a:ext cx="489154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29 (4%)</a:t>
              </a:r>
            </a:p>
          </p:txBody>
        </p:sp>
        <p:sp>
          <p:nvSpPr>
            <p:cNvPr id="2508" name="pg2508"/>
            <p:cNvSpPr/>
            <p:nvPr/>
          </p:nvSpPr>
          <p:spPr>
            <a:xfrm>
              <a:off x="2897501" y="6876579"/>
              <a:ext cx="649366" cy="257331"/>
            </a:xfrm>
            <a:custGeom>
              <a:avLst/>
              <a:pathLst>
                <a:path w="649366" h="257331">
                  <a:moveTo>
                    <a:pt x="649366" y="257331"/>
                  </a:moveTo>
                  <a:lnTo>
                    <a:pt x="649366" y="25146"/>
                  </a:lnTo>
                  <a:lnTo>
                    <a:pt x="649041" y="21112"/>
                  </a:lnTo>
                  <a:lnTo>
                    <a:pt x="648072" y="17183"/>
                  </a:lnTo>
                  <a:lnTo>
                    <a:pt x="646486" y="13460"/>
                  </a:lnTo>
                  <a:lnTo>
                    <a:pt x="644323" y="10039"/>
                  </a:lnTo>
                  <a:lnTo>
                    <a:pt x="641640" y="7010"/>
                  </a:lnTo>
                  <a:lnTo>
                    <a:pt x="638505" y="4451"/>
                  </a:lnTo>
                  <a:lnTo>
                    <a:pt x="635000" y="2427"/>
                  </a:lnTo>
                  <a:lnTo>
                    <a:pt x="631216" y="992"/>
                  </a:lnTo>
                  <a:lnTo>
                    <a:pt x="627251" y="183"/>
                  </a:lnTo>
                  <a:lnTo>
                    <a:pt x="624220" y="0"/>
                  </a:lnTo>
                  <a:lnTo>
                    <a:pt x="0" y="0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tx2509"/>
            <p:cNvSpPr/>
            <p:nvPr/>
          </p:nvSpPr>
          <p:spPr>
            <a:xfrm>
              <a:off x="2627535" y="6889089"/>
              <a:ext cx="877422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Negative</a:t>
              </a:r>
            </a:p>
          </p:txBody>
        </p:sp>
        <p:sp>
          <p:nvSpPr>
            <p:cNvPr id="2510" name="tx2510"/>
            <p:cNvSpPr/>
            <p:nvPr/>
          </p:nvSpPr>
          <p:spPr>
            <a:xfrm>
              <a:off x="2743906" y="7088552"/>
              <a:ext cx="76105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408 (55.6%)</a:t>
              </a:r>
            </a:p>
          </p:txBody>
        </p:sp>
        <p:sp>
          <p:nvSpPr>
            <p:cNvPr id="2511" name="pg2511"/>
            <p:cNvSpPr/>
            <p:nvPr/>
          </p:nvSpPr>
          <p:spPr>
            <a:xfrm>
              <a:off x="3973826" y="5707478"/>
              <a:ext cx="899032" cy="291997"/>
            </a:xfrm>
            <a:custGeom>
              <a:avLst/>
              <a:pathLst>
                <a:path w="899032" h="291997">
                  <a:moveTo>
                    <a:pt x="25146" y="291997"/>
                  </a:moveTo>
                  <a:lnTo>
                    <a:pt x="873886" y="291997"/>
                  </a:lnTo>
                  <a:lnTo>
                    <a:pt x="872873" y="291977"/>
                  </a:lnTo>
                  <a:lnTo>
                    <a:pt x="876917" y="291814"/>
                  </a:lnTo>
                  <a:lnTo>
                    <a:pt x="880882" y="291005"/>
                  </a:lnTo>
                  <a:lnTo>
                    <a:pt x="884666" y="289570"/>
                  </a:lnTo>
                  <a:lnTo>
                    <a:pt x="888170" y="287546"/>
                  </a:lnTo>
                  <a:lnTo>
                    <a:pt x="891305" y="284987"/>
                  </a:lnTo>
                  <a:lnTo>
                    <a:pt x="893989" y="281958"/>
                  </a:lnTo>
                  <a:lnTo>
                    <a:pt x="896151" y="278537"/>
                  </a:lnTo>
                  <a:lnTo>
                    <a:pt x="897738" y="274814"/>
                  </a:lnTo>
                  <a:lnTo>
                    <a:pt x="898706" y="270885"/>
                  </a:lnTo>
                  <a:lnTo>
                    <a:pt x="899032" y="266851"/>
                  </a:lnTo>
                  <a:lnTo>
                    <a:pt x="899032" y="0"/>
                  </a:lnTo>
                  <a:lnTo>
                    <a:pt x="0" y="0"/>
                  </a:lnTo>
                  <a:lnTo>
                    <a:pt x="0" y="266851"/>
                  </a:lnTo>
                  <a:lnTo>
                    <a:pt x="81" y="264828"/>
                  </a:lnTo>
                  <a:lnTo>
                    <a:pt x="81" y="268875"/>
                  </a:lnTo>
                  <a:lnTo>
                    <a:pt x="730" y="272869"/>
                  </a:lnTo>
                  <a:lnTo>
                    <a:pt x="2012" y="276708"/>
                  </a:lnTo>
                  <a:lnTo>
                    <a:pt x="3892" y="280291"/>
                  </a:lnTo>
                  <a:lnTo>
                    <a:pt x="6323" y="283526"/>
                  </a:lnTo>
                  <a:lnTo>
                    <a:pt x="9242" y="286330"/>
                  </a:lnTo>
                  <a:lnTo>
                    <a:pt x="12573" y="288629"/>
                  </a:lnTo>
                  <a:lnTo>
                    <a:pt x="16229" y="290363"/>
                  </a:lnTo>
                  <a:lnTo>
                    <a:pt x="20116" y="291489"/>
                  </a:lnTo>
                  <a:lnTo>
                    <a:pt x="24133" y="2919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tx2512"/>
            <p:cNvSpPr/>
            <p:nvPr/>
          </p:nvSpPr>
          <p:spPr>
            <a:xfrm>
              <a:off x="4015736" y="5654760"/>
              <a:ext cx="8152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</a:t>
              </a:r>
            </a:p>
          </p:txBody>
        </p:sp>
        <p:sp>
          <p:nvSpPr>
            <p:cNvPr id="2513" name="tx2513"/>
            <p:cNvSpPr/>
            <p:nvPr/>
          </p:nvSpPr>
          <p:spPr>
            <a:xfrm>
              <a:off x="4069897" y="5826460"/>
              <a:ext cx="76105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274 (37.3%)</a:t>
              </a:r>
            </a:p>
          </p:txBody>
        </p:sp>
        <p:sp>
          <p:nvSpPr>
            <p:cNvPr id="2514" name="pg2514"/>
            <p:cNvSpPr/>
            <p:nvPr/>
          </p:nvSpPr>
          <p:spPr>
            <a:xfrm>
              <a:off x="3857251" y="6876579"/>
              <a:ext cx="1015608" cy="257331"/>
            </a:xfrm>
            <a:custGeom>
              <a:avLst/>
              <a:pathLst>
                <a:path w="1015608" h="257331">
                  <a:moveTo>
                    <a:pt x="1015608" y="257331"/>
                  </a:moveTo>
                  <a:lnTo>
                    <a:pt x="1015608" y="25146"/>
                  </a:lnTo>
                  <a:lnTo>
                    <a:pt x="1015282" y="21112"/>
                  </a:lnTo>
                  <a:lnTo>
                    <a:pt x="1014313" y="17183"/>
                  </a:lnTo>
                  <a:lnTo>
                    <a:pt x="1012727" y="13460"/>
                  </a:lnTo>
                  <a:lnTo>
                    <a:pt x="1010564" y="10039"/>
                  </a:lnTo>
                  <a:lnTo>
                    <a:pt x="1007881" y="7010"/>
                  </a:lnTo>
                  <a:lnTo>
                    <a:pt x="1004746" y="4451"/>
                  </a:lnTo>
                  <a:lnTo>
                    <a:pt x="1001241" y="2427"/>
                  </a:lnTo>
                  <a:lnTo>
                    <a:pt x="997458" y="992"/>
                  </a:lnTo>
                  <a:lnTo>
                    <a:pt x="993493" y="183"/>
                  </a:lnTo>
                  <a:lnTo>
                    <a:pt x="990462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tx2515"/>
            <p:cNvSpPr/>
            <p:nvPr/>
          </p:nvSpPr>
          <p:spPr>
            <a:xfrm>
              <a:off x="3899161" y="6889089"/>
              <a:ext cx="931788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Negative</a:t>
              </a:r>
            </a:p>
          </p:txBody>
        </p:sp>
        <p:sp>
          <p:nvSpPr>
            <p:cNvPr id="2516" name="tx2516"/>
            <p:cNvSpPr/>
            <p:nvPr/>
          </p:nvSpPr>
          <p:spPr>
            <a:xfrm>
              <a:off x="4225286" y="7088552"/>
              <a:ext cx="60566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23 (3.1%)</a:t>
              </a:r>
            </a:p>
          </p:txBody>
        </p:sp>
        <p:sp>
          <p:nvSpPr>
            <p:cNvPr id="2517" name="rc2517"/>
            <p:cNvSpPr/>
            <p:nvPr/>
          </p:nvSpPr>
          <p:spPr>
            <a:xfrm>
              <a:off x="2897501" y="5707478"/>
              <a:ext cx="4439232" cy="142643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tx2518"/>
            <p:cNvSpPr/>
            <p:nvPr/>
          </p:nvSpPr>
          <p:spPr>
            <a:xfrm>
              <a:off x="2772715" y="6881755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519" name="tx2519"/>
            <p:cNvSpPr/>
            <p:nvPr/>
          </p:nvSpPr>
          <p:spPr>
            <a:xfrm>
              <a:off x="2772715" y="6640464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2520" name="tx2520"/>
            <p:cNvSpPr/>
            <p:nvPr/>
          </p:nvSpPr>
          <p:spPr>
            <a:xfrm>
              <a:off x="2710559" y="6396336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521" name="tx2521"/>
            <p:cNvSpPr/>
            <p:nvPr/>
          </p:nvSpPr>
          <p:spPr>
            <a:xfrm>
              <a:off x="2710559" y="6153626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2522" name="tx2522"/>
            <p:cNvSpPr/>
            <p:nvPr/>
          </p:nvSpPr>
          <p:spPr>
            <a:xfrm>
              <a:off x="2710559" y="5910916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2523" name="tx2523"/>
            <p:cNvSpPr/>
            <p:nvPr/>
          </p:nvSpPr>
          <p:spPr>
            <a:xfrm>
              <a:off x="2710559" y="5668206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2524" name="pl2524"/>
            <p:cNvSpPr/>
            <p:nvPr/>
          </p:nvSpPr>
          <p:spPr>
            <a:xfrm>
              <a:off x="2862706" y="692344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l2525"/>
            <p:cNvSpPr/>
            <p:nvPr/>
          </p:nvSpPr>
          <p:spPr>
            <a:xfrm>
              <a:off x="2862706" y="668073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l2526"/>
            <p:cNvSpPr/>
            <p:nvPr/>
          </p:nvSpPr>
          <p:spPr>
            <a:xfrm>
              <a:off x="2862706" y="643802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l2527"/>
            <p:cNvSpPr/>
            <p:nvPr/>
          </p:nvSpPr>
          <p:spPr>
            <a:xfrm>
              <a:off x="2862706" y="619531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l2528"/>
            <p:cNvSpPr/>
            <p:nvPr/>
          </p:nvSpPr>
          <p:spPr>
            <a:xfrm>
              <a:off x="2862706" y="595260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l2529"/>
            <p:cNvSpPr/>
            <p:nvPr/>
          </p:nvSpPr>
          <p:spPr>
            <a:xfrm>
              <a:off x="2862706" y="570989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l2530"/>
            <p:cNvSpPr/>
            <p:nvPr/>
          </p:nvSpPr>
          <p:spPr>
            <a:xfrm>
              <a:off x="3281669" y="71339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l2531"/>
            <p:cNvSpPr/>
            <p:nvPr/>
          </p:nvSpPr>
          <p:spPr>
            <a:xfrm>
              <a:off x="4342462" y="71339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l2532"/>
            <p:cNvSpPr/>
            <p:nvPr/>
          </p:nvSpPr>
          <p:spPr>
            <a:xfrm>
              <a:off x="5403255" y="71339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l2533"/>
            <p:cNvSpPr/>
            <p:nvPr/>
          </p:nvSpPr>
          <p:spPr>
            <a:xfrm>
              <a:off x="6464048" y="71339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tx2534"/>
            <p:cNvSpPr/>
            <p:nvPr/>
          </p:nvSpPr>
          <p:spPr>
            <a:xfrm>
              <a:off x="3250592" y="719484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535" name="tx2535"/>
            <p:cNvSpPr/>
            <p:nvPr/>
          </p:nvSpPr>
          <p:spPr>
            <a:xfrm>
              <a:off x="4280307" y="71948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536" name="tx2536"/>
            <p:cNvSpPr/>
            <p:nvPr/>
          </p:nvSpPr>
          <p:spPr>
            <a:xfrm>
              <a:off x="5341099" y="71948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2537" name="tx2537"/>
            <p:cNvSpPr/>
            <p:nvPr/>
          </p:nvSpPr>
          <p:spPr>
            <a:xfrm>
              <a:off x="6401892" y="7194795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2538" name="tx2538"/>
            <p:cNvSpPr/>
            <p:nvPr/>
          </p:nvSpPr>
          <p:spPr>
            <a:xfrm>
              <a:off x="4259306" y="7314530"/>
              <a:ext cx="171562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Centiloids, Amyloid PET (Z)</a:t>
              </a:r>
            </a:p>
          </p:txBody>
        </p:sp>
        <p:sp>
          <p:nvSpPr>
            <p:cNvPr id="2539" name="tx2539"/>
            <p:cNvSpPr/>
            <p:nvPr/>
          </p:nvSpPr>
          <p:spPr>
            <a:xfrm rot="-5400000">
              <a:off x="2029146" y="6355142"/>
              <a:ext cx="1086904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 pTau181 (Z)</a:t>
              </a:r>
            </a:p>
          </p:txBody>
        </p:sp>
        <p:sp>
          <p:nvSpPr>
            <p:cNvPr id="2540" name="tx2540"/>
            <p:cNvSpPr/>
            <p:nvPr/>
          </p:nvSpPr>
          <p:spPr>
            <a:xfrm>
              <a:off x="2897501" y="5479789"/>
              <a:ext cx="93151" cy="12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I.</a:t>
              </a:r>
            </a:p>
          </p:txBody>
        </p:sp>
        <p:sp>
          <p:nvSpPr>
            <p:cNvPr id="2541" name="rc2541"/>
            <p:cNvSpPr/>
            <p:nvPr/>
          </p:nvSpPr>
          <p:spPr>
            <a:xfrm>
              <a:off x="8063227" y="5410200"/>
              <a:ext cx="197802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42" name="pl2542"/>
            <p:cNvSpPr/>
            <p:nvPr/>
          </p:nvSpPr>
          <p:spPr>
            <a:xfrm>
              <a:off x="8707863" y="682494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l2543"/>
            <p:cNvSpPr/>
            <p:nvPr/>
          </p:nvSpPr>
          <p:spPr>
            <a:xfrm>
              <a:off x="8707863" y="654203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l2544"/>
            <p:cNvSpPr/>
            <p:nvPr/>
          </p:nvSpPr>
          <p:spPr>
            <a:xfrm>
              <a:off x="8707863" y="625911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l2545"/>
            <p:cNvSpPr/>
            <p:nvPr/>
          </p:nvSpPr>
          <p:spPr>
            <a:xfrm>
              <a:off x="8707863" y="597620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l2546"/>
            <p:cNvSpPr/>
            <p:nvPr/>
          </p:nvSpPr>
          <p:spPr>
            <a:xfrm>
              <a:off x="8905903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l2547"/>
            <p:cNvSpPr/>
            <p:nvPr/>
          </p:nvSpPr>
          <p:spPr>
            <a:xfrm>
              <a:off x="9188818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l2548"/>
            <p:cNvSpPr/>
            <p:nvPr/>
          </p:nvSpPr>
          <p:spPr>
            <a:xfrm>
              <a:off x="9471733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l2549"/>
            <p:cNvSpPr/>
            <p:nvPr/>
          </p:nvSpPr>
          <p:spPr>
            <a:xfrm>
              <a:off x="9754648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l2550"/>
            <p:cNvSpPr/>
            <p:nvPr/>
          </p:nvSpPr>
          <p:spPr>
            <a:xfrm>
              <a:off x="8707863" y="696640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l2551"/>
            <p:cNvSpPr/>
            <p:nvPr/>
          </p:nvSpPr>
          <p:spPr>
            <a:xfrm>
              <a:off x="8707863" y="668349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l2552"/>
            <p:cNvSpPr/>
            <p:nvPr/>
          </p:nvSpPr>
          <p:spPr>
            <a:xfrm>
              <a:off x="8707863" y="640057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l2553"/>
            <p:cNvSpPr/>
            <p:nvPr/>
          </p:nvSpPr>
          <p:spPr>
            <a:xfrm>
              <a:off x="8707863" y="611766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l2554"/>
            <p:cNvSpPr/>
            <p:nvPr/>
          </p:nvSpPr>
          <p:spPr>
            <a:xfrm>
              <a:off x="8707863" y="583474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l2555"/>
            <p:cNvSpPr/>
            <p:nvPr/>
          </p:nvSpPr>
          <p:spPr>
            <a:xfrm>
              <a:off x="8764446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l2556"/>
            <p:cNvSpPr/>
            <p:nvPr/>
          </p:nvSpPr>
          <p:spPr>
            <a:xfrm>
              <a:off x="9047361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l2557"/>
            <p:cNvSpPr/>
            <p:nvPr/>
          </p:nvSpPr>
          <p:spPr>
            <a:xfrm>
              <a:off x="9330276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l2558"/>
            <p:cNvSpPr/>
            <p:nvPr/>
          </p:nvSpPr>
          <p:spPr>
            <a:xfrm>
              <a:off x="9613191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l2559"/>
            <p:cNvSpPr/>
            <p:nvPr/>
          </p:nvSpPr>
          <p:spPr>
            <a:xfrm>
              <a:off x="9896106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l2560"/>
            <p:cNvSpPr/>
            <p:nvPr/>
          </p:nvSpPr>
          <p:spPr>
            <a:xfrm>
              <a:off x="8764446" y="5834746"/>
              <a:ext cx="1131660" cy="1131660"/>
            </a:xfrm>
            <a:custGeom>
              <a:avLst/>
              <a:pathLst>
                <a:path w="1131660" h="1131660">
                  <a:moveTo>
                    <a:pt x="0" y="1131660"/>
                  </a:moveTo>
                  <a:lnTo>
                    <a:pt x="0" y="1127849"/>
                  </a:lnTo>
                  <a:lnTo>
                    <a:pt x="0" y="1124039"/>
                  </a:lnTo>
                  <a:lnTo>
                    <a:pt x="0" y="1120229"/>
                  </a:lnTo>
                  <a:lnTo>
                    <a:pt x="0" y="1116418"/>
                  </a:lnTo>
                  <a:lnTo>
                    <a:pt x="0" y="1112608"/>
                  </a:lnTo>
                  <a:lnTo>
                    <a:pt x="0" y="1108798"/>
                  </a:lnTo>
                  <a:lnTo>
                    <a:pt x="0" y="1104987"/>
                  </a:lnTo>
                  <a:lnTo>
                    <a:pt x="0" y="1101177"/>
                  </a:lnTo>
                  <a:lnTo>
                    <a:pt x="0" y="1097367"/>
                  </a:lnTo>
                  <a:lnTo>
                    <a:pt x="0" y="1093557"/>
                  </a:lnTo>
                  <a:lnTo>
                    <a:pt x="0" y="1089746"/>
                  </a:lnTo>
                  <a:lnTo>
                    <a:pt x="0" y="1085936"/>
                  </a:lnTo>
                  <a:lnTo>
                    <a:pt x="0" y="1082126"/>
                  </a:lnTo>
                  <a:lnTo>
                    <a:pt x="0" y="1078315"/>
                  </a:lnTo>
                  <a:lnTo>
                    <a:pt x="0" y="1074505"/>
                  </a:lnTo>
                  <a:lnTo>
                    <a:pt x="0" y="1070695"/>
                  </a:lnTo>
                  <a:lnTo>
                    <a:pt x="2589" y="1070695"/>
                  </a:lnTo>
                  <a:lnTo>
                    <a:pt x="2589" y="1066884"/>
                  </a:lnTo>
                  <a:lnTo>
                    <a:pt x="2589" y="1063074"/>
                  </a:lnTo>
                  <a:lnTo>
                    <a:pt x="2589" y="1059264"/>
                  </a:lnTo>
                  <a:lnTo>
                    <a:pt x="2589" y="1055454"/>
                  </a:lnTo>
                  <a:lnTo>
                    <a:pt x="2589" y="1051643"/>
                  </a:lnTo>
                  <a:lnTo>
                    <a:pt x="2589" y="1047833"/>
                  </a:lnTo>
                  <a:lnTo>
                    <a:pt x="2589" y="1044023"/>
                  </a:lnTo>
                  <a:lnTo>
                    <a:pt x="2589" y="1040212"/>
                  </a:lnTo>
                  <a:lnTo>
                    <a:pt x="2589" y="1036402"/>
                  </a:lnTo>
                  <a:lnTo>
                    <a:pt x="2589" y="1032592"/>
                  </a:lnTo>
                  <a:lnTo>
                    <a:pt x="2589" y="1028781"/>
                  </a:lnTo>
                  <a:lnTo>
                    <a:pt x="2589" y="1024971"/>
                  </a:lnTo>
                  <a:lnTo>
                    <a:pt x="2589" y="1021161"/>
                  </a:lnTo>
                  <a:lnTo>
                    <a:pt x="2589" y="1017350"/>
                  </a:lnTo>
                  <a:lnTo>
                    <a:pt x="2589" y="1013540"/>
                  </a:lnTo>
                  <a:lnTo>
                    <a:pt x="2589" y="1009730"/>
                  </a:lnTo>
                  <a:lnTo>
                    <a:pt x="2589" y="1005920"/>
                  </a:lnTo>
                  <a:lnTo>
                    <a:pt x="2589" y="1002109"/>
                  </a:lnTo>
                  <a:lnTo>
                    <a:pt x="2589" y="998299"/>
                  </a:lnTo>
                  <a:lnTo>
                    <a:pt x="2589" y="994489"/>
                  </a:lnTo>
                  <a:lnTo>
                    <a:pt x="2589" y="990678"/>
                  </a:lnTo>
                  <a:lnTo>
                    <a:pt x="2589" y="986868"/>
                  </a:lnTo>
                  <a:lnTo>
                    <a:pt x="2589" y="983058"/>
                  </a:lnTo>
                  <a:lnTo>
                    <a:pt x="2589" y="979247"/>
                  </a:lnTo>
                  <a:lnTo>
                    <a:pt x="2589" y="975437"/>
                  </a:lnTo>
                  <a:lnTo>
                    <a:pt x="2589" y="971627"/>
                  </a:lnTo>
                  <a:lnTo>
                    <a:pt x="2589" y="967817"/>
                  </a:lnTo>
                  <a:lnTo>
                    <a:pt x="2589" y="964006"/>
                  </a:lnTo>
                  <a:lnTo>
                    <a:pt x="2589" y="960196"/>
                  </a:lnTo>
                  <a:lnTo>
                    <a:pt x="2589" y="956386"/>
                  </a:lnTo>
                  <a:lnTo>
                    <a:pt x="2589" y="952575"/>
                  </a:lnTo>
                  <a:lnTo>
                    <a:pt x="2589" y="948765"/>
                  </a:lnTo>
                  <a:lnTo>
                    <a:pt x="2589" y="944955"/>
                  </a:lnTo>
                  <a:lnTo>
                    <a:pt x="2589" y="941144"/>
                  </a:lnTo>
                  <a:lnTo>
                    <a:pt x="2589" y="937334"/>
                  </a:lnTo>
                  <a:lnTo>
                    <a:pt x="2589" y="933524"/>
                  </a:lnTo>
                  <a:lnTo>
                    <a:pt x="2589" y="929714"/>
                  </a:lnTo>
                  <a:lnTo>
                    <a:pt x="2589" y="925903"/>
                  </a:lnTo>
                  <a:lnTo>
                    <a:pt x="2589" y="922093"/>
                  </a:lnTo>
                  <a:lnTo>
                    <a:pt x="2589" y="918283"/>
                  </a:lnTo>
                  <a:lnTo>
                    <a:pt x="2589" y="914472"/>
                  </a:lnTo>
                  <a:lnTo>
                    <a:pt x="2589" y="910662"/>
                  </a:lnTo>
                  <a:lnTo>
                    <a:pt x="2589" y="906852"/>
                  </a:lnTo>
                  <a:lnTo>
                    <a:pt x="2589" y="903041"/>
                  </a:lnTo>
                  <a:lnTo>
                    <a:pt x="2589" y="899231"/>
                  </a:lnTo>
                  <a:lnTo>
                    <a:pt x="2589" y="895421"/>
                  </a:lnTo>
                  <a:lnTo>
                    <a:pt x="2589" y="891610"/>
                  </a:lnTo>
                  <a:lnTo>
                    <a:pt x="2589" y="887800"/>
                  </a:lnTo>
                  <a:lnTo>
                    <a:pt x="2589" y="883990"/>
                  </a:lnTo>
                  <a:lnTo>
                    <a:pt x="2589" y="880180"/>
                  </a:lnTo>
                  <a:lnTo>
                    <a:pt x="2589" y="876369"/>
                  </a:lnTo>
                  <a:lnTo>
                    <a:pt x="2589" y="872559"/>
                  </a:lnTo>
                  <a:lnTo>
                    <a:pt x="2589" y="868749"/>
                  </a:lnTo>
                  <a:lnTo>
                    <a:pt x="2589" y="864938"/>
                  </a:lnTo>
                  <a:lnTo>
                    <a:pt x="2589" y="861128"/>
                  </a:lnTo>
                  <a:lnTo>
                    <a:pt x="2589" y="857318"/>
                  </a:lnTo>
                  <a:lnTo>
                    <a:pt x="2589" y="853507"/>
                  </a:lnTo>
                  <a:lnTo>
                    <a:pt x="2589" y="849697"/>
                  </a:lnTo>
                  <a:lnTo>
                    <a:pt x="2589" y="845887"/>
                  </a:lnTo>
                  <a:lnTo>
                    <a:pt x="2589" y="842077"/>
                  </a:lnTo>
                  <a:lnTo>
                    <a:pt x="2589" y="838266"/>
                  </a:lnTo>
                  <a:lnTo>
                    <a:pt x="2589" y="834456"/>
                  </a:lnTo>
                  <a:lnTo>
                    <a:pt x="2589" y="830646"/>
                  </a:lnTo>
                  <a:lnTo>
                    <a:pt x="2589" y="826835"/>
                  </a:lnTo>
                  <a:lnTo>
                    <a:pt x="2589" y="823025"/>
                  </a:lnTo>
                  <a:lnTo>
                    <a:pt x="2589" y="819215"/>
                  </a:lnTo>
                  <a:lnTo>
                    <a:pt x="2589" y="815404"/>
                  </a:lnTo>
                  <a:lnTo>
                    <a:pt x="2589" y="811594"/>
                  </a:lnTo>
                  <a:lnTo>
                    <a:pt x="2589" y="807784"/>
                  </a:lnTo>
                  <a:lnTo>
                    <a:pt x="2589" y="803974"/>
                  </a:lnTo>
                  <a:lnTo>
                    <a:pt x="2589" y="800163"/>
                  </a:lnTo>
                  <a:lnTo>
                    <a:pt x="5179" y="800163"/>
                  </a:lnTo>
                  <a:lnTo>
                    <a:pt x="5179" y="796353"/>
                  </a:lnTo>
                  <a:lnTo>
                    <a:pt x="5179" y="792543"/>
                  </a:lnTo>
                  <a:lnTo>
                    <a:pt x="5179" y="788732"/>
                  </a:lnTo>
                  <a:lnTo>
                    <a:pt x="5179" y="784922"/>
                  </a:lnTo>
                  <a:lnTo>
                    <a:pt x="5179" y="781112"/>
                  </a:lnTo>
                  <a:lnTo>
                    <a:pt x="5179" y="777301"/>
                  </a:lnTo>
                  <a:lnTo>
                    <a:pt x="5179" y="773491"/>
                  </a:lnTo>
                  <a:lnTo>
                    <a:pt x="5179" y="769681"/>
                  </a:lnTo>
                  <a:lnTo>
                    <a:pt x="5179" y="765870"/>
                  </a:lnTo>
                  <a:lnTo>
                    <a:pt x="5179" y="762060"/>
                  </a:lnTo>
                  <a:lnTo>
                    <a:pt x="5179" y="758250"/>
                  </a:lnTo>
                  <a:lnTo>
                    <a:pt x="5179" y="754440"/>
                  </a:lnTo>
                  <a:lnTo>
                    <a:pt x="5179" y="750629"/>
                  </a:lnTo>
                  <a:lnTo>
                    <a:pt x="5179" y="746819"/>
                  </a:lnTo>
                  <a:lnTo>
                    <a:pt x="5179" y="743009"/>
                  </a:lnTo>
                  <a:lnTo>
                    <a:pt x="5179" y="739198"/>
                  </a:lnTo>
                  <a:lnTo>
                    <a:pt x="5179" y="735388"/>
                  </a:lnTo>
                  <a:lnTo>
                    <a:pt x="5179" y="731578"/>
                  </a:lnTo>
                  <a:lnTo>
                    <a:pt x="5179" y="727767"/>
                  </a:lnTo>
                  <a:lnTo>
                    <a:pt x="5179" y="723957"/>
                  </a:lnTo>
                  <a:lnTo>
                    <a:pt x="5179" y="720147"/>
                  </a:lnTo>
                  <a:lnTo>
                    <a:pt x="5179" y="716337"/>
                  </a:lnTo>
                  <a:lnTo>
                    <a:pt x="5179" y="712526"/>
                  </a:lnTo>
                  <a:lnTo>
                    <a:pt x="5179" y="708716"/>
                  </a:lnTo>
                  <a:lnTo>
                    <a:pt x="5179" y="704906"/>
                  </a:lnTo>
                  <a:lnTo>
                    <a:pt x="5179" y="701095"/>
                  </a:lnTo>
                  <a:lnTo>
                    <a:pt x="5179" y="697285"/>
                  </a:lnTo>
                  <a:lnTo>
                    <a:pt x="5179" y="693475"/>
                  </a:lnTo>
                  <a:lnTo>
                    <a:pt x="5179" y="689664"/>
                  </a:lnTo>
                  <a:lnTo>
                    <a:pt x="5179" y="685854"/>
                  </a:lnTo>
                  <a:lnTo>
                    <a:pt x="5179" y="682044"/>
                  </a:lnTo>
                  <a:lnTo>
                    <a:pt x="5179" y="678233"/>
                  </a:lnTo>
                  <a:lnTo>
                    <a:pt x="5179" y="674423"/>
                  </a:lnTo>
                  <a:lnTo>
                    <a:pt x="5179" y="670613"/>
                  </a:lnTo>
                  <a:lnTo>
                    <a:pt x="5179" y="666803"/>
                  </a:lnTo>
                  <a:lnTo>
                    <a:pt x="5179" y="662992"/>
                  </a:lnTo>
                  <a:lnTo>
                    <a:pt x="5179" y="659182"/>
                  </a:lnTo>
                  <a:lnTo>
                    <a:pt x="5179" y="655372"/>
                  </a:lnTo>
                  <a:lnTo>
                    <a:pt x="5179" y="651561"/>
                  </a:lnTo>
                  <a:lnTo>
                    <a:pt x="5179" y="647751"/>
                  </a:lnTo>
                  <a:lnTo>
                    <a:pt x="5179" y="643941"/>
                  </a:lnTo>
                  <a:lnTo>
                    <a:pt x="5179" y="640130"/>
                  </a:lnTo>
                  <a:lnTo>
                    <a:pt x="5179" y="636320"/>
                  </a:lnTo>
                  <a:lnTo>
                    <a:pt x="5179" y="632510"/>
                  </a:lnTo>
                  <a:lnTo>
                    <a:pt x="5179" y="628700"/>
                  </a:lnTo>
                  <a:lnTo>
                    <a:pt x="5179" y="624889"/>
                  </a:lnTo>
                  <a:lnTo>
                    <a:pt x="5179" y="621079"/>
                  </a:lnTo>
                  <a:lnTo>
                    <a:pt x="5179" y="617269"/>
                  </a:lnTo>
                  <a:lnTo>
                    <a:pt x="5179" y="613458"/>
                  </a:lnTo>
                  <a:lnTo>
                    <a:pt x="5179" y="609648"/>
                  </a:lnTo>
                  <a:lnTo>
                    <a:pt x="5179" y="605838"/>
                  </a:lnTo>
                  <a:lnTo>
                    <a:pt x="5179" y="602027"/>
                  </a:lnTo>
                  <a:lnTo>
                    <a:pt x="5179" y="598217"/>
                  </a:lnTo>
                  <a:lnTo>
                    <a:pt x="5179" y="594407"/>
                  </a:lnTo>
                  <a:lnTo>
                    <a:pt x="5179" y="590597"/>
                  </a:lnTo>
                  <a:lnTo>
                    <a:pt x="5179" y="586786"/>
                  </a:lnTo>
                  <a:lnTo>
                    <a:pt x="5179" y="582976"/>
                  </a:lnTo>
                  <a:lnTo>
                    <a:pt x="5179" y="579166"/>
                  </a:lnTo>
                  <a:lnTo>
                    <a:pt x="5179" y="575355"/>
                  </a:lnTo>
                  <a:lnTo>
                    <a:pt x="5179" y="571545"/>
                  </a:lnTo>
                  <a:lnTo>
                    <a:pt x="5179" y="567735"/>
                  </a:lnTo>
                  <a:lnTo>
                    <a:pt x="5179" y="563924"/>
                  </a:lnTo>
                  <a:lnTo>
                    <a:pt x="5179" y="560114"/>
                  </a:lnTo>
                  <a:lnTo>
                    <a:pt x="5179" y="556304"/>
                  </a:lnTo>
                  <a:lnTo>
                    <a:pt x="5179" y="552493"/>
                  </a:lnTo>
                  <a:lnTo>
                    <a:pt x="5179" y="548683"/>
                  </a:lnTo>
                  <a:lnTo>
                    <a:pt x="5179" y="544873"/>
                  </a:lnTo>
                  <a:lnTo>
                    <a:pt x="5179" y="541063"/>
                  </a:lnTo>
                  <a:lnTo>
                    <a:pt x="5179" y="537252"/>
                  </a:lnTo>
                  <a:lnTo>
                    <a:pt x="7768" y="537252"/>
                  </a:lnTo>
                  <a:lnTo>
                    <a:pt x="7768" y="533442"/>
                  </a:lnTo>
                  <a:lnTo>
                    <a:pt x="7768" y="529632"/>
                  </a:lnTo>
                  <a:lnTo>
                    <a:pt x="7768" y="525821"/>
                  </a:lnTo>
                  <a:lnTo>
                    <a:pt x="7768" y="522011"/>
                  </a:lnTo>
                  <a:lnTo>
                    <a:pt x="7768" y="518201"/>
                  </a:lnTo>
                  <a:lnTo>
                    <a:pt x="7768" y="514390"/>
                  </a:lnTo>
                  <a:lnTo>
                    <a:pt x="7768" y="510580"/>
                  </a:lnTo>
                  <a:lnTo>
                    <a:pt x="7768" y="506770"/>
                  </a:lnTo>
                  <a:lnTo>
                    <a:pt x="7768" y="502960"/>
                  </a:lnTo>
                  <a:lnTo>
                    <a:pt x="7768" y="499149"/>
                  </a:lnTo>
                  <a:lnTo>
                    <a:pt x="7768" y="495339"/>
                  </a:lnTo>
                  <a:lnTo>
                    <a:pt x="7768" y="491529"/>
                  </a:lnTo>
                  <a:lnTo>
                    <a:pt x="7768" y="487718"/>
                  </a:lnTo>
                  <a:lnTo>
                    <a:pt x="7768" y="483908"/>
                  </a:lnTo>
                  <a:lnTo>
                    <a:pt x="7768" y="480098"/>
                  </a:lnTo>
                  <a:lnTo>
                    <a:pt x="7768" y="476287"/>
                  </a:lnTo>
                  <a:lnTo>
                    <a:pt x="7768" y="472477"/>
                  </a:lnTo>
                  <a:lnTo>
                    <a:pt x="7768" y="468667"/>
                  </a:lnTo>
                  <a:lnTo>
                    <a:pt x="10358" y="468667"/>
                  </a:lnTo>
                  <a:lnTo>
                    <a:pt x="10358" y="464857"/>
                  </a:lnTo>
                  <a:lnTo>
                    <a:pt x="10358" y="461046"/>
                  </a:lnTo>
                  <a:lnTo>
                    <a:pt x="10358" y="457236"/>
                  </a:lnTo>
                  <a:lnTo>
                    <a:pt x="10358" y="453426"/>
                  </a:lnTo>
                  <a:lnTo>
                    <a:pt x="10358" y="449615"/>
                  </a:lnTo>
                  <a:lnTo>
                    <a:pt x="10358" y="445805"/>
                  </a:lnTo>
                  <a:lnTo>
                    <a:pt x="12948" y="445805"/>
                  </a:lnTo>
                  <a:lnTo>
                    <a:pt x="12948" y="441995"/>
                  </a:lnTo>
                  <a:lnTo>
                    <a:pt x="12948" y="438184"/>
                  </a:lnTo>
                  <a:lnTo>
                    <a:pt x="12948" y="434374"/>
                  </a:lnTo>
                  <a:lnTo>
                    <a:pt x="12948" y="430564"/>
                  </a:lnTo>
                  <a:lnTo>
                    <a:pt x="15537" y="430564"/>
                  </a:lnTo>
                  <a:lnTo>
                    <a:pt x="15537" y="426753"/>
                  </a:lnTo>
                  <a:lnTo>
                    <a:pt x="15537" y="422943"/>
                  </a:lnTo>
                  <a:lnTo>
                    <a:pt x="15537" y="419133"/>
                  </a:lnTo>
                  <a:lnTo>
                    <a:pt x="15537" y="415323"/>
                  </a:lnTo>
                  <a:lnTo>
                    <a:pt x="15537" y="411512"/>
                  </a:lnTo>
                  <a:lnTo>
                    <a:pt x="15537" y="407702"/>
                  </a:lnTo>
                  <a:lnTo>
                    <a:pt x="15537" y="403892"/>
                  </a:lnTo>
                  <a:lnTo>
                    <a:pt x="15537" y="400081"/>
                  </a:lnTo>
                  <a:lnTo>
                    <a:pt x="15537" y="396271"/>
                  </a:lnTo>
                  <a:lnTo>
                    <a:pt x="15537" y="392461"/>
                  </a:lnTo>
                  <a:lnTo>
                    <a:pt x="15537" y="388650"/>
                  </a:lnTo>
                  <a:lnTo>
                    <a:pt x="15537" y="384840"/>
                  </a:lnTo>
                  <a:lnTo>
                    <a:pt x="15537" y="381030"/>
                  </a:lnTo>
                  <a:lnTo>
                    <a:pt x="15537" y="377220"/>
                  </a:lnTo>
                  <a:lnTo>
                    <a:pt x="15537" y="373409"/>
                  </a:lnTo>
                  <a:lnTo>
                    <a:pt x="15537" y="369599"/>
                  </a:lnTo>
                  <a:lnTo>
                    <a:pt x="15537" y="365789"/>
                  </a:lnTo>
                  <a:lnTo>
                    <a:pt x="15537" y="361978"/>
                  </a:lnTo>
                  <a:lnTo>
                    <a:pt x="15537" y="358168"/>
                  </a:lnTo>
                  <a:lnTo>
                    <a:pt x="15537" y="354358"/>
                  </a:lnTo>
                  <a:lnTo>
                    <a:pt x="18127" y="354358"/>
                  </a:lnTo>
                  <a:lnTo>
                    <a:pt x="20716" y="354358"/>
                  </a:lnTo>
                  <a:lnTo>
                    <a:pt x="20716" y="350547"/>
                  </a:lnTo>
                  <a:lnTo>
                    <a:pt x="20716" y="346737"/>
                  </a:lnTo>
                  <a:lnTo>
                    <a:pt x="23306" y="346737"/>
                  </a:lnTo>
                  <a:lnTo>
                    <a:pt x="23306" y="342927"/>
                  </a:lnTo>
                  <a:lnTo>
                    <a:pt x="23306" y="339116"/>
                  </a:lnTo>
                  <a:lnTo>
                    <a:pt x="23306" y="335306"/>
                  </a:lnTo>
                  <a:lnTo>
                    <a:pt x="23306" y="331496"/>
                  </a:lnTo>
                  <a:lnTo>
                    <a:pt x="23306" y="327686"/>
                  </a:lnTo>
                  <a:lnTo>
                    <a:pt x="23306" y="323875"/>
                  </a:lnTo>
                  <a:lnTo>
                    <a:pt x="23306" y="320065"/>
                  </a:lnTo>
                  <a:lnTo>
                    <a:pt x="23306" y="316255"/>
                  </a:lnTo>
                  <a:lnTo>
                    <a:pt x="23306" y="312444"/>
                  </a:lnTo>
                  <a:lnTo>
                    <a:pt x="23306" y="308634"/>
                  </a:lnTo>
                  <a:lnTo>
                    <a:pt x="23306" y="304824"/>
                  </a:lnTo>
                  <a:lnTo>
                    <a:pt x="23306" y="301013"/>
                  </a:lnTo>
                  <a:lnTo>
                    <a:pt x="23306" y="297203"/>
                  </a:lnTo>
                  <a:lnTo>
                    <a:pt x="23306" y="293393"/>
                  </a:lnTo>
                  <a:lnTo>
                    <a:pt x="23306" y="289583"/>
                  </a:lnTo>
                  <a:lnTo>
                    <a:pt x="23306" y="285772"/>
                  </a:lnTo>
                  <a:lnTo>
                    <a:pt x="23306" y="281962"/>
                  </a:lnTo>
                  <a:lnTo>
                    <a:pt x="23306" y="278152"/>
                  </a:lnTo>
                  <a:lnTo>
                    <a:pt x="25896" y="278152"/>
                  </a:lnTo>
                  <a:lnTo>
                    <a:pt x="25896" y="274341"/>
                  </a:lnTo>
                  <a:lnTo>
                    <a:pt x="25896" y="270531"/>
                  </a:lnTo>
                  <a:lnTo>
                    <a:pt x="25896" y="266721"/>
                  </a:lnTo>
                  <a:lnTo>
                    <a:pt x="25896" y="262910"/>
                  </a:lnTo>
                  <a:lnTo>
                    <a:pt x="25896" y="259100"/>
                  </a:lnTo>
                  <a:lnTo>
                    <a:pt x="25896" y="255290"/>
                  </a:lnTo>
                  <a:lnTo>
                    <a:pt x="28485" y="255290"/>
                  </a:lnTo>
                  <a:lnTo>
                    <a:pt x="31075" y="255290"/>
                  </a:lnTo>
                  <a:lnTo>
                    <a:pt x="31075" y="251480"/>
                  </a:lnTo>
                  <a:lnTo>
                    <a:pt x="31075" y="247669"/>
                  </a:lnTo>
                  <a:lnTo>
                    <a:pt x="33664" y="247669"/>
                  </a:lnTo>
                  <a:lnTo>
                    <a:pt x="33664" y="243859"/>
                  </a:lnTo>
                  <a:lnTo>
                    <a:pt x="33664" y="240049"/>
                  </a:lnTo>
                  <a:lnTo>
                    <a:pt x="33664" y="236238"/>
                  </a:lnTo>
                  <a:lnTo>
                    <a:pt x="33664" y="232428"/>
                  </a:lnTo>
                  <a:lnTo>
                    <a:pt x="36254" y="232428"/>
                  </a:lnTo>
                  <a:lnTo>
                    <a:pt x="36254" y="228618"/>
                  </a:lnTo>
                  <a:lnTo>
                    <a:pt x="38844" y="228618"/>
                  </a:lnTo>
                  <a:lnTo>
                    <a:pt x="38844" y="224807"/>
                  </a:lnTo>
                  <a:lnTo>
                    <a:pt x="41433" y="224807"/>
                  </a:lnTo>
                  <a:lnTo>
                    <a:pt x="41433" y="220997"/>
                  </a:lnTo>
                  <a:lnTo>
                    <a:pt x="44023" y="220997"/>
                  </a:lnTo>
                  <a:lnTo>
                    <a:pt x="44023" y="217187"/>
                  </a:lnTo>
                  <a:lnTo>
                    <a:pt x="46613" y="217187"/>
                  </a:lnTo>
                  <a:lnTo>
                    <a:pt x="46613" y="213376"/>
                  </a:lnTo>
                  <a:lnTo>
                    <a:pt x="46613" y="209566"/>
                  </a:lnTo>
                  <a:lnTo>
                    <a:pt x="46613" y="205756"/>
                  </a:lnTo>
                  <a:lnTo>
                    <a:pt x="49202" y="205756"/>
                  </a:lnTo>
                  <a:lnTo>
                    <a:pt x="49202" y="201946"/>
                  </a:lnTo>
                  <a:lnTo>
                    <a:pt x="49202" y="198135"/>
                  </a:lnTo>
                  <a:lnTo>
                    <a:pt x="49202" y="194325"/>
                  </a:lnTo>
                  <a:lnTo>
                    <a:pt x="49202" y="190515"/>
                  </a:lnTo>
                  <a:lnTo>
                    <a:pt x="51792" y="190515"/>
                  </a:lnTo>
                  <a:lnTo>
                    <a:pt x="51792" y="186704"/>
                  </a:lnTo>
                  <a:lnTo>
                    <a:pt x="51792" y="182894"/>
                  </a:lnTo>
                  <a:lnTo>
                    <a:pt x="51792" y="179084"/>
                  </a:lnTo>
                  <a:lnTo>
                    <a:pt x="54381" y="179084"/>
                  </a:lnTo>
                  <a:lnTo>
                    <a:pt x="54381" y="175273"/>
                  </a:lnTo>
                  <a:lnTo>
                    <a:pt x="54381" y="171463"/>
                  </a:lnTo>
                  <a:lnTo>
                    <a:pt x="54381" y="167653"/>
                  </a:lnTo>
                  <a:lnTo>
                    <a:pt x="54381" y="163843"/>
                  </a:lnTo>
                  <a:lnTo>
                    <a:pt x="54381" y="160032"/>
                  </a:lnTo>
                  <a:lnTo>
                    <a:pt x="54381" y="156222"/>
                  </a:lnTo>
                  <a:lnTo>
                    <a:pt x="54381" y="152412"/>
                  </a:lnTo>
                  <a:lnTo>
                    <a:pt x="56971" y="152412"/>
                  </a:lnTo>
                  <a:lnTo>
                    <a:pt x="59561" y="152412"/>
                  </a:lnTo>
                  <a:lnTo>
                    <a:pt x="62150" y="152412"/>
                  </a:lnTo>
                  <a:lnTo>
                    <a:pt x="64740" y="152412"/>
                  </a:lnTo>
                  <a:lnTo>
                    <a:pt x="64740" y="148601"/>
                  </a:lnTo>
                  <a:lnTo>
                    <a:pt x="64740" y="144791"/>
                  </a:lnTo>
                  <a:lnTo>
                    <a:pt x="64740" y="140981"/>
                  </a:lnTo>
                  <a:lnTo>
                    <a:pt x="64740" y="137170"/>
                  </a:lnTo>
                  <a:lnTo>
                    <a:pt x="67329" y="137170"/>
                  </a:lnTo>
                  <a:lnTo>
                    <a:pt x="67329" y="133360"/>
                  </a:lnTo>
                  <a:lnTo>
                    <a:pt x="67329" y="129550"/>
                  </a:lnTo>
                  <a:lnTo>
                    <a:pt x="67329" y="125740"/>
                  </a:lnTo>
                  <a:lnTo>
                    <a:pt x="67329" y="121929"/>
                  </a:lnTo>
                  <a:lnTo>
                    <a:pt x="67329" y="118119"/>
                  </a:lnTo>
                  <a:lnTo>
                    <a:pt x="67329" y="114309"/>
                  </a:lnTo>
                  <a:lnTo>
                    <a:pt x="67329" y="110498"/>
                  </a:lnTo>
                  <a:lnTo>
                    <a:pt x="67329" y="106688"/>
                  </a:lnTo>
                  <a:lnTo>
                    <a:pt x="69919" y="106688"/>
                  </a:lnTo>
                  <a:lnTo>
                    <a:pt x="72509" y="106688"/>
                  </a:lnTo>
                  <a:lnTo>
                    <a:pt x="75098" y="106688"/>
                  </a:lnTo>
                  <a:lnTo>
                    <a:pt x="75098" y="102878"/>
                  </a:lnTo>
                  <a:lnTo>
                    <a:pt x="75098" y="99067"/>
                  </a:lnTo>
                  <a:lnTo>
                    <a:pt x="75098" y="95257"/>
                  </a:lnTo>
                  <a:lnTo>
                    <a:pt x="75098" y="91447"/>
                  </a:lnTo>
                  <a:lnTo>
                    <a:pt x="75098" y="87636"/>
                  </a:lnTo>
                  <a:lnTo>
                    <a:pt x="77688" y="87636"/>
                  </a:lnTo>
                  <a:lnTo>
                    <a:pt x="80277" y="87636"/>
                  </a:lnTo>
                  <a:lnTo>
                    <a:pt x="82867" y="87636"/>
                  </a:lnTo>
                  <a:lnTo>
                    <a:pt x="85457" y="87636"/>
                  </a:lnTo>
                  <a:lnTo>
                    <a:pt x="88046" y="87636"/>
                  </a:lnTo>
                  <a:lnTo>
                    <a:pt x="88046" y="83826"/>
                  </a:lnTo>
                  <a:lnTo>
                    <a:pt x="90636" y="83826"/>
                  </a:lnTo>
                  <a:lnTo>
                    <a:pt x="93226" y="83826"/>
                  </a:lnTo>
                  <a:lnTo>
                    <a:pt x="95815" y="83826"/>
                  </a:lnTo>
                  <a:lnTo>
                    <a:pt x="98405" y="83826"/>
                  </a:lnTo>
                  <a:lnTo>
                    <a:pt x="100994" y="83826"/>
                  </a:lnTo>
                  <a:lnTo>
                    <a:pt x="103584" y="83826"/>
                  </a:lnTo>
                  <a:lnTo>
                    <a:pt x="103584" y="80016"/>
                  </a:lnTo>
                  <a:lnTo>
                    <a:pt x="106174" y="80016"/>
                  </a:lnTo>
                  <a:lnTo>
                    <a:pt x="108763" y="80016"/>
                  </a:lnTo>
                  <a:lnTo>
                    <a:pt x="111353" y="80016"/>
                  </a:lnTo>
                  <a:lnTo>
                    <a:pt x="111353" y="76206"/>
                  </a:lnTo>
                  <a:lnTo>
                    <a:pt x="111353" y="72395"/>
                  </a:lnTo>
                  <a:lnTo>
                    <a:pt x="113942" y="72395"/>
                  </a:lnTo>
                  <a:lnTo>
                    <a:pt x="116532" y="72395"/>
                  </a:lnTo>
                  <a:lnTo>
                    <a:pt x="119122" y="72395"/>
                  </a:lnTo>
                  <a:lnTo>
                    <a:pt x="121711" y="72395"/>
                  </a:lnTo>
                  <a:lnTo>
                    <a:pt x="124301" y="72395"/>
                  </a:lnTo>
                  <a:lnTo>
                    <a:pt x="126890" y="72395"/>
                  </a:lnTo>
                  <a:lnTo>
                    <a:pt x="129480" y="72395"/>
                  </a:lnTo>
                  <a:lnTo>
                    <a:pt x="129480" y="68585"/>
                  </a:lnTo>
                  <a:lnTo>
                    <a:pt x="132070" y="68585"/>
                  </a:lnTo>
                  <a:lnTo>
                    <a:pt x="134659" y="68585"/>
                  </a:lnTo>
                  <a:lnTo>
                    <a:pt x="137249" y="68585"/>
                  </a:lnTo>
                  <a:lnTo>
                    <a:pt x="139839" y="68585"/>
                  </a:lnTo>
                  <a:lnTo>
                    <a:pt x="139839" y="64775"/>
                  </a:lnTo>
                  <a:lnTo>
                    <a:pt x="142428" y="64775"/>
                  </a:lnTo>
                  <a:lnTo>
                    <a:pt x="145018" y="64775"/>
                  </a:lnTo>
                  <a:lnTo>
                    <a:pt x="147607" y="64775"/>
                  </a:lnTo>
                  <a:lnTo>
                    <a:pt x="150197" y="64775"/>
                  </a:lnTo>
                  <a:lnTo>
                    <a:pt x="152787" y="64775"/>
                  </a:lnTo>
                  <a:lnTo>
                    <a:pt x="155376" y="64775"/>
                  </a:lnTo>
                  <a:lnTo>
                    <a:pt x="157966" y="64775"/>
                  </a:lnTo>
                  <a:lnTo>
                    <a:pt x="157966" y="60964"/>
                  </a:lnTo>
                  <a:lnTo>
                    <a:pt x="160555" y="60964"/>
                  </a:lnTo>
                  <a:lnTo>
                    <a:pt x="163145" y="60964"/>
                  </a:lnTo>
                  <a:lnTo>
                    <a:pt x="163145" y="57154"/>
                  </a:lnTo>
                  <a:lnTo>
                    <a:pt x="165735" y="57154"/>
                  </a:lnTo>
                  <a:lnTo>
                    <a:pt x="168324" y="57154"/>
                  </a:lnTo>
                  <a:lnTo>
                    <a:pt x="170914" y="57154"/>
                  </a:lnTo>
                  <a:lnTo>
                    <a:pt x="173503" y="57154"/>
                  </a:lnTo>
                  <a:lnTo>
                    <a:pt x="176093" y="57154"/>
                  </a:lnTo>
                  <a:lnTo>
                    <a:pt x="178683" y="57154"/>
                  </a:lnTo>
                  <a:lnTo>
                    <a:pt x="178683" y="53344"/>
                  </a:lnTo>
                  <a:lnTo>
                    <a:pt x="178683" y="49533"/>
                  </a:lnTo>
                  <a:lnTo>
                    <a:pt x="181272" y="49533"/>
                  </a:lnTo>
                  <a:lnTo>
                    <a:pt x="183862" y="49533"/>
                  </a:lnTo>
                  <a:lnTo>
                    <a:pt x="186452" y="49533"/>
                  </a:lnTo>
                  <a:lnTo>
                    <a:pt x="189041" y="49533"/>
                  </a:lnTo>
                  <a:lnTo>
                    <a:pt x="191631" y="49533"/>
                  </a:lnTo>
                  <a:lnTo>
                    <a:pt x="194220" y="49533"/>
                  </a:lnTo>
                  <a:lnTo>
                    <a:pt x="196810" y="49533"/>
                  </a:lnTo>
                  <a:lnTo>
                    <a:pt x="199400" y="49533"/>
                  </a:lnTo>
                  <a:lnTo>
                    <a:pt x="201989" y="49533"/>
                  </a:lnTo>
                  <a:lnTo>
                    <a:pt x="204579" y="49533"/>
                  </a:lnTo>
                  <a:lnTo>
                    <a:pt x="207168" y="49533"/>
                  </a:lnTo>
                  <a:lnTo>
                    <a:pt x="209758" y="49533"/>
                  </a:lnTo>
                  <a:lnTo>
                    <a:pt x="212348" y="49533"/>
                  </a:lnTo>
                  <a:lnTo>
                    <a:pt x="214937" y="49533"/>
                  </a:lnTo>
                  <a:lnTo>
                    <a:pt x="217527" y="49533"/>
                  </a:lnTo>
                  <a:lnTo>
                    <a:pt x="220116" y="49533"/>
                  </a:lnTo>
                  <a:lnTo>
                    <a:pt x="222706" y="49533"/>
                  </a:lnTo>
                  <a:lnTo>
                    <a:pt x="225296" y="49533"/>
                  </a:lnTo>
                  <a:lnTo>
                    <a:pt x="227885" y="49533"/>
                  </a:lnTo>
                  <a:lnTo>
                    <a:pt x="230475" y="49533"/>
                  </a:lnTo>
                  <a:lnTo>
                    <a:pt x="233065" y="49533"/>
                  </a:lnTo>
                  <a:lnTo>
                    <a:pt x="233065" y="45723"/>
                  </a:lnTo>
                  <a:lnTo>
                    <a:pt x="233065" y="41913"/>
                  </a:lnTo>
                  <a:lnTo>
                    <a:pt x="235654" y="41913"/>
                  </a:lnTo>
                  <a:lnTo>
                    <a:pt x="238244" y="41913"/>
                  </a:lnTo>
                  <a:lnTo>
                    <a:pt x="240833" y="41913"/>
                  </a:lnTo>
                  <a:lnTo>
                    <a:pt x="243423" y="41913"/>
                  </a:lnTo>
                  <a:lnTo>
                    <a:pt x="246013" y="41913"/>
                  </a:lnTo>
                  <a:lnTo>
                    <a:pt x="248602" y="41913"/>
                  </a:lnTo>
                  <a:lnTo>
                    <a:pt x="251192" y="41913"/>
                  </a:lnTo>
                  <a:lnTo>
                    <a:pt x="253781" y="41913"/>
                  </a:lnTo>
                  <a:lnTo>
                    <a:pt x="256371" y="41913"/>
                  </a:lnTo>
                  <a:lnTo>
                    <a:pt x="258961" y="41913"/>
                  </a:lnTo>
                  <a:lnTo>
                    <a:pt x="258961" y="38103"/>
                  </a:lnTo>
                  <a:lnTo>
                    <a:pt x="258961" y="34292"/>
                  </a:lnTo>
                  <a:lnTo>
                    <a:pt x="261550" y="34292"/>
                  </a:lnTo>
                  <a:lnTo>
                    <a:pt x="264140" y="34292"/>
                  </a:lnTo>
                  <a:lnTo>
                    <a:pt x="266729" y="34292"/>
                  </a:lnTo>
                  <a:lnTo>
                    <a:pt x="266729" y="30482"/>
                  </a:lnTo>
                  <a:lnTo>
                    <a:pt x="269319" y="30482"/>
                  </a:lnTo>
                  <a:lnTo>
                    <a:pt x="269319" y="26672"/>
                  </a:lnTo>
                  <a:lnTo>
                    <a:pt x="271909" y="26672"/>
                  </a:lnTo>
                  <a:lnTo>
                    <a:pt x="274498" y="26672"/>
                  </a:lnTo>
                  <a:lnTo>
                    <a:pt x="277088" y="26672"/>
                  </a:lnTo>
                  <a:lnTo>
                    <a:pt x="279678" y="26672"/>
                  </a:lnTo>
                  <a:lnTo>
                    <a:pt x="282267" y="26672"/>
                  </a:lnTo>
                  <a:lnTo>
                    <a:pt x="282267" y="22861"/>
                  </a:lnTo>
                  <a:lnTo>
                    <a:pt x="284857" y="22861"/>
                  </a:lnTo>
                  <a:lnTo>
                    <a:pt x="287446" y="22861"/>
                  </a:lnTo>
                  <a:lnTo>
                    <a:pt x="290036" y="22861"/>
                  </a:lnTo>
                  <a:lnTo>
                    <a:pt x="292626" y="22861"/>
                  </a:lnTo>
                  <a:lnTo>
                    <a:pt x="295215" y="22861"/>
                  </a:lnTo>
                  <a:lnTo>
                    <a:pt x="295215" y="19051"/>
                  </a:lnTo>
                  <a:lnTo>
                    <a:pt x="297805" y="19051"/>
                  </a:lnTo>
                  <a:lnTo>
                    <a:pt x="300394" y="19051"/>
                  </a:lnTo>
                  <a:lnTo>
                    <a:pt x="302984" y="19051"/>
                  </a:lnTo>
                  <a:lnTo>
                    <a:pt x="305574" y="19051"/>
                  </a:lnTo>
                  <a:lnTo>
                    <a:pt x="308163" y="19051"/>
                  </a:lnTo>
                  <a:lnTo>
                    <a:pt x="310753" y="19051"/>
                  </a:lnTo>
                  <a:lnTo>
                    <a:pt x="313342" y="19051"/>
                  </a:lnTo>
                  <a:lnTo>
                    <a:pt x="315932" y="19051"/>
                  </a:lnTo>
                  <a:lnTo>
                    <a:pt x="318522" y="19051"/>
                  </a:lnTo>
                  <a:lnTo>
                    <a:pt x="321111" y="19051"/>
                  </a:lnTo>
                  <a:lnTo>
                    <a:pt x="323701" y="19051"/>
                  </a:lnTo>
                  <a:lnTo>
                    <a:pt x="326291" y="19051"/>
                  </a:lnTo>
                  <a:lnTo>
                    <a:pt x="328880" y="19051"/>
                  </a:lnTo>
                  <a:lnTo>
                    <a:pt x="331470" y="19051"/>
                  </a:lnTo>
                  <a:lnTo>
                    <a:pt x="334059" y="19051"/>
                  </a:lnTo>
                  <a:lnTo>
                    <a:pt x="336649" y="19051"/>
                  </a:lnTo>
                  <a:lnTo>
                    <a:pt x="339239" y="19051"/>
                  </a:lnTo>
                  <a:lnTo>
                    <a:pt x="341828" y="19051"/>
                  </a:lnTo>
                  <a:lnTo>
                    <a:pt x="341828" y="15241"/>
                  </a:lnTo>
                  <a:lnTo>
                    <a:pt x="344418" y="15241"/>
                  </a:lnTo>
                  <a:lnTo>
                    <a:pt x="347007" y="15241"/>
                  </a:lnTo>
                  <a:lnTo>
                    <a:pt x="349597" y="15241"/>
                  </a:lnTo>
                  <a:lnTo>
                    <a:pt x="352187" y="15241"/>
                  </a:lnTo>
                  <a:lnTo>
                    <a:pt x="354776" y="15241"/>
                  </a:lnTo>
                  <a:lnTo>
                    <a:pt x="357366" y="15241"/>
                  </a:lnTo>
                  <a:lnTo>
                    <a:pt x="359955" y="15241"/>
                  </a:lnTo>
                  <a:lnTo>
                    <a:pt x="362545" y="15241"/>
                  </a:lnTo>
                  <a:lnTo>
                    <a:pt x="365135" y="15241"/>
                  </a:lnTo>
                  <a:lnTo>
                    <a:pt x="367724" y="15241"/>
                  </a:lnTo>
                  <a:lnTo>
                    <a:pt x="370314" y="15241"/>
                  </a:lnTo>
                  <a:lnTo>
                    <a:pt x="372904" y="15241"/>
                  </a:lnTo>
                  <a:lnTo>
                    <a:pt x="375493" y="15241"/>
                  </a:lnTo>
                  <a:lnTo>
                    <a:pt x="378083" y="15241"/>
                  </a:lnTo>
                  <a:lnTo>
                    <a:pt x="380672" y="15241"/>
                  </a:lnTo>
                  <a:lnTo>
                    <a:pt x="383262" y="15241"/>
                  </a:lnTo>
                  <a:lnTo>
                    <a:pt x="385852" y="15241"/>
                  </a:lnTo>
                  <a:lnTo>
                    <a:pt x="388441" y="15241"/>
                  </a:lnTo>
                  <a:lnTo>
                    <a:pt x="391031" y="15241"/>
                  </a:lnTo>
                  <a:lnTo>
                    <a:pt x="393620" y="15241"/>
                  </a:lnTo>
                  <a:lnTo>
                    <a:pt x="396210" y="15241"/>
                  </a:lnTo>
                  <a:lnTo>
                    <a:pt x="398800" y="15241"/>
                  </a:lnTo>
                  <a:lnTo>
                    <a:pt x="401389" y="15241"/>
                  </a:lnTo>
                  <a:lnTo>
                    <a:pt x="403979" y="15241"/>
                  </a:lnTo>
                  <a:lnTo>
                    <a:pt x="406568" y="15241"/>
                  </a:lnTo>
                  <a:lnTo>
                    <a:pt x="409158" y="15241"/>
                  </a:lnTo>
                  <a:lnTo>
                    <a:pt x="411748" y="15241"/>
                  </a:lnTo>
                  <a:lnTo>
                    <a:pt x="414337" y="15241"/>
                  </a:lnTo>
                  <a:lnTo>
                    <a:pt x="416927" y="15241"/>
                  </a:lnTo>
                  <a:lnTo>
                    <a:pt x="419517" y="15241"/>
                  </a:lnTo>
                  <a:lnTo>
                    <a:pt x="422106" y="15241"/>
                  </a:lnTo>
                  <a:lnTo>
                    <a:pt x="424696" y="15241"/>
                  </a:lnTo>
                  <a:lnTo>
                    <a:pt x="427285" y="15241"/>
                  </a:lnTo>
                  <a:lnTo>
                    <a:pt x="429875" y="15241"/>
                  </a:lnTo>
                  <a:lnTo>
                    <a:pt x="432465" y="15241"/>
                  </a:lnTo>
                  <a:lnTo>
                    <a:pt x="435054" y="15241"/>
                  </a:lnTo>
                  <a:lnTo>
                    <a:pt x="437644" y="15241"/>
                  </a:lnTo>
                  <a:lnTo>
                    <a:pt x="440233" y="15241"/>
                  </a:lnTo>
                  <a:lnTo>
                    <a:pt x="442823" y="15241"/>
                  </a:lnTo>
                  <a:lnTo>
                    <a:pt x="445413" y="15241"/>
                  </a:lnTo>
                  <a:lnTo>
                    <a:pt x="448002" y="15241"/>
                  </a:lnTo>
                  <a:lnTo>
                    <a:pt x="450592" y="15241"/>
                  </a:lnTo>
                  <a:lnTo>
                    <a:pt x="453181" y="15241"/>
                  </a:lnTo>
                  <a:lnTo>
                    <a:pt x="455771" y="15241"/>
                  </a:lnTo>
                  <a:lnTo>
                    <a:pt x="458361" y="15241"/>
                  </a:lnTo>
                  <a:lnTo>
                    <a:pt x="460950" y="15241"/>
                  </a:lnTo>
                  <a:lnTo>
                    <a:pt x="463540" y="15241"/>
                  </a:lnTo>
                  <a:lnTo>
                    <a:pt x="466130" y="15241"/>
                  </a:lnTo>
                  <a:lnTo>
                    <a:pt x="468719" y="15241"/>
                  </a:lnTo>
                  <a:lnTo>
                    <a:pt x="471309" y="15241"/>
                  </a:lnTo>
                  <a:lnTo>
                    <a:pt x="473898" y="15241"/>
                  </a:lnTo>
                  <a:lnTo>
                    <a:pt x="476488" y="15241"/>
                  </a:lnTo>
                  <a:lnTo>
                    <a:pt x="479078" y="15241"/>
                  </a:lnTo>
                  <a:lnTo>
                    <a:pt x="481667" y="15241"/>
                  </a:lnTo>
                  <a:lnTo>
                    <a:pt x="484257" y="15241"/>
                  </a:lnTo>
                  <a:lnTo>
                    <a:pt x="486846" y="15241"/>
                  </a:lnTo>
                  <a:lnTo>
                    <a:pt x="489436" y="15241"/>
                  </a:lnTo>
                  <a:lnTo>
                    <a:pt x="492026" y="15241"/>
                  </a:lnTo>
                  <a:lnTo>
                    <a:pt x="494615" y="15241"/>
                  </a:lnTo>
                  <a:lnTo>
                    <a:pt x="497205" y="15241"/>
                  </a:lnTo>
                  <a:lnTo>
                    <a:pt x="499794" y="15241"/>
                  </a:lnTo>
                  <a:lnTo>
                    <a:pt x="502384" y="15241"/>
                  </a:lnTo>
                  <a:lnTo>
                    <a:pt x="504974" y="15241"/>
                  </a:lnTo>
                  <a:lnTo>
                    <a:pt x="507563" y="15241"/>
                  </a:lnTo>
                  <a:lnTo>
                    <a:pt x="510153" y="15241"/>
                  </a:lnTo>
                  <a:lnTo>
                    <a:pt x="510153" y="11430"/>
                  </a:lnTo>
                  <a:lnTo>
                    <a:pt x="512743" y="11430"/>
                  </a:lnTo>
                  <a:lnTo>
                    <a:pt x="515332" y="11430"/>
                  </a:lnTo>
                  <a:lnTo>
                    <a:pt x="517922" y="11430"/>
                  </a:lnTo>
                  <a:lnTo>
                    <a:pt x="520511" y="11430"/>
                  </a:lnTo>
                  <a:lnTo>
                    <a:pt x="523101" y="11430"/>
                  </a:lnTo>
                  <a:lnTo>
                    <a:pt x="525691" y="11430"/>
                  </a:lnTo>
                  <a:lnTo>
                    <a:pt x="528280" y="11430"/>
                  </a:lnTo>
                  <a:lnTo>
                    <a:pt x="530870" y="11430"/>
                  </a:lnTo>
                  <a:lnTo>
                    <a:pt x="533459" y="11430"/>
                  </a:lnTo>
                  <a:lnTo>
                    <a:pt x="536049" y="11430"/>
                  </a:lnTo>
                  <a:lnTo>
                    <a:pt x="538639" y="11430"/>
                  </a:lnTo>
                  <a:lnTo>
                    <a:pt x="541228" y="11430"/>
                  </a:lnTo>
                  <a:lnTo>
                    <a:pt x="543818" y="11430"/>
                  </a:lnTo>
                  <a:lnTo>
                    <a:pt x="546407" y="11430"/>
                  </a:lnTo>
                  <a:lnTo>
                    <a:pt x="548997" y="11430"/>
                  </a:lnTo>
                  <a:lnTo>
                    <a:pt x="551587" y="11430"/>
                  </a:lnTo>
                  <a:lnTo>
                    <a:pt x="554176" y="11430"/>
                  </a:lnTo>
                  <a:lnTo>
                    <a:pt x="556766" y="11430"/>
                  </a:lnTo>
                  <a:lnTo>
                    <a:pt x="559356" y="11430"/>
                  </a:lnTo>
                  <a:lnTo>
                    <a:pt x="561945" y="11430"/>
                  </a:lnTo>
                  <a:lnTo>
                    <a:pt x="564535" y="11430"/>
                  </a:lnTo>
                  <a:lnTo>
                    <a:pt x="567124" y="11430"/>
                  </a:lnTo>
                  <a:lnTo>
                    <a:pt x="569714" y="11430"/>
                  </a:lnTo>
                  <a:lnTo>
                    <a:pt x="572304" y="11430"/>
                  </a:lnTo>
                  <a:lnTo>
                    <a:pt x="574893" y="11430"/>
                  </a:lnTo>
                  <a:lnTo>
                    <a:pt x="577483" y="11430"/>
                  </a:lnTo>
                  <a:lnTo>
                    <a:pt x="580072" y="11430"/>
                  </a:lnTo>
                  <a:lnTo>
                    <a:pt x="582662" y="11430"/>
                  </a:lnTo>
                  <a:lnTo>
                    <a:pt x="585252" y="11430"/>
                  </a:lnTo>
                  <a:lnTo>
                    <a:pt x="587841" y="11430"/>
                  </a:lnTo>
                  <a:lnTo>
                    <a:pt x="590431" y="11430"/>
                  </a:lnTo>
                  <a:lnTo>
                    <a:pt x="593020" y="11430"/>
                  </a:lnTo>
                  <a:lnTo>
                    <a:pt x="595610" y="11430"/>
                  </a:lnTo>
                  <a:lnTo>
                    <a:pt x="598200" y="11430"/>
                  </a:lnTo>
                  <a:lnTo>
                    <a:pt x="600789" y="11430"/>
                  </a:lnTo>
                  <a:lnTo>
                    <a:pt x="603379" y="11430"/>
                  </a:lnTo>
                  <a:lnTo>
                    <a:pt x="605969" y="11430"/>
                  </a:lnTo>
                  <a:lnTo>
                    <a:pt x="608558" y="11430"/>
                  </a:lnTo>
                  <a:lnTo>
                    <a:pt x="611148" y="11430"/>
                  </a:lnTo>
                  <a:lnTo>
                    <a:pt x="611148" y="7620"/>
                  </a:lnTo>
                  <a:lnTo>
                    <a:pt x="613737" y="7620"/>
                  </a:lnTo>
                  <a:lnTo>
                    <a:pt x="616327" y="7620"/>
                  </a:lnTo>
                  <a:lnTo>
                    <a:pt x="618917" y="7620"/>
                  </a:lnTo>
                  <a:lnTo>
                    <a:pt x="621506" y="7620"/>
                  </a:lnTo>
                  <a:lnTo>
                    <a:pt x="624096" y="7620"/>
                  </a:lnTo>
                  <a:lnTo>
                    <a:pt x="626685" y="7620"/>
                  </a:lnTo>
                  <a:lnTo>
                    <a:pt x="629275" y="7620"/>
                  </a:lnTo>
                  <a:lnTo>
                    <a:pt x="631865" y="7620"/>
                  </a:lnTo>
                  <a:lnTo>
                    <a:pt x="634454" y="7620"/>
                  </a:lnTo>
                  <a:lnTo>
                    <a:pt x="637044" y="7620"/>
                  </a:lnTo>
                  <a:lnTo>
                    <a:pt x="639633" y="7620"/>
                  </a:lnTo>
                  <a:lnTo>
                    <a:pt x="642223" y="7620"/>
                  </a:lnTo>
                  <a:lnTo>
                    <a:pt x="644813" y="7620"/>
                  </a:lnTo>
                  <a:lnTo>
                    <a:pt x="647402" y="7620"/>
                  </a:lnTo>
                  <a:lnTo>
                    <a:pt x="649992" y="7620"/>
                  </a:lnTo>
                  <a:lnTo>
                    <a:pt x="652582" y="7620"/>
                  </a:lnTo>
                  <a:lnTo>
                    <a:pt x="655171" y="7620"/>
                  </a:lnTo>
                  <a:lnTo>
                    <a:pt x="657761" y="7620"/>
                  </a:lnTo>
                  <a:lnTo>
                    <a:pt x="660350" y="7620"/>
                  </a:lnTo>
                  <a:lnTo>
                    <a:pt x="662940" y="7620"/>
                  </a:lnTo>
                  <a:lnTo>
                    <a:pt x="665530" y="7620"/>
                  </a:lnTo>
                  <a:lnTo>
                    <a:pt x="668119" y="7620"/>
                  </a:lnTo>
                  <a:lnTo>
                    <a:pt x="670709" y="7620"/>
                  </a:lnTo>
                  <a:lnTo>
                    <a:pt x="673298" y="7620"/>
                  </a:lnTo>
                  <a:lnTo>
                    <a:pt x="675888" y="7620"/>
                  </a:lnTo>
                  <a:lnTo>
                    <a:pt x="678478" y="7620"/>
                  </a:lnTo>
                  <a:lnTo>
                    <a:pt x="681067" y="7620"/>
                  </a:lnTo>
                  <a:lnTo>
                    <a:pt x="683657" y="7620"/>
                  </a:lnTo>
                  <a:lnTo>
                    <a:pt x="686246" y="7620"/>
                  </a:lnTo>
                  <a:lnTo>
                    <a:pt x="688836" y="7620"/>
                  </a:lnTo>
                  <a:lnTo>
                    <a:pt x="691426" y="7620"/>
                  </a:lnTo>
                  <a:lnTo>
                    <a:pt x="694015" y="7620"/>
                  </a:lnTo>
                  <a:lnTo>
                    <a:pt x="696605" y="7620"/>
                  </a:lnTo>
                  <a:lnTo>
                    <a:pt x="699195" y="7620"/>
                  </a:lnTo>
                  <a:lnTo>
                    <a:pt x="701784" y="7620"/>
                  </a:lnTo>
                  <a:lnTo>
                    <a:pt x="704374" y="7620"/>
                  </a:lnTo>
                  <a:lnTo>
                    <a:pt x="706963" y="7620"/>
                  </a:lnTo>
                  <a:lnTo>
                    <a:pt x="709553" y="7620"/>
                  </a:lnTo>
                  <a:lnTo>
                    <a:pt x="712143" y="7620"/>
                  </a:lnTo>
                  <a:lnTo>
                    <a:pt x="714732" y="7620"/>
                  </a:lnTo>
                  <a:lnTo>
                    <a:pt x="717322" y="7620"/>
                  </a:lnTo>
                  <a:lnTo>
                    <a:pt x="719911" y="7620"/>
                  </a:lnTo>
                  <a:lnTo>
                    <a:pt x="722501" y="7620"/>
                  </a:lnTo>
                  <a:lnTo>
                    <a:pt x="725091" y="7620"/>
                  </a:lnTo>
                  <a:lnTo>
                    <a:pt x="727680" y="7620"/>
                  </a:lnTo>
                  <a:lnTo>
                    <a:pt x="730270" y="7620"/>
                  </a:lnTo>
                  <a:lnTo>
                    <a:pt x="732859" y="7620"/>
                  </a:lnTo>
                  <a:lnTo>
                    <a:pt x="735449" y="7620"/>
                  </a:lnTo>
                  <a:lnTo>
                    <a:pt x="738039" y="7620"/>
                  </a:lnTo>
                  <a:lnTo>
                    <a:pt x="740628" y="7620"/>
                  </a:lnTo>
                  <a:lnTo>
                    <a:pt x="743218" y="7620"/>
                  </a:lnTo>
                  <a:lnTo>
                    <a:pt x="745808" y="7620"/>
                  </a:lnTo>
                  <a:lnTo>
                    <a:pt x="748397" y="7620"/>
                  </a:lnTo>
                  <a:lnTo>
                    <a:pt x="750987" y="7620"/>
                  </a:lnTo>
                  <a:lnTo>
                    <a:pt x="753576" y="7620"/>
                  </a:lnTo>
                  <a:lnTo>
                    <a:pt x="756166" y="7620"/>
                  </a:lnTo>
                  <a:lnTo>
                    <a:pt x="758756" y="7620"/>
                  </a:lnTo>
                  <a:lnTo>
                    <a:pt x="761345" y="7620"/>
                  </a:lnTo>
                  <a:lnTo>
                    <a:pt x="763935" y="7620"/>
                  </a:lnTo>
                  <a:lnTo>
                    <a:pt x="766524" y="7620"/>
                  </a:lnTo>
                  <a:lnTo>
                    <a:pt x="769114" y="7620"/>
                  </a:lnTo>
                  <a:lnTo>
                    <a:pt x="771704" y="7620"/>
                  </a:lnTo>
                  <a:lnTo>
                    <a:pt x="774293" y="7620"/>
                  </a:lnTo>
                  <a:lnTo>
                    <a:pt x="776883" y="7620"/>
                  </a:lnTo>
                  <a:lnTo>
                    <a:pt x="779472" y="7620"/>
                  </a:lnTo>
                  <a:lnTo>
                    <a:pt x="782062" y="7620"/>
                  </a:lnTo>
                  <a:lnTo>
                    <a:pt x="782062" y="3810"/>
                  </a:lnTo>
                  <a:lnTo>
                    <a:pt x="784652" y="3810"/>
                  </a:lnTo>
                  <a:lnTo>
                    <a:pt x="787241" y="3810"/>
                  </a:lnTo>
                  <a:lnTo>
                    <a:pt x="789831" y="3810"/>
                  </a:lnTo>
                  <a:lnTo>
                    <a:pt x="792421" y="3810"/>
                  </a:lnTo>
                  <a:lnTo>
                    <a:pt x="795010" y="3810"/>
                  </a:lnTo>
                  <a:lnTo>
                    <a:pt x="797600" y="3810"/>
                  </a:lnTo>
                  <a:lnTo>
                    <a:pt x="800189" y="3810"/>
                  </a:lnTo>
                  <a:lnTo>
                    <a:pt x="802779" y="3810"/>
                  </a:lnTo>
                  <a:lnTo>
                    <a:pt x="805369" y="3810"/>
                  </a:lnTo>
                  <a:lnTo>
                    <a:pt x="807958" y="3810"/>
                  </a:lnTo>
                  <a:lnTo>
                    <a:pt x="810548" y="3810"/>
                  </a:lnTo>
                  <a:lnTo>
                    <a:pt x="813137" y="3810"/>
                  </a:lnTo>
                  <a:lnTo>
                    <a:pt x="815727" y="3810"/>
                  </a:lnTo>
                  <a:lnTo>
                    <a:pt x="818317" y="3810"/>
                  </a:lnTo>
                  <a:lnTo>
                    <a:pt x="820906" y="3810"/>
                  </a:lnTo>
                  <a:lnTo>
                    <a:pt x="823496" y="3810"/>
                  </a:lnTo>
                  <a:lnTo>
                    <a:pt x="826085" y="3810"/>
                  </a:lnTo>
                  <a:lnTo>
                    <a:pt x="828675" y="3810"/>
                  </a:lnTo>
                  <a:lnTo>
                    <a:pt x="831265" y="3810"/>
                  </a:lnTo>
                  <a:lnTo>
                    <a:pt x="833854" y="3810"/>
                  </a:lnTo>
                  <a:lnTo>
                    <a:pt x="836444" y="3810"/>
                  </a:lnTo>
                  <a:lnTo>
                    <a:pt x="839034" y="3810"/>
                  </a:lnTo>
                  <a:lnTo>
                    <a:pt x="841623" y="3810"/>
                  </a:lnTo>
                  <a:lnTo>
                    <a:pt x="844213" y="3810"/>
                  </a:lnTo>
                  <a:lnTo>
                    <a:pt x="846802" y="3810"/>
                  </a:lnTo>
                  <a:lnTo>
                    <a:pt x="849392" y="3810"/>
                  </a:lnTo>
                  <a:lnTo>
                    <a:pt x="851982" y="3810"/>
                  </a:lnTo>
                  <a:lnTo>
                    <a:pt x="854571" y="3810"/>
                  </a:lnTo>
                  <a:lnTo>
                    <a:pt x="857161" y="3810"/>
                  </a:lnTo>
                  <a:lnTo>
                    <a:pt x="859750" y="3810"/>
                  </a:lnTo>
                  <a:lnTo>
                    <a:pt x="862340" y="3810"/>
                  </a:lnTo>
                  <a:lnTo>
                    <a:pt x="864930" y="3810"/>
                  </a:lnTo>
                  <a:lnTo>
                    <a:pt x="867519" y="3810"/>
                  </a:lnTo>
                  <a:lnTo>
                    <a:pt x="870109" y="3810"/>
                  </a:lnTo>
                  <a:lnTo>
                    <a:pt x="872698" y="3810"/>
                  </a:lnTo>
                  <a:lnTo>
                    <a:pt x="875288" y="3810"/>
                  </a:lnTo>
                  <a:lnTo>
                    <a:pt x="877878" y="3810"/>
                  </a:lnTo>
                  <a:lnTo>
                    <a:pt x="880467" y="3810"/>
                  </a:lnTo>
                  <a:lnTo>
                    <a:pt x="885647" y="3810"/>
                  </a:lnTo>
                  <a:lnTo>
                    <a:pt x="888236" y="3810"/>
                  </a:lnTo>
                  <a:lnTo>
                    <a:pt x="890826" y="3810"/>
                  </a:lnTo>
                  <a:lnTo>
                    <a:pt x="893415" y="3810"/>
                  </a:lnTo>
                  <a:lnTo>
                    <a:pt x="896005" y="3810"/>
                  </a:lnTo>
                  <a:lnTo>
                    <a:pt x="898595" y="3810"/>
                  </a:lnTo>
                  <a:lnTo>
                    <a:pt x="901184" y="3810"/>
                  </a:lnTo>
                  <a:lnTo>
                    <a:pt x="903774" y="3810"/>
                  </a:lnTo>
                  <a:lnTo>
                    <a:pt x="906363" y="3810"/>
                  </a:lnTo>
                  <a:lnTo>
                    <a:pt x="908953" y="3810"/>
                  </a:lnTo>
                  <a:lnTo>
                    <a:pt x="911543" y="3810"/>
                  </a:lnTo>
                  <a:lnTo>
                    <a:pt x="914132" y="3810"/>
                  </a:lnTo>
                  <a:lnTo>
                    <a:pt x="916722" y="3810"/>
                  </a:lnTo>
                  <a:lnTo>
                    <a:pt x="919311" y="3810"/>
                  </a:lnTo>
                  <a:lnTo>
                    <a:pt x="921901" y="3810"/>
                  </a:lnTo>
                  <a:lnTo>
                    <a:pt x="924491" y="3810"/>
                  </a:lnTo>
                  <a:lnTo>
                    <a:pt x="927080" y="3810"/>
                  </a:lnTo>
                  <a:lnTo>
                    <a:pt x="929670" y="3810"/>
                  </a:lnTo>
                  <a:lnTo>
                    <a:pt x="932260" y="3810"/>
                  </a:lnTo>
                  <a:lnTo>
                    <a:pt x="934849" y="3810"/>
                  </a:lnTo>
                  <a:lnTo>
                    <a:pt x="937439" y="3810"/>
                  </a:lnTo>
                  <a:lnTo>
                    <a:pt x="940028" y="3810"/>
                  </a:lnTo>
                  <a:lnTo>
                    <a:pt x="942618" y="3810"/>
                  </a:lnTo>
                  <a:lnTo>
                    <a:pt x="945208" y="3810"/>
                  </a:lnTo>
                  <a:lnTo>
                    <a:pt x="947797" y="3810"/>
                  </a:lnTo>
                  <a:lnTo>
                    <a:pt x="950387" y="3810"/>
                  </a:lnTo>
                  <a:lnTo>
                    <a:pt x="952976" y="3810"/>
                  </a:lnTo>
                  <a:lnTo>
                    <a:pt x="955566" y="3810"/>
                  </a:lnTo>
                  <a:lnTo>
                    <a:pt x="958156" y="3810"/>
                  </a:lnTo>
                  <a:lnTo>
                    <a:pt x="960745" y="3810"/>
                  </a:lnTo>
                  <a:lnTo>
                    <a:pt x="963335" y="3810"/>
                  </a:lnTo>
                  <a:lnTo>
                    <a:pt x="965924" y="3810"/>
                  </a:lnTo>
                  <a:lnTo>
                    <a:pt x="968514" y="3810"/>
                  </a:lnTo>
                  <a:lnTo>
                    <a:pt x="971104" y="3810"/>
                  </a:lnTo>
                  <a:lnTo>
                    <a:pt x="971104" y="0"/>
                  </a:lnTo>
                  <a:lnTo>
                    <a:pt x="973693" y="0"/>
                  </a:lnTo>
                  <a:lnTo>
                    <a:pt x="976283" y="0"/>
                  </a:lnTo>
                  <a:lnTo>
                    <a:pt x="978873" y="0"/>
                  </a:lnTo>
                  <a:lnTo>
                    <a:pt x="981462" y="0"/>
                  </a:lnTo>
                  <a:lnTo>
                    <a:pt x="984052" y="0"/>
                  </a:lnTo>
                  <a:lnTo>
                    <a:pt x="986641" y="0"/>
                  </a:lnTo>
                  <a:lnTo>
                    <a:pt x="989231" y="0"/>
                  </a:lnTo>
                  <a:lnTo>
                    <a:pt x="991821" y="0"/>
                  </a:lnTo>
                  <a:lnTo>
                    <a:pt x="994410" y="0"/>
                  </a:lnTo>
                  <a:lnTo>
                    <a:pt x="997000" y="0"/>
                  </a:lnTo>
                  <a:lnTo>
                    <a:pt x="999589" y="0"/>
                  </a:lnTo>
                  <a:lnTo>
                    <a:pt x="1002179" y="0"/>
                  </a:lnTo>
                  <a:lnTo>
                    <a:pt x="1004769" y="0"/>
                  </a:lnTo>
                  <a:lnTo>
                    <a:pt x="1007358" y="0"/>
                  </a:lnTo>
                  <a:lnTo>
                    <a:pt x="1009948" y="0"/>
                  </a:lnTo>
                  <a:lnTo>
                    <a:pt x="1012537" y="0"/>
                  </a:lnTo>
                  <a:lnTo>
                    <a:pt x="1015127" y="0"/>
                  </a:lnTo>
                  <a:lnTo>
                    <a:pt x="1017717" y="0"/>
                  </a:lnTo>
                  <a:lnTo>
                    <a:pt x="1020306" y="0"/>
                  </a:lnTo>
                  <a:lnTo>
                    <a:pt x="1022896" y="0"/>
                  </a:lnTo>
                  <a:lnTo>
                    <a:pt x="1025486" y="0"/>
                  </a:lnTo>
                  <a:lnTo>
                    <a:pt x="1028075" y="0"/>
                  </a:lnTo>
                  <a:lnTo>
                    <a:pt x="1030665" y="0"/>
                  </a:lnTo>
                  <a:lnTo>
                    <a:pt x="1033254" y="0"/>
                  </a:lnTo>
                  <a:lnTo>
                    <a:pt x="1035844" y="0"/>
                  </a:lnTo>
                  <a:lnTo>
                    <a:pt x="1038434" y="0"/>
                  </a:lnTo>
                  <a:lnTo>
                    <a:pt x="1041023" y="0"/>
                  </a:lnTo>
                  <a:lnTo>
                    <a:pt x="1043613" y="0"/>
                  </a:lnTo>
                  <a:lnTo>
                    <a:pt x="1046202" y="0"/>
                  </a:lnTo>
                  <a:lnTo>
                    <a:pt x="1048792" y="0"/>
                  </a:lnTo>
                  <a:lnTo>
                    <a:pt x="1051382" y="0"/>
                  </a:lnTo>
                  <a:lnTo>
                    <a:pt x="1053971" y="0"/>
                  </a:lnTo>
                  <a:lnTo>
                    <a:pt x="1056561" y="0"/>
                  </a:lnTo>
                  <a:lnTo>
                    <a:pt x="1059150" y="0"/>
                  </a:lnTo>
                  <a:lnTo>
                    <a:pt x="1061740" y="0"/>
                  </a:lnTo>
                  <a:lnTo>
                    <a:pt x="1064330" y="0"/>
                  </a:lnTo>
                  <a:lnTo>
                    <a:pt x="1066919" y="0"/>
                  </a:lnTo>
                  <a:lnTo>
                    <a:pt x="1069509" y="0"/>
                  </a:lnTo>
                  <a:lnTo>
                    <a:pt x="1072099" y="0"/>
                  </a:lnTo>
                  <a:lnTo>
                    <a:pt x="1074688" y="0"/>
                  </a:lnTo>
                  <a:lnTo>
                    <a:pt x="1077278" y="0"/>
                  </a:lnTo>
                  <a:lnTo>
                    <a:pt x="1079867" y="0"/>
                  </a:lnTo>
                  <a:lnTo>
                    <a:pt x="1082457" y="0"/>
                  </a:lnTo>
                  <a:lnTo>
                    <a:pt x="1085047" y="0"/>
                  </a:lnTo>
                  <a:lnTo>
                    <a:pt x="1087636" y="0"/>
                  </a:lnTo>
                  <a:lnTo>
                    <a:pt x="1090226" y="0"/>
                  </a:lnTo>
                  <a:lnTo>
                    <a:pt x="1092815" y="0"/>
                  </a:lnTo>
                  <a:lnTo>
                    <a:pt x="1095405" y="0"/>
                  </a:lnTo>
                  <a:lnTo>
                    <a:pt x="1097995" y="0"/>
                  </a:lnTo>
                  <a:lnTo>
                    <a:pt x="1100584" y="0"/>
                  </a:lnTo>
                  <a:lnTo>
                    <a:pt x="1103174" y="0"/>
                  </a:lnTo>
                  <a:lnTo>
                    <a:pt x="1105763" y="0"/>
                  </a:lnTo>
                  <a:lnTo>
                    <a:pt x="1108353" y="0"/>
                  </a:lnTo>
                  <a:lnTo>
                    <a:pt x="1110943" y="0"/>
                  </a:lnTo>
                  <a:lnTo>
                    <a:pt x="1113532" y="0"/>
                  </a:lnTo>
                  <a:lnTo>
                    <a:pt x="1116122" y="0"/>
                  </a:lnTo>
                  <a:lnTo>
                    <a:pt x="1118712" y="0"/>
                  </a:lnTo>
                  <a:lnTo>
                    <a:pt x="1121301" y="0"/>
                  </a:lnTo>
                  <a:lnTo>
                    <a:pt x="1123891" y="0"/>
                  </a:lnTo>
                  <a:lnTo>
                    <a:pt x="1126480" y="0"/>
                  </a:lnTo>
                  <a:lnTo>
                    <a:pt x="1129070" y="0"/>
                  </a:lnTo>
                  <a:lnTo>
                    <a:pt x="1131660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l2561"/>
            <p:cNvSpPr/>
            <p:nvPr/>
          </p:nvSpPr>
          <p:spPr>
            <a:xfrm>
              <a:off x="8707863" y="5778163"/>
              <a:ext cx="1244826" cy="1244826"/>
            </a:xfrm>
            <a:custGeom>
              <a:avLst/>
              <a:pathLst>
                <a:path w="1244826" h="1244826">
                  <a:moveTo>
                    <a:pt x="0" y="1244826"/>
                  </a:moveTo>
                  <a:lnTo>
                    <a:pt x="0" y="1244826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62" name="pg2562"/>
            <p:cNvSpPr/>
            <p:nvPr/>
          </p:nvSpPr>
          <p:spPr>
            <a:xfrm>
              <a:off x="9047361" y="6312408"/>
              <a:ext cx="905328" cy="710580"/>
            </a:xfrm>
            <a:custGeom>
              <a:avLst/>
              <a:pathLst>
                <a:path w="905328" h="710580">
                  <a:moveTo>
                    <a:pt x="905328" y="710580"/>
                  </a:moveTo>
                  <a:lnTo>
                    <a:pt x="905328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710580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8623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tx2563"/>
            <p:cNvSpPr/>
            <p:nvPr/>
          </p:nvSpPr>
          <p:spPr>
            <a:xfrm>
              <a:off x="9092891" y="6327333"/>
              <a:ext cx="2113622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1.37 [1.318, 1.558]</a:t>
              </a:r>
            </a:p>
          </p:txBody>
        </p:sp>
        <p:sp>
          <p:nvSpPr>
            <p:cNvPr id="2564" name="tx2564"/>
            <p:cNvSpPr/>
            <p:nvPr/>
          </p:nvSpPr>
          <p:spPr>
            <a:xfrm>
              <a:off x="9092891" y="6572777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0.968</a:t>
              </a:r>
            </a:p>
          </p:txBody>
        </p:sp>
        <p:sp>
          <p:nvSpPr>
            <p:cNvPr id="2565" name="tx2565"/>
            <p:cNvSpPr/>
            <p:nvPr/>
          </p:nvSpPr>
          <p:spPr>
            <a:xfrm>
              <a:off x="9092891" y="6792730"/>
              <a:ext cx="1176935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0.904</a:t>
              </a:r>
            </a:p>
          </p:txBody>
        </p:sp>
        <p:sp>
          <p:nvSpPr>
            <p:cNvPr id="2566" name="tx2566"/>
            <p:cNvSpPr/>
            <p:nvPr/>
          </p:nvSpPr>
          <p:spPr>
            <a:xfrm>
              <a:off x="9092891" y="7011200"/>
              <a:ext cx="974480" cy="1110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0.923</a:t>
              </a:r>
            </a:p>
          </p:txBody>
        </p:sp>
        <p:sp>
          <p:nvSpPr>
            <p:cNvPr id="2567" name="tx2567"/>
            <p:cNvSpPr/>
            <p:nvPr/>
          </p:nvSpPr>
          <p:spPr>
            <a:xfrm>
              <a:off x="8351312" y="691334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2568" name="tx2568"/>
            <p:cNvSpPr/>
            <p:nvPr/>
          </p:nvSpPr>
          <p:spPr>
            <a:xfrm>
              <a:off x="8351312" y="663042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2569" name="tx2569"/>
            <p:cNvSpPr/>
            <p:nvPr/>
          </p:nvSpPr>
          <p:spPr>
            <a:xfrm>
              <a:off x="8351312" y="634751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2570" name="tx2570"/>
            <p:cNvSpPr/>
            <p:nvPr/>
          </p:nvSpPr>
          <p:spPr>
            <a:xfrm>
              <a:off x="8351312" y="606459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2571" name="tx2571"/>
            <p:cNvSpPr/>
            <p:nvPr/>
          </p:nvSpPr>
          <p:spPr>
            <a:xfrm>
              <a:off x="8351312" y="5781683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2572" name="tx2572"/>
            <p:cNvSpPr/>
            <p:nvPr/>
          </p:nvSpPr>
          <p:spPr>
            <a:xfrm>
              <a:off x="8626026" y="71005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2573" name="tx2573"/>
            <p:cNvSpPr/>
            <p:nvPr/>
          </p:nvSpPr>
          <p:spPr>
            <a:xfrm>
              <a:off x="8908941" y="71005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2574" name="tx2574"/>
            <p:cNvSpPr/>
            <p:nvPr/>
          </p:nvSpPr>
          <p:spPr>
            <a:xfrm>
              <a:off x="9191856" y="71005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2575" name="tx2575"/>
            <p:cNvSpPr/>
            <p:nvPr/>
          </p:nvSpPr>
          <p:spPr>
            <a:xfrm>
              <a:off x="9474771" y="71005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2576" name="tx2576"/>
            <p:cNvSpPr/>
            <p:nvPr/>
          </p:nvSpPr>
          <p:spPr>
            <a:xfrm>
              <a:off x="9757686" y="71005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2577" name="tx2577"/>
            <p:cNvSpPr/>
            <p:nvPr/>
          </p:nvSpPr>
          <p:spPr>
            <a:xfrm>
              <a:off x="7951892" y="7250270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2578" name="tx2578"/>
            <p:cNvSpPr/>
            <p:nvPr/>
          </p:nvSpPr>
          <p:spPr>
            <a:xfrm rot="-5400000">
              <a:off x="6980294" y="6317145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2579" name="tx2579"/>
            <p:cNvSpPr/>
            <p:nvPr/>
          </p:nvSpPr>
          <p:spPr>
            <a:xfrm>
              <a:off x="8707863" y="5496163"/>
              <a:ext cx="165958" cy="1553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J.</a:t>
              </a:r>
            </a:p>
          </p:txBody>
        </p:sp>
        <p:sp>
          <p:nvSpPr>
            <p:cNvPr id="2580" name="rc2580"/>
            <p:cNvSpPr/>
            <p:nvPr/>
          </p:nvSpPr>
          <p:spPr>
            <a:xfrm>
              <a:off x="10698162" y="5410200"/>
              <a:ext cx="493775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rc2581"/>
            <p:cNvSpPr/>
            <p:nvPr/>
          </p:nvSpPr>
          <p:spPr>
            <a:xfrm>
              <a:off x="11127101" y="5707478"/>
              <a:ext cx="4439232" cy="142643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2" name="pl2582"/>
            <p:cNvSpPr/>
            <p:nvPr/>
          </p:nvSpPr>
          <p:spPr>
            <a:xfrm>
              <a:off x="11127101" y="7044135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l2583"/>
            <p:cNvSpPr/>
            <p:nvPr/>
          </p:nvSpPr>
          <p:spPr>
            <a:xfrm>
              <a:off x="11127101" y="6794759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l2584"/>
            <p:cNvSpPr/>
            <p:nvPr/>
          </p:nvSpPr>
          <p:spPr>
            <a:xfrm>
              <a:off x="11127101" y="6545382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l2585"/>
            <p:cNvSpPr/>
            <p:nvPr/>
          </p:nvSpPr>
          <p:spPr>
            <a:xfrm>
              <a:off x="11127101" y="6296006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l2586"/>
            <p:cNvSpPr/>
            <p:nvPr/>
          </p:nvSpPr>
          <p:spPr>
            <a:xfrm>
              <a:off x="11127101" y="6046630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l2587"/>
            <p:cNvSpPr/>
            <p:nvPr/>
          </p:nvSpPr>
          <p:spPr>
            <a:xfrm>
              <a:off x="11127101" y="5797253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l2588"/>
            <p:cNvSpPr/>
            <p:nvPr/>
          </p:nvSpPr>
          <p:spPr>
            <a:xfrm>
              <a:off x="12041666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l2589"/>
            <p:cNvSpPr/>
            <p:nvPr/>
          </p:nvSpPr>
          <p:spPr>
            <a:xfrm>
              <a:off x="13102459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l2590"/>
            <p:cNvSpPr/>
            <p:nvPr/>
          </p:nvSpPr>
          <p:spPr>
            <a:xfrm>
              <a:off x="14163251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l2591"/>
            <p:cNvSpPr/>
            <p:nvPr/>
          </p:nvSpPr>
          <p:spPr>
            <a:xfrm>
              <a:off x="15224044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l2592"/>
            <p:cNvSpPr/>
            <p:nvPr/>
          </p:nvSpPr>
          <p:spPr>
            <a:xfrm>
              <a:off x="11127101" y="6919447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l2593"/>
            <p:cNvSpPr/>
            <p:nvPr/>
          </p:nvSpPr>
          <p:spPr>
            <a:xfrm>
              <a:off x="11127101" y="6670071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l2594"/>
            <p:cNvSpPr/>
            <p:nvPr/>
          </p:nvSpPr>
          <p:spPr>
            <a:xfrm>
              <a:off x="11127101" y="6420694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l2595"/>
            <p:cNvSpPr/>
            <p:nvPr/>
          </p:nvSpPr>
          <p:spPr>
            <a:xfrm>
              <a:off x="11127101" y="6171318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l2596"/>
            <p:cNvSpPr/>
            <p:nvPr/>
          </p:nvSpPr>
          <p:spPr>
            <a:xfrm>
              <a:off x="11127101" y="5921941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l2597"/>
            <p:cNvSpPr/>
            <p:nvPr/>
          </p:nvSpPr>
          <p:spPr>
            <a:xfrm>
              <a:off x="11511269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l2598"/>
            <p:cNvSpPr/>
            <p:nvPr/>
          </p:nvSpPr>
          <p:spPr>
            <a:xfrm>
              <a:off x="12572062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l2599"/>
            <p:cNvSpPr/>
            <p:nvPr/>
          </p:nvSpPr>
          <p:spPr>
            <a:xfrm>
              <a:off x="13632855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l2600"/>
            <p:cNvSpPr/>
            <p:nvPr/>
          </p:nvSpPr>
          <p:spPr>
            <a:xfrm>
              <a:off x="14693648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t2601"/>
            <p:cNvSpPr/>
            <p:nvPr/>
          </p:nvSpPr>
          <p:spPr>
            <a:xfrm>
              <a:off x="11490550" y="69064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t2602"/>
            <p:cNvSpPr/>
            <p:nvPr/>
          </p:nvSpPr>
          <p:spPr>
            <a:xfrm>
              <a:off x="12265101" y="66418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t2603"/>
            <p:cNvSpPr/>
            <p:nvPr/>
          </p:nvSpPr>
          <p:spPr>
            <a:xfrm>
              <a:off x="11469115" y="69160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t2604"/>
            <p:cNvSpPr/>
            <p:nvPr/>
          </p:nvSpPr>
          <p:spPr>
            <a:xfrm>
              <a:off x="11603446" y="68678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t2605"/>
            <p:cNvSpPr/>
            <p:nvPr/>
          </p:nvSpPr>
          <p:spPr>
            <a:xfrm>
              <a:off x="11662752" y="68564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t2606"/>
            <p:cNvSpPr/>
            <p:nvPr/>
          </p:nvSpPr>
          <p:spPr>
            <a:xfrm>
              <a:off x="11552715" y="69116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t2607"/>
            <p:cNvSpPr/>
            <p:nvPr/>
          </p:nvSpPr>
          <p:spPr>
            <a:xfrm>
              <a:off x="11429815" y="69316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t2608"/>
            <p:cNvSpPr/>
            <p:nvPr/>
          </p:nvSpPr>
          <p:spPr>
            <a:xfrm>
              <a:off x="11414810" y="69416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t2609"/>
            <p:cNvSpPr/>
            <p:nvPr/>
          </p:nvSpPr>
          <p:spPr>
            <a:xfrm>
              <a:off x="11451966" y="6939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t2610"/>
            <p:cNvSpPr/>
            <p:nvPr/>
          </p:nvSpPr>
          <p:spPr>
            <a:xfrm>
              <a:off x="11937132" y="68782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t2611"/>
            <p:cNvSpPr/>
            <p:nvPr/>
          </p:nvSpPr>
          <p:spPr>
            <a:xfrm>
              <a:off x="12118622" y="68790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t2612"/>
            <p:cNvSpPr/>
            <p:nvPr/>
          </p:nvSpPr>
          <p:spPr>
            <a:xfrm>
              <a:off x="13947819" y="67348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t2613"/>
            <p:cNvSpPr/>
            <p:nvPr/>
          </p:nvSpPr>
          <p:spPr>
            <a:xfrm>
              <a:off x="14047139" y="66748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t2614"/>
            <p:cNvSpPr/>
            <p:nvPr/>
          </p:nvSpPr>
          <p:spPr>
            <a:xfrm>
              <a:off x="14040708" y="66433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t2615"/>
            <p:cNvSpPr/>
            <p:nvPr/>
          </p:nvSpPr>
          <p:spPr>
            <a:xfrm>
              <a:off x="11725631" y="68501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t2616"/>
            <p:cNvSpPr/>
            <p:nvPr/>
          </p:nvSpPr>
          <p:spPr>
            <a:xfrm>
              <a:off x="11945706" y="67533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t2617"/>
            <p:cNvSpPr/>
            <p:nvPr/>
          </p:nvSpPr>
          <p:spPr>
            <a:xfrm>
              <a:off x="11455539" y="68645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t2618"/>
            <p:cNvSpPr/>
            <p:nvPr/>
          </p:nvSpPr>
          <p:spPr>
            <a:xfrm>
              <a:off x="14128595" y="64731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t2619"/>
            <p:cNvSpPr/>
            <p:nvPr/>
          </p:nvSpPr>
          <p:spPr>
            <a:xfrm>
              <a:off x="11440533" y="67945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t2620"/>
            <p:cNvSpPr/>
            <p:nvPr/>
          </p:nvSpPr>
          <p:spPr>
            <a:xfrm>
              <a:off x="11389087" y="69231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t2621"/>
            <p:cNvSpPr/>
            <p:nvPr/>
          </p:nvSpPr>
          <p:spPr>
            <a:xfrm>
              <a:off x="11361221" y="69223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t2622"/>
            <p:cNvSpPr/>
            <p:nvPr/>
          </p:nvSpPr>
          <p:spPr>
            <a:xfrm>
              <a:off x="11484120" y="69364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t2623"/>
            <p:cNvSpPr/>
            <p:nvPr/>
          </p:nvSpPr>
          <p:spPr>
            <a:xfrm>
              <a:off x="11427672" y="6937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t2624"/>
            <p:cNvSpPr/>
            <p:nvPr/>
          </p:nvSpPr>
          <p:spPr>
            <a:xfrm>
              <a:off x="11504127" y="69334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t2625"/>
            <p:cNvSpPr/>
            <p:nvPr/>
          </p:nvSpPr>
          <p:spPr>
            <a:xfrm>
              <a:off x="11471258" y="69409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t2626"/>
            <p:cNvSpPr/>
            <p:nvPr/>
          </p:nvSpPr>
          <p:spPr>
            <a:xfrm>
              <a:off x="11474831" y="68860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t2627"/>
            <p:cNvSpPr/>
            <p:nvPr/>
          </p:nvSpPr>
          <p:spPr>
            <a:xfrm>
              <a:off x="12668096" y="64238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t2628"/>
            <p:cNvSpPr/>
            <p:nvPr/>
          </p:nvSpPr>
          <p:spPr>
            <a:xfrm>
              <a:off x="12673812" y="6486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t2629"/>
            <p:cNvSpPr/>
            <p:nvPr/>
          </p:nvSpPr>
          <p:spPr>
            <a:xfrm>
              <a:off x="12848158" y="64965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t2630"/>
            <p:cNvSpPr/>
            <p:nvPr/>
          </p:nvSpPr>
          <p:spPr>
            <a:xfrm>
              <a:off x="12089327" y="68074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t2631"/>
            <p:cNvSpPr/>
            <p:nvPr/>
          </p:nvSpPr>
          <p:spPr>
            <a:xfrm>
              <a:off x="11664181" y="6586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t2632"/>
            <p:cNvSpPr/>
            <p:nvPr/>
          </p:nvSpPr>
          <p:spPr>
            <a:xfrm>
              <a:off x="11467686" y="69431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t2633"/>
            <p:cNvSpPr/>
            <p:nvPr/>
          </p:nvSpPr>
          <p:spPr>
            <a:xfrm>
              <a:off x="12087898" y="68219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t2634"/>
            <p:cNvSpPr/>
            <p:nvPr/>
          </p:nvSpPr>
          <p:spPr>
            <a:xfrm>
              <a:off x="12108619" y="67400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t2635"/>
            <p:cNvSpPr/>
            <p:nvPr/>
          </p:nvSpPr>
          <p:spPr>
            <a:xfrm>
              <a:off x="12508756" y="66470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t2636"/>
            <p:cNvSpPr/>
            <p:nvPr/>
          </p:nvSpPr>
          <p:spPr>
            <a:xfrm>
              <a:off x="11587727" y="69197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t2637"/>
            <p:cNvSpPr/>
            <p:nvPr/>
          </p:nvSpPr>
          <p:spPr>
            <a:xfrm>
              <a:off x="11463398" y="68675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t2638"/>
            <p:cNvSpPr/>
            <p:nvPr/>
          </p:nvSpPr>
          <p:spPr>
            <a:xfrm>
              <a:off x="11489836" y="6901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t2639"/>
            <p:cNvSpPr/>
            <p:nvPr/>
          </p:nvSpPr>
          <p:spPr>
            <a:xfrm>
              <a:off x="11541282" y="69008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t2640"/>
            <p:cNvSpPr/>
            <p:nvPr/>
          </p:nvSpPr>
          <p:spPr>
            <a:xfrm>
              <a:off x="11592728" y="68526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t2641"/>
            <p:cNvSpPr/>
            <p:nvPr/>
          </p:nvSpPr>
          <p:spPr>
            <a:xfrm>
              <a:off x="11849959" y="68430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t2642"/>
            <p:cNvSpPr/>
            <p:nvPr/>
          </p:nvSpPr>
          <p:spPr>
            <a:xfrm>
              <a:off x="11914981" y="61485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t2643"/>
            <p:cNvSpPr/>
            <p:nvPr/>
          </p:nvSpPr>
          <p:spPr>
            <a:xfrm>
              <a:off x="11804944" y="59713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t2644"/>
            <p:cNvSpPr/>
            <p:nvPr/>
          </p:nvSpPr>
          <p:spPr>
            <a:xfrm>
              <a:off x="11389802" y="69423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t2645"/>
            <p:cNvSpPr/>
            <p:nvPr/>
          </p:nvSpPr>
          <p:spPr>
            <a:xfrm>
              <a:off x="11527706" y="69405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t2646"/>
            <p:cNvSpPr/>
            <p:nvPr/>
          </p:nvSpPr>
          <p:spPr>
            <a:xfrm>
              <a:off x="13196848" y="68108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t2647"/>
            <p:cNvSpPr/>
            <p:nvPr/>
          </p:nvSpPr>
          <p:spPr>
            <a:xfrm>
              <a:off x="13819918" y="67833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t2648"/>
            <p:cNvSpPr/>
            <p:nvPr/>
          </p:nvSpPr>
          <p:spPr>
            <a:xfrm>
              <a:off x="11416239" y="69420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t2649"/>
            <p:cNvSpPr/>
            <p:nvPr/>
          </p:nvSpPr>
          <p:spPr>
            <a:xfrm>
              <a:off x="12187932" y="68719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t2650"/>
            <p:cNvSpPr/>
            <p:nvPr/>
          </p:nvSpPr>
          <p:spPr>
            <a:xfrm>
              <a:off x="12438017" y="67889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t2651"/>
            <p:cNvSpPr/>
            <p:nvPr/>
          </p:nvSpPr>
          <p:spPr>
            <a:xfrm>
              <a:off x="11424099" y="6889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t2652"/>
            <p:cNvSpPr/>
            <p:nvPr/>
          </p:nvSpPr>
          <p:spPr>
            <a:xfrm>
              <a:off x="11509128" y="69238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t2653"/>
            <p:cNvSpPr/>
            <p:nvPr/>
          </p:nvSpPr>
          <p:spPr>
            <a:xfrm>
              <a:off x="11495552" y="68415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t2654"/>
            <p:cNvSpPr/>
            <p:nvPr/>
          </p:nvSpPr>
          <p:spPr>
            <a:xfrm>
              <a:off x="11472687" y="67952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t2655"/>
            <p:cNvSpPr/>
            <p:nvPr/>
          </p:nvSpPr>
          <p:spPr>
            <a:xfrm>
              <a:off x="11667039" y="68879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t2656"/>
            <p:cNvSpPr/>
            <p:nvPr/>
          </p:nvSpPr>
          <p:spPr>
            <a:xfrm>
              <a:off x="11918554" y="68556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t2657"/>
            <p:cNvSpPr/>
            <p:nvPr/>
          </p:nvSpPr>
          <p:spPr>
            <a:xfrm>
              <a:off x="11446250" y="69216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t2658"/>
            <p:cNvSpPr/>
            <p:nvPr/>
          </p:nvSpPr>
          <p:spPr>
            <a:xfrm>
              <a:off x="11908551" y="6888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t2659"/>
            <p:cNvSpPr/>
            <p:nvPr/>
          </p:nvSpPr>
          <p:spPr>
            <a:xfrm>
              <a:off x="12357990" y="68619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t2660"/>
            <p:cNvSpPr/>
            <p:nvPr/>
          </p:nvSpPr>
          <p:spPr>
            <a:xfrm>
              <a:off x="12479460" y="6877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t2661"/>
            <p:cNvSpPr/>
            <p:nvPr/>
          </p:nvSpPr>
          <p:spPr>
            <a:xfrm>
              <a:off x="12458024" y="68482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t2662"/>
            <p:cNvSpPr/>
            <p:nvPr/>
          </p:nvSpPr>
          <p:spPr>
            <a:xfrm>
              <a:off x="11599874" y="67952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t2663"/>
            <p:cNvSpPr/>
            <p:nvPr/>
          </p:nvSpPr>
          <p:spPr>
            <a:xfrm>
              <a:off x="13266872" y="63631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t2664"/>
            <p:cNvSpPr/>
            <p:nvPr/>
          </p:nvSpPr>
          <p:spPr>
            <a:xfrm>
              <a:off x="11528421" y="69212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t2665"/>
            <p:cNvSpPr/>
            <p:nvPr/>
          </p:nvSpPr>
          <p:spPr>
            <a:xfrm>
              <a:off x="11496267" y="68593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t2666"/>
            <p:cNvSpPr/>
            <p:nvPr/>
          </p:nvSpPr>
          <p:spPr>
            <a:xfrm>
              <a:off x="11470544" y="6914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t2667"/>
            <p:cNvSpPr/>
            <p:nvPr/>
          </p:nvSpPr>
          <p:spPr>
            <a:xfrm>
              <a:off x="11399805" y="69212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t2668"/>
            <p:cNvSpPr/>
            <p:nvPr/>
          </p:nvSpPr>
          <p:spPr>
            <a:xfrm>
              <a:off x="11407665" y="69127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t2669"/>
            <p:cNvSpPr/>
            <p:nvPr/>
          </p:nvSpPr>
          <p:spPr>
            <a:xfrm>
              <a:off x="11381942" y="6920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t2670"/>
            <p:cNvSpPr/>
            <p:nvPr/>
          </p:nvSpPr>
          <p:spPr>
            <a:xfrm>
              <a:off x="11483405" y="69316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t2671"/>
            <p:cNvSpPr/>
            <p:nvPr/>
          </p:nvSpPr>
          <p:spPr>
            <a:xfrm>
              <a:off x="11436961" y="6905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t2672"/>
            <p:cNvSpPr/>
            <p:nvPr/>
          </p:nvSpPr>
          <p:spPr>
            <a:xfrm>
              <a:off x="11459826" y="68923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t2673"/>
            <p:cNvSpPr/>
            <p:nvPr/>
          </p:nvSpPr>
          <p:spPr>
            <a:xfrm>
              <a:off x="11533422" y="68886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t2674"/>
            <p:cNvSpPr/>
            <p:nvPr/>
          </p:nvSpPr>
          <p:spPr>
            <a:xfrm>
              <a:off x="11475545" y="68930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t2675"/>
            <p:cNvSpPr/>
            <p:nvPr/>
          </p:nvSpPr>
          <p:spPr>
            <a:xfrm>
              <a:off x="11387658" y="69060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t2676"/>
            <p:cNvSpPr/>
            <p:nvPr/>
          </p:nvSpPr>
          <p:spPr>
            <a:xfrm>
              <a:off x="11454109" y="68856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t2677"/>
            <p:cNvSpPr/>
            <p:nvPr/>
          </p:nvSpPr>
          <p:spPr>
            <a:xfrm>
              <a:off x="11474116" y="6896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t2678"/>
            <p:cNvSpPr/>
            <p:nvPr/>
          </p:nvSpPr>
          <p:spPr>
            <a:xfrm>
              <a:off x="12060031" y="62182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t2679"/>
            <p:cNvSpPr/>
            <p:nvPr/>
          </p:nvSpPr>
          <p:spPr>
            <a:xfrm>
              <a:off x="11997152" y="61692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t2680"/>
            <p:cNvSpPr/>
            <p:nvPr/>
          </p:nvSpPr>
          <p:spPr>
            <a:xfrm>
              <a:off x="12362277" y="65424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t2681"/>
            <p:cNvSpPr/>
            <p:nvPr/>
          </p:nvSpPr>
          <p:spPr>
            <a:xfrm>
              <a:off x="12318691" y="68022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t2682"/>
            <p:cNvSpPr/>
            <p:nvPr/>
          </p:nvSpPr>
          <p:spPr>
            <a:xfrm>
              <a:off x="12142916" y="65765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t2683"/>
            <p:cNvSpPr/>
            <p:nvPr/>
          </p:nvSpPr>
          <p:spPr>
            <a:xfrm>
              <a:off x="12332267" y="65854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t2684"/>
            <p:cNvSpPr/>
            <p:nvPr/>
          </p:nvSpPr>
          <p:spPr>
            <a:xfrm>
              <a:off x="12148633" y="64887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t2685"/>
            <p:cNvSpPr/>
            <p:nvPr/>
          </p:nvSpPr>
          <p:spPr>
            <a:xfrm>
              <a:off x="12232947" y="64439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t2686"/>
            <p:cNvSpPr/>
            <p:nvPr/>
          </p:nvSpPr>
          <p:spPr>
            <a:xfrm>
              <a:off x="11425528" y="6914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t2687"/>
            <p:cNvSpPr/>
            <p:nvPr/>
          </p:nvSpPr>
          <p:spPr>
            <a:xfrm>
              <a:off x="11472687" y="69316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t2688"/>
            <p:cNvSpPr/>
            <p:nvPr/>
          </p:nvSpPr>
          <p:spPr>
            <a:xfrm>
              <a:off x="11564147" y="69312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t2689"/>
            <p:cNvSpPr/>
            <p:nvPr/>
          </p:nvSpPr>
          <p:spPr>
            <a:xfrm>
              <a:off x="12441590" y="61848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t2690"/>
            <p:cNvSpPr/>
            <p:nvPr/>
          </p:nvSpPr>
          <p:spPr>
            <a:xfrm>
              <a:off x="11465542" y="6876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t2691"/>
            <p:cNvSpPr/>
            <p:nvPr/>
          </p:nvSpPr>
          <p:spPr>
            <a:xfrm>
              <a:off x="12713111" y="62589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t2692"/>
            <p:cNvSpPr/>
            <p:nvPr/>
          </p:nvSpPr>
          <p:spPr>
            <a:xfrm>
              <a:off x="11482691" y="6900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t2693"/>
            <p:cNvSpPr/>
            <p:nvPr/>
          </p:nvSpPr>
          <p:spPr>
            <a:xfrm>
              <a:off x="11662038" y="68716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t2694"/>
            <p:cNvSpPr/>
            <p:nvPr/>
          </p:nvSpPr>
          <p:spPr>
            <a:xfrm>
              <a:off x="11479118" y="69434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t2695"/>
            <p:cNvSpPr/>
            <p:nvPr/>
          </p:nvSpPr>
          <p:spPr>
            <a:xfrm>
              <a:off x="11481262" y="69271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t2696"/>
            <p:cNvSpPr/>
            <p:nvPr/>
          </p:nvSpPr>
          <p:spPr>
            <a:xfrm>
              <a:off x="11399805" y="69294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t2697"/>
            <p:cNvSpPr/>
            <p:nvPr/>
          </p:nvSpPr>
          <p:spPr>
            <a:xfrm>
              <a:off x="11474116" y="67911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t2698"/>
            <p:cNvSpPr/>
            <p:nvPr/>
          </p:nvSpPr>
          <p:spPr>
            <a:xfrm>
              <a:off x="11449108" y="68011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t2699"/>
            <p:cNvSpPr/>
            <p:nvPr/>
          </p:nvSpPr>
          <p:spPr>
            <a:xfrm>
              <a:off x="11967142" y="65817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t2700"/>
            <p:cNvSpPr/>
            <p:nvPr/>
          </p:nvSpPr>
          <p:spPr>
            <a:xfrm>
              <a:off x="11936417" y="65402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t2701"/>
            <p:cNvSpPr/>
            <p:nvPr/>
          </p:nvSpPr>
          <p:spPr>
            <a:xfrm>
              <a:off x="12065033" y="65295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t2702"/>
            <p:cNvSpPr/>
            <p:nvPr/>
          </p:nvSpPr>
          <p:spPr>
            <a:xfrm>
              <a:off x="13099672" y="68734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t2703"/>
            <p:cNvSpPr/>
            <p:nvPr/>
          </p:nvSpPr>
          <p:spPr>
            <a:xfrm>
              <a:off x="13347614" y="68337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t2704"/>
            <p:cNvSpPr/>
            <p:nvPr/>
          </p:nvSpPr>
          <p:spPr>
            <a:xfrm>
              <a:off x="13316889" y="68163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t2705"/>
            <p:cNvSpPr/>
            <p:nvPr/>
          </p:nvSpPr>
          <p:spPr>
            <a:xfrm>
              <a:off x="13371908" y="68249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t2706"/>
            <p:cNvSpPr/>
            <p:nvPr/>
          </p:nvSpPr>
          <p:spPr>
            <a:xfrm>
              <a:off x="13353330" y="67748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t2707"/>
            <p:cNvSpPr/>
            <p:nvPr/>
          </p:nvSpPr>
          <p:spPr>
            <a:xfrm>
              <a:off x="11703480" y="68690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t2708"/>
            <p:cNvSpPr/>
            <p:nvPr/>
          </p:nvSpPr>
          <p:spPr>
            <a:xfrm>
              <a:off x="12060745" y="68560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t2709"/>
            <p:cNvSpPr/>
            <p:nvPr/>
          </p:nvSpPr>
          <p:spPr>
            <a:xfrm>
              <a:off x="11486978" y="68697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t2710"/>
            <p:cNvSpPr/>
            <p:nvPr/>
          </p:nvSpPr>
          <p:spPr>
            <a:xfrm>
              <a:off x="11374082" y="68719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t2711"/>
            <p:cNvSpPr/>
            <p:nvPr/>
          </p:nvSpPr>
          <p:spPr>
            <a:xfrm>
              <a:off x="11536995" y="68586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t2712"/>
            <p:cNvSpPr/>
            <p:nvPr/>
          </p:nvSpPr>
          <p:spPr>
            <a:xfrm>
              <a:off x="11476260" y="69116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t2713"/>
            <p:cNvSpPr/>
            <p:nvPr/>
          </p:nvSpPr>
          <p:spPr>
            <a:xfrm>
              <a:off x="11474831" y="69049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t2714"/>
            <p:cNvSpPr/>
            <p:nvPr/>
          </p:nvSpPr>
          <p:spPr>
            <a:xfrm>
              <a:off x="11473402" y="6904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t2715"/>
            <p:cNvSpPr/>
            <p:nvPr/>
          </p:nvSpPr>
          <p:spPr>
            <a:xfrm>
              <a:off x="11546284" y="6876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t2716"/>
            <p:cNvSpPr/>
            <p:nvPr/>
          </p:nvSpPr>
          <p:spPr>
            <a:xfrm>
              <a:off x="11476974" y="6896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t2717"/>
            <p:cNvSpPr/>
            <p:nvPr/>
          </p:nvSpPr>
          <p:spPr>
            <a:xfrm>
              <a:off x="11404092" y="6900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t2718"/>
            <p:cNvSpPr/>
            <p:nvPr/>
          </p:nvSpPr>
          <p:spPr>
            <a:xfrm>
              <a:off x="11481262" y="69112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t2719"/>
            <p:cNvSpPr/>
            <p:nvPr/>
          </p:nvSpPr>
          <p:spPr>
            <a:xfrm>
              <a:off x="11578438" y="68890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t2720"/>
            <p:cNvSpPr/>
            <p:nvPr/>
          </p:nvSpPr>
          <p:spPr>
            <a:xfrm>
              <a:off x="11499839" y="68875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t2721"/>
            <p:cNvSpPr/>
            <p:nvPr/>
          </p:nvSpPr>
          <p:spPr>
            <a:xfrm>
              <a:off x="11467686" y="6904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t2722"/>
            <p:cNvSpPr/>
            <p:nvPr/>
          </p:nvSpPr>
          <p:spPr>
            <a:xfrm>
              <a:off x="11435532" y="68971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t2723"/>
            <p:cNvSpPr/>
            <p:nvPr/>
          </p:nvSpPr>
          <p:spPr>
            <a:xfrm>
              <a:off x="11459111" y="68897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t2724"/>
            <p:cNvSpPr/>
            <p:nvPr/>
          </p:nvSpPr>
          <p:spPr>
            <a:xfrm>
              <a:off x="11523419" y="6900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t2725"/>
            <p:cNvSpPr/>
            <p:nvPr/>
          </p:nvSpPr>
          <p:spPr>
            <a:xfrm>
              <a:off x="11558431" y="69438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t2726"/>
            <p:cNvSpPr/>
            <p:nvPr/>
          </p:nvSpPr>
          <p:spPr>
            <a:xfrm>
              <a:off x="11524133" y="6939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t2727"/>
            <p:cNvSpPr/>
            <p:nvPr/>
          </p:nvSpPr>
          <p:spPr>
            <a:xfrm>
              <a:off x="11781364" y="69342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t2728"/>
            <p:cNvSpPr/>
            <p:nvPr/>
          </p:nvSpPr>
          <p:spPr>
            <a:xfrm>
              <a:off x="11982862" y="69383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t2729"/>
            <p:cNvSpPr/>
            <p:nvPr/>
          </p:nvSpPr>
          <p:spPr>
            <a:xfrm>
              <a:off x="12193648" y="69112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t2730"/>
            <p:cNvSpPr/>
            <p:nvPr/>
          </p:nvSpPr>
          <p:spPr>
            <a:xfrm>
              <a:off x="12551628" y="68267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t2731"/>
            <p:cNvSpPr/>
            <p:nvPr/>
          </p:nvSpPr>
          <p:spPr>
            <a:xfrm>
              <a:off x="11496981" y="68697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t2732"/>
            <p:cNvSpPr/>
            <p:nvPr/>
          </p:nvSpPr>
          <p:spPr>
            <a:xfrm>
              <a:off x="11561289" y="68879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t2733"/>
            <p:cNvSpPr/>
            <p:nvPr/>
          </p:nvSpPr>
          <p:spPr>
            <a:xfrm>
              <a:off x="11496267" y="68682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t2734"/>
            <p:cNvSpPr/>
            <p:nvPr/>
          </p:nvSpPr>
          <p:spPr>
            <a:xfrm>
              <a:off x="11520561" y="68608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t2735"/>
            <p:cNvSpPr/>
            <p:nvPr/>
          </p:nvSpPr>
          <p:spPr>
            <a:xfrm>
              <a:off x="11444106" y="68552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t2736"/>
            <p:cNvSpPr/>
            <p:nvPr/>
          </p:nvSpPr>
          <p:spPr>
            <a:xfrm>
              <a:off x="11411238" y="68816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t2737"/>
            <p:cNvSpPr/>
            <p:nvPr/>
          </p:nvSpPr>
          <p:spPr>
            <a:xfrm>
              <a:off x="11419097" y="68701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t2738"/>
            <p:cNvSpPr/>
            <p:nvPr/>
          </p:nvSpPr>
          <p:spPr>
            <a:xfrm>
              <a:off x="11637744" y="69186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t2739"/>
            <p:cNvSpPr/>
            <p:nvPr/>
          </p:nvSpPr>
          <p:spPr>
            <a:xfrm>
              <a:off x="14100729" y="62719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t2740"/>
            <p:cNvSpPr/>
            <p:nvPr/>
          </p:nvSpPr>
          <p:spPr>
            <a:xfrm>
              <a:off x="14362961" y="64357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t2741"/>
            <p:cNvSpPr/>
            <p:nvPr/>
          </p:nvSpPr>
          <p:spPr>
            <a:xfrm>
              <a:off x="14374394" y="64068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t2742"/>
            <p:cNvSpPr/>
            <p:nvPr/>
          </p:nvSpPr>
          <p:spPr>
            <a:xfrm>
              <a:off x="11540568" y="69164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t2743"/>
            <p:cNvSpPr/>
            <p:nvPr/>
          </p:nvSpPr>
          <p:spPr>
            <a:xfrm>
              <a:off x="11963569" y="58705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t2744"/>
            <p:cNvSpPr/>
            <p:nvPr/>
          </p:nvSpPr>
          <p:spPr>
            <a:xfrm>
              <a:off x="11990721" y="58290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t2745"/>
            <p:cNvSpPr/>
            <p:nvPr/>
          </p:nvSpPr>
          <p:spPr>
            <a:xfrm>
              <a:off x="11665610" y="6906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t2746"/>
            <p:cNvSpPr/>
            <p:nvPr/>
          </p:nvSpPr>
          <p:spPr>
            <a:xfrm>
              <a:off x="11806373" y="69153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t2747"/>
            <p:cNvSpPr/>
            <p:nvPr/>
          </p:nvSpPr>
          <p:spPr>
            <a:xfrm>
              <a:off x="12058602" y="68905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t2748"/>
            <p:cNvSpPr/>
            <p:nvPr/>
          </p:nvSpPr>
          <p:spPr>
            <a:xfrm>
              <a:off x="11454824" y="69190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t2749"/>
            <p:cNvSpPr/>
            <p:nvPr/>
          </p:nvSpPr>
          <p:spPr>
            <a:xfrm>
              <a:off x="11426243" y="69019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t2750"/>
            <p:cNvSpPr/>
            <p:nvPr/>
          </p:nvSpPr>
          <p:spPr>
            <a:xfrm>
              <a:off x="11433388" y="69168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t2751"/>
            <p:cNvSpPr/>
            <p:nvPr/>
          </p:nvSpPr>
          <p:spPr>
            <a:xfrm>
              <a:off x="11523419" y="68834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t2752"/>
            <p:cNvSpPr/>
            <p:nvPr/>
          </p:nvSpPr>
          <p:spPr>
            <a:xfrm>
              <a:off x="11524848" y="68997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t2753"/>
            <p:cNvSpPr/>
            <p:nvPr/>
          </p:nvSpPr>
          <p:spPr>
            <a:xfrm>
              <a:off x="11628455" y="68552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t2754"/>
            <p:cNvSpPr/>
            <p:nvPr/>
          </p:nvSpPr>
          <p:spPr>
            <a:xfrm>
              <a:off x="11651320" y="68630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t2755"/>
            <p:cNvSpPr/>
            <p:nvPr/>
          </p:nvSpPr>
          <p:spPr>
            <a:xfrm>
              <a:off x="11483405" y="69297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t2756"/>
            <p:cNvSpPr/>
            <p:nvPr/>
          </p:nvSpPr>
          <p:spPr>
            <a:xfrm>
              <a:off x="11537709" y="69379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t2757"/>
            <p:cNvSpPr/>
            <p:nvPr/>
          </p:nvSpPr>
          <p:spPr>
            <a:xfrm>
              <a:off x="12145060" y="68664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t2758"/>
            <p:cNvSpPr/>
            <p:nvPr/>
          </p:nvSpPr>
          <p:spPr>
            <a:xfrm>
              <a:off x="11469829" y="68341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t2759"/>
            <p:cNvSpPr/>
            <p:nvPr/>
          </p:nvSpPr>
          <p:spPr>
            <a:xfrm>
              <a:off x="11511986" y="68968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t2760"/>
            <p:cNvSpPr/>
            <p:nvPr/>
          </p:nvSpPr>
          <p:spPr>
            <a:xfrm>
              <a:off x="11465542" y="69075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t2761"/>
            <p:cNvSpPr/>
            <p:nvPr/>
          </p:nvSpPr>
          <p:spPr>
            <a:xfrm>
              <a:off x="11696335" y="69190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t2762"/>
            <p:cNvSpPr/>
            <p:nvPr/>
          </p:nvSpPr>
          <p:spPr>
            <a:xfrm>
              <a:off x="11662038" y="6920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t2763"/>
            <p:cNvSpPr/>
            <p:nvPr/>
          </p:nvSpPr>
          <p:spPr>
            <a:xfrm>
              <a:off x="11554144" y="69320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t2764"/>
            <p:cNvSpPr/>
            <p:nvPr/>
          </p:nvSpPr>
          <p:spPr>
            <a:xfrm>
              <a:off x="11630598" y="69197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t2765"/>
            <p:cNvSpPr/>
            <p:nvPr/>
          </p:nvSpPr>
          <p:spPr>
            <a:xfrm>
              <a:off x="11399805" y="69342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t2766"/>
            <p:cNvSpPr/>
            <p:nvPr/>
          </p:nvSpPr>
          <p:spPr>
            <a:xfrm>
              <a:off x="11438390" y="69294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t2767"/>
            <p:cNvSpPr/>
            <p:nvPr/>
          </p:nvSpPr>
          <p:spPr>
            <a:xfrm>
              <a:off x="11413381" y="69342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t2768"/>
            <p:cNvSpPr/>
            <p:nvPr/>
          </p:nvSpPr>
          <p:spPr>
            <a:xfrm>
              <a:off x="11391231" y="69334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t2769"/>
            <p:cNvSpPr/>
            <p:nvPr/>
          </p:nvSpPr>
          <p:spPr>
            <a:xfrm>
              <a:off x="11381227" y="6913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t2770"/>
            <p:cNvSpPr/>
            <p:nvPr/>
          </p:nvSpPr>
          <p:spPr>
            <a:xfrm>
              <a:off x="11383371" y="69082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t2771"/>
            <p:cNvSpPr/>
            <p:nvPr/>
          </p:nvSpPr>
          <p:spPr>
            <a:xfrm>
              <a:off x="11427672" y="6924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t2772"/>
            <p:cNvSpPr/>
            <p:nvPr/>
          </p:nvSpPr>
          <p:spPr>
            <a:xfrm>
              <a:off x="12436588" y="6767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t2773"/>
            <p:cNvSpPr/>
            <p:nvPr/>
          </p:nvSpPr>
          <p:spPr>
            <a:xfrm>
              <a:off x="12478031" y="66777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t2774"/>
            <p:cNvSpPr/>
            <p:nvPr/>
          </p:nvSpPr>
          <p:spPr>
            <a:xfrm>
              <a:off x="12357990" y="65691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t2775"/>
            <p:cNvSpPr/>
            <p:nvPr/>
          </p:nvSpPr>
          <p:spPr>
            <a:xfrm>
              <a:off x="12272246" y="66077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t2776"/>
            <p:cNvSpPr/>
            <p:nvPr/>
          </p:nvSpPr>
          <p:spPr>
            <a:xfrm>
              <a:off x="13637713" y="67192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t2777"/>
            <p:cNvSpPr/>
            <p:nvPr/>
          </p:nvSpPr>
          <p:spPr>
            <a:xfrm>
              <a:off x="13619850" y="67233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t2778"/>
            <p:cNvSpPr/>
            <p:nvPr/>
          </p:nvSpPr>
          <p:spPr>
            <a:xfrm>
              <a:off x="14242920" y="67415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t2779"/>
            <p:cNvSpPr/>
            <p:nvPr/>
          </p:nvSpPr>
          <p:spPr>
            <a:xfrm>
              <a:off x="11562718" y="68493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t2780"/>
            <p:cNvSpPr/>
            <p:nvPr/>
          </p:nvSpPr>
          <p:spPr>
            <a:xfrm>
              <a:off x="11414810" y="68856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t2781"/>
            <p:cNvSpPr/>
            <p:nvPr/>
          </p:nvSpPr>
          <p:spPr>
            <a:xfrm>
              <a:off x="11438390" y="68905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t2782"/>
            <p:cNvSpPr/>
            <p:nvPr/>
          </p:nvSpPr>
          <p:spPr>
            <a:xfrm>
              <a:off x="11414096" y="68249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t2783"/>
            <p:cNvSpPr/>
            <p:nvPr/>
          </p:nvSpPr>
          <p:spPr>
            <a:xfrm>
              <a:off x="13246151" y="63961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t2784"/>
            <p:cNvSpPr/>
            <p:nvPr/>
          </p:nvSpPr>
          <p:spPr>
            <a:xfrm>
              <a:off x="12981060" y="63746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t2785"/>
            <p:cNvSpPr/>
            <p:nvPr/>
          </p:nvSpPr>
          <p:spPr>
            <a:xfrm>
              <a:off x="13085382" y="66195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t2786"/>
            <p:cNvSpPr/>
            <p:nvPr/>
          </p:nvSpPr>
          <p:spPr>
            <a:xfrm>
              <a:off x="12964626" y="66181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t2787"/>
            <p:cNvSpPr/>
            <p:nvPr/>
          </p:nvSpPr>
          <p:spPr>
            <a:xfrm>
              <a:off x="13205423" y="65995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t2788"/>
            <p:cNvSpPr/>
            <p:nvPr/>
          </p:nvSpPr>
          <p:spPr>
            <a:xfrm>
              <a:off x="13189703" y="65780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t2789"/>
            <p:cNvSpPr/>
            <p:nvPr/>
          </p:nvSpPr>
          <p:spPr>
            <a:xfrm>
              <a:off x="12575922" y="67122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t2790"/>
            <p:cNvSpPr/>
            <p:nvPr/>
          </p:nvSpPr>
          <p:spPr>
            <a:xfrm>
              <a:off x="12700964" y="67122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t2791"/>
            <p:cNvSpPr/>
            <p:nvPr/>
          </p:nvSpPr>
          <p:spPr>
            <a:xfrm>
              <a:off x="11386229" y="69516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t2792"/>
            <p:cNvSpPr/>
            <p:nvPr/>
          </p:nvSpPr>
          <p:spPr>
            <a:xfrm>
              <a:off x="11341214" y="69475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t2793"/>
            <p:cNvSpPr/>
            <p:nvPr/>
          </p:nvSpPr>
          <p:spPr>
            <a:xfrm>
              <a:off x="11572007" y="68630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t2794"/>
            <p:cNvSpPr/>
            <p:nvPr/>
          </p:nvSpPr>
          <p:spPr>
            <a:xfrm>
              <a:off x="11888544" y="6877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t2795"/>
            <p:cNvSpPr/>
            <p:nvPr/>
          </p:nvSpPr>
          <p:spPr>
            <a:xfrm>
              <a:off x="11839956" y="68460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t2796"/>
            <p:cNvSpPr/>
            <p:nvPr/>
          </p:nvSpPr>
          <p:spPr>
            <a:xfrm>
              <a:off x="11834954" y="68578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t2797"/>
            <p:cNvSpPr/>
            <p:nvPr/>
          </p:nvSpPr>
          <p:spPr>
            <a:xfrm>
              <a:off x="11606304" y="68426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t2798"/>
            <p:cNvSpPr/>
            <p:nvPr/>
          </p:nvSpPr>
          <p:spPr>
            <a:xfrm>
              <a:off x="11614879" y="68686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t2799"/>
            <p:cNvSpPr/>
            <p:nvPr/>
          </p:nvSpPr>
          <p:spPr>
            <a:xfrm>
              <a:off x="11695621" y="68456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t2800"/>
            <p:cNvSpPr/>
            <p:nvPr/>
          </p:nvSpPr>
          <p:spPr>
            <a:xfrm>
              <a:off x="11788509" y="67244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t2801"/>
            <p:cNvSpPr/>
            <p:nvPr/>
          </p:nvSpPr>
          <p:spPr>
            <a:xfrm>
              <a:off x="11916410" y="67833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t2802"/>
            <p:cNvSpPr/>
            <p:nvPr/>
          </p:nvSpPr>
          <p:spPr>
            <a:xfrm>
              <a:off x="12105046" y="68204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t2803"/>
            <p:cNvSpPr/>
            <p:nvPr/>
          </p:nvSpPr>
          <p:spPr>
            <a:xfrm>
              <a:off x="11546998" y="68337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t2804"/>
            <p:cNvSpPr/>
            <p:nvPr/>
          </p:nvSpPr>
          <p:spPr>
            <a:xfrm>
              <a:off x="11602017" y="68282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t2805"/>
            <p:cNvSpPr/>
            <p:nvPr/>
          </p:nvSpPr>
          <p:spPr>
            <a:xfrm>
              <a:off x="12445877" y="68004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t2806"/>
            <p:cNvSpPr/>
            <p:nvPr/>
          </p:nvSpPr>
          <p:spPr>
            <a:xfrm>
              <a:off x="11412667" y="69279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t2807"/>
            <p:cNvSpPr/>
            <p:nvPr/>
          </p:nvSpPr>
          <p:spPr>
            <a:xfrm>
              <a:off x="14057142" y="64402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t2808"/>
            <p:cNvSpPr/>
            <p:nvPr/>
          </p:nvSpPr>
          <p:spPr>
            <a:xfrm>
              <a:off x="14495864" y="62904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t2809"/>
            <p:cNvSpPr/>
            <p:nvPr/>
          </p:nvSpPr>
          <p:spPr>
            <a:xfrm>
              <a:off x="11938561" y="68916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t2810"/>
            <p:cNvSpPr/>
            <p:nvPr/>
          </p:nvSpPr>
          <p:spPr>
            <a:xfrm>
              <a:off x="11551286" y="69019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t2811"/>
            <p:cNvSpPr/>
            <p:nvPr/>
          </p:nvSpPr>
          <p:spPr>
            <a:xfrm>
              <a:off x="11550571" y="6896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t2812"/>
            <p:cNvSpPr/>
            <p:nvPr/>
          </p:nvSpPr>
          <p:spPr>
            <a:xfrm>
              <a:off x="11562718" y="68927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t2813"/>
            <p:cNvSpPr/>
            <p:nvPr/>
          </p:nvSpPr>
          <p:spPr>
            <a:xfrm>
              <a:off x="11520561" y="68886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t2814"/>
            <p:cNvSpPr/>
            <p:nvPr/>
          </p:nvSpPr>
          <p:spPr>
            <a:xfrm>
              <a:off x="11977860" y="68534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t2815"/>
            <p:cNvSpPr/>
            <p:nvPr/>
          </p:nvSpPr>
          <p:spPr>
            <a:xfrm>
              <a:off x="12267959" y="68182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t2816"/>
            <p:cNvSpPr/>
            <p:nvPr/>
          </p:nvSpPr>
          <p:spPr>
            <a:xfrm>
              <a:off x="13531248" y="65854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t2817"/>
            <p:cNvSpPr/>
            <p:nvPr/>
          </p:nvSpPr>
          <p:spPr>
            <a:xfrm>
              <a:off x="11419812" y="69071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t2818"/>
            <p:cNvSpPr/>
            <p:nvPr/>
          </p:nvSpPr>
          <p:spPr>
            <a:xfrm>
              <a:off x="11687046" y="69186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t2819"/>
            <p:cNvSpPr/>
            <p:nvPr/>
          </p:nvSpPr>
          <p:spPr>
            <a:xfrm>
              <a:off x="13399775" y="66340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t2820"/>
            <p:cNvSpPr/>
            <p:nvPr/>
          </p:nvSpPr>
          <p:spPr>
            <a:xfrm>
              <a:off x="13297597" y="67589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t2821"/>
            <p:cNvSpPr/>
            <p:nvPr/>
          </p:nvSpPr>
          <p:spPr>
            <a:xfrm>
              <a:off x="11491265" y="69116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t2822"/>
            <p:cNvSpPr/>
            <p:nvPr/>
          </p:nvSpPr>
          <p:spPr>
            <a:xfrm>
              <a:off x="13171125" y="67137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t2823"/>
            <p:cNvSpPr/>
            <p:nvPr/>
          </p:nvSpPr>
          <p:spPr>
            <a:xfrm>
              <a:off x="13197563" y="67744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t2824"/>
            <p:cNvSpPr/>
            <p:nvPr/>
          </p:nvSpPr>
          <p:spPr>
            <a:xfrm>
              <a:off x="11810660" y="6913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t2825"/>
            <p:cNvSpPr/>
            <p:nvPr/>
          </p:nvSpPr>
          <p:spPr>
            <a:xfrm>
              <a:off x="11919983" y="69049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t2826"/>
            <p:cNvSpPr/>
            <p:nvPr/>
          </p:nvSpPr>
          <p:spPr>
            <a:xfrm>
              <a:off x="11509843" y="67604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t2827"/>
            <p:cNvSpPr/>
            <p:nvPr/>
          </p:nvSpPr>
          <p:spPr>
            <a:xfrm>
              <a:off x="13642715" y="67604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t2828"/>
            <p:cNvSpPr/>
            <p:nvPr/>
          </p:nvSpPr>
          <p:spPr>
            <a:xfrm>
              <a:off x="12846014" y="63505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t2829"/>
            <p:cNvSpPr/>
            <p:nvPr/>
          </p:nvSpPr>
          <p:spPr>
            <a:xfrm>
              <a:off x="12963911" y="68830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t2830"/>
            <p:cNvSpPr/>
            <p:nvPr/>
          </p:nvSpPr>
          <p:spPr>
            <a:xfrm>
              <a:off x="13262585" y="6301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t2831"/>
            <p:cNvSpPr/>
            <p:nvPr/>
          </p:nvSpPr>
          <p:spPr>
            <a:xfrm>
              <a:off x="13391200" y="63794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t2832"/>
            <p:cNvSpPr/>
            <p:nvPr/>
          </p:nvSpPr>
          <p:spPr>
            <a:xfrm>
              <a:off x="13469084" y="63505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t2833"/>
            <p:cNvSpPr/>
            <p:nvPr/>
          </p:nvSpPr>
          <p:spPr>
            <a:xfrm>
              <a:off x="11458397" y="69475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t2834"/>
            <p:cNvSpPr/>
            <p:nvPr/>
          </p:nvSpPr>
          <p:spPr>
            <a:xfrm>
              <a:off x="11451966" y="69501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t2835"/>
            <p:cNvSpPr/>
            <p:nvPr/>
          </p:nvSpPr>
          <p:spPr>
            <a:xfrm>
              <a:off x="11460540" y="69535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t2836"/>
            <p:cNvSpPr/>
            <p:nvPr/>
          </p:nvSpPr>
          <p:spPr>
            <a:xfrm>
              <a:off x="11976431" y="67333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t2837"/>
            <p:cNvSpPr/>
            <p:nvPr/>
          </p:nvSpPr>
          <p:spPr>
            <a:xfrm>
              <a:off x="14849556" y="62967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t2838"/>
            <p:cNvSpPr/>
            <p:nvPr/>
          </p:nvSpPr>
          <p:spPr>
            <a:xfrm>
              <a:off x="15339724" y="64668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t2839"/>
            <p:cNvSpPr/>
            <p:nvPr/>
          </p:nvSpPr>
          <p:spPr>
            <a:xfrm>
              <a:off x="11459111" y="68297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t2840"/>
            <p:cNvSpPr/>
            <p:nvPr/>
          </p:nvSpPr>
          <p:spPr>
            <a:xfrm>
              <a:off x="11423385" y="68593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t2841"/>
            <p:cNvSpPr/>
            <p:nvPr/>
          </p:nvSpPr>
          <p:spPr>
            <a:xfrm>
              <a:off x="11630598" y="69153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t2842"/>
            <p:cNvSpPr/>
            <p:nvPr/>
          </p:nvSpPr>
          <p:spPr>
            <a:xfrm>
              <a:off x="11747781" y="68908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t2843"/>
            <p:cNvSpPr/>
            <p:nvPr/>
          </p:nvSpPr>
          <p:spPr>
            <a:xfrm>
              <a:off x="12045026" y="6889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t2844"/>
            <p:cNvSpPr/>
            <p:nvPr/>
          </p:nvSpPr>
          <p:spPr>
            <a:xfrm>
              <a:off x="12110763" y="66773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t2845"/>
            <p:cNvSpPr/>
            <p:nvPr/>
          </p:nvSpPr>
          <p:spPr>
            <a:xfrm>
              <a:off x="12385857" y="66640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t2846"/>
            <p:cNvSpPr/>
            <p:nvPr/>
          </p:nvSpPr>
          <p:spPr>
            <a:xfrm>
              <a:off x="12425870" y="65925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t2847"/>
            <p:cNvSpPr/>
            <p:nvPr/>
          </p:nvSpPr>
          <p:spPr>
            <a:xfrm>
              <a:off x="11541997" y="69082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t2848"/>
            <p:cNvSpPr/>
            <p:nvPr/>
          </p:nvSpPr>
          <p:spPr>
            <a:xfrm>
              <a:off x="11516274" y="69075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t2849"/>
            <p:cNvSpPr/>
            <p:nvPr/>
          </p:nvSpPr>
          <p:spPr>
            <a:xfrm>
              <a:off x="11559860" y="69231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t2850"/>
            <p:cNvSpPr/>
            <p:nvPr/>
          </p:nvSpPr>
          <p:spPr>
            <a:xfrm>
              <a:off x="11483405" y="69171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t2851"/>
            <p:cNvSpPr/>
            <p:nvPr/>
          </p:nvSpPr>
          <p:spPr>
            <a:xfrm>
              <a:off x="11470544" y="68597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t2852"/>
            <p:cNvSpPr/>
            <p:nvPr/>
          </p:nvSpPr>
          <p:spPr>
            <a:xfrm>
              <a:off x="11465542" y="68671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t2853"/>
            <p:cNvSpPr/>
            <p:nvPr/>
          </p:nvSpPr>
          <p:spPr>
            <a:xfrm>
              <a:off x="12119337" y="6703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t2854"/>
            <p:cNvSpPr/>
            <p:nvPr/>
          </p:nvSpPr>
          <p:spPr>
            <a:xfrm>
              <a:off x="12845299" y="66173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t2855"/>
            <p:cNvSpPr/>
            <p:nvPr/>
          </p:nvSpPr>
          <p:spPr>
            <a:xfrm>
              <a:off x="14393686" y="68249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t2856"/>
            <p:cNvSpPr/>
            <p:nvPr/>
          </p:nvSpPr>
          <p:spPr>
            <a:xfrm>
              <a:off x="13472657" y="63293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t2857"/>
            <p:cNvSpPr/>
            <p:nvPr/>
          </p:nvSpPr>
          <p:spPr>
            <a:xfrm>
              <a:off x="14113590" y="63961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t2858"/>
            <p:cNvSpPr/>
            <p:nvPr/>
          </p:nvSpPr>
          <p:spPr>
            <a:xfrm>
              <a:off x="14430842" y="65161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t2859"/>
            <p:cNvSpPr/>
            <p:nvPr/>
          </p:nvSpPr>
          <p:spPr>
            <a:xfrm>
              <a:off x="11418383" y="68797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t2860"/>
            <p:cNvSpPr/>
            <p:nvPr/>
          </p:nvSpPr>
          <p:spPr>
            <a:xfrm>
              <a:off x="11489121" y="68827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t2861"/>
            <p:cNvSpPr/>
            <p:nvPr/>
          </p:nvSpPr>
          <p:spPr>
            <a:xfrm>
              <a:off x="11431959" y="6902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t2862"/>
            <p:cNvSpPr/>
            <p:nvPr/>
          </p:nvSpPr>
          <p:spPr>
            <a:xfrm>
              <a:off x="11408380" y="68804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t2863"/>
            <p:cNvSpPr/>
            <p:nvPr/>
          </p:nvSpPr>
          <p:spPr>
            <a:xfrm>
              <a:off x="11364079" y="6896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t2864"/>
            <p:cNvSpPr/>
            <p:nvPr/>
          </p:nvSpPr>
          <p:spPr>
            <a:xfrm>
              <a:off x="11467686" y="6896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t2865"/>
            <p:cNvSpPr/>
            <p:nvPr/>
          </p:nvSpPr>
          <p:spPr>
            <a:xfrm>
              <a:off x="11513415" y="69060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t2866"/>
            <p:cNvSpPr/>
            <p:nvPr/>
          </p:nvSpPr>
          <p:spPr>
            <a:xfrm>
              <a:off x="11741351" y="68575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t2867"/>
            <p:cNvSpPr/>
            <p:nvPr/>
          </p:nvSpPr>
          <p:spPr>
            <a:xfrm>
              <a:off x="12220086" y="65413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t2868"/>
            <p:cNvSpPr/>
            <p:nvPr/>
          </p:nvSpPr>
          <p:spPr>
            <a:xfrm>
              <a:off x="11579152" y="68137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t2869"/>
            <p:cNvSpPr/>
            <p:nvPr/>
          </p:nvSpPr>
          <p:spPr>
            <a:xfrm>
              <a:off x="11772075" y="67930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t2870"/>
            <p:cNvSpPr/>
            <p:nvPr/>
          </p:nvSpPr>
          <p:spPr>
            <a:xfrm>
              <a:off x="11415525" y="69160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t2871"/>
            <p:cNvSpPr/>
            <p:nvPr/>
          </p:nvSpPr>
          <p:spPr>
            <a:xfrm>
              <a:off x="11416954" y="68990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t2872"/>
            <p:cNvSpPr/>
            <p:nvPr/>
          </p:nvSpPr>
          <p:spPr>
            <a:xfrm>
              <a:off x="11489121" y="68856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t2873"/>
            <p:cNvSpPr/>
            <p:nvPr/>
          </p:nvSpPr>
          <p:spPr>
            <a:xfrm>
              <a:off x="11368366" y="69086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t2874"/>
            <p:cNvSpPr/>
            <p:nvPr/>
          </p:nvSpPr>
          <p:spPr>
            <a:xfrm>
              <a:off x="11374082" y="69060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t2875"/>
            <p:cNvSpPr/>
            <p:nvPr/>
          </p:nvSpPr>
          <p:spPr>
            <a:xfrm>
              <a:off x="11391945" y="6889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t2876"/>
            <p:cNvSpPr/>
            <p:nvPr/>
          </p:nvSpPr>
          <p:spPr>
            <a:xfrm>
              <a:off x="11526277" y="6902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t2877"/>
            <p:cNvSpPr/>
            <p:nvPr/>
          </p:nvSpPr>
          <p:spPr>
            <a:xfrm>
              <a:off x="11622024" y="68704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t2878"/>
            <p:cNvSpPr/>
            <p:nvPr/>
          </p:nvSpPr>
          <p:spPr>
            <a:xfrm>
              <a:off x="11587727" y="68930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t2879"/>
            <p:cNvSpPr/>
            <p:nvPr/>
          </p:nvSpPr>
          <p:spPr>
            <a:xfrm>
              <a:off x="11483405" y="69401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t2880"/>
            <p:cNvSpPr/>
            <p:nvPr/>
          </p:nvSpPr>
          <p:spPr>
            <a:xfrm>
              <a:off x="11491265" y="69449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t2881"/>
            <p:cNvSpPr/>
            <p:nvPr/>
          </p:nvSpPr>
          <p:spPr>
            <a:xfrm>
              <a:off x="11557002" y="68638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t2882"/>
            <p:cNvSpPr/>
            <p:nvPr/>
          </p:nvSpPr>
          <p:spPr>
            <a:xfrm>
              <a:off x="11552000" y="68764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t2883"/>
            <p:cNvSpPr/>
            <p:nvPr/>
          </p:nvSpPr>
          <p:spPr>
            <a:xfrm>
              <a:off x="11453395" y="69268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t2884"/>
            <p:cNvSpPr/>
            <p:nvPr/>
          </p:nvSpPr>
          <p:spPr>
            <a:xfrm>
              <a:off x="11474831" y="69227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t2885"/>
            <p:cNvSpPr/>
            <p:nvPr/>
          </p:nvSpPr>
          <p:spPr>
            <a:xfrm>
              <a:off x="11536280" y="69112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t2886"/>
            <p:cNvSpPr/>
            <p:nvPr/>
          </p:nvSpPr>
          <p:spPr>
            <a:xfrm>
              <a:off x="12309402" y="66840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t2887"/>
            <p:cNvSpPr/>
            <p:nvPr/>
          </p:nvSpPr>
          <p:spPr>
            <a:xfrm>
              <a:off x="12122195" y="6576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t2888"/>
            <p:cNvSpPr/>
            <p:nvPr/>
          </p:nvSpPr>
          <p:spPr>
            <a:xfrm>
              <a:off x="12180072" y="66777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t2889"/>
            <p:cNvSpPr/>
            <p:nvPr/>
          </p:nvSpPr>
          <p:spPr>
            <a:xfrm>
              <a:off x="12163638" y="66933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t2890"/>
            <p:cNvSpPr/>
            <p:nvPr/>
          </p:nvSpPr>
          <p:spPr>
            <a:xfrm>
              <a:off x="12289395" y="66748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t2891"/>
            <p:cNvSpPr/>
            <p:nvPr/>
          </p:nvSpPr>
          <p:spPr>
            <a:xfrm>
              <a:off x="13676298" y="65747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t2892"/>
            <p:cNvSpPr/>
            <p:nvPr/>
          </p:nvSpPr>
          <p:spPr>
            <a:xfrm>
              <a:off x="13750609" y="62919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t2893"/>
            <p:cNvSpPr/>
            <p:nvPr/>
          </p:nvSpPr>
          <p:spPr>
            <a:xfrm>
              <a:off x="12502325" y="67126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t2894"/>
            <p:cNvSpPr/>
            <p:nvPr/>
          </p:nvSpPr>
          <p:spPr>
            <a:xfrm>
              <a:off x="11502697" y="6896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t2895"/>
            <p:cNvSpPr/>
            <p:nvPr/>
          </p:nvSpPr>
          <p:spPr>
            <a:xfrm>
              <a:off x="11369795" y="6872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t2896"/>
            <p:cNvSpPr/>
            <p:nvPr/>
          </p:nvSpPr>
          <p:spPr>
            <a:xfrm>
              <a:off x="11421956" y="6896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t2897"/>
            <p:cNvSpPr/>
            <p:nvPr/>
          </p:nvSpPr>
          <p:spPr>
            <a:xfrm>
              <a:off x="11538424" y="68078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t2898"/>
            <p:cNvSpPr/>
            <p:nvPr/>
          </p:nvSpPr>
          <p:spPr>
            <a:xfrm>
              <a:off x="11590585" y="68071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t2899"/>
            <p:cNvSpPr/>
            <p:nvPr/>
          </p:nvSpPr>
          <p:spPr>
            <a:xfrm>
              <a:off x="11460540" y="69346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t2900"/>
            <p:cNvSpPr/>
            <p:nvPr/>
          </p:nvSpPr>
          <p:spPr>
            <a:xfrm>
              <a:off x="11491265" y="69297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t2901"/>
            <p:cNvSpPr/>
            <p:nvPr/>
          </p:nvSpPr>
          <p:spPr>
            <a:xfrm>
              <a:off x="11449822" y="69427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t2902"/>
            <p:cNvSpPr/>
            <p:nvPr/>
          </p:nvSpPr>
          <p:spPr>
            <a:xfrm>
              <a:off x="11583439" y="68445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t2903"/>
            <p:cNvSpPr/>
            <p:nvPr/>
          </p:nvSpPr>
          <p:spPr>
            <a:xfrm>
              <a:off x="11521990" y="69297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t2904"/>
            <p:cNvSpPr/>
            <p:nvPr/>
          </p:nvSpPr>
          <p:spPr>
            <a:xfrm>
              <a:off x="11459111" y="6889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t2905"/>
            <p:cNvSpPr/>
            <p:nvPr/>
          </p:nvSpPr>
          <p:spPr>
            <a:xfrm>
              <a:off x="11411952" y="69320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t2906"/>
            <p:cNvSpPr/>
            <p:nvPr/>
          </p:nvSpPr>
          <p:spPr>
            <a:xfrm>
              <a:off x="14014271" y="64828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t2907"/>
            <p:cNvSpPr/>
            <p:nvPr/>
          </p:nvSpPr>
          <p:spPr>
            <a:xfrm>
              <a:off x="13861361" y="65914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t2908"/>
            <p:cNvSpPr/>
            <p:nvPr/>
          </p:nvSpPr>
          <p:spPr>
            <a:xfrm>
              <a:off x="11496267" y="6900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t2909"/>
            <p:cNvSpPr/>
            <p:nvPr/>
          </p:nvSpPr>
          <p:spPr>
            <a:xfrm>
              <a:off x="11448393" y="6904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t2910"/>
            <p:cNvSpPr/>
            <p:nvPr/>
          </p:nvSpPr>
          <p:spPr>
            <a:xfrm>
              <a:off x="11453395" y="6900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t2911"/>
            <p:cNvSpPr/>
            <p:nvPr/>
          </p:nvSpPr>
          <p:spPr>
            <a:xfrm>
              <a:off x="11518417" y="68534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t2912"/>
            <p:cNvSpPr/>
            <p:nvPr/>
          </p:nvSpPr>
          <p:spPr>
            <a:xfrm>
              <a:off x="12880311" y="68152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t2913"/>
            <p:cNvSpPr/>
            <p:nvPr/>
          </p:nvSpPr>
          <p:spPr>
            <a:xfrm>
              <a:off x="11509128" y="68975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t2914"/>
            <p:cNvSpPr/>
            <p:nvPr/>
          </p:nvSpPr>
          <p:spPr>
            <a:xfrm>
              <a:off x="11446250" y="69260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t2915"/>
            <p:cNvSpPr/>
            <p:nvPr/>
          </p:nvSpPr>
          <p:spPr>
            <a:xfrm>
              <a:off x="11486978" y="69171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t2916"/>
            <p:cNvSpPr/>
            <p:nvPr/>
          </p:nvSpPr>
          <p:spPr>
            <a:xfrm>
              <a:off x="12705252" y="66636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t2917"/>
            <p:cNvSpPr/>
            <p:nvPr/>
          </p:nvSpPr>
          <p:spPr>
            <a:xfrm>
              <a:off x="12853159" y="66199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t2918"/>
            <p:cNvSpPr/>
            <p:nvPr/>
          </p:nvSpPr>
          <p:spPr>
            <a:xfrm>
              <a:off x="11545569" y="6920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t2919"/>
            <p:cNvSpPr/>
            <p:nvPr/>
          </p:nvSpPr>
          <p:spPr>
            <a:xfrm>
              <a:off x="11547713" y="6920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t2920"/>
            <p:cNvSpPr/>
            <p:nvPr/>
          </p:nvSpPr>
          <p:spPr>
            <a:xfrm>
              <a:off x="11479118" y="69179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t2921"/>
            <p:cNvSpPr/>
            <p:nvPr/>
          </p:nvSpPr>
          <p:spPr>
            <a:xfrm>
              <a:off x="11512701" y="69234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t2922"/>
            <p:cNvSpPr/>
            <p:nvPr/>
          </p:nvSpPr>
          <p:spPr>
            <a:xfrm>
              <a:off x="13647002" y="68386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t2923"/>
            <p:cNvSpPr/>
            <p:nvPr/>
          </p:nvSpPr>
          <p:spPr>
            <a:xfrm>
              <a:off x="11755641" y="68853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t2924"/>
            <p:cNvSpPr/>
            <p:nvPr/>
          </p:nvSpPr>
          <p:spPr>
            <a:xfrm>
              <a:off x="11434103" y="69082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t2925"/>
            <p:cNvSpPr/>
            <p:nvPr/>
          </p:nvSpPr>
          <p:spPr>
            <a:xfrm>
              <a:off x="12756698" y="65206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t2926"/>
            <p:cNvSpPr/>
            <p:nvPr/>
          </p:nvSpPr>
          <p:spPr>
            <a:xfrm>
              <a:off x="12821720" y="64687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t2927"/>
            <p:cNvSpPr/>
            <p:nvPr/>
          </p:nvSpPr>
          <p:spPr>
            <a:xfrm>
              <a:off x="11852103" y="6872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t2928"/>
            <p:cNvSpPr/>
            <p:nvPr/>
          </p:nvSpPr>
          <p:spPr>
            <a:xfrm>
              <a:off x="11809945" y="68608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t2929"/>
            <p:cNvSpPr/>
            <p:nvPr/>
          </p:nvSpPr>
          <p:spPr>
            <a:xfrm>
              <a:off x="11794226" y="6744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t2930"/>
            <p:cNvSpPr/>
            <p:nvPr/>
          </p:nvSpPr>
          <p:spPr>
            <a:xfrm>
              <a:off x="11780650" y="67415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t2931"/>
            <p:cNvSpPr/>
            <p:nvPr/>
          </p:nvSpPr>
          <p:spPr>
            <a:xfrm>
              <a:off x="11446250" y="6914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t2932"/>
            <p:cNvSpPr/>
            <p:nvPr/>
          </p:nvSpPr>
          <p:spPr>
            <a:xfrm>
              <a:off x="11506985" y="69231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t2933"/>
            <p:cNvSpPr/>
            <p:nvPr/>
          </p:nvSpPr>
          <p:spPr>
            <a:xfrm>
              <a:off x="11504841" y="69449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t2934"/>
            <p:cNvSpPr/>
            <p:nvPr/>
          </p:nvSpPr>
          <p:spPr>
            <a:xfrm>
              <a:off x="11408380" y="69271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t2935"/>
            <p:cNvSpPr/>
            <p:nvPr/>
          </p:nvSpPr>
          <p:spPr>
            <a:xfrm>
              <a:off x="11973573" y="6586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t2936"/>
            <p:cNvSpPr/>
            <p:nvPr/>
          </p:nvSpPr>
          <p:spPr>
            <a:xfrm>
              <a:off x="12100045" y="65017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t2937"/>
            <p:cNvSpPr/>
            <p:nvPr/>
          </p:nvSpPr>
          <p:spPr>
            <a:xfrm>
              <a:off x="12218657" y="65443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t2938"/>
            <p:cNvSpPr/>
            <p:nvPr/>
          </p:nvSpPr>
          <p:spPr>
            <a:xfrm>
              <a:off x="12406578" y="65880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t2939"/>
            <p:cNvSpPr/>
            <p:nvPr/>
          </p:nvSpPr>
          <p:spPr>
            <a:xfrm>
              <a:off x="12444448" y="64402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t2940"/>
            <p:cNvSpPr/>
            <p:nvPr/>
          </p:nvSpPr>
          <p:spPr>
            <a:xfrm>
              <a:off x="11549142" y="68990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t2941"/>
            <p:cNvSpPr/>
            <p:nvPr/>
          </p:nvSpPr>
          <p:spPr>
            <a:xfrm>
              <a:off x="11506985" y="6900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t2942"/>
            <p:cNvSpPr/>
            <p:nvPr/>
          </p:nvSpPr>
          <p:spPr>
            <a:xfrm>
              <a:off x="11490550" y="69034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t2943"/>
            <p:cNvSpPr/>
            <p:nvPr/>
          </p:nvSpPr>
          <p:spPr>
            <a:xfrm>
              <a:off x="12332981" y="63975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t2944"/>
            <p:cNvSpPr/>
            <p:nvPr/>
          </p:nvSpPr>
          <p:spPr>
            <a:xfrm>
              <a:off x="12540195" y="63790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t2945"/>
            <p:cNvSpPr/>
            <p:nvPr/>
          </p:nvSpPr>
          <p:spPr>
            <a:xfrm>
              <a:off x="11487692" y="69346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t2946"/>
            <p:cNvSpPr/>
            <p:nvPr/>
          </p:nvSpPr>
          <p:spPr>
            <a:xfrm>
              <a:off x="11491980" y="69386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t2947"/>
            <p:cNvSpPr/>
            <p:nvPr/>
          </p:nvSpPr>
          <p:spPr>
            <a:xfrm>
              <a:off x="11479118" y="69316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t2948"/>
            <p:cNvSpPr/>
            <p:nvPr/>
          </p:nvSpPr>
          <p:spPr>
            <a:xfrm>
              <a:off x="11415525" y="68512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t2949"/>
            <p:cNvSpPr/>
            <p:nvPr/>
          </p:nvSpPr>
          <p:spPr>
            <a:xfrm>
              <a:off x="11440533" y="68645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t2950"/>
            <p:cNvSpPr/>
            <p:nvPr/>
          </p:nvSpPr>
          <p:spPr>
            <a:xfrm>
              <a:off x="11448393" y="6886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t2951"/>
            <p:cNvSpPr/>
            <p:nvPr/>
          </p:nvSpPr>
          <p:spPr>
            <a:xfrm>
              <a:off x="11502697" y="69308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t2952"/>
            <p:cNvSpPr/>
            <p:nvPr/>
          </p:nvSpPr>
          <p:spPr>
            <a:xfrm>
              <a:off x="12144345" y="61296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t2953"/>
            <p:cNvSpPr/>
            <p:nvPr/>
          </p:nvSpPr>
          <p:spPr>
            <a:xfrm>
              <a:off x="12190790" y="60584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t2954"/>
            <p:cNvSpPr/>
            <p:nvPr/>
          </p:nvSpPr>
          <p:spPr>
            <a:xfrm>
              <a:off x="11520561" y="6901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t2955"/>
            <p:cNvSpPr/>
            <p:nvPr/>
          </p:nvSpPr>
          <p:spPr>
            <a:xfrm>
              <a:off x="11304058" y="6888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t2956"/>
            <p:cNvSpPr/>
            <p:nvPr/>
          </p:nvSpPr>
          <p:spPr>
            <a:xfrm>
              <a:off x="11459826" y="68934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t2957"/>
            <p:cNvSpPr/>
            <p:nvPr/>
          </p:nvSpPr>
          <p:spPr>
            <a:xfrm>
              <a:off x="11423385" y="69405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t2958"/>
            <p:cNvSpPr/>
            <p:nvPr/>
          </p:nvSpPr>
          <p:spPr>
            <a:xfrm>
              <a:off x="11429101" y="69375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t2959"/>
            <p:cNvSpPr/>
            <p:nvPr/>
          </p:nvSpPr>
          <p:spPr>
            <a:xfrm>
              <a:off x="11367651" y="69523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t2960"/>
            <p:cNvSpPr/>
            <p:nvPr/>
          </p:nvSpPr>
          <p:spPr>
            <a:xfrm>
              <a:off x="11436961" y="69116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t2961"/>
            <p:cNvSpPr/>
            <p:nvPr/>
          </p:nvSpPr>
          <p:spPr>
            <a:xfrm>
              <a:off x="12018588" y="6891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t2962"/>
            <p:cNvSpPr/>
            <p:nvPr/>
          </p:nvSpPr>
          <p:spPr>
            <a:xfrm>
              <a:off x="11984291" y="6888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t2963"/>
            <p:cNvSpPr/>
            <p:nvPr/>
          </p:nvSpPr>
          <p:spPr>
            <a:xfrm>
              <a:off x="12298684" y="66307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t2964"/>
            <p:cNvSpPr/>
            <p:nvPr/>
          </p:nvSpPr>
          <p:spPr>
            <a:xfrm>
              <a:off x="12480175" y="65988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t2965"/>
            <p:cNvSpPr/>
            <p:nvPr/>
          </p:nvSpPr>
          <p:spPr>
            <a:xfrm>
              <a:off x="12422298" y="65814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t2966"/>
            <p:cNvSpPr/>
            <p:nvPr/>
          </p:nvSpPr>
          <p:spPr>
            <a:xfrm>
              <a:off x="12350845" y="66021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t2967"/>
            <p:cNvSpPr/>
            <p:nvPr/>
          </p:nvSpPr>
          <p:spPr>
            <a:xfrm>
              <a:off x="11459826" y="69249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t2968"/>
            <p:cNvSpPr/>
            <p:nvPr/>
          </p:nvSpPr>
          <p:spPr>
            <a:xfrm>
              <a:off x="11467686" y="6880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t2969"/>
            <p:cNvSpPr/>
            <p:nvPr/>
          </p:nvSpPr>
          <p:spPr>
            <a:xfrm>
              <a:off x="11513415" y="6900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t2970"/>
            <p:cNvSpPr/>
            <p:nvPr/>
          </p:nvSpPr>
          <p:spPr>
            <a:xfrm>
              <a:off x="11529135" y="69164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t2971"/>
            <p:cNvSpPr/>
            <p:nvPr/>
          </p:nvSpPr>
          <p:spPr>
            <a:xfrm>
              <a:off x="11534137" y="69268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t2972"/>
            <p:cNvSpPr/>
            <p:nvPr/>
          </p:nvSpPr>
          <p:spPr>
            <a:xfrm>
              <a:off x="11522704" y="69342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t2973"/>
            <p:cNvSpPr/>
            <p:nvPr/>
          </p:nvSpPr>
          <p:spPr>
            <a:xfrm>
              <a:off x="12314404" y="67637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t2974"/>
            <p:cNvSpPr/>
            <p:nvPr/>
          </p:nvSpPr>
          <p:spPr>
            <a:xfrm>
              <a:off x="11461969" y="69168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t2975"/>
            <p:cNvSpPr/>
            <p:nvPr/>
          </p:nvSpPr>
          <p:spPr>
            <a:xfrm>
              <a:off x="11463398" y="69297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t2976"/>
            <p:cNvSpPr/>
            <p:nvPr/>
          </p:nvSpPr>
          <p:spPr>
            <a:xfrm>
              <a:off x="11480547" y="6925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t2977"/>
            <p:cNvSpPr/>
            <p:nvPr/>
          </p:nvSpPr>
          <p:spPr>
            <a:xfrm>
              <a:off x="11458397" y="69249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t2978"/>
            <p:cNvSpPr/>
            <p:nvPr/>
          </p:nvSpPr>
          <p:spPr>
            <a:xfrm>
              <a:off x="12907464" y="65291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t2979"/>
            <p:cNvSpPr/>
            <p:nvPr/>
          </p:nvSpPr>
          <p:spPr>
            <a:xfrm>
              <a:off x="11876397" y="66829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t2980"/>
            <p:cNvSpPr/>
            <p:nvPr/>
          </p:nvSpPr>
          <p:spPr>
            <a:xfrm>
              <a:off x="11894260" y="65821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t2981"/>
            <p:cNvSpPr/>
            <p:nvPr/>
          </p:nvSpPr>
          <p:spPr>
            <a:xfrm>
              <a:off x="11749210" y="66158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t2982"/>
            <p:cNvSpPr/>
            <p:nvPr/>
          </p:nvSpPr>
          <p:spPr>
            <a:xfrm>
              <a:off x="11425528" y="6920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t2983"/>
            <p:cNvSpPr/>
            <p:nvPr/>
          </p:nvSpPr>
          <p:spPr>
            <a:xfrm>
              <a:off x="11552715" y="69082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t2984"/>
            <p:cNvSpPr/>
            <p:nvPr/>
          </p:nvSpPr>
          <p:spPr>
            <a:xfrm>
              <a:off x="12057887" y="64268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t2985"/>
            <p:cNvSpPr/>
            <p:nvPr/>
          </p:nvSpPr>
          <p:spPr>
            <a:xfrm>
              <a:off x="12590212" y="64835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t2986"/>
            <p:cNvSpPr/>
            <p:nvPr/>
          </p:nvSpPr>
          <p:spPr>
            <a:xfrm>
              <a:off x="12412294" y="64906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t2987"/>
            <p:cNvSpPr/>
            <p:nvPr/>
          </p:nvSpPr>
          <p:spPr>
            <a:xfrm>
              <a:off x="11629169" y="69171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t2988"/>
            <p:cNvSpPr/>
            <p:nvPr/>
          </p:nvSpPr>
          <p:spPr>
            <a:xfrm>
              <a:off x="13727744" y="67126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t2989"/>
            <p:cNvSpPr/>
            <p:nvPr/>
          </p:nvSpPr>
          <p:spPr>
            <a:xfrm>
              <a:off x="11469115" y="69157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t2990"/>
            <p:cNvSpPr/>
            <p:nvPr/>
          </p:nvSpPr>
          <p:spPr>
            <a:xfrm>
              <a:off x="11499125" y="69275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t2991"/>
            <p:cNvSpPr/>
            <p:nvPr/>
          </p:nvSpPr>
          <p:spPr>
            <a:xfrm>
              <a:off x="11446964" y="69531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t2992"/>
            <p:cNvSpPr/>
            <p:nvPr/>
          </p:nvSpPr>
          <p:spPr>
            <a:xfrm>
              <a:off x="11460540" y="69516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t2993"/>
            <p:cNvSpPr/>
            <p:nvPr/>
          </p:nvSpPr>
          <p:spPr>
            <a:xfrm>
              <a:off x="11625597" y="6845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t2994"/>
            <p:cNvSpPr/>
            <p:nvPr/>
          </p:nvSpPr>
          <p:spPr>
            <a:xfrm>
              <a:off x="13479802" y="63912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t2995"/>
            <p:cNvSpPr/>
            <p:nvPr/>
          </p:nvSpPr>
          <p:spPr>
            <a:xfrm>
              <a:off x="13459795" y="63986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t2996"/>
            <p:cNvSpPr/>
            <p:nvPr/>
          </p:nvSpPr>
          <p:spPr>
            <a:xfrm>
              <a:off x="13454079" y="61344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t2997"/>
            <p:cNvSpPr/>
            <p:nvPr/>
          </p:nvSpPr>
          <p:spPr>
            <a:xfrm>
              <a:off x="13379053" y="68126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t2998"/>
            <p:cNvSpPr/>
            <p:nvPr/>
          </p:nvSpPr>
          <p:spPr>
            <a:xfrm>
              <a:off x="11538424" y="6914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t2999"/>
            <p:cNvSpPr/>
            <p:nvPr/>
          </p:nvSpPr>
          <p:spPr>
            <a:xfrm>
              <a:off x="11544140" y="68945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t3000"/>
            <p:cNvSpPr/>
            <p:nvPr/>
          </p:nvSpPr>
          <p:spPr>
            <a:xfrm>
              <a:off x="13241864" y="58898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t3001"/>
            <p:cNvSpPr/>
            <p:nvPr/>
          </p:nvSpPr>
          <p:spPr>
            <a:xfrm>
              <a:off x="11469829" y="68949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t3002"/>
            <p:cNvSpPr/>
            <p:nvPr/>
          </p:nvSpPr>
          <p:spPr>
            <a:xfrm>
              <a:off x="11430530" y="6877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t3003"/>
            <p:cNvSpPr/>
            <p:nvPr/>
          </p:nvSpPr>
          <p:spPr>
            <a:xfrm>
              <a:off x="11764215" y="67793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t3004"/>
            <p:cNvSpPr/>
            <p:nvPr/>
          </p:nvSpPr>
          <p:spPr>
            <a:xfrm>
              <a:off x="11824236" y="68004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t3005"/>
            <p:cNvSpPr/>
            <p:nvPr/>
          </p:nvSpPr>
          <p:spPr>
            <a:xfrm>
              <a:off x="11674185" y="69023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t3006"/>
            <p:cNvSpPr/>
            <p:nvPr/>
          </p:nvSpPr>
          <p:spPr>
            <a:xfrm>
              <a:off x="11709197" y="68949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t3007"/>
            <p:cNvSpPr/>
            <p:nvPr/>
          </p:nvSpPr>
          <p:spPr>
            <a:xfrm>
              <a:off x="11785651" y="69042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t3008"/>
            <p:cNvSpPr/>
            <p:nvPr/>
          </p:nvSpPr>
          <p:spPr>
            <a:xfrm>
              <a:off x="13991406" y="67819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t3009"/>
            <p:cNvSpPr/>
            <p:nvPr/>
          </p:nvSpPr>
          <p:spPr>
            <a:xfrm>
              <a:off x="14362247" y="67374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t3010"/>
            <p:cNvSpPr/>
            <p:nvPr/>
          </p:nvSpPr>
          <p:spPr>
            <a:xfrm>
              <a:off x="14177183" y="67744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t3011"/>
            <p:cNvSpPr/>
            <p:nvPr/>
          </p:nvSpPr>
          <p:spPr>
            <a:xfrm>
              <a:off x="14186472" y="67530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t3012"/>
            <p:cNvSpPr/>
            <p:nvPr/>
          </p:nvSpPr>
          <p:spPr>
            <a:xfrm>
              <a:off x="14185758" y="67707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t3013"/>
            <p:cNvSpPr/>
            <p:nvPr/>
          </p:nvSpPr>
          <p:spPr>
            <a:xfrm>
              <a:off x="11517703" y="6872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t3014"/>
            <p:cNvSpPr/>
            <p:nvPr/>
          </p:nvSpPr>
          <p:spPr>
            <a:xfrm>
              <a:off x="11520561" y="68434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t3015"/>
            <p:cNvSpPr/>
            <p:nvPr/>
          </p:nvSpPr>
          <p:spPr>
            <a:xfrm>
              <a:off x="11937132" y="67593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t3016"/>
            <p:cNvSpPr/>
            <p:nvPr/>
          </p:nvSpPr>
          <p:spPr>
            <a:xfrm>
              <a:off x="11933559" y="67826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t3017"/>
            <p:cNvSpPr/>
            <p:nvPr/>
          </p:nvSpPr>
          <p:spPr>
            <a:xfrm>
              <a:off x="11510557" y="69153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t3018"/>
            <p:cNvSpPr/>
            <p:nvPr/>
          </p:nvSpPr>
          <p:spPr>
            <a:xfrm>
              <a:off x="11494123" y="6913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t3019"/>
            <p:cNvSpPr/>
            <p:nvPr/>
          </p:nvSpPr>
          <p:spPr>
            <a:xfrm>
              <a:off x="11460540" y="6880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t3020"/>
            <p:cNvSpPr/>
            <p:nvPr/>
          </p:nvSpPr>
          <p:spPr>
            <a:xfrm>
              <a:off x="11464113" y="6913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t3021"/>
            <p:cNvSpPr/>
            <p:nvPr/>
          </p:nvSpPr>
          <p:spPr>
            <a:xfrm>
              <a:off x="11499839" y="69082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t3022"/>
            <p:cNvSpPr/>
            <p:nvPr/>
          </p:nvSpPr>
          <p:spPr>
            <a:xfrm>
              <a:off x="11514130" y="68727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t3023"/>
            <p:cNvSpPr/>
            <p:nvPr/>
          </p:nvSpPr>
          <p:spPr>
            <a:xfrm>
              <a:off x="11450537" y="6902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t3024"/>
            <p:cNvSpPr/>
            <p:nvPr/>
          </p:nvSpPr>
          <p:spPr>
            <a:xfrm>
              <a:off x="11464113" y="68990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t3025"/>
            <p:cNvSpPr/>
            <p:nvPr/>
          </p:nvSpPr>
          <p:spPr>
            <a:xfrm>
              <a:off x="11506270" y="68786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t3026"/>
            <p:cNvSpPr/>
            <p:nvPr/>
          </p:nvSpPr>
          <p:spPr>
            <a:xfrm>
              <a:off x="11539853" y="69175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t3027"/>
            <p:cNvSpPr/>
            <p:nvPr/>
          </p:nvSpPr>
          <p:spPr>
            <a:xfrm>
              <a:off x="11496267" y="68341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t3028"/>
            <p:cNvSpPr/>
            <p:nvPr/>
          </p:nvSpPr>
          <p:spPr>
            <a:xfrm>
              <a:off x="11515559" y="68712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t3029"/>
            <p:cNvSpPr/>
            <p:nvPr/>
          </p:nvSpPr>
          <p:spPr>
            <a:xfrm>
              <a:off x="11509128" y="68827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t3030"/>
            <p:cNvSpPr/>
            <p:nvPr/>
          </p:nvSpPr>
          <p:spPr>
            <a:xfrm>
              <a:off x="11493409" y="68812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t3031"/>
            <p:cNvSpPr/>
            <p:nvPr/>
          </p:nvSpPr>
          <p:spPr>
            <a:xfrm>
              <a:off x="11501268" y="68512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t3032"/>
            <p:cNvSpPr/>
            <p:nvPr/>
          </p:nvSpPr>
          <p:spPr>
            <a:xfrm>
              <a:off x="11454109" y="6905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t3033"/>
            <p:cNvSpPr/>
            <p:nvPr/>
          </p:nvSpPr>
          <p:spPr>
            <a:xfrm>
              <a:off x="11490550" y="6913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t3034"/>
            <p:cNvSpPr/>
            <p:nvPr/>
          </p:nvSpPr>
          <p:spPr>
            <a:xfrm>
              <a:off x="11454109" y="69038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t3035"/>
            <p:cNvSpPr/>
            <p:nvPr/>
          </p:nvSpPr>
          <p:spPr>
            <a:xfrm>
              <a:off x="11471973" y="69160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t3036"/>
            <p:cNvSpPr/>
            <p:nvPr/>
          </p:nvSpPr>
          <p:spPr>
            <a:xfrm>
              <a:off x="12115050" y="63449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t3037"/>
            <p:cNvSpPr/>
            <p:nvPr/>
          </p:nvSpPr>
          <p:spPr>
            <a:xfrm>
              <a:off x="12026448" y="64731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t3038"/>
            <p:cNvSpPr/>
            <p:nvPr/>
          </p:nvSpPr>
          <p:spPr>
            <a:xfrm>
              <a:off x="11752783" y="6704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t3039"/>
            <p:cNvSpPr/>
            <p:nvPr/>
          </p:nvSpPr>
          <p:spPr>
            <a:xfrm>
              <a:off x="11828523" y="67567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t3040"/>
            <p:cNvSpPr/>
            <p:nvPr/>
          </p:nvSpPr>
          <p:spPr>
            <a:xfrm>
              <a:off x="11855675" y="6745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t3041"/>
            <p:cNvSpPr/>
            <p:nvPr/>
          </p:nvSpPr>
          <p:spPr>
            <a:xfrm>
              <a:off x="11534137" y="69175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t3042"/>
            <p:cNvSpPr/>
            <p:nvPr/>
          </p:nvSpPr>
          <p:spPr>
            <a:xfrm>
              <a:off x="11570578" y="69186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t3043"/>
            <p:cNvSpPr/>
            <p:nvPr/>
          </p:nvSpPr>
          <p:spPr>
            <a:xfrm>
              <a:off x="11554858" y="69101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t3044"/>
            <p:cNvSpPr/>
            <p:nvPr/>
          </p:nvSpPr>
          <p:spPr>
            <a:xfrm>
              <a:off x="11609162" y="69190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t3045"/>
            <p:cNvSpPr/>
            <p:nvPr/>
          </p:nvSpPr>
          <p:spPr>
            <a:xfrm>
              <a:off x="11458397" y="69194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t3046"/>
            <p:cNvSpPr/>
            <p:nvPr/>
          </p:nvSpPr>
          <p:spPr>
            <a:xfrm>
              <a:off x="11586298" y="69520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t3047"/>
            <p:cNvSpPr/>
            <p:nvPr/>
          </p:nvSpPr>
          <p:spPr>
            <a:xfrm>
              <a:off x="11559145" y="69498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t3048"/>
            <p:cNvSpPr/>
            <p:nvPr/>
          </p:nvSpPr>
          <p:spPr>
            <a:xfrm>
              <a:off x="11471258" y="66225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t3049"/>
            <p:cNvSpPr/>
            <p:nvPr/>
          </p:nvSpPr>
          <p:spPr>
            <a:xfrm>
              <a:off x="11469829" y="69327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t3050"/>
            <p:cNvSpPr/>
            <p:nvPr/>
          </p:nvSpPr>
          <p:spPr>
            <a:xfrm>
              <a:off x="11520561" y="6924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t3051"/>
            <p:cNvSpPr/>
            <p:nvPr/>
          </p:nvSpPr>
          <p:spPr>
            <a:xfrm>
              <a:off x="11642031" y="69086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t3052"/>
            <p:cNvSpPr/>
            <p:nvPr/>
          </p:nvSpPr>
          <p:spPr>
            <a:xfrm>
              <a:off x="11580581" y="6876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t3053"/>
            <p:cNvSpPr/>
            <p:nvPr/>
          </p:nvSpPr>
          <p:spPr>
            <a:xfrm>
              <a:off x="14312230" y="67800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t3054"/>
            <p:cNvSpPr/>
            <p:nvPr/>
          </p:nvSpPr>
          <p:spPr>
            <a:xfrm>
              <a:off x="11442677" y="69308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t3055"/>
            <p:cNvSpPr/>
            <p:nvPr/>
          </p:nvSpPr>
          <p:spPr>
            <a:xfrm>
              <a:off x="11496267" y="69031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t3056"/>
            <p:cNvSpPr/>
            <p:nvPr/>
          </p:nvSpPr>
          <p:spPr>
            <a:xfrm>
              <a:off x="11471973" y="68842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t3057"/>
            <p:cNvSpPr/>
            <p:nvPr/>
          </p:nvSpPr>
          <p:spPr>
            <a:xfrm>
              <a:off x="11482691" y="68842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t3058"/>
            <p:cNvSpPr/>
            <p:nvPr/>
          </p:nvSpPr>
          <p:spPr>
            <a:xfrm>
              <a:off x="11487692" y="68908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t3059"/>
            <p:cNvSpPr/>
            <p:nvPr/>
          </p:nvSpPr>
          <p:spPr>
            <a:xfrm>
              <a:off x="12270817" y="64987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t3060"/>
            <p:cNvSpPr/>
            <p:nvPr/>
          </p:nvSpPr>
          <p:spPr>
            <a:xfrm>
              <a:off x="12275819" y="65821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t3061"/>
            <p:cNvSpPr/>
            <p:nvPr/>
          </p:nvSpPr>
          <p:spPr>
            <a:xfrm>
              <a:off x="12336554" y="65825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t3062"/>
            <p:cNvSpPr/>
            <p:nvPr/>
          </p:nvSpPr>
          <p:spPr>
            <a:xfrm>
              <a:off x="12341556" y="66792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t3063"/>
            <p:cNvSpPr/>
            <p:nvPr/>
          </p:nvSpPr>
          <p:spPr>
            <a:xfrm>
              <a:off x="11464827" y="6901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t3064"/>
            <p:cNvSpPr/>
            <p:nvPr/>
          </p:nvSpPr>
          <p:spPr>
            <a:xfrm>
              <a:off x="12565918" y="66192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t3065"/>
            <p:cNvSpPr/>
            <p:nvPr/>
          </p:nvSpPr>
          <p:spPr>
            <a:xfrm>
              <a:off x="12883170" y="66584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t3066"/>
            <p:cNvSpPr/>
            <p:nvPr/>
          </p:nvSpPr>
          <p:spPr>
            <a:xfrm>
              <a:off x="11412667" y="6904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t3067"/>
            <p:cNvSpPr/>
            <p:nvPr/>
          </p:nvSpPr>
          <p:spPr>
            <a:xfrm>
              <a:off x="11444821" y="69164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t3068"/>
            <p:cNvSpPr/>
            <p:nvPr/>
          </p:nvSpPr>
          <p:spPr>
            <a:xfrm>
              <a:off x="11451966" y="69231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t3069"/>
            <p:cNvSpPr/>
            <p:nvPr/>
          </p:nvSpPr>
          <p:spPr>
            <a:xfrm>
              <a:off x="11518417" y="68678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t3070"/>
            <p:cNvSpPr/>
            <p:nvPr/>
          </p:nvSpPr>
          <p:spPr>
            <a:xfrm>
              <a:off x="11399805" y="6920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t3071"/>
            <p:cNvSpPr/>
            <p:nvPr/>
          </p:nvSpPr>
          <p:spPr>
            <a:xfrm>
              <a:off x="11488407" y="68641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t3072"/>
            <p:cNvSpPr/>
            <p:nvPr/>
          </p:nvSpPr>
          <p:spPr>
            <a:xfrm>
              <a:off x="11496267" y="6902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t3073"/>
            <p:cNvSpPr/>
            <p:nvPr/>
          </p:nvSpPr>
          <p:spPr>
            <a:xfrm>
              <a:off x="11515559" y="69042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t3074"/>
            <p:cNvSpPr/>
            <p:nvPr/>
          </p:nvSpPr>
          <p:spPr>
            <a:xfrm>
              <a:off x="11485549" y="68593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t3075"/>
            <p:cNvSpPr/>
            <p:nvPr/>
          </p:nvSpPr>
          <p:spPr>
            <a:xfrm>
              <a:off x="11509128" y="68163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t3076"/>
            <p:cNvSpPr/>
            <p:nvPr/>
          </p:nvSpPr>
          <p:spPr>
            <a:xfrm>
              <a:off x="11442677" y="68771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t3077"/>
            <p:cNvSpPr/>
            <p:nvPr/>
          </p:nvSpPr>
          <p:spPr>
            <a:xfrm>
              <a:off x="11424814" y="68671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t3078"/>
            <p:cNvSpPr/>
            <p:nvPr/>
          </p:nvSpPr>
          <p:spPr>
            <a:xfrm>
              <a:off x="11632742" y="68363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t3079"/>
            <p:cNvSpPr/>
            <p:nvPr/>
          </p:nvSpPr>
          <p:spPr>
            <a:xfrm>
              <a:off x="11717771" y="68530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t3080"/>
            <p:cNvSpPr/>
            <p:nvPr/>
          </p:nvSpPr>
          <p:spPr>
            <a:xfrm>
              <a:off x="11501268" y="69364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t3081"/>
            <p:cNvSpPr/>
            <p:nvPr/>
          </p:nvSpPr>
          <p:spPr>
            <a:xfrm>
              <a:off x="11429815" y="69349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t3082"/>
            <p:cNvSpPr/>
            <p:nvPr/>
          </p:nvSpPr>
          <p:spPr>
            <a:xfrm>
              <a:off x="11494123" y="69442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t3083"/>
            <p:cNvSpPr/>
            <p:nvPr/>
          </p:nvSpPr>
          <p:spPr>
            <a:xfrm>
              <a:off x="11982147" y="6015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t3084"/>
            <p:cNvSpPr/>
            <p:nvPr/>
          </p:nvSpPr>
          <p:spPr>
            <a:xfrm>
              <a:off x="12095043" y="60217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t3085"/>
            <p:cNvSpPr/>
            <p:nvPr/>
          </p:nvSpPr>
          <p:spPr>
            <a:xfrm>
              <a:off x="12016445" y="68382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t3086"/>
            <p:cNvSpPr/>
            <p:nvPr/>
          </p:nvSpPr>
          <p:spPr>
            <a:xfrm>
              <a:off x="13365477" y="65202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t3087"/>
            <p:cNvSpPr/>
            <p:nvPr/>
          </p:nvSpPr>
          <p:spPr>
            <a:xfrm>
              <a:off x="11454824" y="68971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t3088"/>
            <p:cNvSpPr/>
            <p:nvPr/>
          </p:nvSpPr>
          <p:spPr>
            <a:xfrm>
              <a:off x="11458397" y="68982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t3089"/>
            <p:cNvSpPr/>
            <p:nvPr/>
          </p:nvSpPr>
          <p:spPr>
            <a:xfrm>
              <a:off x="11501268" y="68901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t3090"/>
            <p:cNvSpPr/>
            <p:nvPr/>
          </p:nvSpPr>
          <p:spPr>
            <a:xfrm>
              <a:off x="12007156" y="68171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t3091"/>
            <p:cNvSpPr/>
            <p:nvPr/>
          </p:nvSpPr>
          <p:spPr>
            <a:xfrm>
              <a:off x="11429815" y="69194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t3092"/>
            <p:cNvSpPr/>
            <p:nvPr/>
          </p:nvSpPr>
          <p:spPr>
            <a:xfrm>
              <a:off x="11486263" y="69420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t3093"/>
            <p:cNvSpPr/>
            <p:nvPr/>
          </p:nvSpPr>
          <p:spPr>
            <a:xfrm>
              <a:off x="11405521" y="69168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t3094"/>
            <p:cNvSpPr/>
            <p:nvPr/>
          </p:nvSpPr>
          <p:spPr>
            <a:xfrm>
              <a:off x="11436961" y="6920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t3095"/>
            <p:cNvSpPr/>
            <p:nvPr/>
          </p:nvSpPr>
          <p:spPr>
            <a:xfrm>
              <a:off x="11499839" y="69023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t3096"/>
            <p:cNvSpPr/>
            <p:nvPr/>
          </p:nvSpPr>
          <p:spPr>
            <a:xfrm>
              <a:off x="11500554" y="69142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t3097"/>
            <p:cNvSpPr/>
            <p:nvPr/>
          </p:nvSpPr>
          <p:spPr>
            <a:xfrm>
              <a:off x="12598787" y="62960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t3098"/>
            <p:cNvSpPr/>
            <p:nvPr/>
          </p:nvSpPr>
          <p:spPr>
            <a:xfrm>
              <a:off x="12410151" y="61892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t3099"/>
            <p:cNvSpPr/>
            <p:nvPr/>
          </p:nvSpPr>
          <p:spPr>
            <a:xfrm>
              <a:off x="11808516" y="68326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t3100"/>
            <p:cNvSpPr/>
            <p:nvPr/>
          </p:nvSpPr>
          <p:spPr>
            <a:xfrm>
              <a:off x="11576294" y="68979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t3101"/>
            <p:cNvSpPr/>
            <p:nvPr/>
          </p:nvSpPr>
          <p:spPr>
            <a:xfrm>
              <a:off x="13186130" y="64835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t3102"/>
            <p:cNvSpPr/>
            <p:nvPr/>
          </p:nvSpPr>
          <p:spPr>
            <a:xfrm>
              <a:off x="13967112" y="64791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t3103"/>
            <p:cNvSpPr/>
            <p:nvPr/>
          </p:nvSpPr>
          <p:spPr>
            <a:xfrm>
              <a:off x="13672725" y="64913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t3104"/>
            <p:cNvSpPr/>
            <p:nvPr/>
          </p:nvSpPr>
          <p:spPr>
            <a:xfrm>
              <a:off x="13729888" y="65402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t3105"/>
            <p:cNvSpPr/>
            <p:nvPr/>
          </p:nvSpPr>
          <p:spPr>
            <a:xfrm>
              <a:off x="11759214" y="67489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t3106"/>
            <p:cNvSpPr/>
            <p:nvPr/>
          </p:nvSpPr>
          <p:spPr>
            <a:xfrm>
              <a:off x="11909265" y="66937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t3107"/>
            <p:cNvSpPr/>
            <p:nvPr/>
          </p:nvSpPr>
          <p:spPr>
            <a:xfrm>
              <a:off x="11438390" y="6877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t3108"/>
            <p:cNvSpPr/>
            <p:nvPr/>
          </p:nvSpPr>
          <p:spPr>
            <a:xfrm>
              <a:off x="11492694" y="6920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t3109"/>
            <p:cNvSpPr/>
            <p:nvPr/>
          </p:nvSpPr>
          <p:spPr>
            <a:xfrm>
              <a:off x="11631313" y="68226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t3110"/>
            <p:cNvSpPr/>
            <p:nvPr/>
          </p:nvSpPr>
          <p:spPr>
            <a:xfrm>
              <a:off x="11700622" y="60981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t3111"/>
            <p:cNvSpPr/>
            <p:nvPr/>
          </p:nvSpPr>
          <p:spPr>
            <a:xfrm>
              <a:off x="11341928" y="69097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t3112"/>
            <p:cNvSpPr/>
            <p:nvPr/>
          </p:nvSpPr>
          <p:spPr>
            <a:xfrm>
              <a:off x="11398376" y="69082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t3113"/>
            <p:cNvSpPr/>
            <p:nvPr/>
          </p:nvSpPr>
          <p:spPr>
            <a:xfrm>
              <a:off x="11391231" y="6906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t3114"/>
            <p:cNvSpPr/>
            <p:nvPr/>
          </p:nvSpPr>
          <p:spPr>
            <a:xfrm>
              <a:off x="11407665" y="68812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t3115"/>
            <p:cNvSpPr/>
            <p:nvPr/>
          </p:nvSpPr>
          <p:spPr>
            <a:xfrm>
              <a:off x="11476974" y="6891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t3116"/>
            <p:cNvSpPr/>
            <p:nvPr/>
          </p:nvSpPr>
          <p:spPr>
            <a:xfrm>
              <a:off x="11441248" y="69105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t3117"/>
            <p:cNvSpPr/>
            <p:nvPr/>
          </p:nvSpPr>
          <p:spPr>
            <a:xfrm>
              <a:off x="11437675" y="69312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t3118"/>
            <p:cNvSpPr/>
            <p:nvPr/>
          </p:nvSpPr>
          <p:spPr>
            <a:xfrm>
              <a:off x="13029648" y="64216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t3119"/>
            <p:cNvSpPr/>
            <p:nvPr/>
          </p:nvSpPr>
          <p:spPr>
            <a:xfrm>
              <a:off x="13006783" y="64524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t3120"/>
            <p:cNvSpPr/>
            <p:nvPr/>
          </p:nvSpPr>
          <p:spPr>
            <a:xfrm>
              <a:off x="11450537" y="6939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t3121"/>
            <p:cNvSpPr/>
            <p:nvPr/>
          </p:nvSpPr>
          <p:spPr>
            <a:xfrm>
              <a:off x="11534137" y="69397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t3122"/>
            <p:cNvSpPr/>
            <p:nvPr/>
          </p:nvSpPr>
          <p:spPr>
            <a:xfrm>
              <a:off x="11432674" y="69283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t3123"/>
            <p:cNvSpPr/>
            <p:nvPr/>
          </p:nvSpPr>
          <p:spPr>
            <a:xfrm>
              <a:off x="11464827" y="69090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t3124"/>
            <p:cNvSpPr/>
            <p:nvPr/>
          </p:nvSpPr>
          <p:spPr>
            <a:xfrm>
              <a:off x="11896404" y="58020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t3125"/>
            <p:cNvSpPr/>
            <p:nvPr/>
          </p:nvSpPr>
          <p:spPr>
            <a:xfrm>
              <a:off x="11761357" y="67237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t3126"/>
            <p:cNvSpPr/>
            <p:nvPr/>
          </p:nvSpPr>
          <p:spPr>
            <a:xfrm>
              <a:off x="11842814" y="6711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t3127"/>
            <p:cNvSpPr/>
            <p:nvPr/>
          </p:nvSpPr>
          <p:spPr>
            <a:xfrm>
              <a:off x="12008585" y="66855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t3128"/>
            <p:cNvSpPr/>
            <p:nvPr/>
          </p:nvSpPr>
          <p:spPr>
            <a:xfrm>
              <a:off x="12579494" y="64791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t3129"/>
            <p:cNvSpPr/>
            <p:nvPr/>
          </p:nvSpPr>
          <p:spPr>
            <a:xfrm>
              <a:off x="11376226" y="69264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t3130"/>
            <p:cNvSpPr/>
            <p:nvPr/>
          </p:nvSpPr>
          <p:spPr>
            <a:xfrm>
              <a:off x="11612021" y="69468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t3131"/>
            <p:cNvSpPr/>
            <p:nvPr/>
          </p:nvSpPr>
          <p:spPr>
            <a:xfrm>
              <a:off x="11573436" y="69464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t3132"/>
            <p:cNvSpPr/>
            <p:nvPr/>
          </p:nvSpPr>
          <p:spPr>
            <a:xfrm>
              <a:off x="12705252" y="6845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t3133"/>
            <p:cNvSpPr/>
            <p:nvPr/>
          </p:nvSpPr>
          <p:spPr>
            <a:xfrm>
              <a:off x="11448393" y="69275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t3134"/>
            <p:cNvSpPr/>
            <p:nvPr/>
          </p:nvSpPr>
          <p:spPr>
            <a:xfrm>
              <a:off x="11481262" y="69431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t3135"/>
            <p:cNvSpPr/>
            <p:nvPr/>
          </p:nvSpPr>
          <p:spPr>
            <a:xfrm>
              <a:off x="11874253" y="64809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t3136"/>
            <p:cNvSpPr/>
            <p:nvPr/>
          </p:nvSpPr>
          <p:spPr>
            <a:xfrm>
              <a:off x="13304028" y="68968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t3137"/>
            <p:cNvSpPr/>
            <p:nvPr/>
          </p:nvSpPr>
          <p:spPr>
            <a:xfrm>
              <a:off x="11453395" y="69160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t3138"/>
            <p:cNvSpPr/>
            <p:nvPr/>
          </p:nvSpPr>
          <p:spPr>
            <a:xfrm>
              <a:off x="11421956" y="69327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t3139"/>
            <p:cNvSpPr/>
            <p:nvPr/>
          </p:nvSpPr>
          <p:spPr>
            <a:xfrm>
              <a:off x="11461969" y="69472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t3140"/>
            <p:cNvSpPr/>
            <p:nvPr/>
          </p:nvSpPr>
          <p:spPr>
            <a:xfrm>
              <a:off x="11341214" y="69442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t3141"/>
            <p:cNvSpPr/>
            <p:nvPr/>
          </p:nvSpPr>
          <p:spPr>
            <a:xfrm>
              <a:off x="11456968" y="6888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t3142"/>
            <p:cNvSpPr/>
            <p:nvPr/>
          </p:nvSpPr>
          <p:spPr>
            <a:xfrm>
              <a:off x="12017159" y="67685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t3143"/>
            <p:cNvSpPr/>
            <p:nvPr/>
          </p:nvSpPr>
          <p:spPr>
            <a:xfrm>
              <a:off x="11513415" y="69468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t3144"/>
            <p:cNvSpPr/>
            <p:nvPr/>
          </p:nvSpPr>
          <p:spPr>
            <a:xfrm>
              <a:off x="11500554" y="69501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t3145"/>
            <p:cNvSpPr/>
            <p:nvPr/>
          </p:nvSpPr>
          <p:spPr>
            <a:xfrm>
              <a:off x="11319778" y="68912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t3146"/>
            <p:cNvSpPr/>
            <p:nvPr/>
          </p:nvSpPr>
          <p:spPr>
            <a:xfrm>
              <a:off x="11336212" y="69082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t3147"/>
            <p:cNvSpPr/>
            <p:nvPr/>
          </p:nvSpPr>
          <p:spPr>
            <a:xfrm>
              <a:off x="11520561" y="68890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t3148"/>
            <p:cNvSpPr/>
            <p:nvPr/>
          </p:nvSpPr>
          <p:spPr>
            <a:xfrm>
              <a:off x="11452680" y="69097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t3149"/>
            <p:cNvSpPr/>
            <p:nvPr/>
          </p:nvSpPr>
          <p:spPr>
            <a:xfrm>
              <a:off x="11436246" y="68916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t3150"/>
            <p:cNvSpPr/>
            <p:nvPr/>
          </p:nvSpPr>
          <p:spPr>
            <a:xfrm>
              <a:off x="11472687" y="68853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t3151"/>
            <p:cNvSpPr/>
            <p:nvPr/>
          </p:nvSpPr>
          <p:spPr>
            <a:xfrm>
              <a:off x="11465542" y="6886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t3152"/>
            <p:cNvSpPr/>
            <p:nvPr/>
          </p:nvSpPr>
          <p:spPr>
            <a:xfrm>
              <a:off x="11655607" y="68986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t3153"/>
            <p:cNvSpPr/>
            <p:nvPr/>
          </p:nvSpPr>
          <p:spPr>
            <a:xfrm>
              <a:off x="11707053" y="6896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t3154"/>
            <p:cNvSpPr/>
            <p:nvPr/>
          </p:nvSpPr>
          <p:spPr>
            <a:xfrm>
              <a:off x="11730633" y="68871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t3155"/>
            <p:cNvSpPr/>
            <p:nvPr/>
          </p:nvSpPr>
          <p:spPr>
            <a:xfrm>
              <a:off x="11846386" y="6905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t3156"/>
            <p:cNvSpPr/>
            <p:nvPr/>
          </p:nvSpPr>
          <p:spPr>
            <a:xfrm>
              <a:off x="11852103" y="6905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t3157"/>
            <p:cNvSpPr/>
            <p:nvPr/>
          </p:nvSpPr>
          <p:spPr>
            <a:xfrm>
              <a:off x="11791368" y="69071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t3158"/>
            <p:cNvSpPr/>
            <p:nvPr/>
          </p:nvSpPr>
          <p:spPr>
            <a:xfrm>
              <a:off x="11506270" y="69342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t3159"/>
            <p:cNvSpPr/>
            <p:nvPr/>
          </p:nvSpPr>
          <p:spPr>
            <a:xfrm>
              <a:off x="11480547" y="69323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t3160"/>
            <p:cNvSpPr/>
            <p:nvPr/>
          </p:nvSpPr>
          <p:spPr>
            <a:xfrm>
              <a:off x="11404807" y="69257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t3161"/>
            <p:cNvSpPr/>
            <p:nvPr/>
          </p:nvSpPr>
          <p:spPr>
            <a:xfrm>
              <a:off x="11434103" y="6896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t3162"/>
            <p:cNvSpPr/>
            <p:nvPr/>
          </p:nvSpPr>
          <p:spPr>
            <a:xfrm>
              <a:off x="11451251" y="69064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t3163"/>
            <p:cNvSpPr/>
            <p:nvPr/>
          </p:nvSpPr>
          <p:spPr>
            <a:xfrm>
              <a:off x="11424099" y="6924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t3164"/>
            <p:cNvSpPr/>
            <p:nvPr/>
          </p:nvSpPr>
          <p:spPr>
            <a:xfrm>
              <a:off x="11456968" y="69097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t3165"/>
            <p:cNvSpPr/>
            <p:nvPr/>
          </p:nvSpPr>
          <p:spPr>
            <a:xfrm>
              <a:off x="11453395" y="69127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t3166"/>
            <p:cNvSpPr/>
            <p:nvPr/>
          </p:nvSpPr>
          <p:spPr>
            <a:xfrm>
              <a:off x="11507699" y="68786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t3167"/>
            <p:cNvSpPr/>
            <p:nvPr/>
          </p:nvSpPr>
          <p:spPr>
            <a:xfrm>
              <a:off x="12255812" y="67852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t3168"/>
            <p:cNvSpPr/>
            <p:nvPr/>
          </p:nvSpPr>
          <p:spPr>
            <a:xfrm>
              <a:off x="12693105" y="66903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t3169"/>
            <p:cNvSpPr/>
            <p:nvPr/>
          </p:nvSpPr>
          <p:spPr>
            <a:xfrm>
              <a:off x="11802800" y="68571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t3170"/>
            <p:cNvSpPr/>
            <p:nvPr/>
          </p:nvSpPr>
          <p:spPr>
            <a:xfrm>
              <a:off x="11763501" y="68545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t3171"/>
            <p:cNvSpPr/>
            <p:nvPr/>
          </p:nvSpPr>
          <p:spPr>
            <a:xfrm>
              <a:off x="11491265" y="6913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t3172"/>
            <p:cNvSpPr/>
            <p:nvPr/>
          </p:nvSpPr>
          <p:spPr>
            <a:xfrm>
              <a:off x="11468400" y="68556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t3173"/>
            <p:cNvSpPr/>
            <p:nvPr/>
          </p:nvSpPr>
          <p:spPr>
            <a:xfrm>
              <a:off x="11474116" y="68445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t3174"/>
            <p:cNvSpPr/>
            <p:nvPr/>
          </p:nvSpPr>
          <p:spPr>
            <a:xfrm>
              <a:off x="12061460" y="66781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t3175"/>
            <p:cNvSpPr/>
            <p:nvPr/>
          </p:nvSpPr>
          <p:spPr>
            <a:xfrm>
              <a:off x="12029306" y="67600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t3176"/>
            <p:cNvSpPr/>
            <p:nvPr/>
          </p:nvSpPr>
          <p:spPr>
            <a:xfrm>
              <a:off x="11377655" y="69516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t3177"/>
            <p:cNvSpPr/>
            <p:nvPr/>
          </p:nvSpPr>
          <p:spPr>
            <a:xfrm>
              <a:off x="11803515" y="67611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t3178"/>
            <p:cNvSpPr/>
            <p:nvPr/>
          </p:nvSpPr>
          <p:spPr>
            <a:xfrm>
              <a:off x="11879969" y="67656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t3179"/>
            <p:cNvSpPr/>
            <p:nvPr/>
          </p:nvSpPr>
          <p:spPr>
            <a:xfrm>
              <a:off x="12909607" y="61922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t3180"/>
            <p:cNvSpPr/>
            <p:nvPr/>
          </p:nvSpPr>
          <p:spPr>
            <a:xfrm>
              <a:off x="11474831" y="67900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t3181"/>
            <p:cNvSpPr/>
            <p:nvPr/>
          </p:nvSpPr>
          <p:spPr>
            <a:xfrm>
              <a:off x="11379084" y="68067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t3182"/>
            <p:cNvSpPr/>
            <p:nvPr/>
          </p:nvSpPr>
          <p:spPr>
            <a:xfrm>
              <a:off x="11410523" y="68097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t3183"/>
            <p:cNvSpPr/>
            <p:nvPr/>
          </p:nvSpPr>
          <p:spPr>
            <a:xfrm>
              <a:off x="13519816" y="65046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t3184"/>
            <p:cNvSpPr/>
            <p:nvPr/>
          </p:nvSpPr>
          <p:spPr>
            <a:xfrm>
              <a:off x="11484834" y="6906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t3185"/>
            <p:cNvSpPr/>
            <p:nvPr/>
          </p:nvSpPr>
          <p:spPr>
            <a:xfrm>
              <a:off x="11434103" y="68968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t3186"/>
            <p:cNvSpPr/>
            <p:nvPr/>
          </p:nvSpPr>
          <p:spPr>
            <a:xfrm>
              <a:off x="11454824" y="6905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t3187"/>
            <p:cNvSpPr/>
            <p:nvPr/>
          </p:nvSpPr>
          <p:spPr>
            <a:xfrm>
              <a:off x="11875682" y="68508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t3188"/>
            <p:cNvSpPr/>
            <p:nvPr/>
          </p:nvSpPr>
          <p:spPr>
            <a:xfrm>
              <a:off x="11514130" y="69197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t3189"/>
            <p:cNvSpPr/>
            <p:nvPr/>
          </p:nvSpPr>
          <p:spPr>
            <a:xfrm>
              <a:off x="11454109" y="6937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t3190"/>
            <p:cNvSpPr/>
            <p:nvPr/>
          </p:nvSpPr>
          <p:spPr>
            <a:xfrm>
              <a:off x="11547713" y="68441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t3191"/>
            <p:cNvSpPr/>
            <p:nvPr/>
          </p:nvSpPr>
          <p:spPr>
            <a:xfrm>
              <a:off x="11479833" y="6920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t3192"/>
            <p:cNvSpPr/>
            <p:nvPr/>
          </p:nvSpPr>
          <p:spPr>
            <a:xfrm>
              <a:off x="11425528" y="69294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t3193"/>
            <p:cNvSpPr/>
            <p:nvPr/>
          </p:nvSpPr>
          <p:spPr>
            <a:xfrm>
              <a:off x="11640602" y="69290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t3194"/>
            <p:cNvSpPr/>
            <p:nvPr/>
          </p:nvSpPr>
          <p:spPr>
            <a:xfrm>
              <a:off x="11368366" y="69542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t3195"/>
            <p:cNvSpPr/>
            <p:nvPr/>
          </p:nvSpPr>
          <p:spPr>
            <a:xfrm>
              <a:off x="11465542" y="6872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t3196"/>
            <p:cNvSpPr/>
            <p:nvPr/>
          </p:nvSpPr>
          <p:spPr>
            <a:xfrm>
              <a:off x="11501268" y="68875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t3197"/>
            <p:cNvSpPr/>
            <p:nvPr/>
          </p:nvSpPr>
          <p:spPr>
            <a:xfrm>
              <a:off x="13359761" y="66232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t3198"/>
            <p:cNvSpPr/>
            <p:nvPr/>
          </p:nvSpPr>
          <p:spPr>
            <a:xfrm>
              <a:off x="13689874" y="65854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t3199"/>
            <p:cNvSpPr/>
            <p:nvPr/>
          </p:nvSpPr>
          <p:spPr>
            <a:xfrm>
              <a:off x="11472687" y="69327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t3200"/>
            <p:cNvSpPr/>
            <p:nvPr/>
          </p:nvSpPr>
          <p:spPr>
            <a:xfrm>
              <a:off x="11967142" y="62015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t3201"/>
            <p:cNvSpPr/>
            <p:nvPr/>
          </p:nvSpPr>
          <p:spPr>
            <a:xfrm>
              <a:off x="12157922" y="61611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t3202"/>
            <p:cNvSpPr/>
            <p:nvPr/>
          </p:nvSpPr>
          <p:spPr>
            <a:xfrm>
              <a:off x="11466256" y="6905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t3203"/>
            <p:cNvSpPr/>
            <p:nvPr/>
          </p:nvSpPr>
          <p:spPr>
            <a:xfrm>
              <a:off x="11485549" y="68986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t3204"/>
            <p:cNvSpPr/>
            <p:nvPr/>
          </p:nvSpPr>
          <p:spPr>
            <a:xfrm>
              <a:off x="11485549" y="69064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t3205"/>
            <p:cNvSpPr/>
            <p:nvPr/>
          </p:nvSpPr>
          <p:spPr>
            <a:xfrm>
              <a:off x="11461255" y="69379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t3206"/>
            <p:cNvSpPr/>
            <p:nvPr/>
          </p:nvSpPr>
          <p:spPr>
            <a:xfrm>
              <a:off x="11491265" y="69383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t3207"/>
            <p:cNvSpPr/>
            <p:nvPr/>
          </p:nvSpPr>
          <p:spPr>
            <a:xfrm>
              <a:off x="11399805" y="6937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t3208"/>
            <p:cNvSpPr/>
            <p:nvPr/>
          </p:nvSpPr>
          <p:spPr>
            <a:xfrm>
              <a:off x="11422670" y="69479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t3209"/>
            <p:cNvSpPr/>
            <p:nvPr/>
          </p:nvSpPr>
          <p:spPr>
            <a:xfrm>
              <a:off x="11414096" y="69401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t3210"/>
            <p:cNvSpPr/>
            <p:nvPr/>
          </p:nvSpPr>
          <p:spPr>
            <a:xfrm>
              <a:off x="11389087" y="69416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t3211"/>
            <p:cNvSpPr/>
            <p:nvPr/>
          </p:nvSpPr>
          <p:spPr>
            <a:xfrm>
              <a:off x="11552715" y="69216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t3212"/>
            <p:cNvSpPr/>
            <p:nvPr/>
          </p:nvSpPr>
          <p:spPr>
            <a:xfrm>
              <a:off x="11550571" y="69271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t3213"/>
            <p:cNvSpPr/>
            <p:nvPr/>
          </p:nvSpPr>
          <p:spPr>
            <a:xfrm>
              <a:off x="11431959" y="69512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t3214"/>
            <p:cNvSpPr/>
            <p:nvPr/>
          </p:nvSpPr>
          <p:spPr>
            <a:xfrm>
              <a:off x="11533422" y="69060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t3215"/>
            <p:cNvSpPr/>
            <p:nvPr/>
          </p:nvSpPr>
          <p:spPr>
            <a:xfrm>
              <a:off x="11632027" y="69090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t3216"/>
            <p:cNvSpPr/>
            <p:nvPr/>
          </p:nvSpPr>
          <p:spPr>
            <a:xfrm>
              <a:off x="12360848" y="66095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t3217"/>
            <p:cNvSpPr/>
            <p:nvPr/>
          </p:nvSpPr>
          <p:spPr>
            <a:xfrm>
              <a:off x="11972144" y="68100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t3218"/>
            <p:cNvSpPr/>
            <p:nvPr/>
          </p:nvSpPr>
          <p:spPr>
            <a:xfrm>
              <a:off x="12105761" y="67774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t3219"/>
            <p:cNvSpPr/>
            <p:nvPr/>
          </p:nvSpPr>
          <p:spPr>
            <a:xfrm>
              <a:off x="12148633" y="67878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t3220"/>
            <p:cNvSpPr/>
            <p:nvPr/>
          </p:nvSpPr>
          <p:spPr>
            <a:xfrm>
              <a:off x="11466256" y="68597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t3221"/>
            <p:cNvSpPr/>
            <p:nvPr/>
          </p:nvSpPr>
          <p:spPr>
            <a:xfrm>
              <a:off x="12095757" y="67826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t3222"/>
            <p:cNvSpPr/>
            <p:nvPr/>
          </p:nvSpPr>
          <p:spPr>
            <a:xfrm>
              <a:off x="11468400" y="6925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t3223"/>
            <p:cNvSpPr/>
            <p:nvPr/>
          </p:nvSpPr>
          <p:spPr>
            <a:xfrm>
              <a:off x="11439104" y="6920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t3224"/>
            <p:cNvSpPr/>
            <p:nvPr/>
          </p:nvSpPr>
          <p:spPr>
            <a:xfrm>
              <a:off x="12237949" y="68126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t3225"/>
            <p:cNvSpPr/>
            <p:nvPr/>
          </p:nvSpPr>
          <p:spPr>
            <a:xfrm>
              <a:off x="12514472" y="67978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t3226"/>
            <p:cNvSpPr/>
            <p:nvPr/>
          </p:nvSpPr>
          <p:spPr>
            <a:xfrm>
              <a:off x="11567720" y="68908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t3227"/>
            <p:cNvSpPr/>
            <p:nvPr/>
          </p:nvSpPr>
          <p:spPr>
            <a:xfrm>
              <a:off x="12045026" y="65847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t3228"/>
            <p:cNvSpPr/>
            <p:nvPr/>
          </p:nvSpPr>
          <p:spPr>
            <a:xfrm>
              <a:off x="12342985" y="67396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t3229"/>
            <p:cNvSpPr/>
            <p:nvPr/>
          </p:nvSpPr>
          <p:spPr>
            <a:xfrm>
              <a:off x="12633084" y="62152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t3230"/>
            <p:cNvSpPr/>
            <p:nvPr/>
          </p:nvSpPr>
          <p:spPr>
            <a:xfrm>
              <a:off x="12749552" y="59965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t3231"/>
            <p:cNvSpPr/>
            <p:nvPr/>
          </p:nvSpPr>
          <p:spPr>
            <a:xfrm>
              <a:off x="13153262" y="60655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t3232"/>
            <p:cNvSpPr/>
            <p:nvPr/>
          </p:nvSpPr>
          <p:spPr>
            <a:xfrm>
              <a:off x="12836011" y="60788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t3233"/>
            <p:cNvSpPr/>
            <p:nvPr/>
          </p:nvSpPr>
          <p:spPr>
            <a:xfrm>
              <a:off x="12122195" y="68463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t3234"/>
            <p:cNvSpPr/>
            <p:nvPr/>
          </p:nvSpPr>
          <p:spPr>
            <a:xfrm>
              <a:off x="12120766" y="68345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t3235"/>
            <p:cNvSpPr/>
            <p:nvPr/>
          </p:nvSpPr>
          <p:spPr>
            <a:xfrm>
              <a:off x="12162923" y="68434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t3236"/>
            <p:cNvSpPr/>
            <p:nvPr/>
          </p:nvSpPr>
          <p:spPr>
            <a:xfrm>
              <a:off x="12134342" y="68230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t3237"/>
            <p:cNvSpPr/>
            <p:nvPr/>
          </p:nvSpPr>
          <p:spPr>
            <a:xfrm>
              <a:off x="12125768" y="67982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t3238"/>
            <p:cNvSpPr/>
            <p:nvPr/>
          </p:nvSpPr>
          <p:spPr>
            <a:xfrm>
              <a:off x="12142202" y="67018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t3239"/>
            <p:cNvSpPr/>
            <p:nvPr/>
          </p:nvSpPr>
          <p:spPr>
            <a:xfrm>
              <a:off x="12123624" y="66881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t3240"/>
            <p:cNvSpPr/>
            <p:nvPr/>
          </p:nvSpPr>
          <p:spPr>
            <a:xfrm>
              <a:off x="12267959" y="6563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t3241"/>
            <p:cNvSpPr/>
            <p:nvPr/>
          </p:nvSpPr>
          <p:spPr>
            <a:xfrm>
              <a:off x="14180042" y="59543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t3242"/>
            <p:cNvSpPr/>
            <p:nvPr/>
          </p:nvSpPr>
          <p:spPr>
            <a:xfrm>
              <a:off x="14139313" y="59369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t3243"/>
            <p:cNvSpPr/>
            <p:nvPr/>
          </p:nvSpPr>
          <p:spPr>
            <a:xfrm>
              <a:off x="14479430" y="57823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t3244"/>
            <p:cNvSpPr/>
            <p:nvPr/>
          </p:nvSpPr>
          <p:spPr>
            <a:xfrm>
              <a:off x="11496981" y="68849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t3245"/>
            <p:cNvSpPr/>
            <p:nvPr/>
          </p:nvSpPr>
          <p:spPr>
            <a:xfrm>
              <a:off x="11485549" y="69008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t3246"/>
            <p:cNvSpPr/>
            <p:nvPr/>
          </p:nvSpPr>
          <p:spPr>
            <a:xfrm>
              <a:off x="11533422" y="69535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t3247"/>
            <p:cNvSpPr/>
            <p:nvPr/>
          </p:nvSpPr>
          <p:spPr>
            <a:xfrm>
              <a:off x="11582725" y="69472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t3248"/>
            <p:cNvSpPr/>
            <p:nvPr/>
          </p:nvSpPr>
          <p:spPr>
            <a:xfrm>
              <a:off x="11405521" y="68897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t3249"/>
            <p:cNvSpPr/>
            <p:nvPr/>
          </p:nvSpPr>
          <p:spPr>
            <a:xfrm>
              <a:off x="11484834" y="68934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t3250"/>
            <p:cNvSpPr/>
            <p:nvPr/>
          </p:nvSpPr>
          <p:spPr>
            <a:xfrm>
              <a:off x="11474831" y="68341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t3251"/>
            <p:cNvSpPr/>
            <p:nvPr/>
          </p:nvSpPr>
          <p:spPr>
            <a:xfrm>
              <a:off x="12348701" y="64854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t3252"/>
            <p:cNvSpPr/>
            <p:nvPr/>
          </p:nvSpPr>
          <p:spPr>
            <a:xfrm>
              <a:off x="12292968" y="65988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t3253"/>
            <p:cNvSpPr/>
            <p:nvPr/>
          </p:nvSpPr>
          <p:spPr>
            <a:xfrm>
              <a:off x="11537709" y="68912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t3254"/>
            <p:cNvSpPr/>
            <p:nvPr/>
          </p:nvSpPr>
          <p:spPr>
            <a:xfrm>
              <a:off x="11629169" y="68808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t3255"/>
            <p:cNvSpPr/>
            <p:nvPr/>
          </p:nvSpPr>
          <p:spPr>
            <a:xfrm>
              <a:off x="12082896" y="68968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t3256"/>
            <p:cNvSpPr/>
            <p:nvPr/>
          </p:nvSpPr>
          <p:spPr>
            <a:xfrm>
              <a:off x="11796369" y="65854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t3257"/>
            <p:cNvSpPr/>
            <p:nvPr/>
          </p:nvSpPr>
          <p:spPr>
            <a:xfrm>
              <a:off x="11443391" y="6905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t3258"/>
            <p:cNvSpPr/>
            <p:nvPr/>
          </p:nvSpPr>
          <p:spPr>
            <a:xfrm>
              <a:off x="11807087" y="6880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t3259"/>
            <p:cNvSpPr/>
            <p:nvPr/>
          </p:nvSpPr>
          <p:spPr>
            <a:xfrm>
              <a:off x="12147204" y="68445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t3260"/>
            <p:cNvSpPr/>
            <p:nvPr/>
          </p:nvSpPr>
          <p:spPr>
            <a:xfrm>
              <a:off x="12578780" y="67733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t3261"/>
            <p:cNvSpPr/>
            <p:nvPr/>
          </p:nvSpPr>
          <p:spPr>
            <a:xfrm>
              <a:off x="11454109" y="69312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t3262"/>
            <p:cNvSpPr/>
            <p:nvPr/>
          </p:nvSpPr>
          <p:spPr>
            <a:xfrm>
              <a:off x="12658807" y="63019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t3263"/>
            <p:cNvSpPr/>
            <p:nvPr/>
          </p:nvSpPr>
          <p:spPr>
            <a:xfrm>
              <a:off x="14202906" y="67656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t3264"/>
            <p:cNvSpPr/>
            <p:nvPr/>
          </p:nvSpPr>
          <p:spPr>
            <a:xfrm>
              <a:off x="11511272" y="6888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t3265"/>
            <p:cNvSpPr/>
            <p:nvPr/>
          </p:nvSpPr>
          <p:spPr>
            <a:xfrm>
              <a:off x="11464827" y="68990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t3266"/>
            <p:cNvSpPr/>
            <p:nvPr/>
          </p:nvSpPr>
          <p:spPr>
            <a:xfrm>
              <a:off x="11980718" y="6913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t3267"/>
            <p:cNvSpPr/>
            <p:nvPr/>
          </p:nvSpPr>
          <p:spPr>
            <a:xfrm>
              <a:off x="11962855" y="69153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t3268"/>
            <p:cNvSpPr/>
            <p:nvPr/>
          </p:nvSpPr>
          <p:spPr>
            <a:xfrm>
              <a:off x="12262957" y="69194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t3269"/>
            <p:cNvSpPr/>
            <p:nvPr/>
          </p:nvSpPr>
          <p:spPr>
            <a:xfrm>
              <a:off x="12230804" y="62534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t3270"/>
            <p:cNvSpPr/>
            <p:nvPr/>
          </p:nvSpPr>
          <p:spPr>
            <a:xfrm>
              <a:off x="12474458" y="64424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t3271"/>
            <p:cNvSpPr/>
            <p:nvPr/>
          </p:nvSpPr>
          <p:spPr>
            <a:xfrm>
              <a:off x="12488034" y="61933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t3272"/>
            <p:cNvSpPr/>
            <p:nvPr/>
          </p:nvSpPr>
          <p:spPr>
            <a:xfrm>
              <a:off x="11886400" y="67118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t3273"/>
            <p:cNvSpPr/>
            <p:nvPr/>
          </p:nvSpPr>
          <p:spPr>
            <a:xfrm>
              <a:off x="12003583" y="66218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t3274"/>
            <p:cNvSpPr/>
            <p:nvPr/>
          </p:nvSpPr>
          <p:spPr>
            <a:xfrm>
              <a:off x="11467686" y="68853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t3275"/>
            <p:cNvSpPr/>
            <p:nvPr/>
          </p:nvSpPr>
          <p:spPr>
            <a:xfrm>
              <a:off x="11535566" y="69338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t3276"/>
            <p:cNvSpPr/>
            <p:nvPr/>
          </p:nvSpPr>
          <p:spPr>
            <a:xfrm>
              <a:off x="11445535" y="69279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t3277"/>
            <p:cNvSpPr/>
            <p:nvPr/>
          </p:nvSpPr>
          <p:spPr>
            <a:xfrm>
              <a:off x="11449108" y="69212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t3278"/>
            <p:cNvSpPr/>
            <p:nvPr/>
          </p:nvSpPr>
          <p:spPr>
            <a:xfrm>
              <a:off x="11559860" y="68463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t3279"/>
            <p:cNvSpPr/>
            <p:nvPr/>
          </p:nvSpPr>
          <p:spPr>
            <a:xfrm>
              <a:off x="11514844" y="68508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t3280"/>
            <p:cNvSpPr/>
            <p:nvPr/>
          </p:nvSpPr>
          <p:spPr>
            <a:xfrm>
              <a:off x="11431959" y="68905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t3281"/>
            <p:cNvSpPr/>
            <p:nvPr/>
          </p:nvSpPr>
          <p:spPr>
            <a:xfrm>
              <a:off x="11421956" y="69031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t3282"/>
            <p:cNvSpPr/>
            <p:nvPr/>
          </p:nvSpPr>
          <p:spPr>
            <a:xfrm>
              <a:off x="11419097" y="6879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t3283"/>
            <p:cNvSpPr/>
            <p:nvPr/>
          </p:nvSpPr>
          <p:spPr>
            <a:xfrm>
              <a:off x="11490550" y="6876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t3284"/>
            <p:cNvSpPr/>
            <p:nvPr/>
          </p:nvSpPr>
          <p:spPr>
            <a:xfrm>
              <a:off x="11496981" y="68567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t3285"/>
            <p:cNvSpPr/>
            <p:nvPr/>
          </p:nvSpPr>
          <p:spPr>
            <a:xfrm>
              <a:off x="11527706" y="68211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t3286"/>
            <p:cNvSpPr/>
            <p:nvPr/>
          </p:nvSpPr>
          <p:spPr>
            <a:xfrm>
              <a:off x="11432674" y="6925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t3287"/>
            <p:cNvSpPr/>
            <p:nvPr/>
          </p:nvSpPr>
          <p:spPr>
            <a:xfrm>
              <a:off x="11917125" y="68219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t3288"/>
            <p:cNvSpPr/>
            <p:nvPr/>
          </p:nvSpPr>
          <p:spPr>
            <a:xfrm>
              <a:off x="12415152" y="67934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t3289"/>
            <p:cNvSpPr/>
            <p:nvPr/>
          </p:nvSpPr>
          <p:spPr>
            <a:xfrm>
              <a:off x="12873881" y="68993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t3290"/>
            <p:cNvSpPr/>
            <p:nvPr/>
          </p:nvSpPr>
          <p:spPr>
            <a:xfrm>
              <a:off x="11407665" y="69205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t3291"/>
            <p:cNvSpPr/>
            <p:nvPr/>
          </p:nvSpPr>
          <p:spPr>
            <a:xfrm>
              <a:off x="11446250" y="69101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t3292"/>
            <p:cNvSpPr/>
            <p:nvPr/>
          </p:nvSpPr>
          <p:spPr>
            <a:xfrm>
              <a:off x="11449108" y="68986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t3293"/>
            <p:cNvSpPr/>
            <p:nvPr/>
          </p:nvSpPr>
          <p:spPr>
            <a:xfrm>
              <a:off x="11499125" y="6914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t3294"/>
            <p:cNvSpPr/>
            <p:nvPr/>
          </p:nvSpPr>
          <p:spPr>
            <a:xfrm>
              <a:off x="11462684" y="68508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t3295"/>
            <p:cNvSpPr/>
            <p:nvPr/>
          </p:nvSpPr>
          <p:spPr>
            <a:xfrm>
              <a:off x="12364421" y="64642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t3296"/>
            <p:cNvSpPr/>
            <p:nvPr/>
          </p:nvSpPr>
          <p:spPr>
            <a:xfrm>
              <a:off x="12388715" y="64431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t3297"/>
            <p:cNvSpPr/>
            <p:nvPr/>
          </p:nvSpPr>
          <p:spPr>
            <a:xfrm>
              <a:off x="13062517" y="66510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t3298"/>
            <p:cNvSpPr/>
            <p:nvPr/>
          </p:nvSpPr>
          <p:spPr>
            <a:xfrm>
              <a:off x="13120393" y="66292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t3299"/>
            <p:cNvSpPr/>
            <p:nvPr/>
          </p:nvSpPr>
          <p:spPr>
            <a:xfrm>
              <a:off x="13538394" y="66336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t3300"/>
            <p:cNvSpPr/>
            <p:nvPr/>
          </p:nvSpPr>
          <p:spPr>
            <a:xfrm>
              <a:off x="13630568" y="65462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t3301"/>
            <p:cNvSpPr/>
            <p:nvPr/>
          </p:nvSpPr>
          <p:spPr>
            <a:xfrm>
              <a:off x="11504841" y="6906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t3302"/>
            <p:cNvSpPr/>
            <p:nvPr/>
          </p:nvSpPr>
          <p:spPr>
            <a:xfrm>
              <a:off x="11535566" y="6912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t3303"/>
            <p:cNvSpPr/>
            <p:nvPr/>
          </p:nvSpPr>
          <p:spPr>
            <a:xfrm>
              <a:off x="11520561" y="69119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t3304"/>
            <p:cNvSpPr/>
            <p:nvPr/>
          </p:nvSpPr>
          <p:spPr>
            <a:xfrm>
              <a:off x="11511986" y="6906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t3305"/>
            <p:cNvSpPr/>
            <p:nvPr/>
          </p:nvSpPr>
          <p:spPr>
            <a:xfrm>
              <a:off x="11549142" y="6905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t3306"/>
            <p:cNvSpPr/>
            <p:nvPr/>
          </p:nvSpPr>
          <p:spPr>
            <a:xfrm>
              <a:off x="11536995" y="69127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t3307"/>
            <p:cNvSpPr/>
            <p:nvPr/>
          </p:nvSpPr>
          <p:spPr>
            <a:xfrm>
              <a:off x="11464827" y="68897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t3308"/>
            <p:cNvSpPr/>
            <p:nvPr/>
          </p:nvSpPr>
          <p:spPr>
            <a:xfrm>
              <a:off x="11541997" y="69446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t3309"/>
            <p:cNvSpPr/>
            <p:nvPr/>
          </p:nvSpPr>
          <p:spPr>
            <a:xfrm>
              <a:off x="11531993" y="6937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t3310"/>
            <p:cNvSpPr/>
            <p:nvPr/>
          </p:nvSpPr>
          <p:spPr>
            <a:xfrm>
              <a:off x="12737405" y="63760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t3311"/>
            <p:cNvSpPr/>
            <p:nvPr/>
          </p:nvSpPr>
          <p:spPr>
            <a:xfrm>
              <a:off x="11809945" y="6905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t3312"/>
            <p:cNvSpPr/>
            <p:nvPr/>
          </p:nvSpPr>
          <p:spPr>
            <a:xfrm>
              <a:off x="12193648" y="63616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t3313"/>
            <p:cNvSpPr/>
            <p:nvPr/>
          </p:nvSpPr>
          <p:spPr>
            <a:xfrm>
              <a:off x="12245094" y="61700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t3314"/>
            <p:cNvSpPr/>
            <p:nvPr/>
          </p:nvSpPr>
          <p:spPr>
            <a:xfrm>
              <a:off x="12241522" y="61466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t3315"/>
            <p:cNvSpPr/>
            <p:nvPr/>
          </p:nvSpPr>
          <p:spPr>
            <a:xfrm>
              <a:off x="12065033" y="68586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t3316"/>
            <p:cNvSpPr/>
            <p:nvPr/>
          </p:nvSpPr>
          <p:spPr>
            <a:xfrm>
              <a:off x="12185074" y="67997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t3317"/>
            <p:cNvSpPr/>
            <p:nvPr/>
          </p:nvSpPr>
          <p:spPr>
            <a:xfrm>
              <a:off x="11421241" y="68560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t3318"/>
            <p:cNvSpPr/>
            <p:nvPr/>
          </p:nvSpPr>
          <p:spPr>
            <a:xfrm>
              <a:off x="12803857" y="67804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t3319"/>
            <p:cNvSpPr/>
            <p:nvPr/>
          </p:nvSpPr>
          <p:spPr>
            <a:xfrm>
              <a:off x="12317976" y="6717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t3320"/>
            <p:cNvSpPr/>
            <p:nvPr/>
          </p:nvSpPr>
          <p:spPr>
            <a:xfrm>
              <a:off x="12188646" y="66925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t3321"/>
            <p:cNvSpPr/>
            <p:nvPr/>
          </p:nvSpPr>
          <p:spPr>
            <a:xfrm>
              <a:off x="12190790" y="67415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t3322"/>
            <p:cNvSpPr/>
            <p:nvPr/>
          </p:nvSpPr>
          <p:spPr>
            <a:xfrm>
              <a:off x="11450537" y="69197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t3323"/>
            <p:cNvSpPr/>
            <p:nvPr/>
          </p:nvSpPr>
          <p:spPr>
            <a:xfrm>
              <a:off x="12152205" y="68860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t3324"/>
            <p:cNvSpPr/>
            <p:nvPr/>
          </p:nvSpPr>
          <p:spPr>
            <a:xfrm>
              <a:off x="12238663" y="68830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t3325"/>
            <p:cNvSpPr/>
            <p:nvPr/>
          </p:nvSpPr>
          <p:spPr>
            <a:xfrm>
              <a:off x="13083952" y="64950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t3326"/>
            <p:cNvSpPr/>
            <p:nvPr/>
          </p:nvSpPr>
          <p:spPr>
            <a:xfrm>
              <a:off x="12060745" y="68152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t3327"/>
            <p:cNvSpPr/>
            <p:nvPr/>
          </p:nvSpPr>
          <p:spPr>
            <a:xfrm>
              <a:off x="11444821" y="69409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t3328"/>
            <p:cNvSpPr/>
            <p:nvPr/>
          </p:nvSpPr>
          <p:spPr>
            <a:xfrm>
              <a:off x="11572007" y="69338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t3329"/>
            <p:cNvSpPr/>
            <p:nvPr/>
          </p:nvSpPr>
          <p:spPr>
            <a:xfrm>
              <a:off x="12550913" y="68927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t3330"/>
            <p:cNvSpPr/>
            <p:nvPr/>
          </p:nvSpPr>
          <p:spPr>
            <a:xfrm>
              <a:off x="11512701" y="69064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t3331"/>
            <p:cNvSpPr/>
            <p:nvPr/>
          </p:nvSpPr>
          <p:spPr>
            <a:xfrm>
              <a:off x="11641316" y="68782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t3332"/>
            <p:cNvSpPr/>
            <p:nvPr/>
          </p:nvSpPr>
          <p:spPr>
            <a:xfrm>
              <a:off x="11496981" y="68875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t3333"/>
            <p:cNvSpPr/>
            <p:nvPr/>
          </p:nvSpPr>
          <p:spPr>
            <a:xfrm>
              <a:off x="11543426" y="68790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t3334"/>
            <p:cNvSpPr/>
            <p:nvPr/>
          </p:nvSpPr>
          <p:spPr>
            <a:xfrm>
              <a:off x="11589156" y="69412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t3335"/>
            <p:cNvSpPr/>
            <p:nvPr/>
          </p:nvSpPr>
          <p:spPr>
            <a:xfrm>
              <a:off x="11378369" y="69442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t3336"/>
            <p:cNvSpPr/>
            <p:nvPr/>
          </p:nvSpPr>
          <p:spPr>
            <a:xfrm>
              <a:off x="11359077" y="69442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t3337"/>
            <p:cNvSpPr/>
            <p:nvPr/>
          </p:nvSpPr>
          <p:spPr>
            <a:xfrm>
              <a:off x="11539853" y="68471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t3338"/>
            <p:cNvSpPr/>
            <p:nvPr/>
          </p:nvSpPr>
          <p:spPr>
            <a:xfrm>
              <a:off x="11412667" y="6886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t3339"/>
            <p:cNvSpPr/>
            <p:nvPr/>
          </p:nvSpPr>
          <p:spPr>
            <a:xfrm>
              <a:off x="11446964" y="6914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t3340"/>
            <p:cNvSpPr/>
            <p:nvPr/>
          </p:nvSpPr>
          <p:spPr>
            <a:xfrm>
              <a:off x="13038937" y="6731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t3341"/>
            <p:cNvSpPr/>
            <p:nvPr/>
          </p:nvSpPr>
          <p:spPr>
            <a:xfrm>
              <a:off x="12951764" y="66699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t3342"/>
            <p:cNvSpPr/>
            <p:nvPr/>
          </p:nvSpPr>
          <p:spPr>
            <a:xfrm>
              <a:off x="12815289" y="65836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t3343"/>
            <p:cNvSpPr/>
            <p:nvPr/>
          </p:nvSpPr>
          <p:spPr>
            <a:xfrm>
              <a:off x="13213997" y="64565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t3344"/>
            <p:cNvSpPr/>
            <p:nvPr/>
          </p:nvSpPr>
          <p:spPr>
            <a:xfrm>
              <a:off x="12694534" y="66218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t3345"/>
            <p:cNvSpPr/>
            <p:nvPr/>
          </p:nvSpPr>
          <p:spPr>
            <a:xfrm>
              <a:off x="12977487" y="67292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t3346"/>
            <p:cNvSpPr/>
            <p:nvPr/>
          </p:nvSpPr>
          <p:spPr>
            <a:xfrm>
              <a:off x="11701337" y="6920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t3347"/>
            <p:cNvSpPr/>
            <p:nvPr/>
          </p:nvSpPr>
          <p:spPr>
            <a:xfrm>
              <a:off x="12238663" y="64713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t3348"/>
            <p:cNvSpPr/>
            <p:nvPr/>
          </p:nvSpPr>
          <p:spPr>
            <a:xfrm>
              <a:off x="12578065" y="62830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t3349"/>
            <p:cNvSpPr/>
            <p:nvPr/>
          </p:nvSpPr>
          <p:spPr>
            <a:xfrm>
              <a:off x="11446964" y="69186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t3350"/>
            <p:cNvSpPr/>
            <p:nvPr/>
          </p:nvSpPr>
          <p:spPr>
            <a:xfrm>
              <a:off x="11645603" y="6891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t3351"/>
            <p:cNvSpPr/>
            <p:nvPr/>
          </p:nvSpPr>
          <p:spPr>
            <a:xfrm>
              <a:off x="11736349" y="68934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t3352"/>
            <p:cNvSpPr/>
            <p:nvPr/>
          </p:nvSpPr>
          <p:spPr>
            <a:xfrm>
              <a:off x="11763501" y="68838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t3353"/>
            <p:cNvSpPr/>
            <p:nvPr/>
          </p:nvSpPr>
          <p:spPr>
            <a:xfrm>
              <a:off x="11544140" y="69094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t3354"/>
            <p:cNvSpPr/>
            <p:nvPr/>
          </p:nvSpPr>
          <p:spPr>
            <a:xfrm>
              <a:off x="12087183" y="67819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t3355"/>
            <p:cNvSpPr/>
            <p:nvPr/>
          </p:nvSpPr>
          <p:spPr>
            <a:xfrm>
              <a:off x="12034308" y="67455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t3356"/>
            <p:cNvSpPr/>
            <p:nvPr/>
          </p:nvSpPr>
          <p:spPr>
            <a:xfrm>
              <a:off x="11773504" y="68230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t3357"/>
            <p:cNvSpPr/>
            <p:nvPr/>
          </p:nvSpPr>
          <p:spPr>
            <a:xfrm>
              <a:off x="12267959" y="67641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t3358"/>
            <p:cNvSpPr/>
            <p:nvPr/>
          </p:nvSpPr>
          <p:spPr>
            <a:xfrm>
              <a:off x="11516274" y="69312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t3359"/>
            <p:cNvSpPr/>
            <p:nvPr/>
          </p:nvSpPr>
          <p:spPr>
            <a:xfrm>
              <a:off x="11456968" y="6914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t3360"/>
            <p:cNvSpPr/>
            <p:nvPr/>
          </p:nvSpPr>
          <p:spPr>
            <a:xfrm>
              <a:off x="11458397" y="69264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t3361"/>
            <p:cNvSpPr/>
            <p:nvPr/>
          </p:nvSpPr>
          <p:spPr>
            <a:xfrm>
              <a:off x="11463398" y="69220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t3362"/>
            <p:cNvSpPr/>
            <p:nvPr/>
          </p:nvSpPr>
          <p:spPr>
            <a:xfrm>
              <a:off x="11463398" y="69220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t3363"/>
            <p:cNvSpPr/>
            <p:nvPr/>
          </p:nvSpPr>
          <p:spPr>
            <a:xfrm>
              <a:off x="11453395" y="69119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t3364"/>
            <p:cNvSpPr/>
            <p:nvPr/>
          </p:nvSpPr>
          <p:spPr>
            <a:xfrm>
              <a:off x="11447679" y="68478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t3365"/>
            <p:cNvSpPr/>
            <p:nvPr/>
          </p:nvSpPr>
          <p:spPr>
            <a:xfrm>
              <a:off x="12147204" y="66640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t3366"/>
            <p:cNvSpPr/>
            <p:nvPr/>
          </p:nvSpPr>
          <p:spPr>
            <a:xfrm>
              <a:off x="11466971" y="6913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t3367"/>
            <p:cNvSpPr/>
            <p:nvPr/>
          </p:nvSpPr>
          <p:spPr>
            <a:xfrm>
              <a:off x="12896746" y="64116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t3368"/>
            <p:cNvSpPr/>
            <p:nvPr/>
          </p:nvSpPr>
          <p:spPr>
            <a:xfrm>
              <a:off x="11507699" y="69016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t3369"/>
            <p:cNvSpPr/>
            <p:nvPr/>
          </p:nvSpPr>
          <p:spPr>
            <a:xfrm>
              <a:off x="11525562" y="69023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t3370"/>
            <p:cNvSpPr/>
            <p:nvPr/>
          </p:nvSpPr>
          <p:spPr>
            <a:xfrm>
              <a:off x="11619880" y="69008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t3371"/>
            <p:cNvSpPr/>
            <p:nvPr/>
          </p:nvSpPr>
          <p:spPr>
            <a:xfrm>
              <a:off x="11963569" y="68708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t3372"/>
            <p:cNvSpPr/>
            <p:nvPr/>
          </p:nvSpPr>
          <p:spPr>
            <a:xfrm>
              <a:off x="12432301" y="68812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t3373"/>
            <p:cNvSpPr/>
            <p:nvPr/>
          </p:nvSpPr>
          <p:spPr>
            <a:xfrm>
              <a:off x="11511272" y="6886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t3374"/>
            <p:cNvSpPr/>
            <p:nvPr/>
          </p:nvSpPr>
          <p:spPr>
            <a:xfrm>
              <a:off x="12331552" y="65006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t3375"/>
            <p:cNvSpPr/>
            <p:nvPr/>
          </p:nvSpPr>
          <p:spPr>
            <a:xfrm>
              <a:off x="12322978" y="65673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t3376"/>
            <p:cNvSpPr/>
            <p:nvPr/>
          </p:nvSpPr>
          <p:spPr>
            <a:xfrm>
              <a:off x="12125768" y="67285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t3377"/>
            <p:cNvSpPr/>
            <p:nvPr/>
          </p:nvSpPr>
          <p:spPr>
            <a:xfrm>
              <a:off x="14635197" y="64250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t3378"/>
            <p:cNvSpPr/>
            <p:nvPr/>
          </p:nvSpPr>
          <p:spPr>
            <a:xfrm>
              <a:off x="14087867" y="65395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t3379"/>
            <p:cNvSpPr/>
            <p:nvPr/>
          </p:nvSpPr>
          <p:spPr>
            <a:xfrm>
              <a:off x="13804199" y="64513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t3380"/>
            <p:cNvSpPr/>
            <p:nvPr/>
          </p:nvSpPr>
          <p:spPr>
            <a:xfrm>
              <a:off x="13992120" y="64405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t3381"/>
            <p:cNvSpPr/>
            <p:nvPr/>
          </p:nvSpPr>
          <p:spPr>
            <a:xfrm>
              <a:off x="14422982" y="65046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t3382"/>
            <p:cNvSpPr/>
            <p:nvPr/>
          </p:nvSpPr>
          <p:spPr>
            <a:xfrm>
              <a:off x="11502697" y="69008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t3383"/>
            <p:cNvSpPr/>
            <p:nvPr/>
          </p:nvSpPr>
          <p:spPr>
            <a:xfrm>
              <a:off x="11483405" y="68849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t3384"/>
            <p:cNvSpPr/>
            <p:nvPr/>
          </p:nvSpPr>
          <p:spPr>
            <a:xfrm>
              <a:off x="11519132" y="6904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t3385"/>
            <p:cNvSpPr/>
            <p:nvPr/>
          </p:nvSpPr>
          <p:spPr>
            <a:xfrm>
              <a:off x="11453395" y="68886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t3386"/>
            <p:cNvSpPr/>
            <p:nvPr/>
          </p:nvSpPr>
          <p:spPr>
            <a:xfrm>
              <a:off x="11352646" y="69116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t3387"/>
            <p:cNvSpPr/>
            <p:nvPr/>
          </p:nvSpPr>
          <p:spPr>
            <a:xfrm>
              <a:off x="11474831" y="68119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t3388"/>
            <p:cNvSpPr/>
            <p:nvPr/>
          </p:nvSpPr>
          <p:spPr>
            <a:xfrm>
              <a:off x="11441248" y="68582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t3389"/>
            <p:cNvSpPr/>
            <p:nvPr/>
          </p:nvSpPr>
          <p:spPr>
            <a:xfrm>
              <a:off x="11569149" y="68905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t3390"/>
            <p:cNvSpPr/>
            <p:nvPr/>
          </p:nvSpPr>
          <p:spPr>
            <a:xfrm>
              <a:off x="11486978" y="68449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t3391"/>
            <p:cNvSpPr/>
            <p:nvPr/>
          </p:nvSpPr>
          <p:spPr>
            <a:xfrm>
              <a:off x="11509128" y="68804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t3392"/>
            <p:cNvSpPr/>
            <p:nvPr/>
          </p:nvSpPr>
          <p:spPr>
            <a:xfrm>
              <a:off x="12210797" y="67581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t3393"/>
            <p:cNvSpPr/>
            <p:nvPr/>
          </p:nvSpPr>
          <p:spPr>
            <a:xfrm>
              <a:off x="11484120" y="67011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t3394"/>
            <p:cNvSpPr/>
            <p:nvPr/>
          </p:nvSpPr>
          <p:spPr>
            <a:xfrm>
              <a:off x="11501983" y="6896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t3395"/>
            <p:cNvSpPr/>
            <p:nvPr/>
          </p:nvSpPr>
          <p:spPr>
            <a:xfrm>
              <a:off x="11549142" y="69071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t3396"/>
            <p:cNvSpPr/>
            <p:nvPr/>
          </p:nvSpPr>
          <p:spPr>
            <a:xfrm>
              <a:off x="11891402" y="6877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t3397"/>
            <p:cNvSpPr/>
            <p:nvPr/>
          </p:nvSpPr>
          <p:spPr>
            <a:xfrm>
              <a:off x="11469115" y="6904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t3398"/>
            <p:cNvSpPr/>
            <p:nvPr/>
          </p:nvSpPr>
          <p:spPr>
            <a:xfrm>
              <a:off x="11747781" y="67022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t3399"/>
            <p:cNvSpPr/>
            <p:nvPr/>
          </p:nvSpPr>
          <p:spPr>
            <a:xfrm>
              <a:off x="11496981" y="68938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t3400"/>
            <p:cNvSpPr/>
            <p:nvPr/>
          </p:nvSpPr>
          <p:spPr>
            <a:xfrm>
              <a:off x="11491980" y="69164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t3401"/>
            <p:cNvSpPr/>
            <p:nvPr/>
          </p:nvSpPr>
          <p:spPr>
            <a:xfrm>
              <a:off x="12939617" y="6876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t3402"/>
            <p:cNvSpPr/>
            <p:nvPr/>
          </p:nvSpPr>
          <p:spPr>
            <a:xfrm>
              <a:off x="11764215" y="68300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t3403"/>
            <p:cNvSpPr/>
            <p:nvPr/>
          </p:nvSpPr>
          <p:spPr>
            <a:xfrm>
              <a:off x="12052171" y="68186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t3404"/>
            <p:cNvSpPr/>
            <p:nvPr/>
          </p:nvSpPr>
          <p:spPr>
            <a:xfrm>
              <a:off x="12392287" y="67885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t3405"/>
            <p:cNvSpPr/>
            <p:nvPr/>
          </p:nvSpPr>
          <p:spPr>
            <a:xfrm>
              <a:off x="12462311" y="67956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t3406"/>
            <p:cNvSpPr/>
            <p:nvPr/>
          </p:nvSpPr>
          <p:spPr>
            <a:xfrm>
              <a:off x="11870680" y="67029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t3407"/>
            <p:cNvSpPr/>
            <p:nvPr/>
          </p:nvSpPr>
          <p:spPr>
            <a:xfrm>
              <a:off x="11441248" y="69535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t3408"/>
            <p:cNvSpPr/>
            <p:nvPr/>
          </p:nvSpPr>
          <p:spPr>
            <a:xfrm>
              <a:off x="11441962" y="69475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t3409"/>
            <p:cNvSpPr/>
            <p:nvPr/>
          </p:nvSpPr>
          <p:spPr>
            <a:xfrm>
              <a:off x="12122910" y="69231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t3410"/>
            <p:cNvSpPr/>
            <p:nvPr/>
          </p:nvSpPr>
          <p:spPr>
            <a:xfrm>
              <a:off x="11559860" y="69535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t3411"/>
            <p:cNvSpPr/>
            <p:nvPr/>
          </p:nvSpPr>
          <p:spPr>
            <a:xfrm>
              <a:off x="13021788" y="65417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t3412"/>
            <p:cNvSpPr/>
            <p:nvPr/>
          </p:nvSpPr>
          <p:spPr>
            <a:xfrm>
              <a:off x="11427672" y="68638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t3413"/>
            <p:cNvSpPr/>
            <p:nvPr/>
          </p:nvSpPr>
          <p:spPr>
            <a:xfrm>
              <a:off x="12598072" y="67481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t3414"/>
            <p:cNvSpPr/>
            <p:nvPr/>
          </p:nvSpPr>
          <p:spPr>
            <a:xfrm>
              <a:off x="11438390" y="69016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t3415"/>
            <p:cNvSpPr/>
            <p:nvPr/>
          </p:nvSpPr>
          <p:spPr>
            <a:xfrm>
              <a:off x="11394089" y="69075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t3416"/>
            <p:cNvSpPr/>
            <p:nvPr/>
          </p:nvSpPr>
          <p:spPr>
            <a:xfrm>
              <a:off x="11336927" y="68997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t3417"/>
            <p:cNvSpPr/>
            <p:nvPr/>
          </p:nvSpPr>
          <p:spPr>
            <a:xfrm>
              <a:off x="11369795" y="69171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t3418"/>
            <p:cNvSpPr/>
            <p:nvPr/>
          </p:nvSpPr>
          <p:spPr>
            <a:xfrm>
              <a:off x="11396233" y="6900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t3419"/>
            <p:cNvSpPr/>
            <p:nvPr/>
          </p:nvSpPr>
          <p:spPr>
            <a:xfrm>
              <a:off x="11466256" y="6924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t3420"/>
            <p:cNvSpPr/>
            <p:nvPr/>
          </p:nvSpPr>
          <p:spPr>
            <a:xfrm>
              <a:off x="11525562" y="6861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t3421"/>
            <p:cNvSpPr/>
            <p:nvPr/>
          </p:nvSpPr>
          <p:spPr>
            <a:xfrm>
              <a:off x="11454109" y="68604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t3422"/>
            <p:cNvSpPr/>
            <p:nvPr/>
          </p:nvSpPr>
          <p:spPr>
            <a:xfrm>
              <a:off x="13158264" y="67207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t3423"/>
            <p:cNvSpPr/>
            <p:nvPr/>
          </p:nvSpPr>
          <p:spPr>
            <a:xfrm>
              <a:off x="13436930" y="66962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t3424"/>
            <p:cNvSpPr/>
            <p:nvPr/>
          </p:nvSpPr>
          <p:spPr>
            <a:xfrm>
              <a:off x="13305457" y="66673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t3425"/>
            <p:cNvSpPr/>
            <p:nvPr/>
          </p:nvSpPr>
          <p:spPr>
            <a:xfrm>
              <a:off x="12095043" y="67852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t3426"/>
            <p:cNvSpPr/>
            <p:nvPr/>
          </p:nvSpPr>
          <p:spPr>
            <a:xfrm>
              <a:off x="11527706" y="69279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t3427"/>
            <p:cNvSpPr/>
            <p:nvPr/>
          </p:nvSpPr>
          <p:spPr>
            <a:xfrm>
              <a:off x="13719170" y="6340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t3428"/>
            <p:cNvSpPr/>
            <p:nvPr/>
          </p:nvSpPr>
          <p:spPr>
            <a:xfrm>
              <a:off x="14046424" y="63671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t3429"/>
            <p:cNvSpPr/>
            <p:nvPr/>
          </p:nvSpPr>
          <p:spPr>
            <a:xfrm>
              <a:off x="11484834" y="69320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t3430"/>
            <p:cNvSpPr/>
            <p:nvPr/>
          </p:nvSpPr>
          <p:spPr>
            <a:xfrm>
              <a:off x="11501268" y="69338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t3431"/>
            <p:cNvSpPr/>
            <p:nvPr/>
          </p:nvSpPr>
          <p:spPr>
            <a:xfrm>
              <a:off x="13267587" y="58535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t3432"/>
            <p:cNvSpPr/>
            <p:nvPr/>
          </p:nvSpPr>
          <p:spPr>
            <a:xfrm>
              <a:off x="12788852" y="66836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t3433"/>
            <p:cNvSpPr/>
            <p:nvPr/>
          </p:nvSpPr>
          <p:spPr>
            <a:xfrm>
              <a:off x="12958195" y="66614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t3434"/>
            <p:cNvSpPr/>
            <p:nvPr/>
          </p:nvSpPr>
          <p:spPr>
            <a:xfrm>
              <a:off x="12057173" y="68745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t3435"/>
            <p:cNvSpPr/>
            <p:nvPr/>
          </p:nvSpPr>
          <p:spPr>
            <a:xfrm>
              <a:off x="11599159" y="68541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t3436"/>
            <p:cNvSpPr/>
            <p:nvPr/>
          </p:nvSpPr>
          <p:spPr>
            <a:xfrm>
              <a:off x="11551286" y="68923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t3437"/>
            <p:cNvSpPr/>
            <p:nvPr/>
          </p:nvSpPr>
          <p:spPr>
            <a:xfrm>
              <a:off x="11695621" y="68560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t3438"/>
            <p:cNvSpPr/>
            <p:nvPr/>
          </p:nvSpPr>
          <p:spPr>
            <a:xfrm>
              <a:off x="12079323" y="67129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t3439"/>
            <p:cNvSpPr/>
            <p:nvPr/>
          </p:nvSpPr>
          <p:spPr>
            <a:xfrm>
              <a:off x="12476602" y="69101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t3440"/>
            <p:cNvSpPr/>
            <p:nvPr/>
          </p:nvSpPr>
          <p:spPr>
            <a:xfrm>
              <a:off x="11995723" y="6925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t3441"/>
            <p:cNvSpPr/>
            <p:nvPr/>
          </p:nvSpPr>
          <p:spPr>
            <a:xfrm>
              <a:off x="11518417" y="68708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t3442"/>
            <p:cNvSpPr/>
            <p:nvPr/>
          </p:nvSpPr>
          <p:spPr>
            <a:xfrm>
              <a:off x="11589870" y="68704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t3443"/>
            <p:cNvSpPr/>
            <p:nvPr/>
          </p:nvSpPr>
          <p:spPr>
            <a:xfrm>
              <a:off x="11564147" y="68749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t3444"/>
            <p:cNvSpPr/>
            <p:nvPr/>
          </p:nvSpPr>
          <p:spPr>
            <a:xfrm>
              <a:off x="11564862" y="6879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t3445"/>
            <p:cNvSpPr/>
            <p:nvPr/>
          </p:nvSpPr>
          <p:spPr>
            <a:xfrm>
              <a:off x="11509128" y="68526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t3446"/>
            <p:cNvSpPr/>
            <p:nvPr/>
          </p:nvSpPr>
          <p:spPr>
            <a:xfrm>
              <a:off x="15241119" y="6845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t3447"/>
            <p:cNvSpPr/>
            <p:nvPr/>
          </p:nvSpPr>
          <p:spPr>
            <a:xfrm>
              <a:off x="11489121" y="68074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t3448"/>
            <p:cNvSpPr/>
            <p:nvPr/>
          </p:nvSpPr>
          <p:spPr>
            <a:xfrm>
              <a:off x="11458397" y="69049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t3449"/>
            <p:cNvSpPr/>
            <p:nvPr/>
          </p:nvSpPr>
          <p:spPr>
            <a:xfrm>
              <a:off x="11426243" y="69271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t3450"/>
            <p:cNvSpPr/>
            <p:nvPr/>
          </p:nvSpPr>
          <p:spPr>
            <a:xfrm>
              <a:off x="11400520" y="6906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t3451"/>
            <p:cNvSpPr/>
            <p:nvPr/>
          </p:nvSpPr>
          <p:spPr>
            <a:xfrm>
              <a:off x="11406950" y="6924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t3452"/>
            <p:cNvSpPr/>
            <p:nvPr/>
          </p:nvSpPr>
          <p:spPr>
            <a:xfrm>
              <a:off x="13053942" y="63423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t3453"/>
            <p:cNvSpPr/>
            <p:nvPr/>
          </p:nvSpPr>
          <p:spPr>
            <a:xfrm>
              <a:off x="12926041" y="62226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t3454"/>
            <p:cNvSpPr/>
            <p:nvPr/>
          </p:nvSpPr>
          <p:spPr>
            <a:xfrm>
              <a:off x="12953193" y="61792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t3455"/>
            <p:cNvSpPr/>
            <p:nvPr/>
          </p:nvSpPr>
          <p:spPr>
            <a:xfrm>
              <a:off x="13378339" y="61292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t3456"/>
            <p:cNvSpPr/>
            <p:nvPr/>
          </p:nvSpPr>
          <p:spPr>
            <a:xfrm>
              <a:off x="11419097" y="6925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t3457"/>
            <p:cNvSpPr/>
            <p:nvPr/>
          </p:nvSpPr>
          <p:spPr>
            <a:xfrm>
              <a:off x="11807802" y="68782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t3458"/>
            <p:cNvSpPr/>
            <p:nvPr/>
          </p:nvSpPr>
          <p:spPr>
            <a:xfrm>
              <a:off x="12372281" y="68249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t3459"/>
            <p:cNvSpPr/>
            <p:nvPr/>
          </p:nvSpPr>
          <p:spPr>
            <a:xfrm>
              <a:off x="11481976" y="68856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t3460"/>
            <p:cNvSpPr/>
            <p:nvPr/>
          </p:nvSpPr>
          <p:spPr>
            <a:xfrm>
              <a:off x="12773846" y="62022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t3461"/>
            <p:cNvSpPr/>
            <p:nvPr/>
          </p:nvSpPr>
          <p:spPr>
            <a:xfrm>
              <a:off x="11499839" y="69283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t3462"/>
            <p:cNvSpPr/>
            <p:nvPr/>
          </p:nvSpPr>
          <p:spPr>
            <a:xfrm>
              <a:off x="12123624" y="69160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t3463"/>
            <p:cNvSpPr/>
            <p:nvPr/>
          </p:nvSpPr>
          <p:spPr>
            <a:xfrm>
              <a:off x="12190790" y="6768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t3464"/>
            <p:cNvSpPr/>
            <p:nvPr/>
          </p:nvSpPr>
          <p:spPr>
            <a:xfrm>
              <a:off x="11809231" y="6906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t3465"/>
            <p:cNvSpPr/>
            <p:nvPr/>
          </p:nvSpPr>
          <p:spPr>
            <a:xfrm>
              <a:off x="11861392" y="68997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t3466"/>
            <p:cNvSpPr/>
            <p:nvPr/>
          </p:nvSpPr>
          <p:spPr>
            <a:xfrm>
              <a:off x="12063604" y="68953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t3467"/>
            <p:cNvSpPr/>
            <p:nvPr/>
          </p:nvSpPr>
          <p:spPr>
            <a:xfrm>
              <a:off x="12073607" y="68538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t3468"/>
            <p:cNvSpPr/>
            <p:nvPr/>
          </p:nvSpPr>
          <p:spPr>
            <a:xfrm>
              <a:off x="12274390" y="67830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t3469"/>
            <p:cNvSpPr/>
            <p:nvPr/>
          </p:nvSpPr>
          <p:spPr>
            <a:xfrm>
              <a:off x="12362277" y="67707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t3470"/>
            <p:cNvSpPr/>
            <p:nvPr/>
          </p:nvSpPr>
          <p:spPr>
            <a:xfrm>
              <a:off x="11484834" y="69286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t3471"/>
            <p:cNvSpPr/>
            <p:nvPr/>
          </p:nvSpPr>
          <p:spPr>
            <a:xfrm>
              <a:off x="11465542" y="69364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t3472"/>
            <p:cNvSpPr/>
            <p:nvPr/>
          </p:nvSpPr>
          <p:spPr>
            <a:xfrm>
              <a:off x="11481976" y="68879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t3473"/>
            <p:cNvSpPr/>
            <p:nvPr/>
          </p:nvSpPr>
          <p:spPr>
            <a:xfrm>
              <a:off x="11454824" y="6896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t3474"/>
            <p:cNvSpPr/>
            <p:nvPr/>
          </p:nvSpPr>
          <p:spPr>
            <a:xfrm>
              <a:off x="11520561" y="68923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t3475"/>
            <p:cNvSpPr/>
            <p:nvPr/>
          </p:nvSpPr>
          <p:spPr>
            <a:xfrm>
              <a:off x="11450537" y="69257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t3476"/>
            <p:cNvSpPr/>
            <p:nvPr/>
          </p:nvSpPr>
          <p:spPr>
            <a:xfrm>
              <a:off x="11493409" y="69179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t3477"/>
            <p:cNvSpPr/>
            <p:nvPr/>
          </p:nvSpPr>
          <p:spPr>
            <a:xfrm>
              <a:off x="11591299" y="6912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t3478"/>
            <p:cNvSpPr/>
            <p:nvPr/>
          </p:nvSpPr>
          <p:spPr>
            <a:xfrm>
              <a:off x="11557002" y="68771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t3479"/>
            <p:cNvSpPr/>
            <p:nvPr/>
          </p:nvSpPr>
          <p:spPr>
            <a:xfrm>
              <a:off x="11567005" y="68415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t3480"/>
            <p:cNvSpPr/>
            <p:nvPr/>
          </p:nvSpPr>
          <p:spPr>
            <a:xfrm>
              <a:off x="11604161" y="68601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t3481"/>
            <p:cNvSpPr/>
            <p:nvPr/>
          </p:nvSpPr>
          <p:spPr>
            <a:xfrm>
              <a:off x="13566975" y="67863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t3482"/>
            <p:cNvSpPr/>
            <p:nvPr/>
          </p:nvSpPr>
          <p:spPr>
            <a:xfrm>
              <a:off x="13551970" y="6745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t3483"/>
            <p:cNvSpPr/>
            <p:nvPr/>
          </p:nvSpPr>
          <p:spPr>
            <a:xfrm>
              <a:off x="13344756" y="67407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t3484"/>
            <p:cNvSpPr/>
            <p:nvPr/>
          </p:nvSpPr>
          <p:spPr>
            <a:xfrm>
              <a:off x="11464827" y="68982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t3485"/>
            <p:cNvSpPr/>
            <p:nvPr/>
          </p:nvSpPr>
          <p:spPr>
            <a:xfrm>
              <a:off x="11493409" y="68864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t3486"/>
            <p:cNvSpPr/>
            <p:nvPr/>
          </p:nvSpPr>
          <p:spPr>
            <a:xfrm>
              <a:off x="11544855" y="68912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t3487"/>
            <p:cNvSpPr/>
            <p:nvPr/>
          </p:nvSpPr>
          <p:spPr>
            <a:xfrm>
              <a:off x="11728489" y="6888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t3488"/>
            <p:cNvSpPr/>
            <p:nvPr/>
          </p:nvSpPr>
          <p:spPr>
            <a:xfrm>
              <a:off x="12008585" y="68345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t3489"/>
            <p:cNvSpPr/>
            <p:nvPr/>
          </p:nvSpPr>
          <p:spPr>
            <a:xfrm>
              <a:off x="11431959" y="69186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t3490"/>
            <p:cNvSpPr/>
            <p:nvPr/>
          </p:nvSpPr>
          <p:spPr>
            <a:xfrm>
              <a:off x="11480547" y="69368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t3491"/>
            <p:cNvSpPr/>
            <p:nvPr/>
          </p:nvSpPr>
          <p:spPr>
            <a:xfrm>
              <a:off x="14028561" y="65851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t3492"/>
            <p:cNvSpPr/>
            <p:nvPr/>
          </p:nvSpPr>
          <p:spPr>
            <a:xfrm>
              <a:off x="13486233" y="65050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t3493"/>
            <p:cNvSpPr/>
            <p:nvPr/>
          </p:nvSpPr>
          <p:spPr>
            <a:xfrm>
              <a:off x="13272588" y="66874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t3494"/>
            <p:cNvSpPr/>
            <p:nvPr/>
          </p:nvSpPr>
          <p:spPr>
            <a:xfrm>
              <a:off x="11414810" y="68549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t3495"/>
            <p:cNvSpPr/>
            <p:nvPr/>
          </p:nvSpPr>
          <p:spPr>
            <a:xfrm>
              <a:off x="11597015" y="68434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t3496"/>
            <p:cNvSpPr/>
            <p:nvPr/>
          </p:nvSpPr>
          <p:spPr>
            <a:xfrm>
              <a:off x="12080752" y="67656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t3497"/>
            <p:cNvSpPr/>
            <p:nvPr/>
          </p:nvSpPr>
          <p:spPr>
            <a:xfrm>
              <a:off x="11426957" y="69031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t3498"/>
            <p:cNvSpPr/>
            <p:nvPr/>
          </p:nvSpPr>
          <p:spPr>
            <a:xfrm>
              <a:off x="11387658" y="69227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t3499"/>
            <p:cNvSpPr/>
            <p:nvPr/>
          </p:nvSpPr>
          <p:spPr>
            <a:xfrm>
              <a:off x="11414096" y="68875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t3500"/>
            <p:cNvSpPr/>
            <p:nvPr/>
          </p:nvSpPr>
          <p:spPr>
            <a:xfrm>
              <a:off x="11461255" y="68938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t3501"/>
            <p:cNvSpPr/>
            <p:nvPr/>
          </p:nvSpPr>
          <p:spPr>
            <a:xfrm>
              <a:off x="11426957" y="6905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t3502"/>
            <p:cNvSpPr/>
            <p:nvPr/>
          </p:nvSpPr>
          <p:spPr>
            <a:xfrm>
              <a:off x="11441962" y="6891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t3503"/>
            <p:cNvSpPr/>
            <p:nvPr/>
          </p:nvSpPr>
          <p:spPr>
            <a:xfrm>
              <a:off x="11444821" y="68975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t3504"/>
            <p:cNvSpPr/>
            <p:nvPr/>
          </p:nvSpPr>
          <p:spPr>
            <a:xfrm>
              <a:off x="11448393" y="6920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t3505"/>
            <p:cNvSpPr/>
            <p:nvPr/>
          </p:nvSpPr>
          <p:spPr>
            <a:xfrm>
              <a:off x="11570578" y="68760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t3506"/>
            <p:cNvSpPr/>
            <p:nvPr/>
          </p:nvSpPr>
          <p:spPr>
            <a:xfrm>
              <a:off x="11500554" y="6889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t3507"/>
            <p:cNvSpPr/>
            <p:nvPr/>
          </p:nvSpPr>
          <p:spPr>
            <a:xfrm>
              <a:off x="11496981" y="69086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t3508"/>
            <p:cNvSpPr/>
            <p:nvPr/>
          </p:nvSpPr>
          <p:spPr>
            <a:xfrm>
              <a:off x="11459826" y="68942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t3509"/>
            <p:cNvSpPr/>
            <p:nvPr/>
          </p:nvSpPr>
          <p:spPr>
            <a:xfrm>
              <a:off x="11497696" y="68845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t3510"/>
            <p:cNvSpPr/>
            <p:nvPr/>
          </p:nvSpPr>
          <p:spPr>
            <a:xfrm>
              <a:off x="11478403" y="67693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t3511"/>
            <p:cNvSpPr/>
            <p:nvPr/>
          </p:nvSpPr>
          <p:spPr>
            <a:xfrm>
              <a:off x="11457682" y="68949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t3512"/>
            <p:cNvSpPr/>
            <p:nvPr/>
          </p:nvSpPr>
          <p:spPr>
            <a:xfrm>
              <a:off x="11396233" y="69331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t3513"/>
            <p:cNvSpPr/>
            <p:nvPr/>
          </p:nvSpPr>
          <p:spPr>
            <a:xfrm>
              <a:off x="11481976" y="6920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t3514"/>
            <p:cNvSpPr/>
            <p:nvPr/>
          </p:nvSpPr>
          <p:spPr>
            <a:xfrm>
              <a:off x="11432674" y="68975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t3515"/>
            <p:cNvSpPr/>
            <p:nvPr/>
          </p:nvSpPr>
          <p:spPr>
            <a:xfrm>
              <a:off x="11425528" y="68838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t3516"/>
            <p:cNvSpPr/>
            <p:nvPr/>
          </p:nvSpPr>
          <p:spPr>
            <a:xfrm>
              <a:off x="11497696" y="69171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t3517"/>
            <p:cNvSpPr/>
            <p:nvPr/>
          </p:nvSpPr>
          <p:spPr>
            <a:xfrm>
              <a:off x="11645603" y="69075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t3518"/>
            <p:cNvSpPr/>
            <p:nvPr/>
          </p:nvSpPr>
          <p:spPr>
            <a:xfrm>
              <a:off x="11481262" y="6935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t3519"/>
            <p:cNvSpPr/>
            <p:nvPr/>
          </p:nvSpPr>
          <p:spPr>
            <a:xfrm>
              <a:off x="14837409" y="66636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t3520"/>
            <p:cNvSpPr/>
            <p:nvPr/>
          </p:nvSpPr>
          <p:spPr>
            <a:xfrm>
              <a:off x="11827094" y="69186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t3521"/>
            <p:cNvSpPr/>
            <p:nvPr/>
          </p:nvSpPr>
          <p:spPr>
            <a:xfrm>
              <a:off x="11952851" y="69112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t3522"/>
            <p:cNvSpPr/>
            <p:nvPr/>
          </p:nvSpPr>
          <p:spPr>
            <a:xfrm>
              <a:off x="12119337" y="68693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t3523"/>
            <p:cNvSpPr/>
            <p:nvPr/>
          </p:nvSpPr>
          <p:spPr>
            <a:xfrm>
              <a:off x="12362277" y="68586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t3524"/>
            <p:cNvSpPr/>
            <p:nvPr/>
          </p:nvSpPr>
          <p:spPr>
            <a:xfrm>
              <a:off x="11485549" y="6900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t3525"/>
            <p:cNvSpPr/>
            <p:nvPr/>
          </p:nvSpPr>
          <p:spPr>
            <a:xfrm>
              <a:off x="11461969" y="6905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t3526"/>
            <p:cNvSpPr/>
            <p:nvPr/>
          </p:nvSpPr>
          <p:spPr>
            <a:xfrm>
              <a:off x="11469829" y="6900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t3527"/>
            <p:cNvSpPr/>
            <p:nvPr/>
          </p:nvSpPr>
          <p:spPr>
            <a:xfrm>
              <a:off x="11778506" y="69234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t3528"/>
            <p:cNvSpPr/>
            <p:nvPr/>
          </p:nvSpPr>
          <p:spPr>
            <a:xfrm>
              <a:off x="12148633" y="67344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t3529"/>
            <p:cNvSpPr/>
            <p:nvPr/>
          </p:nvSpPr>
          <p:spPr>
            <a:xfrm>
              <a:off x="11466256" y="69142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t3530"/>
            <p:cNvSpPr/>
            <p:nvPr/>
          </p:nvSpPr>
          <p:spPr>
            <a:xfrm>
              <a:off x="12548055" y="65373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t3531"/>
            <p:cNvSpPr/>
            <p:nvPr/>
          </p:nvSpPr>
          <p:spPr>
            <a:xfrm>
              <a:off x="11494123" y="68586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t3532"/>
            <p:cNvSpPr/>
            <p:nvPr/>
          </p:nvSpPr>
          <p:spPr>
            <a:xfrm>
              <a:off x="11494838" y="68819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t3533"/>
            <p:cNvSpPr/>
            <p:nvPr/>
          </p:nvSpPr>
          <p:spPr>
            <a:xfrm>
              <a:off x="11516274" y="68986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t3534"/>
            <p:cNvSpPr/>
            <p:nvPr/>
          </p:nvSpPr>
          <p:spPr>
            <a:xfrm>
              <a:off x="11496267" y="68990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t3535"/>
            <p:cNvSpPr/>
            <p:nvPr/>
          </p:nvSpPr>
          <p:spPr>
            <a:xfrm>
              <a:off x="11478403" y="69034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t3536"/>
            <p:cNvSpPr/>
            <p:nvPr/>
          </p:nvSpPr>
          <p:spPr>
            <a:xfrm>
              <a:off x="11519846" y="68871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t3537"/>
            <p:cNvSpPr/>
            <p:nvPr/>
          </p:nvSpPr>
          <p:spPr>
            <a:xfrm>
              <a:off x="11546284" y="69586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t3538"/>
            <p:cNvSpPr/>
            <p:nvPr/>
          </p:nvSpPr>
          <p:spPr>
            <a:xfrm>
              <a:off x="13282592" y="6914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t3539"/>
            <p:cNvSpPr/>
            <p:nvPr/>
          </p:nvSpPr>
          <p:spPr>
            <a:xfrm>
              <a:off x="11429101" y="69375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t3540"/>
            <p:cNvSpPr/>
            <p:nvPr/>
          </p:nvSpPr>
          <p:spPr>
            <a:xfrm>
              <a:off x="13038223" y="66206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t3541"/>
            <p:cNvSpPr/>
            <p:nvPr/>
          </p:nvSpPr>
          <p:spPr>
            <a:xfrm>
              <a:off x="14045710" y="64720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t3542"/>
            <p:cNvSpPr/>
            <p:nvPr/>
          </p:nvSpPr>
          <p:spPr>
            <a:xfrm>
              <a:off x="11423385" y="68701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t3543"/>
            <p:cNvSpPr/>
            <p:nvPr/>
          </p:nvSpPr>
          <p:spPr>
            <a:xfrm>
              <a:off x="11361935" y="68804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t3544"/>
            <p:cNvSpPr/>
            <p:nvPr/>
          </p:nvSpPr>
          <p:spPr>
            <a:xfrm>
              <a:off x="11497696" y="68860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t3545"/>
            <p:cNvSpPr/>
            <p:nvPr/>
          </p:nvSpPr>
          <p:spPr>
            <a:xfrm>
              <a:off x="11507699" y="68441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t3546"/>
            <p:cNvSpPr/>
            <p:nvPr/>
          </p:nvSpPr>
          <p:spPr>
            <a:xfrm>
              <a:off x="11503412" y="68300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t3547"/>
            <p:cNvSpPr/>
            <p:nvPr/>
          </p:nvSpPr>
          <p:spPr>
            <a:xfrm>
              <a:off x="11528421" y="68497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t3548"/>
            <p:cNvSpPr/>
            <p:nvPr/>
          </p:nvSpPr>
          <p:spPr>
            <a:xfrm>
              <a:off x="12711682" y="67945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t3549"/>
            <p:cNvSpPr/>
            <p:nvPr/>
          </p:nvSpPr>
          <p:spPr>
            <a:xfrm>
              <a:off x="13639857" y="67696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t3550"/>
            <p:cNvSpPr/>
            <p:nvPr/>
          </p:nvSpPr>
          <p:spPr>
            <a:xfrm>
              <a:off x="11432674" y="6861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t3551"/>
            <p:cNvSpPr/>
            <p:nvPr/>
          </p:nvSpPr>
          <p:spPr>
            <a:xfrm>
              <a:off x="11453395" y="68560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t3552"/>
            <p:cNvSpPr/>
            <p:nvPr/>
          </p:nvSpPr>
          <p:spPr>
            <a:xfrm>
              <a:off x="11544855" y="68582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t3553"/>
            <p:cNvSpPr/>
            <p:nvPr/>
          </p:nvSpPr>
          <p:spPr>
            <a:xfrm>
              <a:off x="11477689" y="68708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t3554"/>
            <p:cNvSpPr/>
            <p:nvPr/>
          </p:nvSpPr>
          <p:spPr>
            <a:xfrm>
              <a:off x="11911409" y="68575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t3555"/>
            <p:cNvSpPr/>
            <p:nvPr/>
          </p:nvSpPr>
          <p:spPr>
            <a:xfrm>
              <a:off x="12723829" y="66095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t3556"/>
            <p:cNvSpPr/>
            <p:nvPr/>
          </p:nvSpPr>
          <p:spPr>
            <a:xfrm>
              <a:off x="13067518" y="65988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t3557"/>
            <p:cNvSpPr/>
            <p:nvPr/>
          </p:nvSpPr>
          <p:spPr>
            <a:xfrm>
              <a:off x="13133255" y="66777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t3558"/>
            <p:cNvSpPr/>
            <p:nvPr/>
          </p:nvSpPr>
          <p:spPr>
            <a:xfrm>
              <a:off x="13084667" y="66962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t3559"/>
            <p:cNvSpPr/>
            <p:nvPr/>
          </p:nvSpPr>
          <p:spPr>
            <a:xfrm>
              <a:off x="11430530" y="68830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t3560"/>
            <p:cNvSpPr/>
            <p:nvPr/>
          </p:nvSpPr>
          <p:spPr>
            <a:xfrm>
              <a:off x="11722058" y="69194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t3561"/>
            <p:cNvSpPr/>
            <p:nvPr/>
          </p:nvSpPr>
          <p:spPr>
            <a:xfrm>
              <a:off x="14335095" y="69197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t3562"/>
            <p:cNvSpPr/>
            <p:nvPr/>
          </p:nvSpPr>
          <p:spPr>
            <a:xfrm>
              <a:off x="11530564" y="68897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l3563"/>
            <p:cNvSpPr/>
            <p:nvPr/>
          </p:nvSpPr>
          <p:spPr>
            <a:xfrm>
              <a:off x="11632915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64" name="pl3564"/>
            <p:cNvSpPr/>
            <p:nvPr/>
          </p:nvSpPr>
          <p:spPr>
            <a:xfrm>
              <a:off x="11127101" y="6862253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65" name="pg3565"/>
            <p:cNvSpPr/>
            <p:nvPr/>
          </p:nvSpPr>
          <p:spPr>
            <a:xfrm>
              <a:off x="11127101" y="5707478"/>
              <a:ext cx="649366" cy="257331"/>
            </a:xfrm>
            <a:custGeom>
              <a:avLst/>
              <a:pathLst>
                <a:path w="649366" h="257331">
                  <a:moveTo>
                    <a:pt x="0" y="257331"/>
                  </a:moveTo>
                  <a:lnTo>
                    <a:pt x="624220" y="257331"/>
                  </a:lnTo>
                  <a:lnTo>
                    <a:pt x="623208" y="257311"/>
                  </a:lnTo>
                  <a:lnTo>
                    <a:pt x="627251" y="257148"/>
                  </a:lnTo>
                  <a:lnTo>
                    <a:pt x="631216" y="256339"/>
                  </a:lnTo>
                  <a:lnTo>
                    <a:pt x="635000" y="254904"/>
                  </a:lnTo>
                  <a:lnTo>
                    <a:pt x="638505" y="252880"/>
                  </a:lnTo>
                  <a:lnTo>
                    <a:pt x="641640" y="250321"/>
                  </a:lnTo>
                  <a:lnTo>
                    <a:pt x="644323" y="247292"/>
                  </a:lnTo>
                  <a:lnTo>
                    <a:pt x="646486" y="243871"/>
                  </a:lnTo>
                  <a:lnTo>
                    <a:pt x="648072" y="240148"/>
                  </a:lnTo>
                  <a:lnTo>
                    <a:pt x="649041" y="236219"/>
                  </a:lnTo>
                  <a:lnTo>
                    <a:pt x="649366" y="232185"/>
                  </a:lnTo>
                  <a:lnTo>
                    <a:pt x="64936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tx3566"/>
            <p:cNvSpPr/>
            <p:nvPr/>
          </p:nvSpPr>
          <p:spPr>
            <a:xfrm>
              <a:off x="10864980" y="5620094"/>
              <a:ext cx="869577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</a:t>
              </a:r>
            </a:p>
          </p:txBody>
        </p:sp>
        <p:sp>
          <p:nvSpPr>
            <p:cNvPr id="3567" name="tx3567"/>
            <p:cNvSpPr/>
            <p:nvPr/>
          </p:nvSpPr>
          <p:spPr>
            <a:xfrm>
              <a:off x="11128895" y="5791794"/>
              <a:ext cx="60566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39 (4.1%)</a:t>
              </a:r>
            </a:p>
          </p:txBody>
        </p:sp>
        <p:sp>
          <p:nvSpPr>
            <p:cNvPr id="3568" name="pg3568"/>
            <p:cNvSpPr/>
            <p:nvPr/>
          </p:nvSpPr>
          <p:spPr>
            <a:xfrm>
              <a:off x="11127101" y="6876579"/>
              <a:ext cx="649366" cy="257331"/>
            </a:xfrm>
            <a:custGeom>
              <a:avLst/>
              <a:pathLst>
                <a:path w="649366" h="257331">
                  <a:moveTo>
                    <a:pt x="649366" y="257331"/>
                  </a:moveTo>
                  <a:lnTo>
                    <a:pt x="649366" y="25146"/>
                  </a:lnTo>
                  <a:lnTo>
                    <a:pt x="649041" y="21112"/>
                  </a:lnTo>
                  <a:lnTo>
                    <a:pt x="648072" y="17183"/>
                  </a:lnTo>
                  <a:lnTo>
                    <a:pt x="646486" y="13460"/>
                  </a:lnTo>
                  <a:lnTo>
                    <a:pt x="644323" y="10039"/>
                  </a:lnTo>
                  <a:lnTo>
                    <a:pt x="641640" y="7010"/>
                  </a:lnTo>
                  <a:lnTo>
                    <a:pt x="638505" y="4451"/>
                  </a:lnTo>
                  <a:lnTo>
                    <a:pt x="635000" y="2427"/>
                  </a:lnTo>
                  <a:lnTo>
                    <a:pt x="631216" y="992"/>
                  </a:lnTo>
                  <a:lnTo>
                    <a:pt x="627251" y="183"/>
                  </a:lnTo>
                  <a:lnTo>
                    <a:pt x="624220" y="0"/>
                  </a:lnTo>
                  <a:lnTo>
                    <a:pt x="0" y="0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tx3569"/>
            <p:cNvSpPr/>
            <p:nvPr/>
          </p:nvSpPr>
          <p:spPr>
            <a:xfrm>
              <a:off x="10857135" y="6889089"/>
              <a:ext cx="877422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Negative</a:t>
              </a:r>
            </a:p>
          </p:txBody>
        </p:sp>
        <p:sp>
          <p:nvSpPr>
            <p:cNvPr id="3570" name="tx3570"/>
            <p:cNvSpPr/>
            <p:nvPr/>
          </p:nvSpPr>
          <p:spPr>
            <a:xfrm>
              <a:off x="10973506" y="7088552"/>
              <a:ext cx="76105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546 (56.8%)</a:t>
              </a:r>
            </a:p>
          </p:txBody>
        </p:sp>
        <p:sp>
          <p:nvSpPr>
            <p:cNvPr id="3571" name="pg3571"/>
            <p:cNvSpPr/>
            <p:nvPr/>
          </p:nvSpPr>
          <p:spPr>
            <a:xfrm>
              <a:off x="12203426" y="5707478"/>
              <a:ext cx="899032" cy="257331"/>
            </a:xfrm>
            <a:custGeom>
              <a:avLst/>
              <a:pathLst>
                <a:path w="899032" h="257331">
                  <a:moveTo>
                    <a:pt x="25146" y="257331"/>
                  </a:moveTo>
                  <a:lnTo>
                    <a:pt x="873886" y="257331"/>
                  </a:lnTo>
                  <a:lnTo>
                    <a:pt x="872873" y="257311"/>
                  </a:lnTo>
                  <a:lnTo>
                    <a:pt x="876917" y="257148"/>
                  </a:lnTo>
                  <a:lnTo>
                    <a:pt x="880882" y="256339"/>
                  </a:lnTo>
                  <a:lnTo>
                    <a:pt x="884666" y="254904"/>
                  </a:lnTo>
                  <a:lnTo>
                    <a:pt x="888170" y="252880"/>
                  </a:lnTo>
                  <a:lnTo>
                    <a:pt x="891305" y="250321"/>
                  </a:lnTo>
                  <a:lnTo>
                    <a:pt x="893989" y="247292"/>
                  </a:lnTo>
                  <a:lnTo>
                    <a:pt x="896151" y="243871"/>
                  </a:lnTo>
                  <a:lnTo>
                    <a:pt x="897738" y="240148"/>
                  </a:lnTo>
                  <a:lnTo>
                    <a:pt x="898706" y="236219"/>
                  </a:lnTo>
                  <a:lnTo>
                    <a:pt x="899032" y="232185"/>
                  </a:lnTo>
                  <a:lnTo>
                    <a:pt x="899032" y="0"/>
                  </a:lnTo>
                  <a:lnTo>
                    <a:pt x="0" y="0"/>
                  </a:lnTo>
                  <a:lnTo>
                    <a:pt x="0" y="232185"/>
                  </a:lnTo>
                  <a:lnTo>
                    <a:pt x="81" y="230162"/>
                  </a:lnTo>
                  <a:lnTo>
                    <a:pt x="81" y="234209"/>
                  </a:lnTo>
                  <a:lnTo>
                    <a:pt x="730" y="238203"/>
                  </a:lnTo>
                  <a:lnTo>
                    <a:pt x="2012" y="242042"/>
                  </a:lnTo>
                  <a:lnTo>
                    <a:pt x="3892" y="245625"/>
                  </a:lnTo>
                  <a:lnTo>
                    <a:pt x="6323" y="248860"/>
                  </a:lnTo>
                  <a:lnTo>
                    <a:pt x="9242" y="251664"/>
                  </a:lnTo>
                  <a:lnTo>
                    <a:pt x="12573" y="253962"/>
                  </a:lnTo>
                  <a:lnTo>
                    <a:pt x="16229" y="255697"/>
                  </a:lnTo>
                  <a:lnTo>
                    <a:pt x="20116" y="256823"/>
                  </a:lnTo>
                  <a:lnTo>
                    <a:pt x="24133" y="257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tx3572"/>
            <p:cNvSpPr/>
            <p:nvPr/>
          </p:nvSpPr>
          <p:spPr>
            <a:xfrm>
              <a:off x="12245336" y="5620094"/>
              <a:ext cx="8152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</a:t>
              </a:r>
            </a:p>
          </p:txBody>
        </p:sp>
        <p:sp>
          <p:nvSpPr>
            <p:cNvPr id="3573" name="tx3573"/>
            <p:cNvSpPr/>
            <p:nvPr/>
          </p:nvSpPr>
          <p:spPr>
            <a:xfrm>
              <a:off x="12299497" y="5791794"/>
              <a:ext cx="76105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302 (31.4%)</a:t>
              </a:r>
            </a:p>
          </p:txBody>
        </p:sp>
        <p:sp>
          <p:nvSpPr>
            <p:cNvPr id="3574" name="pg3574"/>
            <p:cNvSpPr/>
            <p:nvPr/>
          </p:nvSpPr>
          <p:spPr>
            <a:xfrm>
              <a:off x="12086851" y="6876579"/>
              <a:ext cx="1015608" cy="257331"/>
            </a:xfrm>
            <a:custGeom>
              <a:avLst/>
              <a:pathLst>
                <a:path w="1015608" h="257331">
                  <a:moveTo>
                    <a:pt x="1015608" y="257331"/>
                  </a:moveTo>
                  <a:lnTo>
                    <a:pt x="1015608" y="25146"/>
                  </a:lnTo>
                  <a:lnTo>
                    <a:pt x="1015282" y="21112"/>
                  </a:lnTo>
                  <a:lnTo>
                    <a:pt x="1014313" y="17183"/>
                  </a:lnTo>
                  <a:lnTo>
                    <a:pt x="1012727" y="13460"/>
                  </a:lnTo>
                  <a:lnTo>
                    <a:pt x="1010564" y="10039"/>
                  </a:lnTo>
                  <a:lnTo>
                    <a:pt x="1007881" y="7010"/>
                  </a:lnTo>
                  <a:lnTo>
                    <a:pt x="1004746" y="4451"/>
                  </a:lnTo>
                  <a:lnTo>
                    <a:pt x="1001241" y="2427"/>
                  </a:lnTo>
                  <a:lnTo>
                    <a:pt x="997458" y="992"/>
                  </a:lnTo>
                  <a:lnTo>
                    <a:pt x="993493" y="183"/>
                  </a:lnTo>
                  <a:lnTo>
                    <a:pt x="990462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tx3575"/>
            <p:cNvSpPr/>
            <p:nvPr/>
          </p:nvSpPr>
          <p:spPr>
            <a:xfrm>
              <a:off x="12128761" y="6889089"/>
              <a:ext cx="931788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Negative</a:t>
              </a:r>
            </a:p>
          </p:txBody>
        </p:sp>
        <p:sp>
          <p:nvSpPr>
            <p:cNvPr id="3576" name="tx3576"/>
            <p:cNvSpPr/>
            <p:nvPr/>
          </p:nvSpPr>
          <p:spPr>
            <a:xfrm>
              <a:off x="12454886" y="7088552"/>
              <a:ext cx="60566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75 (7.8%)</a:t>
              </a:r>
            </a:p>
          </p:txBody>
        </p:sp>
        <p:sp>
          <p:nvSpPr>
            <p:cNvPr id="3577" name="rc3577"/>
            <p:cNvSpPr/>
            <p:nvPr/>
          </p:nvSpPr>
          <p:spPr>
            <a:xfrm>
              <a:off x="11127101" y="5707478"/>
              <a:ext cx="4439232" cy="142643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tx3578"/>
            <p:cNvSpPr/>
            <p:nvPr/>
          </p:nvSpPr>
          <p:spPr>
            <a:xfrm>
              <a:off x="11002315" y="6877755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579" name="tx3579"/>
            <p:cNvSpPr/>
            <p:nvPr/>
          </p:nvSpPr>
          <p:spPr>
            <a:xfrm>
              <a:off x="11002315" y="6629798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580" name="tx3580"/>
            <p:cNvSpPr/>
            <p:nvPr/>
          </p:nvSpPr>
          <p:spPr>
            <a:xfrm>
              <a:off x="10940159" y="6379002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581" name="tx3581"/>
            <p:cNvSpPr/>
            <p:nvPr/>
          </p:nvSpPr>
          <p:spPr>
            <a:xfrm>
              <a:off x="10940159" y="6129626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3582" name="tx3582"/>
            <p:cNvSpPr/>
            <p:nvPr/>
          </p:nvSpPr>
          <p:spPr>
            <a:xfrm>
              <a:off x="10940159" y="5880250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3583" name="pl3583"/>
            <p:cNvSpPr/>
            <p:nvPr/>
          </p:nvSpPr>
          <p:spPr>
            <a:xfrm>
              <a:off x="11092306" y="691944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l3584"/>
            <p:cNvSpPr/>
            <p:nvPr/>
          </p:nvSpPr>
          <p:spPr>
            <a:xfrm>
              <a:off x="11092306" y="667007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l3585"/>
            <p:cNvSpPr/>
            <p:nvPr/>
          </p:nvSpPr>
          <p:spPr>
            <a:xfrm>
              <a:off x="11092306" y="64206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l3586"/>
            <p:cNvSpPr/>
            <p:nvPr/>
          </p:nvSpPr>
          <p:spPr>
            <a:xfrm>
              <a:off x="11092306" y="617131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l3587"/>
            <p:cNvSpPr/>
            <p:nvPr/>
          </p:nvSpPr>
          <p:spPr>
            <a:xfrm>
              <a:off x="11092306" y="592194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l3588"/>
            <p:cNvSpPr/>
            <p:nvPr/>
          </p:nvSpPr>
          <p:spPr>
            <a:xfrm>
              <a:off x="11511269" y="71339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l3589"/>
            <p:cNvSpPr/>
            <p:nvPr/>
          </p:nvSpPr>
          <p:spPr>
            <a:xfrm>
              <a:off x="12572062" y="71339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l3590"/>
            <p:cNvSpPr/>
            <p:nvPr/>
          </p:nvSpPr>
          <p:spPr>
            <a:xfrm>
              <a:off x="13632855" y="71339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l3591"/>
            <p:cNvSpPr/>
            <p:nvPr/>
          </p:nvSpPr>
          <p:spPr>
            <a:xfrm>
              <a:off x="14693648" y="71339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tx3592"/>
            <p:cNvSpPr/>
            <p:nvPr/>
          </p:nvSpPr>
          <p:spPr>
            <a:xfrm>
              <a:off x="11480192" y="719484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593" name="tx3593"/>
            <p:cNvSpPr/>
            <p:nvPr/>
          </p:nvSpPr>
          <p:spPr>
            <a:xfrm>
              <a:off x="12509907" y="71948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594" name="tx3594"/>
            <p:cNvSpPr/>
            <p:nvPr/>
          </p:nvSpPr>
          <p:spPr>
            <a:xfrm>
              <a:off x="13570699" y="71948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3595" name="tx3595"/>
            <p:cNvSpPr/>
            <p:nvPr/>
          </p:nvSpPr>
          <p:spPr>
            <a:xfrm>
              <a:off x="14631492" y="7194795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3596" name="tx3596"/>
            <p:cNvSpPr/>
            <p:nvPr/>
          </p:nvSpPr>
          <p:spPr>
            <a:xfrm>
              <a:off x="12488906" y="7314530"/>
              <a:ext cx="171562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Centiloids, Amyloid PET (Z)</a:t>
              </a:r>
            </a:p>
          </p:txBody>
        </p:sp>
        <p:sp>
          <p:nvSpPr>
            <p:cNvPr id="3597" name="tx3597"/>
            <p:cNvSpPr/>
            <p:nvPr/>
          </p:nvSpPr>
          <p:spPr>
            <a:xfrm rot="-5400000">
              <a:off x="9920956" y="6355142"/>
              <a:ext cx="1762484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 Lumipulse pTau181 (Z)</a:t>
              </a:r>
            </a:p>
          </p:txBody>
        </p:sp>
        <p:sp>
          <p:nvSpPr>
            <p:cNvPr id="3598" name="tx3598"/>
            <p:cNvSpPr/>
            <p:nvPr/>
          </p:nvSpPr>
          <p:spPr>
            <a:xfrm>
              <a:off x="11127101" y="5479789"/>
              <a:ext cx="158390" cy="12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K.</a:t>
              </a:r>
            </a:p>
          </p:txBody>
        </p:sp>
        <p:sp>
          <p:nvSpPr>
            <p:cNvPr id="3599" name="rc3599"/>
            <p:cNvSpPr/>
            <p:nvPr/>
          </p:nvSpPr>
          <p:spPr>
            <a:xfrm>
              <a:off x="16292827" y="5410200"/>
              <a:ext cx="197802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00" name="pl3600"/>
            <p:cNvSpPr/>
            <p:nvPr/>
          </p:nvSpPr>
          <p:spPr>
            <a:xfrm>
              <a:off x="16937463" y="682494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l3601"/>
            <p:cNvSpPr/>
            <p:nvPr/>
          </p:nvSpPr>
          <p:spPr>
            <a:xfrm>
              <a:off x="16937463" y="654203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l3602"/>
            <p:cNvSpPr/>
            <p:nvPr/>
          </p:nvSpPr>
          <p:spPr>
            <a:xfrm>
              <a:off x="16937463" y="625911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l3603"/>
            <p:cNvSpPr/>
            <p:nvPr/>
          </p:nvSpPr>
          <p:spPr>
            <a:xfrm>
              <a:off x="16937463" y="597620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l3604"/>
            <p:cNvSpPr/>
            <p:nvPr/>
          </p:nvSpPr>
          <p:spPr>
            <a:xfrm>
              <a:off x="17135503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l3605"/>
            <p:cNvSpPr/>
            <p:nvPr/>
          </p:nvSpPr>
          <p:spPr>
            <a:xfrm>
              <a:off x="17418418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l3606"/>
            <p:cNvSpPr/>
            <p:nvPr/>
          </p:nvSpPr>
          <p:spPr>
            <a:xfrm>
              <a:off x="17701333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l3607"/>
            <p:cNvSpPr/>
            <p:nvPr/>
          </p:nvSpPr>
          <p:spPr>
            <a:xfrm>
              <a:off x="17984248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l3608"/>
            <p:cNvSpPr/>
            <p:nvPr/>
          </p:nvSpPr>
          <p:spPr>
            <a:xfrm>
              <a:off x="16937463" y="696640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l3609"/>
            <p:cNvSpPr/>
            <p:nvPr/>
          </p:nvSpPr>
          <p:spPr>
            <a:xfrm>
              <a:off x="16937463" y="668349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l3610"/>
            <p:cNvSpPr/>
            <p:nvPr/>
          </p:nvSpPr>
          <p:spPr>
            <a:xfrm>
              <a:off x="16937463" y="640057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l3611"/>
            <p:cNvSpPr/>
            <p:nvPr/>
          </p:nvSpPr>
          <p:spPr>
            <a:xfrm>
              <a:off x="16937463" y="611766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l3612"/>
            <p:cNvSpPr/>
            <p:nvPr/>
          </p:nvSpPr>
          <p:spPr>
            <a:xfrm>
              <a:off x="16937463" y="583474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l3613"/>
            <p:cNvSpPr/>
            <p:nvPr/>
          </p:nvSpPr>
          <p:spPr>
            <a:xfrm>
              <a:off x="16994046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l3614"/>
            <p:cNvSpPr/>
            <p:nvPr/>
          </p:nvSpPr>
          <p:spPr>
            <a:xfrm>
              <a:off x="17276961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l3615"/>
            <p:cNvSpPr/>
            <p:nvPr/>
          </p:nvSpPr>
          <p:spPr>
            <a:xfrm>
              <a:off x="17559876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l3616"/>
            <p:cNvSpPr/>
            <p:nvPr/>
          </p:nvSpPr>
          <p:spPr>
            <a:xfrm>
              <a:off x="17842791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l3617"/>
            <p:cNvSpPr/>
            <p:nvPr/>
          </p:nvSpPr>
          <p:spPr>
            <a:xfrm>
              <a:off x="18125706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l3618"/>
            <p:cNvSpPr/>
            <p:nvPr/>
          </p:nvSpPr>
          <p:spPr>
            <a:xfrm>
              <a:off x="16994046" y="5834746"/>
              <a:ext cx="1131660" cy="1131660"/>
            </a:xfrm>
            <a:custGeom>
              <a:avLst/>
              <a:pathLst>
                <a:path w="1131660" h="1131660">
                  <a:moveTo>
                    <a:pt x="0" y="1131660"/>
                  </a:moveTo>
                  <a:lnTo>
                    <a:pt x="0" y="1128658"/>
                  </a:lnTo>
                  <a:lnTo>
                    <a:pt x="0" y="1125656"/>
                  </a:lnTo>
                  <a:lnTo>
                    <a:pt x="0" y="1122654"/>
                  </a:lnTo>
                  <a:lnTo>
                    <a:pt x="0" y="1119653"/>
                  </a:lnTo>
                  <a:lnTo>
                    <a:pt x="0" y="1116651"/>
                  </a:lnTo>
                  <a:lnTo>
                    <a:pt x="0" y="1113649"/>
                  </a:lnTo>
                  <a:lnTo>
                    <a:pt x="0" y="1110647"/>
                  </a:lnTo>
                  <a:lnTo>
                    <a:pt x="0" y="1107646"/>
                  </a:lnTo>
                  <a:lnTo>
                    <a:pt x="0" y="1104644"/>
                  </a:lnTo>
                  <a:lnTo>
                    <a:pt x="0" y="1101642"/>
                  </a:lnTo>
                  <a:lnTo>
                    <a:pt x="0" y="1098640"/>
                  </a:lnTo>
                  <a:lnTo>
                    <a:pt x="0" y="1095639"/>
                  </a:lnTo>
                  <a:lnTo>
                    <a:pt x="0" y="1092637"/>
                  </a:lnTo>
                  <a:lnTo>
                    <a:pt x="0" y="1089635"/>
                  </a:lnTo>
                  <a:lnTo>
                    <a:pt x="0" y="1086633"/>
                  </a:lnTo>
                  <a:lnTo>
                    <a:pt x="1934" y="1086633"/>
                  </a:lnTo>
                  <a:lnTo>
                    <a:pt x="1934" y="1083632"/>
                  </a:lnTo>
                  <a:lnTo>
                    <a:pt x="1934" y="1080630"/>
                  </a:lnTo>
                  <a:lnTo>
                    <a:pt x="1934" y="1077628"/>
                  </a:lnTo>
                  <a:lnTo>
                    <a:pt x="1934" y="1074626"/>
                  </a:lnTo>
                  <a:lnTo>
                    <a:pt x="1934" y="1071625"/>
                  </a:lnTo>
                  <a:lnTo>
                    <a:pt x="1934" y="1068623"/>
                  </a:lnTo>
                  <a:lnTo>
                    <a:pt x="1934" y="1065621"/>
                  </a:lnTo>
                  <a:lnTo>
                    <a:pt x="1934" y="1062619"/>
                  </a:lnTo>
                  <a:lnTo>
                    <a:pt x="1934" y="1059618"/>
                  </a:lnTo>
                  <a:lnTo>
                    <a:pt x="1934" y="1056616"/>
                  </a:lnTo>
                  <a:lnTo>
                    <a:pt x="1934" y="1053614"/>
                  </a:lnTo>
                  <a:lnTo>
                    <a:pt x="1934" y="1050612"/>
                  </a:lnTo>
                  <a:lnTo>
                    <a:pt x="1934" y="1047611"/>
                  </a:lnTo>
                  <a:lnTo>
                    <a:pt x="1934" y="1044609"/>
                  </a:lnTo>
                  <a:lnTo>
                    <a:pt x="1934" y="1041607"/>
                  </a:lnTo>
                  <a:lnTo>
                    <a:pt x="1934" y="1038605"/>
                  </a:lnTo>
                  <a:lnTo>
                    <a:pt x="1934" y="1035604"/>
                  </a:lnTo>
                  <a:lnTo>
                    <a:pt x="1934" y="1032602"/>
                  </a:lnTo>
                  <a:lnTo>
                    <a:pt x="1934" y="1029600"/>
                  </a:lnTo>
                  <a:lnTo>
                    <a:pt x="1934" y="1026598"/>
                  </a:lnTo>
                  <a:lnTo>
                    <a:pt x="1934" y="1023597"/>
                  </a:lnTo>
                  <a:lnTo>
                    <a:pt x="1934" y="1020595"/>
                  </a:lnTo>
                  <a:lnTo>
                    <a:pt x="1934" y="1017593"/>
                  </a:lnTo>
                  <a:lnTo>
                    <a:pt x="1934" y="1014591"/>
                  </a:lnTo>
                  <a:lnTo>
                    <a:pt x="1934" y="1011590"/>
                  </a:lnTo>
                  <a:lnTo>
                    <a:pt x="1934" y="1008588"/>
                  </a:lnTo>
                  <a:lnTo>
                    <a:pt x="1934" y="1005586"/>
                  </a:lnTo>
                  <a:lnTo>
                    <a:pt x="1934" y="1002584"/>
                  </a:lnTo>
                  <a:lnTo>
                    <a:pt x="1934" y="999583"/>
                  </a:lnTo>
                  <a:lnTo>
                    <a:pt x="1934" y="996581"/>
                  </a:lnTo>
                  <a:lnTo>
                    <a:pt x="1934" y="993579"/>
                  </a:lnTo>
                  <a:lnTo>
                    <a:pt x="1934" y="990577"/>
                  </a:lnTo>
                  <a:lnTo>
                    <a:pt x="1934" y="984574"/>
                  </a:lnTo>
                  <a:lnTo>
                    <a:pt x="1934" y="981572"/>
                  </a:lnTo>
                  <a:lnTo>
                    <a:pt x="1934" y="978570"/>
                  </a:lnTo>
                  <a:lnTo>
                    <a:pt x="1934" y="975569"/>
                  </a:lnTo>
                  <a:lnTo>
                    <a:pt x="1934" y="972567"/>
                  </a:lnTo>
                  <a:lnTo>
                    <a:pt x="1934" y="969565"/>
                  </a:lnTo>
                  <a:lnTo>
                    <a:pt x="1934" y="966563"/>
                  </a:lnTo>
                  <a:lnTo>
                    <a:pt x="1934" y="963562"/>
                  </a:lnTo>
                  <a:lnTo>
                    <a:pt x="1934" y="960560"/>
                  </a:lnTo>
                  <a:lnTo>
                    <a:pt x="1934" y="954556"/>
                  </a:lnTo>
                  <a:lnTo>
                    <a:pt x="1934" y="951555"/>
                  </a:lnTo>
                  <a:lnTo>
                    <a:pt x="1934" y="948553"/>
                  </a:lnTo>
                  <a:lnTo>
                    <a:pt x="1934" y="945551"/>
                  </a:lnTo>
                  <a:lnTo>
                    <a:pt x="1934" y="942549"/>
                  </a:lnTo>
                  <a:lnTo>
                    <a:pt x="1934" y="939548"/>
                  </a:lnTo>
                  <a:lnTo>
                    <a:pt x="1934" y="936546"/>
                  </a:lnTo>
                  <a:lnTo>
                    <a:pt x="1934" y="933544"/>
                  </a:lnTo>
                  <a:lnTo>
                    <a:pt x="1934" y="930542"/>
                  </a:lnTo>
                  <a:lnTo>
                    <a:pt x="1934" y="927541"/>
                  </a:lnTo>
                  <a:lnTo>
                    <a:pt x="1934" y="921537"/>
                  </a:lnTo>
                  <a:lnTo>
                    <a:pt x="1934" y="918535"/>
                  </a:lnTo>
                  <a:lnTo>
                    <a:pt x="1934" y="915534"/>
                  </a:lnTo>
                  <a:lnTo>
                    <a:pt x="1934" y="912532"/>
                  </a:lnTo>
                  <a:lnTo>
                    <a:pt x="1934" y="909530"/>
                  </a:lnTo>
                  <a:lnTo>
                    <a:pt x="1934" y="906528"/>
                  </a:lnTo>
                  <a:lnTo>
                    <a:pt x="1934" y="903527"/>
                  </a:lnTo>
                  <a:lnTo>
                    <a:pt x="1934" y="900525"/>
                  </a:lnTo>
                  <a:lnTo>
                    <a:pt x="1934" y="897523"/>
                  </a:lnTo>
                  <a:lnTo>
                    <a:pt x="1934" y="894521"/>
                  </a:lnTo>
                  <a:lnTo>
                    <a:pt x="1934" y="891520"/>
                  </a:lnTo>
                  <a:lnTo>
                    <a:pt x="1934" y="888518"/>
                  </a:lnTo>
                  <a:lnTo>
                    <a:pt x="1934" y="885516"/>
                  </a:lnTo>
                  <a:lnTo>
                    <a:pt x="1934" y="879513"/>
                  </a:lnTo>
                  <a:lnTo>
                    <a:pt x="1934" y="873509"/>
                  </a:lnTo>
                  <a:lnTo>
                    <a:pt x="1934" y="870507"/>
                  </a:lnTo>
                  <a:lnTo>
                    <a:pt x="1934" y="867506"/>
                  </a:lnTo>
                  <a:lnTo>
                    <a:pt x="1934" y="861502"/>
                  </a:lnTo>
                  <a:lnTo>
                    <a:pt x="1934" y="858500"/>
                  </a:lnTo>
                  <a:lnTo>
                    <a:pt x="1934" y="855499"/>
                  </a:lnTo>
                  <a:lnTo>
                    <a:pt x="1934" y="852497"/>
                  </a:lnTo>
                  <a:lnTo>
                    <a:pt x="1934" y="849495"/>
                  </a:lnTo>
                  <a:lnTo>
                    <a:pt x="1934" y="846493"/>
                  </a:lnTo>
                  <a:lnTo>
                    <a:pt x="1934" y="843492"/>
                  </a:lnTo>
                  <a:lnTo>
                    <a:pt x="1934" y="840490"/>
                  </a:lnTo>
                  <a:lnTo>
                    <a:pt x="1934" y="837488"/>
                  </a:lnTo>
                  <a:lnTo>
                    <a:pt x="1934" y="834486"/>
                  </a:lnTo>
                  <a:lnTo>
                    <a:pt x="1934" y="831484"/>
                  </a:lnTo>
                  <a:lnTo>
                    <a:pt x="1934" y="825481"/>
                  </a:lnTo>
                  <a:lnTo>
                    <a:pt x="1934" y="822479"/>
                  </a:lnTo>
                  <a:lnTo>
                    <a:pt x="1934" y="819477"/>
                  </a:lnTo>
                  <a:lnTo>
                    <a:pt x="1934" y="816476"/>
                  </a:lnTo>
                  <a:lnTo>
                    <a:pt x="1934" y="813474"/>
                  </a:lnTo>
                  <a:lnTo>
                    <a:pt x="1934" y="810472"/>
                  </a:lnTo>
                  <a:lnTo>
                    <a:pt x="1934" y="807470"/>
                  </a:lnTo>
                  <a:lnTo>
                    <a:pt x="1934" y="804469"/>
                  </a:lnTo>
                  <a:lnTo>
                    <a:pt x="1934" y="801467"/>
                  </a:lnTo>
                  <a:lnTo>
                    <a:pt x="1934" y="795463"/>
                  </a:lnTo>
                  <a:lnTo>
                    <a:pt x="1934" y="792462"/>
                  </a:lnTo>
                  <a:lnTo>
                    <a:pt x="1934" y="789460"/>
                  </a:lnTo>
                  <a:lnTo>
                    <a:pt x="1934" y="786458"/>
                  </a:lnTo>
                  <a:lnTo>
                    <a:pt x="1934" y="783456"/>
                  </a:lnTo>
                  <a:lnTo>
                    <a:pt x="1934" y="780455"/>
                  </a:lnTo>
                  <a:lnTo>
                    <a:pt x="1934" y="777453"/>
                  </a:lnTo>
                  <a:lnTo>
                    <a:pt x="1934" y="774451"/>
                  </a:lnTo>
                  <a:lnTo>
                    <a:pt x="1934" y="771449"/>
                  </a:lnTo>
                  <a:lnTo>
                    <a:pt x="1934" y="768448"/>
                  </a:lnTo>
                  <a:lnTo>
                    <a:pt x="1934" y="765446"/>
                  </a:lnTo>
                  <a:lnTo>
                    <a:pt x="1934" y="762444"/>
                  </a:lnTo>
                  <a:lnTo>
                    <a:pt x="1934" y="759442"/>
                  </a:lnTo>
                  <a:lnTo>
                    <a:pt x="1934" y="756441"/>
                  </a:lnTo>
                  <a:lnTo>
                    <a:pt x="1934" y="753439"/>
                  </a:lnTo>
                  <a:lnTo>
                    <a:pt x="1934" y="747435"/>
                  </a:lnTo>
                  <a:lnTo>
                    <a:pt x="1934" y="744434"/>
                  </a:lnTo>
                  <a:lnTo>
                    <a:pt x="1934" y="741432"/>
                  </a:lnTo>
                  <a:lnTo>
                    <a:pt x="1934" y="738430"/>
                  </a:lnTo>
                  <a:lnTo>
                    <a:pt x="1934" y="735428"/>
                  </a:lnTo>
                  <a:lnTo>
                    <a:pt x="1934" y="723421"/>
                  </a:lnTo>
                  <a:lnTo>
                    <a:pt x="3868" y="720420"/>
                  </a:lnTo>
                  <a:lnTo>
                    <a:pt x="3868" y="717418"/>
                  </a:lnTo>
                  <a:lnTo>
                    <a:pt x="3868" y="714416"/>
                  </a:lnTo>
                  <a:lnTo>
                    <a:pt x="3868" y="711414"/>
                  </a:lnTo>
                  <a:lnTo>
                    <a:pt x="3868" y="702409"/>
                  </a:lnTo>
                  <a:lnTo>
                    <a:pt x="3868" y="699407"/>
                  </a:lnTo>
                  <a:lnTo>
                    <a:pt x="3868" y="696406"/>
                  </a:lnTo>
                  <a:lnTo>
                    <a:pt x="3868" y="693404"/>
                  </a:lnTo>
                  <a:lnTo>
                    <a:pt x="3868" y="687400"/>
                  </a:lnTo>
                  <a:lnTo>
                    <a:pt x="5803" y="687400"/>
                  </a:lnTo>
                  <a:lnTo>
                    <a:pt x="5803" y="684399"/>
                  </a:lnTo>
                  <a:lnTo>
                    <a:pt x="5803" y="681397"/>
                  </a:lnTo>
                  <a:lnTo>
                    <a:pt x="5803" y="678395"/>
                  </a:lnTo>
                  <a:lnTo>
                    <a:pt x="5803" y="675393"/>
                  </a:lnTo>
                  <a:lnTo>
                    <a:pt x="5803" y="672392"/>
                  </a:lnTo>
                  <a:lnTo>
                    <a:pt x="5803" y="669390"/>
                  </a:lnTo>
                  <a:lnTo>
                    <a:pt x="5803" y="663386"/>
                  </a:lnTo>
                  <a:lnTo>
                    <a:pt x="7737" y="663386"/>
                  </a:lnTo>
                  <a:lnTo>
                    <a:pt x="7737" y="660385"/>
                  </a:lnTo>
                  <a:lnTo>
                    <a:pt x="7737" y="657383"/>
                  </a:lnTo>
                  <a:lnTo>
                    <a:pt x="7737" y="654381"/>
                  </a:lnTo>
                  <a:lnTo>
                    <a:pt x="7737" y="651379"/>
                  </a:lnTo>
                  <a:lnTo>
                    <a:pt x="7737" y="648378"/>
                  </a:lnTo>
                  <a:lnTo>
                    <a:pt x="7737" y="645376"/>
                  </a:lnTo>
                  <a:lnTo>
                    <a:pt x="7737" y="642374"/>
                  </a:lnTo>
                  <a:lnTo>
                    <a:pt x="7737" y="639372"/>
                  </a:lnTo>
                  <a:lnTo>
                    <a:pt x="7737" y="636371"/>
                  </a:lnTo>
                  <a:lnTo>
                    <a:pt x="7737" y="633369"/>
                  </a:lnTo>
                  <a:lnTo>
                    <a:pt x="7737" y="630367"/>
                  </a:lnTo>
                  <a:lnTo>
                    <a:pt x="7737" y="624364"/>
                  </a:lnTo>
                  <a:lnTo>
                    <a:pt x="7737" y="618360"/>
                  </a:lnTo>
                  <a:lnTo>
                    <a:pt x="7737" y="615358"/>
                  </a:lnTo>
                  <a:lnTo>
                    <a:pt x="7737" y="612357"/>
                  </a:lnTo>
                  <a:lnTo>
                    <a:pt x="7737" y="606353"/>
                  </a:lnTo>
                  <a:lnTo>
                    <a:pt x="7737" y="603351"/>
                  </a:lnTo>
                  <a:lnTo>
                    <a:pt x="7737" y="594346"/>
                  </a:lnTo>
                  <a:lnTo>
                    <a:pt x="7737" y="591344"/>
                  </a:lnTo>
                  <a:lnTo>
                    <a:pt x="7737" y="588343"/>
                  </a:lnTo>
                  <a:lnTo>
                    <a:pt x="7737" y="585341"/>
                  </a:lnTo>
                  <a:lnTo>
                    <a:pt x="7737" y="582339"/>
                  </a:lnTo>
                  <a:lnTo>
                    <a:pt x="7737" y="579337"/>
                  </a:lnTo>
                  <a:lnTo>
                    <a:pt x="7737" y="576336"/>
                  </a:lnTo>
                  <a:lnTo>
                    <a:pt x="7737" y="573334"/>
                  </a:lnTo>
                  <a:lnTo>
                    <a:pt x="7737" y="570332"/>
                  </a:lnTo>
                  <a:lnTo>
                    <a:pt x="7737" y="567330"/>
                  </a:lnTo>
                  <a:lnTo>
                    <a:pt x="7737" y="564329"/>
                  </a:lnTo>
                  <a:lnTo>
                    <a:pt x="7737" y="561327"/>
                  </a:lnTo>
                  <a:lnTo>
                    <a:pt x="7737" y="558325"/>
                  </a:lnTo>
                  <a:lnTo>
                    <a:pt x="7737" y="552322"/>
                  </a:lnTo>
                  <a:lnTo>
                    <a:pt x="9672" y="552322"/>
                  </a:lnTo>
                  <a:lnTo>
                    <a:pt x="9672" y="549320"/>
                  </a:lnTo>
                  <a:lnTo>
                    <a:pt x="11606" y="549320"/>
                  </a:lnTo>
                  <a:lnTo>
                    <a:pt x="11606" y="546318"/>
                  </a:lnTo>
                  <a:lnTo>
                    <a:pt x="11606" y="543316"/>
                  </a:lnTo>
                  <a:lnTo>
                    <a:pt x="13541" y="543316"/>
                  </a:lnTo>
                  <a:lnTo>
                    <a:pt x="13541" y="540315"/>
                  </a:lnTo>
                  <a:lnTo>
                    <a:pt x="13541" y="537313"/>
                  </a:lnTo>
                  <a:lnTo>
                    <a:pt x="13541" y="531309"/>
                  </a:lnTo>
                  <a:lnTo>
                    <a:pt x="13541" y="525306"/>
                  </a:lnTo>
                  <a:lnTo>
                    <a:pt x="13541" y="522304"/>
                  </a:lnTo>
                  <a:lnTo>
                    <a:pt x="13541" y="519302"/>
                  </a:lnTo>
                  <a:lnTo>
                    <a:pt x="13541" y="516301"/>
                  </a:lnTo>
                  <a:lnTo>
                    <a:pt x="13541" y="513299"/>
                  </a:lnTo>
                  <a:lnTo>
                    <a:pt x="13541" y="510297"/>
                  </a:lnTo>
                  <a:lnTo>
                    <a:pt x="13541" y="507295"/>
                  </a:lnTo>
                  <a:lnTo>
                    <a:pt x="15475" y="507295"/>
                  </a:lnTo>
                  <a:lnTo>
                    <a:pt x="15475" y="504294"/>
                  </a:lnTo>
                  <a:lnTo>
                    <a:pt x="15475" y="501292"/>
                  </a:lnTo>
                  <a:lnTo>
                    <a:pt x="15475" y="498290"/>
                  </a:lnTo>
                  <a:lnTo>
                    <a:pt x="15475" y="495288"/>
                  </a:lnTo>
                  <a:lnTo>
                    <a:pt x="15475" y="492287"/>
                  </a:lnTo>
                  <a:lnTo>
                    <a:pt x="15475" y="489285"/>
                  </a:lnTo>
                  <a:lnTo>
                    <a:pt x="15475" y="486283"/>
                  </a:lnTo>
                  <a:lnTo>
                    <a:pt x="15475" y="483281"/>
                  </a:lnTo>
                  <a:lnTo>
                    <a:pt x="15475" y="480280"/>
                  </a:lnTo>
                  <a:lnTo>
                    <a:pt x="15475" y="477278"/>
                  </a:lnTo>
                  <a:lnTo>
                    <a:pt x="15475" y="474276"/>
                  </a:lnTo>
                  <a:lnTo>
                    <a:pt x="15475" y="465271"/>
                  </a:lnTo>
                  <a:lnTo>
                    <a:pt x="15475" y="462269"/>
                  </a:lnTo>
                  <a:lnTo>
                    <a:pt x="15475" y="459267"/>
                  </a:lnTo>
                  <a:lnTo>
                    <a:pt x="15475" y="453264"/>
                  </a:lnTo>
                  <a:lnTo>
                    <a:pt x="15475" y="450262"/>
                  </a:lnTo>
                  <a:lnTo>
                    <a:pt x="17410" y="450262"/>
                  </a:lnTo>
                  <a:lnTo>
                    <a:pt x="17410" y="447260"/>
                  </a:lnTo>
                  <a:lnTo>
                    <a:pt x="17410" y="444259"/>
                  </a:lnTo>
                  <a:lnTo>
                    <a:pt x="17410" y="441257"/>
                  </a:lnTo>
                  <a:lnTo>
                    <a:pt x="17410" y="438255"/>
                  </a:lnTo>
                  <a:lnTo>
                    <a:pt x="17410" y="435253"/>
                  </a:lnTo>
                  <a:lnTo>
                    <a:pt x="17410" y="432252"/>
                  </a:lnTo>
                  <a:lnTo>
                    <a:pt x="17410" y="429250"/>
                  </a:lnTo>
                  <a:lnTo>
                    <a:pt x="19344" y="426248"/>
                  </a:lnTo>
                  <a:lnTo>
                    <a:pt x="19344" y="423246"/>
                  </a:lnTo>
                  <a:lnTo>
                    <a:pt x="19344" y="420245"/>
                  </a:lnTo>
                  <a:lnTo>
                    <a:pt x="19344" y="417243"/>
                  </a:lnTo>
                  <a:lnTo>
                    <a:pt x="19344" y="408238"/>
                  </a:lnTo>
                  <a:lnTo>
                    <a:pt x="19344" y="405236"/>
                  </a:lnTo>
                  <a:lnTo>
                    <a:pt x="19344" y="402234"/>
                  </a:lnTo>
                  <a:lnTo>
                    <a:pt x="19344" y="399232"/>
                  </a:lnTo>
                  <a:lnTo>
                    <a:pt x="21279" y="399232"/>
                  </a:lnTo>
                  <a:lnTo>
                    <a:pt x="21279" y="396231"/>
                  </a:lnTo>
                  <a:lnTo>
                    <a:pt x="21279" y="390227"/>
                  </a:lnTo>
                  <a:lnTo>
                    <a:pt x="21279" y="387225"/>
                  </a:lnTo>
                  <a:lnTo>
                    <a:pt x="21279" y="381222"/>
                  </a:lnTo>
                  <a:lnTo>
                    <a:pt x="21279" y="378220"/>
                  </a:lnTo>
                  <a:lnTo>
                    <a:pt x="21279" y="375218"/>
                  </a:lnTo>
                  <a:lnTo>
                    <a:pt x="23213" y="375218"/>
                  </a:lnTo>
                  <a:lnTo>
                    <a:pt x="23213" y="372217"/>
                  </a:lnTo>
                  <a:lnTo>
                    <a:pt x="23213" y="369215"/>
                  </a:lnTo>
                  <a:lnTo>
                    <a:pt x="23213" y="363211"/>
                  </a:lnTo>
                  <a:lnTo>
                    <a:pt x="23213" y="357208"/>
                  </a:lnTo>
                  <a:lnTo>
                    <a:pt x="23213" y="354206"/>
                  </a:lnTo>
                  <a:lnTo>
                    <a:pt x="23213" y="348203"/>
                  </a:lnTo>
                  <a:lnTo>
                    <a:pt x="23213" y="342199"/>
                  </a:lnTo>
                  <a:lnTo>
                    <a:pt x="23213" y="339197"/>
                  </a:lnTo>
                  <a:lnTo>
                    <a:pt x="23213" y="336196"/>
                  </a:lnTo>
                  <a:lnTo>
                    <a:pt x="23213" y="333194"/>
                  </a:lnTo>
                  <a:lnTo>
                    <a:pt x="23213" y="330192"/>
                  </a:lnTo>
                  <a:lnTo>
                    <a:pt x="25148" y="330192"/>
                  </a:lnTo>
                  <a:lnTo>
                    <a:pt x="27082" y="330192"/>
                  </a:lnTo>
                  <a:lnTo>
                    <a:pt x="29016" y="330192"/>
                  </a:lnTo>
                  <a:lnTo>
                    <a:pt x="29016" y="327190"/>
                  </a:lnTo>
                  <a:lnTo>
                    <a:pt x="30951" y="324189"/>
                  </a:lnTo>
                  <a:lnTo>
                    <a:pt x="34820" y="324189"/>
                  </a:lnTo>
                  <a:lnTo>
                    <a:pt x="34820" y="321187"/>
                  </a:lnTo>
                  <a:lnTo>
                    <a:pt x="34820" y="318185"/>
                  </a:lnTo>
                  <a:lnTo>
                    <a:pt x="34820" y="315183"/>
                  </a:lnTo>
                  <a:lnTo>
                    <a:pt x="34820" y="312182"/>
                  </a:lnTo>
                  <a:lnTo>
                    <a:pt x="34820" y="306178"/>
                  </a:lnTo>
                  <a:lnTo>
                    <a:pt x="36754" y="306178"/>
                  </a:lnTo>
                  <a:lnTo>
                    <a:pt x="36754" y="303176"/>
                  </a:lnTo>
                  <a:lnTo>
                    <a:pt x="38689" y="303176"/>
                  </a:lnTo>
                  <a:lnTo>
                    <a:pt x="40623" y="303176"/>
                  </a:lnTo>
                  <a:lnTo>
                    <a:pt x="42558" y="300175"/>
                  </a:lnTo>
                  <a:lnTo>
                    <a:pt x="44492" y="300175"/>
                  </a:lnTo>
                  <a:lnTo>
                    <a:pt x="46427" y="300175"/>
                  </a:lnTo>
                  <a:lnTo>
                    <a:pt x="46427" y="297173"/>
                  </a:lnTo>
                  <a:lnTo>
                    <a:pt x="46427" y="294171"/>
                  </a:lnTo>
                  <a:lnTo>
                    <a:pt x="48361" y="294171"/>
                  </a:lnTo>
                  <a:lnTo>
                    <a:pt x="48361" y="288168"/>
                  </a:lnTo>
                  <a:lnTo>
                    <a:pt x="50296" y="288168"/>
                  </a:lnTo>
                  <a:lnTo>
                    <a:pt x="50296" y="282164"/>
                  </a:lnTo>
                  <a:lnTo>
                    <a:pt x="52230" y="279162"/>
                  </a:lnTo>
                  <a:lnTo>
                    <a:pt x="52230" y="276161"/>
                  </a:lnTo>
                  <a:lnTo>
                    <a:pt x="52230" y="273159"/>
                  </a:lnTo>
                  <a:lnTo>
                    <a:pt x="52230" y="270157"/>
                  </a:lnTo>
                  <a:lnTo>
                    <a:pt x="52230" y="267155"/>
                  </a:lnTo>
                  <a:lnTo>
                    <a:pt x="54164" y="267155"/>
                  </a:lnTo>
                  <a:lnTo>
                    <a:pt x="54164" y="261152"/>
                  </a:lnTo>
                  <a:lnTo>
                    <a:pt x="56099" y="261152"/>
                  </a:lnTo>
                  <a:lnTo>
                    <a:pt x="56099" y="255148"/>
                  </a:lnTo>
                  <a:lnTo>
                    <a:pt x="58033" y="246143"/>
                  </a:lnTo>
                  <a:lnTo>
                    <a:pt x="58033" y="243141"/>
                  </a:lnTo>
                  <a:lnTo>
                    <a:pt x="59968" y="243141"/>
                  </a:lnTo>
                  <a:lnTo>
                    <a:pt x="61902" y="243141"/>
                  </a:lnTo>
                  <a:lnTo>
                    <a:pt x="65771" y="243141"/>
                  </a:lnTo>
                  <a:lnTo>
                    <a:pt x="65771" y="240140"/>
                  </a:lnTo>
                  <a:lnTo>
                    <a:pt x="67706" y="237138"/>
                  </a:lnTo>
                  <a:lnTo>
                    <a:pt x="73509" y="237138"/>
                  </a:lnTo>
                  <a:lnTo>
                    <a:pt x="73509" y="231134"/>
                  </a:lnTo>
                  <a:lnTo>
                    <a:pt x="75444" y="231134"/>
                  </a:lnTo>
                  <a:lnTo>
                    <a:pt x="75444" y="228133"/>
                  </a:lnTo>
                  <a:lnTo>
                    <a:pt x="75444" y="225131"/>
                  </a:lnTo>
                  <a:lnTo>
                    <a:pt x="79312" y="225131"/>
                  </a:lnTo>
                  <a:lnTo>
                    <a:pt x="81247" y="225131"/>
                  </a:lnTo>
                  <a:lnTo>
                    <a:pt x="81247" y="222129"/>
                  </a:lnTo>
                  <a:lnTo>
                    <a:pt x="85116" y="219127"/>
                  </a:lnTo>
                  <a:lnTo>
                    <a:pt x="88985" y="219127"/>
                  </a:lnTo>
                  <a:lnTo>
                    <a:pt x="92854" y="216126"/>
                  </a:lnTo>
                  <a:lnTo>
                    <a:pt x="94788" y="216126"/>
                  </a:lnTo>
                  <a:lnTo>
                    <a:pt x="96723" y="210122"/>
                  </a:lnTo>
                  <a:lnTo>
                    <a:pt x="98657" y="210122"/>
                  </a:lnTo>
                  <a:lnTo>
                    <a:pt x="98657" y="207120"/>
                  </a:lnTo>
                  <a:lnTo>
                    <a:pt x="100592" y="204119"/>
                  </a:lnTo>
                  <a:lnTo>
                    <a:pt x="102526" y="204119"/>
                  </a:lnTo>
                  <a:lnTo>
                    <a:pt x="104460" y="204119"/>
                  </a:lnTo>
                  <a:lnTo>
                    <a:pt x="104460" y="201117"/>
                  </a:lnTo>
                  <a:lnTo>
                    <a:pt x="106395" y="201117"/>
                  </a:lnTo>
                  <a:lnTo>
                    <a:pt x="108329" y="201117"/>
                  </a:lnTo>
                  <a:lnTo>
                    <a:pt x="110264" y="201117"/>
                  </a:lnTo>
                  <a:lnTo>
                    <a:pt x="114133" y="198115"/>
                  </a:lnTo>
                  <a:lnTo>
                    <a:pt x="118002" y="198115"/>
                  </a:lnTo>
                  <a:lnTo>
                    <a:pt x="121871" y="198115"/>
                  </a:lnTo>
                  <a:lnTo>
                    <a:pt x="123805" y="198115"/>
                  </a:lnTo>
                  <a:lnTo>
                    <a:pt x="125740" y="195113"/>
                  </a:lnTo>
                  <a:lnTo>
                    <a:pt x="125740" y="192112"/>
                  </a:lnTo>
                  <a:lnTo>
                    <a:pt x="127674" y="192112"/>
                  </a:lnTo>
                  <a:lnTo>
                    <a:pt x="129608" y="192112"/>
                  </a:lnTo>
                  <a:lnTo>
                    <a:pt x="131543" y="192112"/>
                  </a:lnTo>
                  <a:lnTo>
                    <a:pt x="135412" y="192112"/>
                  </a:lnTo>
                  <a:lnTo>
                    <a:pt x="137346" y="189110"/>
                  </a:lnTo>
                  <a:lnTo>
                    <a:pt x="143150" y="186108"/>
                  </a:lnTo>
                  <a:lnTo>
                    <a:pt x="145084" y="186108"/>
                  </a:lnTo>
                  <a:lnTo>
                    <a:pt x="147019" y="186108"/>
                  </a:lnTo>
                  <a:lnTo>
                    <a:pt x="147019" y="183106"/>
                  </a:lnTo>
                  <a:lnTo>
                    <a:pt x="148953" y="180105"/>
                  </a:lnTo>
                  <a:lnTo>
                    <a:pt x="148953" y="177103"/>
                  </a:lnTo>
                  <a:lnTo>
                    <a:pt x="152822" y="177103"/>
                  </a:lnTo>
                  <a:lnTo>
                    <a:pt x="156691" y="171099"/>
                  </a:lnTo>
                  <a:lnTo>
                    <a:pt x="162494" y="171099"/>
                  </a:lnTo>
                  <a:lnTo>
                    <a:pt x="166363" y="171099"/>
                  </a:lnTo>
                  <a:lnTo>
                    <a:pt x="168298" y="171099"/>
                  </a:lnTo>
                  <a:lnTo>
                    <a:pt x="170232" y="171099"/>
                  </a:lnTo>
                  <a:lnTo>
                    <a:pt x="172167" y="168098"/>
                  </a:lnTo>
                  <a:lnTo>
                    <a:pt x="176036" y="168098"/>
                  </a:lnTo>
                  <a:lnTo>
                    <a:pt x="176036" y="165096"/>
                  </a:lnTo>
                  <a:lnTo>
                    <a:pt x="179904" y="165096"/>
                  </a:lnTo>
                  <a:lnTo>
                    <a:pt x="183773" y="165096"/>
                  </a:lnTo>
                  <a:lnTo>
                    <a:pt x="185708" y="165096"/>
                  </a:lnTo>
                  <a:lnTo>
                    <a:pt x="189577" y="165096"/>
                  </a:lnTo>
                  <a:lnTo>
                    <a:pt x="189577" y="162094"/>
                  </a:lnTo>
                  <a:lnTo>
                    <a:pt x="193446" y="162094"/>
                  </a:lnTo>
                  <a:lnTo>
                    <a:pt x="195380" y="162094"/>
                  </a:lnTo>
                  <a:lnTo>
                    <a:pt x="199249" y="162094"/>
                  </a:lnTo>
                  <a:lnTo>
                    <a:pt x="201184" y="162094"/>
                  </a:lnTo>
                  <a:lnTo>
                    <a:pt x="203118" y="162094"/>
                  </a:lnTo>
                  <a:lnTo>
                    <a:pt x="205052" y="162094"/>
                  </a:lnTo>
                  <a:lnTo>
                    <a:pt x="205052" y="159092"/>
                  </a:lnTo>
                  <a:lnTo>
                    <a:pt x="208921" y="159092"/>
                  </a:lnTo>
                  <a:lnTo>
                    <a:pt x="212790" y="159092"/>
                  </a:lnTo>
                  <a:lnTo>
                    <a:pt x="216659" y="159092"/>
                  </a:lnTo>
                  <a:lnTo>
                    <a:pt x="220528" y="156091"/>
                  </a:lnTo>
                  <a:lnTo>
                    <a:pt x="222463" y="156091"/>
                  </a:lnTo>
                  <a:lnTo>
                    <a:pt x="224397" y="156091"/>
                  </a:lnTo>
                  <a:lnTo>
                    <a:pt x="226332" y="153089"/>
                  </a:lnTo>
                  <a:lnTo>
                    <a:pt x="232135" y="150087"/>
                  </a:lnTo>
                  <a:lnTo>
                    <a:pt x="234069" y="150087"/>
                  </a:lnTo>
                  <a:lnTo>
                    <a:pt x="234069" y="147085"/>
                  </a:lnTo>
                  <a:lnTo>
                    <a:pt x="234069" y="144084"/>
                  </a:lnTo>
                  <a:lnTo>
                    <a:pt x="236004" y="144084"/>
                  </a:lnTo>
                  <a:lnTo>
                    <a:pt x="237938" y="144084"/>
                  </a:lnTo>
                  <a:lnTo>
                    <a:pt x="239873" y="144084"/>
                  </a:lnTo>
                  <a:lnTo>
                    <a:pt x="247611" y="141082"/>
                  </a:lnTo>
                  <a:lnTo>
                    <a:pt x="251480" y="141082"/>
                  </a:lnTo>
                  <a:lnTo>
                    <a:pt x="255348" y="132077"/>
                  </a:lnTo>
                  <a:lnTo>
                    <a:pt x="257283" y="126073"/>
                  </a:lnTo>
                  <a:lnTo>
                    <a:pt x="261152" y="126073"/>
                  </a:lnTo>
                  <a:lnTo>
                    <a:pt x="263086" y="123071"/>
                  </a:lnTo>
                  <a:lnTo>
                    <a:pt x="266955" y="123071"/>
                  </a:lnTo>
                  <a:lnTo>
                    <a:pt x="268890" y="123071"/>
                  </a:lnTo>
                  <a:lnTo>
                    <a:pt x="272759" y="120070"/>
                  </a:lnTo>
                  <a:lnTo>
                    <a:pt x="278562" y="120070"/>
                  </a:lnTo>
                  <a:lnTo>
                    <a:pt x="280496" y="120070"/>
                  </a:lnTo>
                  <a:lnTo>
                    <a:pt x="284365" y="117068"/>
                  </a:lnTo>
                  <a:lnTo>
                    <a:pt x="286300" y="117068"/>
                  </a:lnTo>
                  <a:lnTo>
                    <a:pt x="288234" y="117068"/>
                  </a:lnTo>
                  <a:lnTo>
                    <a:pt x="292103" y="117068"/>
                  </a:lnTo>
                  <a:lnTo>
                    <a:pt x="294038" y="111064"/>
                  </a:lnTo>
                  <a:lnTo>
                    <a:pt x="295972" y="111064"/>
                  </a:lnTo>
                  <a:lnTo>
                    <a:pt x="299841" y="111064"/>
                  </a:lnTo>
                  <a:lnTo>
                    <a:pt x="303710" y="111064"/>
                  </a:lnTo>
                  <a:lnTo>
                    <a:pt x="305644" y="111064"/>
                  </a:lnTo>
                  <a:lnTo>
                    <a:pt x="309513" y="111064"/>
                  </a:lnTo>
                  <a:lnTo>
                    <a:pt x="315317" y="111064"/>
                  </a:lnTo>
                  <a:lnTo>
                    <a:pt x="323055" y="111064"/>
                  </a:lnTo>
                  <a:lnTo>
                    <a:pt x="326924" y="108063"/>
                  </a:lnTo>
                  <a:lnTo>
                    <a:pt x="328858" y="108063"/>
                  </a:lnTo>
                  <a:lnTo>
                    <a:pt x="336596" y="108063"/>
                  </a:lnTo>
                  <a:lnTo>
                    <a:pt x="340465" y="108063"/>
                  </a:lnTo>
                  <a:lnTo>
                    <a:pt x="348203" y="108063"/>
                  </a:lnTo>
                  <a:lnTo>
                    <a:pt x="354006" y="108063"/>
                  </a:lnTo>
                  <a:lnTo>
                    <a:pt x="361744" y="102059"/>
                  </a:lnTo>
                  <a:lnTo>
                    <a:pt x="367547" y="102059"/>
                  </a:lnTo>
                  <a:lnTo>
                    <a:pt x="371416" y="102059"/>
                  </a:lnTo>
                  <a:lnTo>
                    <a:pt x="379154" y="99057"/>
                  </a:lnTo>
                  <a:lnTo>
                    <a:pt x="386892" y="99057"/>
                  </a:lnTo>
                  <a:lnTo>
                    <a:pt x="388826" y="99057"/>
                  </a:lnTo>
                  <a:lnTo>
                    <a:pt x="394630" y="96056"/>
                  </a:lnTo>
                  <a:lnTo>
                    <a:pt x="400433" y="96056"/>
                  </a:lnTo>
                  <a:lnTo>
                    <a:pt x="406236" y="96056"/>
                  </a:lnTo>
                  <a:lnTo>
                    <a:pt x="408171" y="93054"/>
                  </a:lnTo>
                  <a:lnTo>
                    <a:pt x="413974" y="90052"/>
                  </a:lnTo>
                  <a:lnTo>
                    <a:pt x="419778" y="90052"/>
                  </a:lnTo>
                  <a:lnTo>
                    <a:pt x="421712" y="87050"/>
                  </a:lnTo>
                  <a:lnTo>
                    <a:pt x="425581" y="87050"/>
                  </a:lnTo>
                  <a:lnTo>
                    <a:pt x="431384" y="87050"/>
                  </a:lnTo>
                  <a:lnTo>
                    <a:pt x="435253" y="87050"/>
                  </a:lnTo>
                  <a:lnTo>
                    <a:pt x="437188" y="87050"/>
                  </a:lnTo>
                  <a:lnTo>
                    <a:pt x="439122" y="87050"/>
                  </a:lnTo>
                  <a:lnTo>
                    <a:pt x="444926" y="87050"/>
                  </a:lnTo>
                  <a:lnTo>
                    <a:pt x="444926" y="84049"/>
                  </a:lnTo>
                  <a:lnTo>
                    <a:pt x="458467" y="84049"/>
                  </a:lnTo>
                  <a:lnTo>
                    <a:pt x="466205" y="84049"/>
                  </a:lnTo>
                  <a:lnTo>
                    <a:pt x="470074" y="78045"/>
                  </a:lnTo>
                  <a:lnTo>
                    <a:pt x="473943" y="78045"/>
                  </a:lnTo>
                  <a:lnTo>
                    <a:pt x="479746" y="78045"/>
                  </a:lnTo>
                  <a:lnTo>
                    <a:pt x="481680" y="78045"/>
                  </a:lnTo>
                  <a:lnTo>
                    <a:pt x="485549" y="78045"/>
                  </a:lnTo>
                  <a:lnTo>
                    <a:pt x="493287" y="78045"/>
                  </a:lnTo>
                  <a:lnTo>
                    <a:pt x="502960" y="78045"/>
                  </a:lnTo>
                  <a:lnTo>
                    <a:pt x="502960" y="75043"/>
                  </a:lnTo>
                  <a:lnTo>
                    <a:pt x="506828" y="72042"/>
                  </a:lnTo>
                  <a:lnTo>
                    <a:pt x="518435" y="72042"/>
                  </a:lnTo>
                  <a:lnTo>
                    <a:pt x="526173" y="72042"/>
                  </a:lnTo>
                  <a:lnTo>
                    <a:pt x="533911" y="72042"/>
                  </a:lnTo>
                  <a:lnTo>
                    <a:pt x="539714" y="72042"/>
                  </a:lnTo>
                  <a:lnTo>
                    <a:pt x="543583" y="72042"/>
                  </a:lnTo>
                  <a:lnTo>
                    <a:pt x="547452" y="72042"/>
                  </a:lnTo>
                  <a:lnTo>
                    <a:pt x="553256" y="72042"/>
                  </a:lnTo>
                  <a:lnTo>
                    <a:pt x="560993" y="72042"/>
                  </a:lnTo>
                  <a:lnTo>
                    <a:pt x="566797" y="72042"/>
                  </a:lnTo>
                  <a:lnTo>
                    <a:pt x="570666" y="72042"/>
                  </a:lnTo>
                  <a:lnTo>
                    <a:pt x="572600" y="72042"/>
                  </a:lnTo>
                  <a:lnTo>
                    <a:pt x="574535" y="69040"/>
                  </a:lnTo>
                  <a:lnTo>
                    <a:pt x="586141" y="69040"/>
                  </a:lnTo>
                  <a:lnTo>
                    <a:pt x="590010" y="66038"/>
                  </a:lnTo>
                  <a:lnTo>
                    <a:pt x="599683" y="60035"/>
                  </a:lnTo>
                  <a:lnTo>
                    <a:pt x="605486" y="57033"/>
                  </a:lnTo>
                  <a:lnTo>
                    <a:pt x="613224" y="57033"/>
                  </a:lnTo>
                  <a:lnTo>
                    <a:pt x="620962" y="57033"/>
                  </a:lnTo>
                  <a:lnTo>
                    <a:pt x="632568" y="54031"/>
                  </a:lnTo>
                  <a:lnTo>
                    <a:pt x="636437" y="51029"/>
                  </a:lnTo>
                  <a:lnTo>
                    <a:pt x="644175" y="51029"/>
                  </a:lnTo>
                  <a:lnTo>
                    <a:pt x="657716" y="51029"/>
                  </a:lnTo>
                  <a:lnTo>
                    <a:pt x="663520" y="51029"/>
                  </a:lnTo>
                  <a:lnTo>
                    <a:pt x="667389" y="51029"/>
                  </a:lnTo>
                  <a:lnTo>
                    <a:pt x="669323" y="51029"/>
                  </a:lnTo>
                  <a:lnTo>
                    <a:pt x="675127" y="51029"/>
                  </a:lnTo>
                  <a:lnTo>
                    <a:pt x="678996" y="48028"/>
                  </a:lnTo>
                  <a:lnTo>
                    <a:pt x="680930" y="48028"/>
                  </a:lnTo>
                  <a:lnTo>
                    <a:pt x="684799" y="42024"/>
                  </a:lnTo>
                  <a:lnTo>
                    <a:pt x="694471" y="42024"/>
                  </a:lnTo>
                  <a:lnTo>
                    <a:pt x="698340" y="42024"/>
                  </a:lnTo>
                  <a:lnTo>
                    <a:pt x="702209" y="42024"/>
                  </a:lnTo>
                  <a:lnTo>
                    <a:pt x="708012" y="42024"/>
                  </a:lnTo>
                  <a:lnTo>
                    <a:pt x="711881" y="39022"/>
                  </a:lnTo>
                  <a:lnTo>
                    <a:pt x="719619" y="36021"/>
                  </a:lnTo>
                  <a:lnTo>
                    <a:pt x="723488" y="36021"/>
                  </a:lnTo>
                  <a:lnTo>
                    <a:pt x="731226" y="36021"/>
                  </a:lnTo>
                  <a:lnTo>
                    <a:pt x="737029" y="33019"/>
                  </a:lnTo>
                  <a:lnTo>
                    <a:pt x="740898" y="27015"/>
                  </a:lnTo>
                  <a:lnTo>
                    <a:pt x="742833" y="27015"/>
                  </a:lnTo>
                  <a:lnTo>
                    <a:pt x="750571" y="24014"/>
                  </a:lnTo>
                  <a:lnTo>
                    <a:pt x="758308" y="24014"/>
                  </a:lnTo>
                  <a:lnTo>
                    <a:pt x="764112" y="24014"/>
                  </a:lnTo>
                  <a:lnTo>
                    <a:pt x="773784" y="24014"/>
                  </a:lnTo>
                  <a:lnTo>
                    <a:pt x="777653" y="24014"/>
                  </a:lnTo>
                  <a:lnTo>
                    <a:pt x="781522" y="24014"/>
                  </a:lnTo>
                  <a:lnTo>
                    <a:pt x="791194" y="21012"/>
                  </a:lnTo>
                  <a:lnTo>
                    <a:pt x="796998" y="21012"/>
                  </a:lnTo>
                  <a:lnTo>
                    <a:pt x="802801" y="18010"/>
                  </a:lnTo>
                  <a:lnTo>
                    <a:pt x="810539" y="15008"/>
                  </a:lnTo>
                  <a:lnTo>
                    <a:pt x="822146" y="15008"/>
                  </a:lnTo>
                  <a:lnTo>
                    <a:pt x="824080" y="15008"/>
                  </a:lnTo>
                  <a:lnTo>
                    <a:pt x="837621" y="15008"/>
                  </a:lnTo>
                  <a:lnTo>
                    <a:pt x="843425" y="15008"/>
                  </a:lnTo>
                  <a:lnTo>
                    <a:pt x="847294" y="15008"/>
                  </a:lnTo>
                  <a:lnTo>
                    <a:pt x="851163" y="15008"/>
                  </a:lnTo>
                  <a:lnTo>
                    <a:pt x="853097" y="15008"/>
                  </a:lnTo>
                  <a:lnTo>
                    <a:pt x="856966" y="15008"/>
                  </a:lnTo>
                  <a:lnTo>
                    <a:pt x="864704" y="12007"/>
                  </a:lnTo>
                  <a:lnTo>
                    <a:pt x="866638" y="9005"/>
                  </a:lnTo>
                  <a:lnTo>
                    <a:pt x="868573" y="9005"/>
                  </a:lnTo>
                  <a:lnTo>
                    <a:pt x="878245" y="9005"/>
                  </a:lnTo>
                  <a:lnTo>
                    <a:pt x="882114" y="9005"/>
                  </a:lnTo>
                  <a:lnTo>
                    <a:pt x="889852" y="6003"/>
                  </a:lnTo>
                  <a:lnTo>
                    <a:pt x="893721" y="6003"/>
                  </a:lnTo>
                  <a:lnTo>
                    <a:pt x="895655" y="6003"/>
                  </a:lnTo>
                  <a:lnTo>
                    <a:pt x="899524" y="6003"/>
                  </a:lnTo>
                  <a:lnTo>
                    <a:pt x="903393" y="6003"/>
                  </a:lnTo>
                  <a:lnTo>
                    <a:pt x="911131" y="6003"/>
                  </a:lnTo>
                  <a:lnTo>
                    <a:pt x="915000" y="6003"/>
                  </a:lnTo>
                  <a:lnTo>
                    <a:pt x="920803" y="6003"/>
                  </a:lnTo>
                  <a:lnTo>
                    <a:pt x="924672" y="6003"/>
                  </a:lnTo>
                  <a:lnTo>
                    <a:pt x="926607" y="6003"/>
                  </a:lnTo>
                  <a:lnTo>
                    <a:pt x="928541" y="6003"/>
                  </a:lnTo>
                  <a:lnTo>
                    <a:pt x="934344" y="6003"/>
                  </a:lnTo>
                  <a:lnTo>
                    <a:pt x="942082" y="6003"/>
                  </a:lnTo>
                  <a:lnTo>
                    <a:pt x="945951" y="6003"/>
                  </a:lnTo>
                  <a:lnTo>
                    <a:pt x="953689" y="6003"/>
                  </a:lnTo>
                  <a:lnTo>
                    <a:pt x="961427" y="6003"/>
                  </a:lnTo>
                  <a:lnTo>
                    <a:pt x="967230" y="6003"/>
                  </a:lnTo>
                  <a:lnTo>
                    <a:pt x="969165" y="6003"/>
                  </a:lnTo>
                  <a:lnTo>
                    <a:pt x="974968" y="6003"/>
                  </a:lnTo>
                  <a:lnTo>
                    <a:pt x="976903" y="6003"/>
                  </a:lnTo>
                  <a:lnTo>
                    <a:pt x="980772" y="6003"/>
                  </a:lnTo>
                  <a:lnTo>
                    <a:pt x="986575" y="6003"/>
                  </a:lnTo>
                  <a:lnTo>
                    <a:pt x="994313" y="3001"/>
                  </a:lnTo>
                  <a:lnTo>
                    <a:pt x="998182" y="3001"/>
                  </a:lnTo>
                  <a:lnTo>
                    <a:pt x="1000116" y="3001"/>
                  </a:lnTo>
                  <a:lnTo>
                    <a:pt x="1002051" y="3001"/>
                  </a:lnTo>
                  <a:lnTo>
                    <a:pt x="1007854" y="3001"/>
                  </a:lnTo>
                  <a:lnTo>
                    <a:pt x="1009789" y="3001"/>
                  </a:lnTo>
                  <a:lnTo>
                    <a:pt x="1017526" y="3001"/>
                  </a:lnTo>
                  <a:lnTo>
                    <a:pt x="1021395" y="3001"/>
                  </a:lnTo>
                  <a:lnTo>
                    <a:pt x="1025264" y="3001"/>
                  </a:lnTo>
                  <a:lnTo>
                    <a:pt x="1027199" y="0"/>
                  </a:lnTo>
                  <a:lnTo>
                    <a:pt x="1029133" y="0"/>
                  </a:lnTo>
                  <a:lnTo>
                    <a:pt x="1034937" y="0"/>
                  </a:lnTo>
                  <a:lnTo>
                    <a:pt x="1036871" y="0"/>
                  </a:lnTo>
                  <a:lnTo>
                    <a:pt x="1040740" y="0"/>
                  </a:lnTo>
                  <a:lnTo>
                    <a:pt x="1044609" y="0"/>
                  </a:lnTo>
                  <a:lnTo>
                    <a:pt x="1048478" y="0"/>
                  </a:lnTo>
                  <a:lnTo>
                    <a:pt x="1050412" y="0"/>
                  </a:lnTo>
                  <a:lnTo>
                    <a:pt x="1054281" y="0"/>
                  </a:lnTo>
                  <a:lnTo>
                    <a:pt x="1058150" y="0"/>
                  </a:lnTo>
                  <a:lnTo>
                    <a:pt x="1060085" y="0"/>
                  </a:lnTo>
                  <a:lnTo>
                    <a:pt x="1062019" y="0"/>
                  </a:lnTo>
                  <a:lnTo>
                    <a:pt x="1065888" y="0"/>
                  </a:lnTo>
                  <a:lnTo>
                    <a:pt x="1067822" y="0"/>
                  </a:lnTo>
                  <a:lnTo>
                    <a:pt x="1069757" y="0"/>
                  </a:lnTo>
                  <a:lnTo>
                    <a:pt x="1077495" y="0"/>
                  </a:lnTo>
                  <a:lnTo>
                    <a:pt x="1079429" y="0"/>
                  </a:lnTo>
                  <a:lnTo>
                    <a:pt x="1083298" y="0"/>
                  </a:lnTo>
                  <a:lnTo>
                    <a:pt x="1085233" y="0"/>
                  </a:lnTo>
                  <a:lnTo>
                    <a:pt x="1089101" y="0"/>
                  </a:lnTo>
                  <a:lnTo>
                    <a:pt x="1092970" y="0"/>
                  </a:lnTo>
                  <a:lnTo>
                    <a:pt x="1098774" y="0"/>
                  </a:lnTo>
                  <a:lnTo>
                    <a:pt x="1100708" y="0"/>
                  </a:lnTo>
                  <a:lnTo>
                    <a:pt x="1102643" y="0"/>
                  </a:lnTo>
                  <a:lnTo>
                    <a:pt x="1106512" y="0"/>
                  </a:lnTo>
                  <a:lnTo>
                    <a:pt x="1108446" y="0"/>
                  </a:lnTo>
                  <a:lnTo>
                    <a:pt x="1114249" y="0"/>
                  </a:lnTo>
                  <a:lnTo>
                    <a:pt x="1116184" y="0"/>
                  </a:lnTo>
                  <a:lnTo>
                    <a:pt x="1118118" y="0"/>
                  </a:lnTo>
                  <a:lnTo>
                    <a:pt x="1120053" y="0"/>
                  </a:lnTo>
                  <a:lnTo>
                    <a:pt x="1127791" y="0"/>
                  </a:lnTo>
                  <a:lnTo>
                    <a:pt x="1129725" y="0"/>
                  </a:lnTo>
                  <a:lnTo>
                    <a:pt x="1131660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l3619"/>
            <p:cNvSpPr/>
            <p:nvPr/>
          </p:nvSpPr>
          <p:spPr>
            <a:xfrm>
              <a:off x="16937463" y="5778163"/>
              <a:ext cx="1244826" cy="1244826"/>
            </a:xfrm>
            <a:custGeom>
              <a:avLst/>
              <a:pathLst>
                <a:path w="1244826" h="1244826">
                  <a:moveTo>
                    <a:pt x="0" y="1244826"/>
                  </a:moveTo>
                  <a:lnTo>
                    <a:pt x="0" y="1244826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20" name="pg3620"/>
            <p:cNvSpPr/>
            <p:nvPr/>
          </p:nvSpPr>
          <p:spPr>
            <a:xfrm>
              <a:off x="17276961" y="6312408"/>
              <a:ext cx="905328" cy="710580"/>
            </a:xfrm>
            <a:custGeom>
              <a:avLst/>
              <a:pathLst>
                <a:path w="905328" h="710580">
                  <a:moveTo>
                    <a:pt x="905328" y="710580"/>
                  </a:moveTo>
                  <a:lnTo>
                    <a:pt x="905328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710580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8623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tx3621"/>
            <p:cNvSpPr/>
            <p:nvPr/>
          </p:nvSpPr>
          <p:spPr>
            <a:xfrm>
              <a:off x="17322491" y="6327333"/>
              <a:ext cx="2113622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1.12 [0.930, 1.398]</a:t>
              </a:r>
            </a:p>
          </p:txBody>
        </p:sp>
        <p:sp>
          <p:nvSpPr>
            <p:cNvPr id="3622" name="tx3622"/>
            <p:cNvSpPr/>
            <p:nvPr/>
          </p:nvSpPr>
          <p:spPr>
            <a:xfrm>
              <a:off x="17322491" y="6572777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0.921</a:t>
              </a:r>
            </a:p>
          </p:txBody>
        </p:sp>
        <p:sp>
          <p:nvSpPr>
            <p:cNvPr id="3623" name="tx3623"/>
            <p:cNvSpPr/>
            <p:nvPr/>
          </p:nvSpPr>
          <p:spPr>
            <a:xfrm>
              <a:off x="17322491" y="6792730"/>
              <a:ext cx="1176935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0.886</a:t>
              </a:r>
            </a:p>
          </p:txBody>
        </p:sp>
        <p:sp>
          <p:nvSpPr>
            <p:cNvPr id="3624" name="tx3624"/>
            <p:cNvSpPr/>
            <p:nvPr/>
          </p:nvSpPr>
          <p:spPr>
            <a:xfrm>
              <a:off x="17322491" y="7011274"/>
              <a:ext cx="974480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0.801</a:t>
              </a:r>
            </a:p>
          </p:txBody>
        </p:sp>
        <p:sp>
          <p:nvSpPr>
            <p:cNvPr id="3625" name="tx3625"/>
            <p:cNvSpPr/>
            <p:nvPr/>
          </p:nvSpPr>
          <p:spPr>
            <a:xfrm>
              <a:off x="16580912" y="691334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3626" name="tx3626"/>
            <p:cNvSpPr/>
            <p:nvPr/>
          </p:nvSpPr>
          <p:spPr>
            <a:xfrm>
              <a:off x="16580912" y="663042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3627" name="tx3627"/>
            <p:cNvSpPr/>
            <p:nvPr/>
          </p:nvSpPr>
          <p:spPr>
            <a:xfrm>
              <a:off x="16580912" y="634751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3628" name="tx3628"/>
            <p:cNvSpPr/>
            <p:nvPr/>
          </p:nvSpPr>
          <p:spPr>
            <a:xfrm>
              <a:off x="16580912" y="606459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3629" name="tx3629"/>
            <p:cNvSpPr/>
            <p:nvPr/>
          </p:nvSpPr>
          <p:spPr>
            <a:xfrm>
              <a:off x="16580912" y="5781683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3630" name="tx3630"/>
            <p:cNvSpPr/>
            <p:nvPr/>
          </p:nvSpPr>
          <p:spPr>
            <a:xfrm>
              <a:off x="16855626" y="71005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3631" name="tx3631"/>
            <p:cNvSpPr/>
            <p:nvPr/>
          </p:nvSpPr>
          <p:spPr>
            <a:xfrm>
              <a:off x="17138541" y="71005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3632" name="tx3632"/>
            <p:cNvSpPr/>
            <p:nvPr/>
          </p:nvSpPr>
          <p:spPr>
            <a:xfrm>
              <a:off x="17421456" y="71005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3633" name="tx3633"/>
            <p:cNvSpPr/>
            <p:nvPr/>
          </p:nvSpPr>
          <p:spPr>
            <a:xfrm>
              <a:off x="17704371" y="71005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3634" name="tx3634"/>
            <p:cNvSpPr/>
            <p:nvPr/>
          </p:nvSpPr>
          <p:spPr>
            <a:xfrm>
              <a:off x="17987286" y="71005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3635" name="tx3635"/>
            <p:cNvSpPr/>
            <p:nvPr/>
          </p:nvSpPr>
          <p:spPr>
            <a:xfrm>
              <a:off x="16181492" y="7250270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3636" name="tx3636"/>
            <p:cNvSpPr/>
            <p:nvPr/>
          </p:nvSpPr>
          <p:spPr>
            <a:xfrm rot="-5400000">
              <a:off x="15209894" y="6317145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3637" name="tx3637"/>
            <p:cNvSpPr/>
            <p:nvPr/>
          </p:nvSpPr>
          <p:spPr>
            <a:xfrm>
              <a:off x="16937463" y="5498767"/>
              <a:ext cx="177938" cy="1527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L.</a:t>
              </a:r>
            </a:p>
          </p:txBody>
        </p:sp>
        <p:sp>
          <p:nvSpPr>
            <p:cNvPr id="3638" name="rc3638"/>
            <p:cNvSpPr/>
            <p:nvPr/>
          </p:nvSpPr>
          <p:spPr>
            <a:xfrm>
              <a:off x="2468562" y="7543800"/>
              <a:ext cx="493775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rc3639"/>
            <p:cNvSpPr/>
            <p:nvPr/>
          </p:nvSpPr>
          <p:spPr>
            <a:xfrm>
              <a:off x="2868926" y="7841078"/>
              <a:ext cx="4467807" cy="142643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40" name="pl3640"/>
            <p:cNvSpPr/>
            <p:nvPr/>
          </p:nvSpPr>
          <p:spPr>
            <a:xfrm>
              <a:off x="2868926" y="9019171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l3641"/>
            <p:cNvSpPr/>
            <p:nvPr/>
          </p:nvSpPr>
          <p:spPr>
            <a:xfrm>
              <a:off x="2868926" y="8676631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l3642"/>
            <p:cNvSpPr/>
            <p:nvPr/>
          </p:nvSpPr>
          <p:spPr>
            <a:xfrm>
              <a:off x="2868926" y="8334091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l3643"/>
            <p:cNvSpPr/>
            <p:nvPr/>
          </p:nvSpPr>
          <p:spPr>
            <a:xfrm>
              <a:off x="2868926" y="7991551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l3644"/>
            <p:cNvSpPr/>
            <p:nvPr/>
          </p:nvSpPr>
          <p:spPr>
            <a:xfrm>
              <a:off x="3128715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l3645"/>
            <p:cNvSpPr/>
            <p:nvPr/>
          </p:nvSpPr>
          <p:spPr>
            <a:xfrm>
              <a:off x="4097857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l3646"/>
            <p:cNvSpPr/>
            <p:nvPr/>
          </p:nvSpPr>
          <p:spPr>
            <a:xfrm>
              <a:off x="5067000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l3647"/>
            <p:cNvSpPr/>
            <p:nvPr/>
          </p:nvSpPr>
          <p:spPr>
            <a:xfrm>
              <a:off x="6036142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l3648"/>
            <p:cNvSpPr/>
            <p:nvPr/>
          </p:nvSpPr>
          <p:spPr>
            <a:xfrm>
              <a:off x="7005285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l3649"/>
            <p:cNvSpPr/>
            <p:nvPr/>
          </p:nvSpPr>
          <p:spPr>
            <a:xfrm>
              <a:off x="2868926" y="9190441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l3650"/>
            <p:cNvSpPr/>
            <p:nvPr/>
          </p:nvSpPr>
          <p:spPr>
            <a:xfrm>
              <a:off x="2868926" y="8847901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l3651"/>
            <p:cNvSpPr/>
            <p:nvPr/>
          </p:nvSpPr>
          <p:spPr>
            <a:xfrm>
              <a:off x="2868926" y="8505361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l3652"/>
            <p:cNvSpPr/>
            <p:nvPr/>
          </p:nvSpPr>
          <p:spPr>
            <a:xfrm>
              <a:off x="2868926" y="8162821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l3653"/>
            <p:cNvSpPr/>
            <p:nvPr/>
          </p:nvSpPr>
          <p:spPr>
            <a:xfrm>
              <a:off x="3613286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l3654"/>
            <p:cNvSpPr/>
            <p:nvPr/>
          </p:nvSpPr>
          <p:spPr>
            <a:xfrm>
              <a:off x="4582429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l3655"/>
            <p:cNvSpPr/>
            <p:nvPr/>
          </p:nvSpPr>
          <p:spPr>
            <a:xfrm>
              <a:off x="5551571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l3656"/>
            <p:cNvSpPr/>
            <p:nvPr/>
          </p:nvSpPr>
          <p:spPr>
            <a:xfrm>
              <a:off x="6520713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t3657"/>
            <p:cNvSpPr/>
            <p:nvPr/>
          </p:nvSpPr>
          <p:spPr>
            <a:xfrm>
              <a:off x="4000210" y="89337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t3658"/>
            <p:cNvSpPr/>
            <p:nvPr/>
          </p:nvSpPr>
          <p:spPr>
            <a:xfrm>
              <a:off x="4166020" y="90606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t3659"/>
            <p:cNvSpPr/>
            <p:nvPr/>
          </p:nvSpPr>
          <p:spPr>
            <a:xfrm>
              <a:off x="3806982" y="90803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t3660"/>
            <p:cNvSpPr/>
            <p:nvPr/>
          </p:nvSpPr>
          <p:spPr>
            <a:xfrm>
              <a:off x="4668020" y="88494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t3661"/>
            <p:cNvSpPr/>
            <p:nvPr/>
          </p:nvSpPr>
          <p:spPr>
            <a:xfrm>
              <a:off x="4673243" y="88479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t3662"/>
            <p:cNvSpPr/>
            <p:nvPr/>
          </p:nvSpPr>
          <p:spPr>
            <a:xfrm>
              <a:off x="4832525" y="88336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t3663"/>
            <p:cNvSpPr/>
            <p:nvPr/>
          </p:nvSpPr>
          <p:spPr>
            <a:xfrm>
              <a:off x="4137950" y="89542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t3664"/>
            <p:cNvSpPr/>
            <p:nvPr/>
          </p:nvSpPr>
          <p:spPr>
            <a:xfrm>
              <a:off x="3979973" y="89572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t3665"/>
            <p:cNvSpPr/>
            <p:nvPr/>
          </p:nvSpPr>
          <p:spPr>
            <a:xfrm>
              <a:off x="3879442" y="89768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t3666"/>
            <p:cNvSpPr/>
            <p:nvPr/>
          </p:nvSpPr>
          <p:spPr>
            <a:xfrm>
              <a:off x="5151089" y="90208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t3667"/>
            <p:cNvSpPr/>
            <p:nvPr/>
          </p:nvSpPr>
          <p:spPr>
            <a:xfrm>
              <a:off x="3983237" y="89099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t3668"/>
            <p:cNvSpPr/>
            <p:nvPr/>
          </p:nvSpPr>
          <p:spPr>
            <a:xfrm>
              <a:off x="4388623" y="89516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t3669"/>
            <p:cNvSpPr/>
            <p:nvPr/>
          </p:nvSpPr>
          <p:spPr>
            <a:xfrm>
              <a:off x="4188215" y="88513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t3670"/>
            <p:cNvSpPr/>
            <p:nvPr/>
          </p:nvSpPr>
          <p:spPr>
            <a:xfrm>
              <a:off x="3577198" y="90102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t3671"/>
            <p:cNvSpPr/>
            <p:nvPr/>
          </p:nvSpPr>
          <p:spPr>
            <a:xfrm>
              <a:off x="3554350" y="89960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t3672"/>
            <p:cNvSpPr/>
            <p:nvPr/>
          </p:nvSpPr>
          <p:spPr>
            <a:xfrm>
              <a:off x="5062309" y="88534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t3673"/>
            <p:cNvSpPr/>
            <p:nvPr/>
          </p:nvSpPr>
          <p:spPr>
            <a:xfrm>
              <a:off x="5260759" y="90246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t3674"/>
            <p:cNvSpPr/>
            <p:nvPr/>
          </p:nvSpPr>
          <p:spPr>
            <a:xfrm>
              <a:off x="5311024" y="90372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t3675"/>
            <p:cNvSpPr/>
            <p:nvPr/>
          </p:nvSpPr>
          <p:spPr>
            <a:xfrm>
              <a:off x="3786745" y="90999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t3676"/>
            <p:cNvSpPr/>
            <p:nvPr/>
          </p:nvSpPr>
          <p:spPr>
            <a:xfrm>
              <a:off x="4113144" y="90844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t3677"/>
            <p:cNvSpPr/>
            <p:nvPr/>
          </p:nvSpPr>
          <p:spPr>
            <a:xfrm>
              <a:off x="4024363" y="88270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t3678"/>
            <p:cNvSpPr/>
            <p:nvPr/>
          </p:nvSpPr>
          <p:spPr>
            <a:xfrm>
              <a:off x="4049169" y="88338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t3679"/>
            <p:cNvSpPr/>
            <p:nvPr/>
          </p:nvSpPr>
          <p:spPr>
            <a:xfrm>
              <a:off x="4111185" y="89548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t3680"/>
            <p:cNvSpPr/>
            <p:nvPr/>
          </p:nvSpPr>
          <p:spPr>
            <a:xfrm>
              <a:off x="4456514" y="89868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t3681"/>
            <p:cNvSpPr/>
            <p:nvPr/>
          </p:nvSpPr>
          <p:spPr>
            <a:xfrm>
              <a:off x="4494376" y="8918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t3682"/>
            <p:cNvSpPr/>
            <p:nvPr/>
          </p:nvSpPr>
          <p:spPr>
            <a:xfrm>
              <a:off x="4384707" y="87028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t3683"/>
            <p:cNvSpPr/>
            <p:nvPr/>
          </p:nvSpPr>
          <p:spPr>
            <a:xfrm>
              <a:off x="4306371" y="86626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t3684"/>
            <p:cNvSpPr/>
            <p:nvPr/>
          </p:nvSpPr>
          <p:spPr>
            <a:xfrm>
              <a:off x="5553865" y="88657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t3685"/>
            <p:cNvSpPr/>
            <p:nvPr/>
          </p:nvSpPr>
          <p:spPr>
            <a:xfrm>
              <a:off x="6106783" y="88298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t3686"/>
            <p:cNvSpPr/>
            <p:nvPr/>
          </p:nvSpPr>
          <p:spPr>
            <a:xfrm>
              <a:off x="5196132" y="88177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t3687"/>
            <p:cNvSpPr/>
            <p:nvPr/>
          </p:nvSpPr>
          <p:spPr>
            <a:xfrm>
              <a:off x="4953945" y="87910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t3688"/>
            <p:cNvSpPr/>
            <p:nvPr/>
          </p:nvSpPr>
          <p:spPr>
            <a:xfrm>
              <a:off x="5158923" y="8925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t3689"/>
            <p:cNvSpPr/>
            <p:nvPr/>
          </p:nvSpPr>
          <p:spPr>
            <a:xfrm>
              <a:off x="5144561" y="89392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t3690"/>
            <p:cNvSpPr/>
            <p:nvPr/>
          </p:nvSpPr>
          <p:spPr>
            <a:xfrm>
              <a:off x="4465001" y="90286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t3691"/>
            <p:cNvSpPr/>
            <p:nvPr/>
          </p:nvSpPr>
          <p:spPr>
            <a:xfrm>
              <a:off x="5937056" y="87973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t3692"/>
            <p:cNvSpPr/>
            <p:nvPr/>
          </p:nvSpPr>
          <p:spPr>
            <a:xfrm>
              <a:off x="6337873" y="87316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t3693"/>
            <p:cNvSpPr/>
            <p:nvPr/>
          </p:nvSpPr>
          <p:spPr>
            <a:xfrm>
              <a:off x="4037419" y="90266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t3694"/>
            <p:cNvSpPr/>
            <p:nvPr/>
          </p:nvSpPr>
          <p:spPr>
            <a:xfrm>
              <a:off x="4302454" y="90339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t3695"/>
            <p:cNvSpPr/>
            <p:nvPr/>
          </p:nvSpPr>
          <p:spPr>
            <a:xfrm>
              <a:off x="3771731" y="88229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t3696"/>
            <p:cNvSpPr/>
            <p:nvPr/>
          </p:nvSpPr>
          <p:spPr>
            <a:xfrm>
              <a:off x="3609838" y="8829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t3697"/>
            <p:cNvSpPr/>
            <p:nvPr/>
          </p:nvSpPr>
          <p:spPr>
            <a:xfrm>
              <a:off x="4830566" y="88863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t3698"/>
            <p:cNvSpPr/>
            <p:nvPr/>
          </p:nvSpPr>
          <p:spPr>
            <a:xfrm>
              <a:off x="4938278" y="87288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t3699"/>
            <p:cNvSpPr/>
            <p:nvPr/>
          </p:nvSpPr>
          <p:spPr>
            <a:xfrm>
              <a:off x="5211147" y="87213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t3700"/>
            <p:cNvSpPr/>
            <p:nvPr/>
          </p:nvSpPr>
          <p:spPr>
            <a:xfrm>
              <a:off x="5328650" y="87519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t3701"/>
            <p:cNvSpPr/>
            <p:nvPr/>
          </p:nvSpPr>
          <p:spPr>
            <a:xfrm>
              <a:off x="5399805" y="87165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t3702"/>
            <p:cNvSpPr/>
            <p:nvPr/>
          </p:nvSpPr>
          <p:spPr>
            <a:xfrm>
              <a:off x="5403069" y="87361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t3703"/>
            <p:cNvSpPr/>
            <p:nvPr/>
          </p:nvSpPr>
          <p:spPr>
            <a:xfrm>
              <a:off x="5988627" y="87060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t3704"/>
            <p:cNvSpPr/>
            <p:nvPr/>
          </p:nvSpPr>
          <p:spPr>
            <a:xfrm>
              <a:off x="6278468" y="8710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t3705"/>
            <p:cNvSpPr/>
            <p:nvPr/>
          </p:nvSpPr>
          <p:spPr>
            <a:xfrm>
              <a:off x="4258717" y="88227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t3706"/>
            <p:cNvSpPr/>
            <p:nvPr/>
          </p:nvSpPr>
          <p:spPr>
            <a:xfrm>
              <a:off x="3673159" y="91778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t3707"/>
            <p:cNvSpPr/>
            <p:nvPr/>
          </p:nvSpPr>
          <p:spPr>
            <a:xfrm>
              <a:off x="3849414" y="90478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t3708"/>
            <p:cNvSpPr/>
            <p:nvPr/>
          </p:nvSpPr>
          <p:spPr>
            <a:xfrm>
              <a:off x="3680992" y="89202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t3709"/>
            <p:cNvSpPr/>
            <p:nvPr/>
          </p:nvSpPr>
          <p:spPr>
            <a:xfrm>
              <a:off x="3677076" y="89667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t3710"/>
            <p:cNvSpPr/>
            <p:nvPr/>
          </p:nvSpPr>
          <p:spPr>
            <a:xfrm>
              <a:off x="5897888" y="88566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t3711"/>
            <p:cNvSpPr/>
            <p:nvPr/>
          </p:nvSpPr>
          <p:spPr>
            <a:xfrm>
              <a:off x="5758190" y="88407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t3712"/>
            <p:cNvSpPr/>
            <p:nvPr/>
          </p:nvSpPr>
          <p:spPr>
            <a:xfrm>
              <a:off x="5562351" y="9012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t3713"/>
            <p:cNvSpPr/>
            <p:nvPr/>
          </p:nvSpPr>
          <p:spPr>
            <a:xfrm>
              <a:off x="4033502" y="89728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t3714"/>
            <p:cNvSpPr/>
            <p:nvPr/>
          </p:nvSpPr>
          <p:spPr>
            <a:xfrm>
              <a:off x="4149047" y="89040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t3715"/>
            <p:cNvSpPr/>
            <p:nvPr/>
          </p:nvSpPr>
          <p:spPr>
            <a:xfrm>
              <a:off x="4257411" y="88931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t3716"/>
            <p:cNvSpPr/>
            <p:nvPr/>
          </p:nvSpPr>
          <p:spPr>
            <a:xfrm>
              <a:off x="4429097" y="8582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t3717"/>
            <p:cNvSpPr/>
            <p:nvPr/>
          </p:nvSpPr>
          <p:spPr>
            <a:xfrm>
              <a:off x="4463695" y="89277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t3718"/>
            <p:cNvSpPr/>
            <p:nvPr/>
          </p:nvSpPr>
          <p:spPr>
            <a:xfrm>
              <a:off x="4189521" y="87887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t3719"/>
            <p:cNvSpPr/>
            <p:nvPr/>
          </p:nvSpPr>
          <p:spPr>
            <a:xfrm>
              <a:off x="4231952" y="87362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t3720"/>
            <p:cNvSpPr/>
            <p:nvPr/>
          </p:nvSpPr>
          <p:spPr>
            <a:xfrm>
              <a:off x="4330525" y="88822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t3721"/>
            <p:cNvSpPr/>
            <p:nvPr/>
          </p:nvSpPr>
          <p:spPr>
            <a:xfrm>
              <a:off x="4496335" y="88813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t3722"/>
            <p:cNvSpPr/>
            <p:nvPr/>
          </p:nvSpPr>
          <p:spPr>
            <a:xfrm>
              <a:off x="4344886" y="89644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t3723"/>
            <p:cNvSpPr/>
            <p:nvPr/>
          </p:nvSpPr>
          <p:spPr>
            <a:xfrm>
              <a:off x="5409597" y="90028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t3724"/>
            <p:cNvSpPr/>
            <p:nvPr/>
          </p:nvSpPr>
          <p:spPr>
            <a:xfrm>
              <a:off x="5391318" y="88726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t3725"/>
            <p:cNvSpPr/>
            <p:nvPr/>
          </p:nvSpPr>
          <p:spPr>
            <a:xfrm>
              <a:off x="5386096" y="88921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t3726"/>
            <p:cNvSpPr/>
            <p:nvPr/>
          </p:nvSpPr>
          <p:spPr>
            <a:xfrm>
              <a:off x="3759981" y="88895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t3727"/>
            <p:cNvSpPr/>
            <p:nvPr/>
          </p:nvSpPr>
          <p:spPr>
            <a:xfrm>
              <a:off x="3791968" y="90131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t3728"/>
            <p:cNvSpPr/>
            <p:nvPr/>
          </p:nvSpPr>
          <p:spPr>
            <a:xfrm>
              <a:off x="3861817" y="90011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t3729"/>
            <p:cNvSpPr/>
            <p:nvPr/>
          </p:nvSpPr>
          <p:spPr>
            <a:xfrm>
              <a:off x="5876999" y="88867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t3730"/>
            <p:cNvSpPr/>
            <p:nvPr/>
          </p:nvSpPr>
          <p:spPr>
            <a:xfrm>
              <a:off x="6215800" y="8853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t3731"/>
            <p:cNvSpPr/>
            <p:nvPr/>
          </p:nvSpPr>
          <p:spPr>
            <a:xfrm>
              <a:off x="6046726" y="89035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t3732"/>
            <p:cNvSpPr/>
            <p:nvPr/>
          </p:nvSpPr>
          <p:spPr>
            <a:xfrm>
              <a:off x="6055212" y="89069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t3733"/>
            <p:cNvSpPr/>
            <p:nvPr/>
          </p:nvSpPr>
          <p:spPr>
            <a:xfrm>
              <a:off x="4000210" y="89725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t3734"/>
            <p:cNvSpPr/>
            <p:nvPr/>
          </p:nvSpPr>
          <p:spPr>
            <a:xfrm>
              <a:off x="3996946" y="89437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t3735"/>
            <p:cNvSpPr/>
            <p:nvPr/>
          </p:nvSpPr>
          <p:spPr>
            <a:xfrm>
              <a:off x="3831788" y="89183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t3736"/>
            <p:cNvSpPr/>
            <p:nvPr/>
          </p:nvSpPr>
          <p:spPr>
            <a:xfrm>
              <a:off x="3900985" y="89032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t3737"/>
            <p:cNvSpPr/>
            <p:nvPr/>
          </p:nvSpPr>
          <p:spPr>
            <a:xfrm>
              <a:off x="3925791" y="88652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t3738"/>
            <p:cNvSpPr/>
            <p:nvPr/>
          </p:nvSpPr>
          <p:spPr>
            <a:xfrm>
              <a:off x="4574670" y="90256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t3739"/>
            <p:cNvSpPr/>
            <p:nvPr/>
          </p:nvSpPr>
          <p:spPr>
            <a:xfrm>
              <a:off x="4864512" y="8942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t3740"/>
            <p:cNvSpPr/>
            <p:nvPr/>
          </p:nvSpPr>
          <p:spPr>
            <a:xfrm>
              <a:off x="4041336" y="89297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t3741"/>
            <p:cNvSpPr/>
            <p:nvPr/>
          </p:nvSpPr>
          <p:spPr>
            <a:xfrm>
              <a:off x="4144478" y="87739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t3742"/>
            <p:cNvSpPr/>
            <p:nvPr/>
          </p:nvSpPr>
          <p:spPr>
            <a:xfrm>
              <a:off x="5305149" y="88627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t3743"/>
            <p:cNvSpPr/>
            <p:nvPr/>
          </p:nvSpPr>
          <p:spPr>
            <a:xfrm>
              <a:off x="4064184" y="89849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t3744"/>
            <p:cNvSpPr/>
            <p:nvPr/>
          </p:nvSpPr>
          <p:spPr>
            <a:xfrm>
              <a:off x="4604699" y="88357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t3745"/>
            <p:cNvSpPr/>
            <p:nvPr/>
          </p:nvSpPr>
          <p:spPr>
            <a:xfrm>
              <a:off x="4432361" y="88054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t3746"/>
            <p:cNvSpPr/>
            <p:nvPr/>
          </p:nvSpPr>
          <p:spPr>
            <a:xfrm>
              <a:off x="5141297" y="88970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t3747"/>
            <p:cNvSpPr/>
            <p:nvPr/>
          </p:nvSpPr>
          <p:spPr>
            <a:xfrm>
              <a:off x="5854804" y="88994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t3748"/>
            <p:cNvSpPr/>
            <p:nvPr/>
          </p:nvSpPr>
          <p:spPr>
            <a:xfrm>
              <a:off x="5585852" y="89121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t3749"/>
            <p:cNvSpPr/>
            <p:nvPr/>
          </p:nvSpPr>
          <p:spPr>
            <a:xfrm>
              <a:off x="5638075" y="89107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t3750"/>
            <p:cNvSpPr/>
            <p:nvPr/>
          </p:nvSpPr>
          <p:spPr>
            <a:xfrm>
              <a:off x="3974751" y="90833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t3751"/>
            <p:cNvSpPr/>
            <p:nvPr/>
          </p:nvSpPr>
          <p:spPr>
            <a:xfrm>
              <a:off x="3963000" y="88189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t3752"/>
            <p:cNvSpPr/>
            <p:nvPr/>
          </p:nvSpPr>
          <p:spPr>
            <a:xfrm>
              <a:off x="3839622" y="89966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t3753"/>
            <p:cNvSpPr/>
            <p:nvPr/>
          </p:nvSpPr>
          <p:spPr>
            <a:xfrm>
              <a:off x="3914041" y="89447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t3754"/>
            <p:cNvSpPr/>
            <p:nvPr/>
          </p:nvSpPr>
          <p:spPr>
            <a:xfrm>
              <a:off x="4065489" y="90333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t3755"/>
            <p:cNvSpPr/>
            <p:nvPr/>
          </p:nvSpPr>
          <p:spPr>
            <a:xfrm>
              <a:off x="4291357" y="90455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t3756"/>
            <p:cNvSpPr/>
            <p:nvPr/>
          </p:nvSpPr>
          <p:spPr>
            <a:xfrm>
              <a:off x="4084420" y="87404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t3757"/>
            <p:cNvSpPr/>
            <p:nvPr/>
          </p:nvSpPr>
          <p:spPr>
            <a:xfrm>
              <a:off x="3947986" y="8976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t3758"/>
            <p:cNvSpPr/>
            <p:nvPr/>
          </p:nvSpPr>
          <p:spPr>
            <a:xfrm>
              <a:off x="4888665" y="88807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t3759"/>
            <p:cNvSpPr/>
            <p:nvPr/>
          </p:nvSpPr>
          <p:spPr>
            <a:xfrm>
              <a:off x="5299927" y="89998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t3760"/>
            <p:cNvSpPr/>
            <p:nvPr/>
          </p:nvSpPr>
          <p:spPr>
            <a:xfrm>
              <a:off x="5601519" y="89815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t3761"/>
            <p:cNvSpPr/>
            <p:nvPr/>
          </p:nvSpPr>
          <p:spPr>
            <a:xfrm>
              <a:off x="3647047" y="88931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t3762"/>
            <p:cNvSpPr/>
            <p:nvPr/>
          </p:nvSpPr>
          <p:spPr>
            <a:xfrm>
              <a:off x="4275037" y="90430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t3763"/>
            <p:cNvSpPr/>
            <p:nvPr/>
          </p:nvSpPr>
          <p:spPr>
            <a:xfrm>
              <a:off x="4527669" y="90569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t3764"/>
            <p:cNvSpPr/>
            <p:nvPr/>
          </p:nvSpPr>
          <p:spPr>
            <a:xfrm>
              <a:off x="4370998" y="90719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t3765"/>
            <p:cNvSpPr/>
            <p:nvPr/>
          </p:nvSpPr>
          <p:spPr>
            <a:xfrm>
              <a:off x="4636033" y="87736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t3766"/>
            <p:cNvSpPr/>
            <p:nvPr/>
          </p:nvSpPr>
          <p:spPr>
            <a:xfrm>
              <a:off x="4742439" y="87823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t3767"/>
            <p:cNvSpPr/>
            <p:nvPr/>
          </p:nvSpPr>
          <p:spPr>
            <a:xfrm>
              <a:off x="5111269" y="87377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t3768"/>
            <p:cNvSpPr/>
            <p:nvPr/>
          </p:nvSpPr>
          <p:spPr>
            <a:xfrm>
              <a:off x="4821427" y="8720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t3769"/>
            <p:cNvSpPr/>
            <p:nvPr/>
          </p:nvSpPr>
          <p:spPr>
            <a:xfrm>
              <a:off x="4169284" y="89431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t3770"/>
            <p:cNvSpPr/>
            <p:nvPr/>
          </p:nvSpPr>
          <p:spPr>
            <a:xfrm>
              <a:off x="4167978" y="89094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t3771"/>
            <p:cNvSpPr/>
            <p:nvPr/>
          </p:nvSpPr>
          <p:spPr>
            <a:xfrm>
              <a:off x="4206493" y="89785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t3772"/>
            <p:cNvSpPr/>
            <p:nvPr/>
          </p:nvSpPr>
          <p:spPr>
            <a:xfrm>
              <a:off x="4180382" y="90227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t3773"/>
            <p:cNvSpPr/>
            <p:nvPr/>
          </p:nvSpPr>
          <p:spPr>
            <a:xfrm>
              <a:off x="4172548" y="89389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t3774"/>
            <p:cNvSpPr/>
            <p:nvPr/>
          </p:nvSpPr>
          <p:spPr>
            <a:xfrm>
              <a:off x="4187562" y="90191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t3775"/>
            <p:cNvSpPr/>
            <p:nvPr/>
          </p:nvSpPr>
          <p:spPr>
            <a:xfrm>
              <a:off x="4170590" y="89981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t3776"/>
            <p:cNvSpPr/>
            <p:nvPr/>
          </p:nvSpPr>
          <p:spPr>
            <a:xfrm>
              <a:off x="6049337" y="87681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t3777"/>
            <p:cNvSpPr/>
            <p:nvPr/>
          </p:nvSpPr>
          <p:spPr>
            <a:xfrm>
              <a:off x="6012127" y="86984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t3778"/>
            <p:cNvSpPr/>
            <p:nvPr/>
          </p:nvSpPr>
          <p:spPr>
            <a:xfrm>
              <a:off x="6322858" y="86842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t3779"/>
            <p:cNvSpPr/>
            <p:nvPr/>
          </p:nvSpPr>
          <p:spPr>
            <a:xfrm>
              <a:off x="3635297" y="89903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t3780"/>
            <p:cNvSpPr/>
            <p:nvPr/>
          </p:nvSpPr>
          <p:spPr>
            <a:xfrm>
              <a:off x="3718855" y="88880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t3781"/>
            <p:cNvSpPr/>
            <p:nvPr/>
          </p:nvSpPr>
          <p:spPr>
            <a:xfrm>
              <a:off x="4133380" y="90290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t3782"/>
            <p:cNvSpPr/>
            <p:nvPr/>
          </p:nvSpPr>
          <p:spPr>
            <a:xfrm>
              <a:off x="3871609" y="89150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t3783"/>
            <p:cNvSpPr/>
            <p:nvPr/>
          </p:nvSpPr>
          <p:spPr>
            <a:xfrm>
              <a:off x="3881401" y="90606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t3784"/>
            <p:cNvSpPr/>
            <p:nvPr/>
          </p:nvSpPr>
          <p:spPr>
            <a:xfrm>
              <a:off x="4268509" y="8882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t3785"/>
            <p:cNvSpPr/>
            <p:nvPr/>
          </p:nvSpPr>
          <p:spPr>
            <a:xfrm>
              <a:off x="4491112" y="88840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t3786"/>
            <p:cNvSpPr/>
            <p:nvPr/>
          </p:nvSpPr>
          <p:spPr>
            <a:xfrm>
              <a:off x="3953861" y="90211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t3787"/>
            <p:cNvSpPr/>
            <p:nvPr/>
          </p:nvSpPr>
          <p:spPr>
            <a:xfrm>
              <a:off x="4060920" y="89233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t3788"/>
            <p:cNvSpPr/>
            <p:nvPr/>
          </p:nvSpPr>
          <p:spPr>
            <a:xfrm>
              <a:off x="4390582" y="89928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t3789"/>
            <p:cNvSpPr/>
            <p:nvPr/>
          </p:nvSpPr>
          <p:spPr>
            <a:xfrm>
              <a:off x="4412777" y="86154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t3790"/>
            <p:cNvSpPr/>
            <p:nvPr/>
          </p:nvSpPr>
          <p:spPr>
            <a:xfrm>
              <a:off x="5028364" y="89233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t3791"/>
            <p:cNvSpPr/>
            <p:nvPr/>
          </p:nvSpPr>
          <p:spPr>
            <a:xfrm>
              <a:off x="5081240" y="89387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t3792"/>
            <p:cNvSpPr/>
            <p:nvPr/>
          </p:nvSpPr>
          <p:spPr>
            <a:xfrm>
              <a:off x="3639214" y="90032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t3793"/>
            <p:cNvSpPr/>
            <p:nvPr/>
          </p:nvSpPr>
          <p:spPr>
            <a:xfrm>
              <a:off x="3630074" y="89983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t3794"/>
            <p:cNvSpPr/>
            <p:nvPr/>
          </p:nvSpPr>
          <p:spPr>
            <a:xfrm>
              <a:off x="4731341" y="88794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t3795"/>
            <p:cNvSpPr/>
            <p:nvPr/>
          </p:nvSpPr>
          <p:spPr>
            <a:xfrm>
              <a:off x="4234564" y="8801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t3796"/>
            <p:cNvSpPr/>
            <p:nvPr/>
          </p:nvSpPr>
          <p:spPr>
            <a:xfrm>
              <a:off x="4281565" y="87925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t3797"/>
            <p:cNvSpPr/>
            <p:nvPr/>
          </p:nvSpPr>
          <p:spPr>
            <a:xfrm>
              <a:off x="4278301" y="87675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t3798"/>
            <p:cNvSpPr/>
            <p:nvPr/>
          </p:nvSpPr>
          <p:spPr>
            <a:xfrm>
              <a:off x="4117060" y="90329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t3799"/>
            <p:cNvSpPr/>
            <p:nvPr/>
          </p:nvSpPr>
          <p:spPr>
            <a:xfrm>
              <a:off x="4226730" y="89661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t3800"/>
            <p:cNvSpPr/>
            <p:nvPr/>
          </p:nvSpPr>
          <p:spPr>
            <a:xfrm>
              <a:off x="4348150" y="89734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t3801"/>
            <p:cNvSpPr/>
            <p:nvPr/>
          </p:nvSpPr>
          <p:spPr>
            <a:xfrm>
              <a:off x="4229994" y="8977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t3802"/>
            <p:cNvSpPr/>
            <p:nvPr/>
          </p:nvSpPr>
          <p:spPr>
            <a:xfrm>
              <a:off x="4231952" y="89768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t3803"/>
            <p:cNvSpPr/>
            <p:nvPr/>
          </p:nvSpPr>
          <p:spPr>
            <a:xfrm>
              <a:off x="4196701" y="88740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t3804"/>
            <p:cNvSpPr/>
            <p:nvPr/>
          </p:nvSpPr>
          <p:spPr>
            <a:xfrm>
              <a:off x="4275690" y="87972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t3805"/>
            <p:cNvSpPr/>
            <p:nvPr/>
          </p:nvSpPr>
          <p:spPr>
            <a:xfrm>
              <a:off x="5047948" y="88844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t3806"/>
            <p:cNvSpPr/>
            <p:nvPr/>
          </p:nvSpPr>
          <p:spPr>
            <a:xfrm>
              <a:off x="4927180" y="88901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t3807"/>
            <p:cNvSpPr/>
            <p:nvPr/>
          </p:nvSpPr>
          <p:spPr>
            <a:xfrm>
              <a:off x="4802496" y="8903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t3808"/>
            <p:cNvSpPr/>
            <p:nvPr/>
          </p:nvSpPr>
          <p:spPr>
            <a:xfrm>
              <a:off x="5166756" y="87831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t3809"/>
            <p:cNvSpPr/>
            <p:nvPr/>
          </p:nvSpPr>
          <p:spPr>
            <a:xfrm>
              <a:off x="4692174" y="90021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t3810"/>
            <p:cNvSpPr/>
            <p:nvPr/>
          </p:nvSpPr>
          <p:spPr>
            <a:xfrm>
              <a:off x="3733869" y="88252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t3811"/>
            <p:cNvSpPr/>
            <p:nvPr/>
          </p:nvSpPr>
          <p:spPr>
            <a:xfrm>
              <a:off x="3816774" y="8941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t3812"/>
            <p:cNvSpPr/>
            <p:nvPr/>
          </p:nvSpPr>
          <p:spPr>
            <a:xfrm>
              <a:off x="3841580" y="88563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t3813"/>
            <p:cNvSpPr/>
            <p:nvPr/>
          </p:nvSpPr>
          <p:spPr>
            <a:xfrm>
              <a:off x="3641172" y="89868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t3814"/>
            <p:cNvSpPr/>
            <p:nvPr/>
          </p:nvSpPr>
          <p:spPr>
            <a:xfrm>
              <a:off x="3850719" y="90400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t3815"/>
            <p:cNvSpPr/>
            <p:nvPr/>
          </p:nvSpPr>
          <p:spPr>
            <a:xfrm>
              <a:off x="4302454" y="89353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t3816"/>
            <p:cNvSpPr/>
            <p:nvPr/>
          </p:nvSpPr>
          <p:spPr>
            <a:xfrm>
              <a:off x="4192132" y="89840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t3817"/>
            <p:cNvSpPr/>
            <p:nvPr/>
          </p:nvSpPr>
          <p:spPr>
            <a:xfrm>
              <a:off x="4935667" y="86840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t3818"/>
            <p:cNvSpPr/>
            <p:nvPr/>
          </p:nvSpPr>
          <p:spPr>
            <a:xfrm>
              <a:off x="5000293" y="87790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t3819"/>
            <p:cNvSpPr/>
            <p:nvPr/>
          </p:nvSpPr>
          <p:spPr>
            <a:xfrm>
              <a:off x="5965126" y="89394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t3820"/>
            <p:cNvSpPr/>
            <p:nvPr/>
          </p:nvSpPr>
          <p:spPr>
            <a:xfrm>
              <a:off x="5705966" y="8970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t3821"/>
            <p:cNvSpPr/>
            <p:nvPr/>
          </p:nvSpPr>
          <p:spPr>
            <a:xfrm>
              <a:off x="5877651" y="89621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t3822"/>
            <p:cNvSpPr/>
            <p:nvPr/>
          </p:nvSpPr>
          <p:spPr>
            <a:xfrm>
              <a:off x="6271287" y="90236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t3823"/>
            <p:cNvSpPr/>
            <p:nvPr/>
          </p:nvSpPr>
          <p:spPr>
            <a:xfrm>
              <a:off x="3602657" y="90268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t3824"/>
            <p:cNvSpPr/>
            <p:nvPr/>
          </p:nvSpPr>
          <p:spPr>
            <a:xfrm>
              <a:off x="3645741" y="91002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t3825"/>
            <p:cNvSpPr/>
            <p:nvPr/>
          </p:nvSpPr>
          <p:spPr>
            <a:xfrm>
              <a:off x="3827219" y="88493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t3826"/>
            <p:cNvSpPr/>
            <p:nvPr/>
          </p:nvSpPr>
          <p:spPr>
            <a:xfrm>
              <a:off x="4991154" y="88102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t3827"/>
            <p:cNvSpPr/>
            <p:nvPr/>
          </p:nvSpPr>
          <p:spPr>
            <a:xfrm>
              <a:off x="5115838" y="89632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t3828"/>
            <p:cNvSpPr/>
            <p:nvPr/>
          </p:nvSpPr>
          <p:spPr>
            <a:xfrm>
              <a:off x="5370429" y="90102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t3829"/>
            <p:cNvSpPr/>
            <p:nvPr/>
          </p:nvSpPr>
          <p:spPr>
            <a:xfrm>
              <a:off x="5250314" y="89615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t3830"/>
            <p:cNvSpPr/>
            <p:nvPr/>
          </p:nvSpPr>
          <p:spPr>
            <a:xfrm>
              <a:off x="5927264" y="88257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t3831"/>
            <p:cNvSpPr/>
            <p:nvPr/>
          </p:nvSpPr>
          <p:spPr>
            <a:xfrm>
              <a:off x="5215716" y="88646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t3832"/>
            <p:cNvSpPr/>
            <p:nvPr/>
          </p:nvSpPr>
          <p:spPr>
            <a:xfrm>
              <a:off x="4493071" y="87408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t3833"/>
            <p:cNvSpPr/>
            <p:nvPr/>
          </p:nvSpPr>
          <p:spPr>
            <a:xfrm>
              <a:off x="3590907" y="88219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t3834"/>
            <p:cNvSpPr/>
            <p:nvPr/>
          </p:nvSpPr>
          <p:spPr>
            <a:xfrm>
              <a:off x="5020530" y="89609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t3835"/>
            <p:cNvSpPr/>
            <p:nvPr/>
          </p:nvSpPr>
          <p:spPr>
            <a:xfrm>
              <a:off x="4903680" y="8910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t3836"/>
            <p:cNvSpPr/>
            <p:nvPr/>
          </p:nvSpPr>
          <p:spPr>
            <a:xfrm>
              <a:off x="4928486" y="8948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t3837"/>
            <p:cNvSpPr/>
            <p:nvPr/>
          </p:nvSpPr>
          <p:spPr>
            <a:xfrm>
              <a:off x="5316900" y="88775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t3838"/>
            <p:cNvSpPr/>
            <p:nvPr/>
          </p:nvSpPr>
          <p:spPr>
            <a:xfrm>
              <a:off x="3882054" y="90063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t3839"/>
            <p:cNvSpPr/>
            <p:nvPr/>
          </p:nvSpPr>
          <p:spPr>
            <a:xfrm>
              <a:off x="4764634" y="88622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t3840"/>
            <p:cNvSpPr/>
            <p:nvPr/>
          </p:nvSpPr>
          <p:spPr>
            <a:xfrm>
              <a:off x="3600699" y="88607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t3841"/>
            <p:cNvSpPr/>
            <p:nvPr/>
          </p:nvSpPr>
          <p:spPr>
            <a:xfrm>
              <a:off x="3662061" y="90001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t3842"/>
            <p:cNvSpPr/>
            <p:nvPr/>
          </p:nvSpPr>
          <p:spPr>
            <a:xfrm>
              <a:off x="3696007" y="90897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t3843"/>
            <p:cNvSpPr/>
            <p:nvPr/>
          </p:nvSpPr>
          <p:spPr>
            <a:xfrm>
              <a:off x="5489238" y="89606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t3844"/>
            <p:cNvSpPr/>
            <p:nvPr/>
          </p:nvSpPr>
          <p:spPr>
            <a:xfrm>
              <a:off x="5475529" y="88743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t3845"/>
            <p:cNvSpPr/>
            <p:nvPr/>
          </p:nvSpPr>
          <p:spPr>
            <a:xfrm>
              <a:off x="5286218" y="88904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t3846"/>
            <p:cNvSpPr/>
            <p:nvPr/>
          </p:nvSpPr>
          <p:spPr>
            <a:xfrm>
              <a:off x="5910944" y="8784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t3847"/>
            <p:cNvSpPr/>
            <p:nvPr/>
          </p:nvSpPr>
          <p:spPr>
            <a:xfrm>
              <a:off x="3547822" y="89515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t3848"/>
            <p:cNvSpPr/>
            <p:nvPr/>
          </p:nvSpPr>
          <p:spPr>
            <a:xfrm>
              <a:off x="3550433" y="87865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t3849"/>
            <p:cNvSpPr/>
            <p:nvPr/>
          </p:nvSpPr>
          <p:spPr>
            <a:xfrm>
              <a:off x="3553697" y="87889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t3850"/>
            <p:cNvSpPr/>
            <p:nvPr/>
          </p:nvSpPr>
          <p:spPr>
            <a:xfrm>
              <a:off x="4193437" y="90407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t3851"/>
            <p:cNvSpPr/>
            <p:nvPr/>
          </p:nvSpPr>
          <p:spPr>
            <a:xfrm>
              <a:off x="5006169" y="89847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t3852"/>
            <p:cNvSpPr/>
            <p:nvPr/>
          </p:nvSpPr>
          <p:spPr>
            <a:xfrm>
              <a:off x="3976709" y="90571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t3853"/>
            <p:cNvSpPr/>
            <p:nvPr/>
          </p:nvSpPr>
          <p:spPr>
            <a:xfrm>
              <a:off x="4718938" y="89824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l3854"/>
            <p:cNvSpPr/>
            <p:nvPr/>
          </p:nvSpPr>
          <p:spPr>
            <a:xfrm>
              <a:off x="3072008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55" name="pl3855"/>
            <p:cNvSpPr/>
            <p:nvPr/>
          </p:nvSpPr>
          <p:spPr>
            <a:xfrm>
              <a:off x="2868926" y="8983643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56" name="pg3856"/>
            <p:cNvSpPr/>
            <p:nvPr/>
          </p:nvSpPr>
          <p:spPr>
            <a:xfrm>
              <a:off x="2902174" y="7841078"/>
              <a:ext cx="953397" cy="257331"/>
            </a:xfrm>
            <a:custGeom>
              <a:avLst/>
              <a:pathLst>
                <a:path w="953397" h="257331">
                  <a:moveTo>
                    <a:pt x="25146" y="257331"/>
                  </a:moveTo>
                  <a:lnTo>
                    <a:pt x="928251" y="257331"/>
                  </a:lnTo>
                  <a:lnTo>
                    <a:pt x="927239" y="257311"/>
                  </a:lnTo>
                  <a:lnTo>
                    <a:pt x="931282" y="257148"/>
                  </a:lnTo>
                  <a:lnTo>
                    <a:pt x="935247" y="256339"/>
                  </a:lnTo>
                  <a:lnTo>
                    <a:pt x="939031" y="254904"/>
                  </a:lnTo>
                  <a:lnTo>
                    <a:pt x="942536" y="252880"/>
                  </a:lnTo>
                  <a:lnTo>
                    <a:pt x="945671" y="250321"/>
                  </a:lnTo>
                  <a:lnTo>
                    <a:pt x="948354" y="247292"/>
                  </a:lnTo>
                  <a:lnTo>
                    <a:pt x="950517" y="243871"/>
                  </a:lnTo>
                  <a:lnTo>
                    <a:pt x="952103" y="240148"/>
                  </a:lnTo>
                  <a:lnTo>
                    <a:pt x="953072" y="236219"/>
                  </a:lnTo>
                  <a:lnTo>
                    <a:pt x="953397" y="232185"/>
                  </a:lnTo>
                  <a:lnTo>
                    <a:pt x="953397" y="0"/>
                  </a:lnTo>
                  <a:lnTo>
                    <a:pt x="0" y="0"/>
                  </a:lnTo>
                  <a:lnTo>
                    <a:pt x="0" y="232185"/>
                  </a:lnTo>
                  <a:lnTo>
                    <a:pt x="81" y="230162"/>
                  </a:lnTo>
                  <a:lnTo>
                    <a:pt x="81" y="234209"/>
                  </a:lnTo>
                  <a:lnTo>
                    <a:pt x="730" y="238203"/>
                  </a:lnTo>
                  <a:lnTo>
                    <a:pt x="2012" y="242042"/>
                  </a:lnTo>
                  <a:lnTo>
                    <a:pt x="3892" y="245625"/>
                  </a:lnTo>
                  <a:lnTo>
                    <a:pt x="6323" y="248860"/>
                  </a:lnTo>
                  <a:lnTo>
                    <a:pt x="9242" y="251664"/>
                  </a:lnTo>
                  <a:lnTo>
                    <a:pt x="12573" y="253962"/>
                  </a:lnTo>
                  <a:lnTo>
                    <a:pt x="16229" y="255697"/>
                  </a:lnTo>
                  <a:lnTo>
                    <a:pt x="20116" y="256823"/>
                  </a:lnTo>
                  <a:lnTo>
                    <a:pt x="24133" y="257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tx3857"/>
            <p:cNvSpPr/>
            <p:nvPr/>
          </p:nvSpPr>
          <p:spPr>
            <a:xfrm>
              <a:off x="2944084" y="7753694"/>
              <a:ext cx="869577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</a:t>
              </a:r>
            </a:p>
          </p:txBody>
        </p:sp>
        <p:sp>
          <p:nvSpPr>
            <p:cNvPr id="3858" name="tx3858"/>
            <p:cNvSpPr/>
            <p:nvPr/>
          </p:nvSpPr>
          <p:spPr>
            <a:xfrm>
              <a:off x="3207999" y="7925394"/>
              <a:ext cx="60566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17 (8.6%)</a:t>
              </a:r>
            </a:p>
          </p:txBody>
        </p:sp>
        <p:sp>
          <p:nvSpPr>
            <p:cNvPr id="3859" name="pg3859"/>
            <p:cNvSpPr/>
            <p:nvPr/>
          </p:nvSpPr>
          <p:spPr>
            <a:xfrm>
              <a:off x="2894329" y="8569772"/>
              <a:ext cx="961242" cy="384988"/>
            </a:xfrm>
            <a:custGeom>
              <a:avLst/>
              <a:pathLst>
                <a:path w="961242" h="384988">
                  <a:moveTo>
                    <a:pt x="25146" y="384988"/>
                  </a:moveTo>
                  <a:lnTo>
                    <a:pt x="936096" y="384988"/>
                  </a:lnTo>
                  <a:lnTo>
                    <a:pt x="935083" y="384967"/>
                  </a:lnTo>
                  <a:lnTo>
                    <a:pt x="939127" y="384804"/>
                  </a:lnTo>
                  <a:lnTo>
                    <a:pt x="943092" y="383995"/>
                  </a:lnTo>
                  <a:lnTo>
                    <a:pt x="946876" y="382560"/>
                  </a:lnTo>
                  <a:lnTo>
                    <a:pt x="950380" y="380536"/>
                  </a:lnTo>
                  <a:lnTo>
                    <a:pt x="953515" y="377977"/>
                  </a:lnTo>
                  <a:lnTo>
                    <a:pt x="956199" y="374948"/>
                  </a:lnTo>
                  <a:lnTo>
                    <a:pt x="958362" y="371528"/>
                  </a:lnTo>
                  <a:lnTo>
                    <a:pt x="959948" y="367805"/>
                  </a:lnTo>
                  <a:lnTo>
                    <a:pt x="960916" y="363875"/>
                  </a:lnTo>
                  <a:lnTo>
                    <a:pt x="961242" y="359842"/>
                  </a:lnTo>
                  <a:lnTo>
                    <a:pt x="961242" y="25146"/>
                  </a:lnTo>
                  <a:lnTo>
                    <a:pt x="960916" y="21112"/>
                  </a:lnTo>
                  <a:lnTo>
                    <a:pt x="959948" y="17183"/>
                  </a:lnTo>
                  <a:lnTo>
                    <a:pt x="958362" y="13460"/>
                  </a:lnTo>
                  <a:lnTo>
                    <a:pt x="956199" y="10039"/>
                  </a:lnTo>
                  <a:lnTo>
                    <a:pt x="953515" y="7010"/>
                  </a:lnTo>
                  <a:lnTo>
                    <a:pt x="950380" y="4451"/>
                  </a:lnTo>
                  <a:lnTo>
                    <a:pt x="946876" y="2427"/>
                  </a:lnTo>
                  <a:lnTo>
                    <a:pt x="943092" y="992"/>
                  </a:lnTo>
                  <a:lnTo>
                    <a:pt x="939127" y="183"/>
                  </a:lnTo>
                  <a:lnTo>
                    <a:pt x="936096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359842"/>
                  </a:lnTo>
                  <a:lnTo>
                    <a:pt x="81" y="357818"/>
                  </a:lnTo>
                  <a:lnTo>
                    <a:pt x="81" y="361865"/>
                  </a:lnTo>
                  <a:lnTo>
                    <a:pt x="730" y="365859"/>
                  </a:lnTo>
                  <a:lnTo>
                    <a:pt x="2012" y="369698"/>
                  </a:lnTo>
                  <a:lnTo>
                    <a:pt x="3892" y="373281"/>
                  </a:lnTo>
                  <a:lnTo>
                    <a:pt x="6323" y="376516"/>
                  </a:lnTo>
                  <a:lnTo>
                    <a:pt x="9242" y="379320"/>
                  </a:lnTo>
                  <a:lnTo>
                    <a:pt x="12573" y="381619"/>
                  </a:lnTo>
                  <a:lnTo>
                    <a:pt x="16229" y="383354"/>
                  </a:lnTo>
                  <a:lnTo>
                    <a:pt x="20116" y="384479"/>
                  </a:lnTo>
                  <a:lnTo>
                    <a:pt x="24133" y="3849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tx3860"/>
            <p:cNvSpPr/>
            <p:nvPr/>
          </p:nvSpPr>
          <p:spPr>
            <a:xfrm>
              <a:off x="2936239" y="8582282"/>
              <a:ext cx="877422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Negative</a:t>
              </a:r>
            </a:p>
          </p:txBody>
        </p:sp>
        <p:sp>
          <p:nvSpPr>
            <p:cNvPr id="3861" name="tx3861"/>
            <p:cNvSpPr/>
            <p:nvPr/>
          </p:nvSpPr>
          <p:spPr>
            <a:xfrm>
              <a:off x="3207999" y="8781745"/>
              <a:ext cx="60566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16 (8.1%)</a:t>
              </a:r>
            </a:p>
          </p:txBody>
        </p:sp>
        <p:sp>
          <p:nvSpPr>
            <p:cNvPr id="3862" name="pg3862"/>
            <p:cNvSpPr/>
            <p:nvPr/>
          </p:nvSpPr>
          <p:spPr>
            <a:xfrm>
              <a:off x="4167967" y="7841078"/>
              <a:ext cx="899032" cy="257331"/>
            </a:xfrm>
            <a:custGeom>
              <a:avLst/>
              <a:pathLst>
                <a:path w="899032" h="257331">
                  <a:moveTo>
                    <a:pt x="25146" y="257331"/>
                  </a:moveTo>
                  <a:lnTo>
                    <a:pt x="873886" y="257331"/>
                  </a:lnTo>
                  <a:lnTo>
                    <a:pt x="872873" y="257311"/>
                  </a:lnTo>
                  <a:lnTo>
                    <a:pt x="876917" y="257148"/>
                  </a:lnTo>
                  <a:lnTo>
                    <a:pt x="880882" y="256339"/>
                  </a:lnTo>
                  <a:lnTo>
                    <a:pt x="884666" y="254904"/>
                  </a:lnTo>
                  <a:lnTo>
                    <a:pt x="888170" y="252880"/>
                  </a:lnTo>
                  <a:lnTo>
                    <a:pt x="891305" y="250321"/>
                  </a:lnTo>
                  <a:lnTo>
                    <a:pt x="893989" y="247292"/>
                  </a:lnTo>
                  <a:lnTo>
                    <a:pt x="896151" y="243871"/>
                  </a:lnTo>
                  <a:lnTo>
                    <a:pt x="897738" y="240148"/>
                  </a:lnTo>
                  <a:lnTo>
                    <a:pt x="898706" y="236219"/>
                  </a:lnTo>
                  <a:lnTo>
                    <a:pt x="899032" y="232185"/>
                  </a:lnTo>
                  <a:lnTo>
                    <a:pt x="899032" y="0"/>
                  </a:lnTo>
                  <a:lnTo>
                    <a:pt x="0" y="0"/>
                  </a:lnTo>
                  <a:lnTo>
                    <a:pt x="0" y="232185"/>
                  </a:lnTo>
                  <a:lnTo>
                    <a:pt x="81" y="230162"/>
                  </a:lnTo>
                  <a:lnTo>
                    <a:pt x="81" y="234209"/>
                  </a:lnTo>
                  <a:lnTo>
                    <a:pt x="730" y="238203"/>
                  </a:lnTo>
                  <a:lnTo>
                    <a:pt x="2012" y="242042"/>
                  </a:lnTo>
                  <a:lnTo>
                    <a:pt x="3892" y="245625"/>
                  </a:lnTo>
                  <a:lnTo>
                    <a:pt x="6323" y="248860"/>
                  </a:lnTo>
                  <a:lnTo>
                    <a:pt x="9242" y="251664"/>
                  </a:lnTo>
                  <a:lnTo>
                    <a:pt x="12573" y="253962"/>
                  </a:lnTo>
                  <a:lnTo>
                    <a:pt x="16229" y="255697"/>
                  </a:lnTo>
                  <a:lnTo>
                    <a:pt x="20116" y="256823"/>
                  </a:lnTo>
                  <a:lnTo>
                    <a:pt x="24133" y="257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tx3863"/>
            <p:cNvSpPr/>
            <p:nvPr/>
          </p:nvSpPr>
          <p:spPr>
            <a:xfrm>
              <a:off x="4209877" y="7753694"/>
              <a:ext cx="8152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</a:t>
              </a:r>
            </a:p>
          </p:txBody>
        </p:sp>
        <p:sp>
          <p:nvSpPr>
            <p:cNvPr id="3864" name="tx3864"/>
            <p:cNvSpPr/>
            <p:nvPr/>
          </p:nvSpPr>
          <p:spPr>
            <a:xfrm>
              <a:off x="4380546" y="7925394"/>
              <a:ext cx="644543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130 (66%)</a:t>
              </a:r>
            </a:p>
          </p:txBody>
        </p:sp>
        <p:sp>
          <p:nvSpPr>
            <p:cNvPr id="3865" name="pg3865"/>
            <p:cNvSpPr/>
            <p:nvPr/>
          </p:nvSpPr>
          <p:spPr>
            <a:xfrm>
              <a:off x="4051392" y="8569772"/>
              <a:ext cx="1015608" cy="384988"/>
            </a:xfrm>
            <a:custGeom>
              <a:avLst/>
              <a:pathLst>
                <a:path w="1015608" h="384988">
                  <a:moveTo>
                    <a:pt x="25146" y="384988"/>
                  </a:moveTo>
                  <a:lnTo>
                    <a:pt x="990462" y="384988"/>
                  </a:lnTo>
                  <a:lnTo>
                    <a:pt x="989449" y="384967"/>
                  </a:lnTo>
                  <a:lnTo>
                    <a:pt x="993493" y="384804"/>
                  </a:lnTo>
                  <a:lnTo>
                    <a:pt x="997458" y="383995"/>
                  </a:lnTo>
                  <a:lnTo>
                    <a:pt x="1001241" y="382560"/>
                  </a:lnTo>
                  <a:lnTo>
                    <a:pt x="1004746" y="380536"/>
                  </a:lnTo>
                  <a:lnTo>
                    <a:pt x="1007881" y="377977"/>
                  </a:lnTo>
                  <a:lnTo>
                    <a:pt x="1010564" y="374948"/>
                  </a:lnTo>
                  <a:lnTo>
                    <a:pt x="1012727" y="371528"/>
                  </a:lnTo>
                  <a:lnTo>
                    <a:pt x="1014313" y="367805"/>
                  </a:lnTo>
                  <a:lnTo>
                    <a:pt x="1015282" y="363875"/>
                  </a:lnTo>
                  <a:lnTo>
                    <a:pt x="1015608" y="359842"/>
                  </a:lnTo>
                  <a:lnTo>
                    <a:pt x="1015608" y="25146"/>
                  </a:lnTo>
                  <a:lnTo>
                    <a:pt x="1015282" y="21112"/>
                  </a:lnTo>
                  <a:lnTo>
                    <a:pt x="1014313" y="17183"/>
                  </a:lnTo>
                  <a:lnTo>
                    <a:pt x="1012727" y="13460"/>
                  </a:lnTo>
                  <a:lnTo>
                    <a:pt x="1010564" y="10039"/>
                  </a:lnTo>
                  <a:lnTo>
                    <a:pt x="1007881" y="7010"/>
                  </a:lnTo>
                  <a:lnTo>
                    <a:pt x="1004746" y="4451"/>
                  </a:lnTo>
                  <a:lnTo>
                    <a:pt x="1001241" y="2427"/>
                  </a:lnTo>
                  <a:lnTo>
                    <a:pt x="997458" y="992"/>
                  </a:lnTo>
                  <a:lnTo>
                    <a:pt x="993493" y="183"/>
                  </a:lnTo>
                  <a:lnTo>
                    <a:pt x="990462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2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359842"/>
                  </a:lnTo>
                  <a:lnTo>
                    <a:pt x="81" y="357818"/>
                  </a:lnTo>
                  <a:lnTo>
                    <a:pt x="81" y="361865"/>
                  </a:lnTo>
                  <a:lnTo>
                    <a:pt x="730" y="365859"/>
                  </a:lnTo>
                  <a:lnTo>
                    <a:pt x="2012" y="369698"/>
                  </a:lnTo>
                  <a:lnTo>
                    <a:pt x="3892" y="373281"/>
                  </a:lnTo>
                  <a:lnTo>
                    <a:pt x="6323" y="376516"/>
                  </a:lnTo>
                  <a:lnTo>
                    <a:pt x="9242" y="379320"/>
                  </a:lnTo>
                  <a:lnTo>
                    <a:pt x="12572" y="381619"/>
                  </a:lnTo>
                  <a:lnTo>
                    <a:pt x="16229" y="383354"/>
                  </a:lnTo>
                  <a:lnTo>
                    <a:pt x="20116" y="384479"/>
                  </a:lnTo>
                  <a:lnTo>
                    <a:pt x="24133" y="3849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tx3866"/>
            <p:cNvSpPr/>
            <p:nvPr/>
          </p:nvSpPr>
          <p:spPr>
            <a:xfrm>
              <a:off x="4093302" y="8582282"/>
              <a:ext cx="931788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Negative</a:t>
              </a:r>
            </a:p>
          </p:txBody>
        </p:sp>
        <p:sp>
          <p:nvSpPr>
            <p:cNvPr id="3867" name="tx3867"/>
            <p:cNvSpPr/>
            <p:nvPr/>
          </p:nvSpPr>
          <p:spPr>
            <a:xfrm>
              <a:off x="4341733" y="8781745"/>
              <a:ext cx="683356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34 (17.3%)</a:t>
              </a:r>
            </a:p>
          </p:txBody>
        </p:sp>
        <p:sp>
          <p:nvSpPr>
            <p:cNvPr id="3868" name="rc3868"/>
            <p:cNvSpPr/>
            <p:nvPr/>
          </p:nvSpPr>
          <p:spPr>
            <a:xfrm>
              <a:off x="2868926" y="7841078"/>
              <a:ext cx="4467807" cy="142643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tx3869"/>
            <p:cNvSpPr/>
            <p:nvPr/>
          </p:nvSpPr>
          <p:spPr>
            <a:xfrm>
              <a:off x="2706923" y="9148749"/>
              <a:ext cx="99372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-8</a:t>
              </a:r>
            </a:p>
          </p:txBody>
        </p:sp>
        <p:sp>
          <p:nvSpPr>
            <p:cNvPr id="3870" name="tx3870"/>
            <p:cNvSpPr/>
            <p:nvPr/>
          </p:nvSpPr>
          <p:spPr>
            <a:xfrm>
              <a:off x="2706923" y="8807901"/>
              <a:ext cx="99372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-4</a:t>
              </a:r>
            </a:p>
          </p:txBody>
        </p:sp>
        <p:sp>
          <p:nvSpPr>
            <p:cNvPr id="3871" name="tx3871"/>
            <p:cNvSpPr/>
            <p:nvPr/>
          </p:nvSpPr>
          <p:spPr>
            <a:xfrm>
              <a:off x="2744140" y="846366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872" name="tx3872"/>
            <p:cNvSpPr/>
            <p:nvPr/>
          </p:nvSpPr>
          <p:spPr>
            <a:xfrm>
              <a:off x="2744140" y="8122821"/>
              <a:ext cx="62155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873" name="pl3873"/>
            <p:cNvSpPr/>
            <p:nvPr/>
          </p:nvSpPr>
          <p:spPr>
            <a:xfrm>
              <a:off x="2834131" y="919044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l3874"/>
            <p:cNvSpPr/>
            <p:nvPr/>
          </p:nvSpPr>
          <p:spPr>
            <a:xfrm>
              <a:off x="2834131" y="884790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l3875"/>
            <p:cNvSpPr/>
            <p:nvPr/>
          </p:nvSpPr>
          <p:spPr>
            <a:xfrm>
              <a:off x="2834131" y="850536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l3876"/>
            <p:cNvSpPr/>
            <p:nvPr/>
          </p:nvSpPr>
          <p:spPr>
            <a:xfrm>
              <a:off x="2834131" y="816282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l3877"/>
            <p:cNvSpPr/>
            <p:nvPr/>
          </p:nvSpPr>
          <p:spPr>
            <a:xfrm>
              <a:off x="3613286" y="92675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l3878"/>
            <p:cNvSpPr/>
            <p:nvPr/>
          </p:nvSpPr>
          <p:spPr>
            <a:xfrm>
              <a:off x="4582429" y="92675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l3879"/>
            <p:cNvSpPr/>
            <p:nvPr/>
          </p:nvSpPr>
          <p:spPr>
            <a:xfrm>
              <a:off x="5551571" y="92675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l3880"/>
            <p:cNvSpPr/>
            <p:nvPr/>
          </p:nvSpPr>
          <p:spPr>
            <a:xfrm>
              <a:off x="6520713" y="92675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tx3881"/>
            <p:cNvSpPr/>
            <p:nvPr/>
          </p:nvSpPr>
          <p:spPr>
            <a:xfrm>
              <a:off x="3582208" y="932844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882" name="tx3882"/>
            <p:cNvSpPr/>
            <p:nvPr/>
          </p:nvSpPr>
          <p:spPr>
            <a:xfrm>
              <a:off x="4520273" y="93284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83" name="tx3883"/>
            <p:cNvSpPr/>
            <p:nvPr/>
          </p:nvSpPr>
          <p:spPr>
            <a:xfrm>
              <a:off x="5489415" y="93284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3884" name="tx3884"/>
            <p:cNvSpPr/>
            <p:nvPr/>
          </p:nvSpPr>
          <p:spPr>
            <a:xfrm>
              <a:off x="6458558" y="9328395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3885" name="tx3885"/>
            <p:cNvSpPr/>
            <p:nvPr/>
          </p:nvSpPr>
          <p:spPr>
            <a:xfrm>
              <a:off x="4245018" y="9448130"/>
              <a:ext cx="171562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Centiloids, Amyloid PET (Z)</a:t>
              </a:r>
            </a:p>
          </p:txBody>
        </p:sp>
        <p:sp>
          <p:nvSpPr>
            <p:cNvPr id="3886" name="tx3886"/>
            <p:cNvSpPr/>
            <p:nvPr/>
          </p:nvSpPr>
          <p:spPr>
            <a:xfrm rot="-5400000">
              <a:off x="1788491" y="8488742"/>
              <a:ext cx="1568214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 Alamar pTau181 (Z)</a:t>
              </a:r>
            </a:p>
          </p:txBody>
        </p:sp>
        <p:sp>
          <p:nvSpPr>
            <p:cNvPr id="3887" name="tx3887"/>
            <p:cNvSpPr/>
            <p:nvPr/>
          </p:nvSpPr>
          <p:spPr>
            <a:xfrm>
              <a:off x="2868926" y="7613389"/>
              <a:ext cx="186221" cy="12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M.</a:t>
              </a:r>
            </a:p>
          </p:txBody>
        </p:sp>
        <p:sp>
          <p:nvSpPr>
            <p:cNvPr id="3888" name="rc3888"/>
            <p:cNvSpPr/>
            <p:nvPr/>
          </p:nvSpPr>
          <p:spPr>
            <a:xfrm>
              <a:off x="8063227" y="7543800"/>
              <a:ext cx="197802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89" name="pl3889"/>
            <p:cNvSpPr/>
            <p:nvPr/>
          </p:nvSpPr>
          <p:spPr>
            <a:xfrm>
              <a:off x="8707863" y="895854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l3890"/>
            <p:cNvSpPr/>
            <p:nvPr/>
          </p:nvSpPr>
          <p:spPr>
            <a:xfrm>
              <a:off x="8707863" y="867563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l3891"/>
            <p:cNvSpPr/>
            <p:nvPr/>
          </p:nvSpPr>
          <p:spPr>
            <a:xfrm>
              <a:off x="8707863" y="839271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l3892"/>
            <p:cNvSpPr/>
            <p:nvPr/>
          </p:nvSpPr>
          <p:spPr>
            <a:xfrm>
              <a:off x="8707863" y="810980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l3893"/>
            <p:cNvSpPr/>
            <p:nvPr/>
          </p:nvSpPr>
          <p:spPr>
            <a:xfrm>
              <a:off x="8905903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l3894"/>
            <p:cNvSpPr/>
            <p:nvPr/>
          </p:nvSpPr>
          <p:spPr>
            <a:xfrm>
              <a:off x="9188818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l3895"/>
            <p:cNvSpPr/>
            <p:nvPr/>
          </p:nvSpPr>
          <p:spPr>
            <a:xfrm>
              <a:off x="9471733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l3896"/>
            <p:cNvSpPr/>
            <p:nvPr/>
          </p:nvSpPr>
          <p:spPr>
            <a:xfrm>
              <a:off x="9754648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l3897"/>
            <p:cNvSpPr/>
            <p:nvPr/>
          </p:nvSpPr>
          <p:spPr>
            <a:xfrm>
              <a:off x="8707863" y="910000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l3898"/>
            <p:cNvSpPr/>
            <p:nvPr/>
          </p:nvSpPr>
          <p:spPr>
            <a:xfrm>
              <a:off x="8707863" y="881709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l3899"/>
            <p:cNvSpPr/>
            <p:nvPr/>
          </p:nvSpPr>
          <p:spPr>
            <a:xfrm>
              <a:off x="8707863" y="853417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l3900"/>
            <p:cNvSpPr/>
            <p:nvPr/>
          </p:nvSpPr>
          <p:spPr>
            <a:xfrm>
              <a:off x="8707863" y="825126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l3901"/>
            <p:cNvSpPr/>
            <p:nvPr/>
          </p:nvSpPr>
          <p:spPr>
            <a:xfrm>
              <a:off x="8707863" y="796834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l3902"/>
            <p:cNvSpPr/>
            <p:nvPr/>
          </p:nvSpPr>
          <p:spPr>
            <a:xfrm>
              <a:off x="8764446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l3903"/>
            <p:cNvSpPr/>
            <p:nvPr/>
          </p:nvSpPr>
          <p:spPr>
            <a:xfrm>
              <a:off x="9047361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l3904"/>
            <p:cNvSpPr/>
            <p:nvPr/>
          </p:nvSpPr>
          <p:spPr>
            <a:xfrm>
              <a:off x="9330276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l3905"/>
            <p:cNvSpPr/>
            <p:nvPr/>
          </p:nvSpPr>
          <p:spPr>
            <a:xfrm>
              <a:off x="9613191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l3906"/>
            <p:cNvSpPr/>
            <p:nvPr/>
          </p:nvSpPr>
          <p:spPr>
            <a:xfrm>
              <a:off x="9896106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l3907"/>
            <p:cNvSpPr/>
            <p:nvPr/>
          </p:nvSpPr>
          <p:spPr>
            <a:xfrm>
              <a:off x="8764446" y="7968346"/>
              <a:ext cx="1131660" cy="1131660"/>
            </a:xfrm>
            <a:custGeom>
              <a:avLst/>
              <a:pathLst>
                <a:path w="1131660" h="1131660">
                  <a:moveTo>
                    <a:pt x="0" y="1131660"/>
                  </a:moveTo>
                  <a:lnTo>
                    <a:pt x="0" y="1124759"/>
                  </a:lnTo>
                  <a:lnTo>
                    <a:pt x="0" y="1117859"/>
                  </a:lnTo>
                  <a:lnTo>
                    <a:pt x="0" y="1110958"/>
                  </a:lnTo>
                  <a:lnTo>
                    <a:pt x="0" y="1104058"/>
                  </a:lnTo>
                  <a:lnTo>
                    <a:pt x="0" y="1097158"/>
                  </a:lnTo>
                  <a:lnTo>
                    <a:pt x="0" y="1090257"/>
                  </a:lnTo>
                  <a:lnTo>
                    <a:pt x="0" y="1083357"/>
                  </a:lnTo>
                  <a:lnTo>
                    <a:pt x="0" y="1076457"/>
                  </a:lnTo>
                  <a:lnTo>
                    <a:pt x="0" y="1069556"/>
                  </a:lnTo>
                  <a:lnTo>
                    <a:pt x="0" y="1062656"/>
                  </a:lnTo>
                  <a:lnTo>
                    <a:pt x="0" y="1055756"/>
                  </a:lnTo>
                  <a:lnTo>
                    <a:pt x="0" y="1048855"/>
                  </a:lnTo>
                  <a:lnTo>
                    <a:pt x="0" y="1041955"/>
                  </a:lnTo>
                  <a:lnTo>
                    <a:pt x="0" y="1035054"/>
                  </a:lnTo>
                  <a:lnTo>
                    <a:pt x="0" y="1028154"/>
                  </a:lnTo>
                  <a:lnTo>
                    <a:pt x="0" y="1021254"/>
                  </a:lnTo>
                  <a:lnTo>
                    <a:pt x="0" y="1014353"/>
                  </a:lnTo>
                  <a:lnTo>
                    <a:pt x="0" y="1007453"/>
                  </a:lnTo>
                  <a:lnTo>
                    <a:pt x="0" y="1000553"/>
                  </a:lnTo>
                  <a:lnTo>
                    <a:pt x="0" y="993652"/>
                  </a:lnTo>
                  <a:lnTo>
                    <a:pt x="0" y="986752"/>
                  </a:lnTo>
                  <a:lnTo>
                    <a:pt x="0" y="979852"/>
                  </a:lnTo>
                  <a:lnTo>
                    <a:pt x="0" y="972951"/>
                  </a:lnTo>
                  <a:lnTo>
                    <a:pt x="0" y="966051"/>
                  </a:lnTo>
                  <a:lnTo>
                    <a:pt x="0" y="959150"/>
                  </a:lnTo>
                  <a:lnTo>
                    <a:pt x="0" y="952250"/>
                  </a:lnTo>
                  <a:lnTo>
                    <a:pt x="0" y="945350"/>
                  </a:lnTo>
                  <a:lnTo>
                    <a:pt x="0" y="938449"/>
                  </a:lnTo>
                  <a:lnTo>
                    <a:pt x="34292" y="938449"/>
                  </a:lnTo>
                  <a:lnTo>
                    <a:pt x="34292" y="931549"/>
                  </a:lnTo>
                  <a:lnTo>
                    <a:pt x="68585" y="931549"/>
                  </a:lnTo>
                  <a:lnTo>
                    <a:pt x="68585" y="924649"/>
                  </a:lnTo>
                  <a:lnTo>
                    <a:pt x="68585" y="917748"/>
                  </a:lnTo>
                  <a:lnTo>
                    <a:pt x="68585" y="910848"/>
                  </a:lnTo>
                  <a:lnTo>
                    <a:pt x="68585" y="903947"/>
                  </a:lnTo>
                  <a:lnTo>
                    <a:pt x="68585" y="897047"/>
                  </a:lnTo>
                  <a:lnTo>
                    <a:pt x="68585" y="890147"/>
                  </a:lnTo>
                  <a:lnTo>
                    <a:pt x="68585" y="883246"/>
                  </a:lnTo>
                  <a:lnTo>
                    <a:pt x="68585" y="876346"/>
                  </a:lnTo>
                  <a:lnTo>
                    <a:pt x="68585" y="869446"/>
                  </a:lnTo>
                  <a:lnTo>
                    <a:pt x="102878" y="869446"/>
                  </a:lnTo>
                  <a:lnTo>
                    <a:pt x="102878" y="862545"/>
                  </a:lnTo>
                  <a:lnTo>
                    <a:pt x="137170" y="862545"/>
                  </a:lnTo>
                  <a:lnTo>
                    <a:pt x="171463" y="862545"/>
                  </a:lnTo>
                  <a:lnTo>
                    <a:pt x="171463" y="855645"/>
                  </a:lnTo>
                  <a:lnTo>
                    <a:pt x="171463" y="848745"/>
                  </a:lnTo>
                  <a:lnTo>
                    <a:pt x="205756" y="848745"/>
                  </a:lnTo>
                  <a:lnTo>
                    <a:pt x="205756" y="841844"/>
                  </a:lnTo>
                  <a:lnTo>
                    <a:pt x="205756" y="834944"/>
                  </a:lnTo>
                  <a:lnTo>
                    <a:pt x="205756" y="828043"/>
                  </a:lnTo>
                  <a:lnTo>
                    <a:pt x="205756" y="821143"/>
                  </a:lnTo>
                  <a:lnTo>
                    <a:pt x="205756" y="814243"/>
                  </a:lnTo>
                  <a:lnTo>
                    <a:pt x="205756" y="807342"/>
                  </a:lnTo>
                  <a:lnTo>
                    <a:pt x="240049" y="807342"/>
                  </a:lnTo>
                  <a:lnTo>
                    <a:pt x="240049" y="800442"/>
                  </a:lnTo>
                  <a:lnTo>
                    <a:pt x="240049" y="793542"/>
                  </a:lnTo>
                  <a:lnTo>
                    <a:pt x="240049" y="786641"/>
                  </a:lnTo>
                  <a:lnTo>
                    <a:pt x="240049" y="779741"/>
                  </a:lnTo>
                  <a:lnTo>
                    <a:pt x="274341" y="779741"/>
                  </a:lnTo>
                  <a:lnTo>
                    <a:pt x="274341" y="772841"/>
                  </a:lnTo>
                  <a:lnTo>
                    <a:pt x="308634" y="772841"/>
                  </a:lnTo>
                  <a:lnTo>
                    <a:pt x="308634" y="765940"/>
                  </a:lnTo>
                  <a:lnTo>
                    <a:pt x="308634" y="759040"/>
                  </a:lnTo>
                  <a:lnTo>
                    <a:pt x="308634" y="752139"/>
                  </a:lnTo>
                  <a:lnTo>
                    <a:pt x="308634" y="745239"/>
                  </a:lnTo>
                  <a:lnTo>
                    <a:pt x="308634" y="738339"/>
                  </a:lnTo>
                  <a:lnTo>
                    <a:pt x="308634" y="731438"/>
                  </a:lnTo>
                  <a:lnTo>
                    <a:pt x="308634" y="724538"/>
                  </a:lnTo>
                  <a:lnTo>
                    <a:pt x="308634" y="717638"/>
                  </a:lnTo>
                  <a:lnTo>
                    <a:pt x="308634" y="710737"/>
                  </a:lnTo>
                  <a:lnTo>
                    <a:pt x="308634" y="703837"/>
                  </a:lnTo>
                  <a:lnTo>
                    <a:pt x="308634" y="696937"/>
                  </a:lnTo>
                  <a:lnTo>
                    <a:pt x="308634" y="690036"/>
                  </a:lnTo>
                  <a:lnTo>
                    <a:pt x="308634" y="683136"/>
                  </a:lnTo>
                  <a:lnTo>
                    <a:pt x="308634" y="676235"/>
                  </a:lnTo>
                  <a:lnTo>
                    <a:pt x="308634" y="669335"/>
                  </a:lnTo>
                  <a:lnTo>
                    <a:pt x="308634" y="662435"/>
                  </a:lnTo>
                  <a:lnTo>
                    <a:pt x="308634" y="655534"/>
                  </a:lnTo>
                  <a:lnTo>
                    <a:pt x="308634" y="648634"/>
                  </a:lnTo>
                  <a:lnTo>
                    <a:pt x="342927" y="648634"/>
                  </a:lnTo>
                  <a:lnTo>
                    <a:pt x="377220" y="648634"/>
                  </a:lnTo>
                  <a:lnTo>
                    <a:pt x="377220" y="641734"/>
                  </a:lnTo>
                  <a:lnTo>
                    <a:pt x="377220" y="634833"/>
                  </a:lnTo>
                  <a:lnTo>
                    <a:pt x="377220" y="627933"/>
                  </a:lnTo>
                  <a:lnTo>
                    <a:pt x="377220" y="621032"/>
                  </a:lnTo>
                  <a:lnTo>
                    <a:pt x="411512" y="621032"/>
                  </a:lnTo>
                  <a:lnTo>
                    <a:pt x="411512" y="614132"/>
                  </a:lnTo>
                  <a:lnTo>
                    <a:pt x="411512" y="607232"/>
                  </a:lnTo>
                  <a:lnTo>
                    <a:pt x="411512" y="600331"/>
                  </a:lnTo>
                  <a:lnTo>
                    <a:pt x="411512" y="593431"/>
                  </a:lnTo>
                  <a:lnTo>
                    <a:pt x="411512" y="586531"/>
                  </a:lnTo>
                  <a:lnTo>
                    <a:pt x="411512" y="579630"/>
                  </a:lnTo>
                  <a:lnTo>
                    <a:pt x="411512" y="572730"/>
                  </a:lnTo>
                  <a:lnTo>
                    <a:pt x="411512" y="565830"/>
                  </a:lnTo>
                  <a:lnTo>
                    <a:pt x="411512" y="558929"/>
                  </a:lnTo>
                  <a:lnTo>
                    <a:pt x="411512" y="552029"/>
                  </a:lnTo>
                  <a:lnTo>
                    <a:pt x="411512" y="545128"/>
                  </a:lnTo>
                  <a:lnTo>
                    <a:pt x="411512" y="538228"/>
                  </a:lnTo>
                  <a:lnTo>
                    <a:pt x="411512" y="531328"/>
                  </a:lnTo>
                  <a:lnTo>
                    <a:pt x="445805" y="531328"/>
                  </a:lnTo>
                  <a:lnTo>
                    <a:pt x="445805" y="524427"/>
                  </a:lnTo>
                  <a:lnTo>
                    <a:pt x="480098" y="524427"/>
                  </a:lnTo>
                  <a:lnTo>
                    <a:pt x="480098" y="517527"/>
                  </a:lnTo>
                  <a:lnTo>
                    <a:pt x="480098" y="510627"/>
                  </a:lnTo>
                  <a:lnTo>
                    <a:pt x="480098" y="503726"/>
                  </a:lnTo>
                  <a:lnTo>
                    <a:pt x="480098" y="496826"/>
                  </a:lnTo>
                  <a:lnTo>
                    <a:pt x="480098" y="489926"/>
                  </a:lnTo>
                  <a:lnTo>
                    <a:pt x="480098" y="483025"/>
                  </a:lnTo>
                  <a:lnTo>
                    <a:pt x="480098" y="476125"/>
                  </a:lnTo>
                  <a:lnTo>
                    <a:pt x="480098" y="469224"/>
                  </a:lnTo>
                  <a:lnTo>
                    <a:pt x="480098" y="462324"/>
                  </a:lnTo>
                  <a:lnTo>
                    <a:pt x="480098" y="455424"/>
                  </a:lnTo>
                  <a:lnTo>
                    <a:pt x="480098" y="448523"/>
                  </a:lnTo>
                  <a:lnTo>
                    <a:pt x="514390" y="448523"/>
                  </a:lnTo>
                  <a:lnTo>
                    <a:pt x="514390" y="441623"/>
                  </a:lnTo>
                  <a:lnTo>
                    <a:pt x="514390" y="434723"/>
                  </a:lnTo>
                  <a:lnTo>
                    <a:pt x="514390" y="427822"/>
                  </a:lnTo>
                  <a:lnTo>
                    <a:pt x="514390" y="420922"/>
                  </a:lnTo>
                  <a:lnTo>
                    <a:pt x="514390" y="414021"/>
                  </a:lnTo>
                  <a:lnTo>
                    <a:pt x="548683" y="414021"/>
                  </a:lnTo>
                  <a:lnTo>
                    <a:pt x="548683" y="407121"/>
                  </a:lnTo>
                  <a:lnTo>
                    <a:pt x="548683" y="400221"/>
                  </a:lnTo>
                  <a:lnTo>
                    <a:pt x="548683" y="393320"/>
                  </a:lnTo>
                  <a:lnTo>
                    <a:pt x="548683" y="386420"/>
                  </a:lnTo>
                  <a:lnTo>
                    <a:pt x="548683" y="379520"/>
                  </a:lnTo>
                  <a:lnTo>
                    <a:pt x="548683" y="372619"/>
                  </a:lnTo>
                  <a:lnTo>
                    <a:pt x="548683" y="365719"/>
                  </a:lnTo>
                  <a:lnTo>
                    <a:pt x="548683" y="358819"/>
                  </a:lnTo>
                  <a:lnTo>
                    <a:pt x="548683" y="351918"/>
                  </a:lnTo>
                  <a:lnTo>
                    <a:pt x="548683" y="345018"/>
                  </a:lnTo>
                  <a:lnTo>
                    <a:pt x="548683" y="338117"/>
                  </a:lnTo>
                  <a:lnTo>
                    <a:pt x="582976" y="338117"/>
                  </a:lnTo>
                  <a:lnTo>
                    <a:pt x="582976" y="331217"/>
                  </a:lnTo>
                  <a:lnTo>
                    <a:pt x="582976" y="324317"/>
                  </a:lnTo>
                  <a:lnTo>
                    <a:pt x="582976" y="317416"/>
                  </a:lnTo>
                  <a:lnTo>
                    <a:pt x="582976" y="310516"/>
                  </a:lnTo>
                  <a:lnTo>
                    <a:pt x="582976" y="303616"/>
                  </a:lnTo>
                  <a:lnTo>
                    <a:pt x="582976" y="296715"/>
                  </a:lnTo>
                  <a:lnTo>
                    <a:pt x="582976" y="289815"/>
                  </a:lnTo>
                  <a:lnTo>
                    <a:pt x="582976" y="282915"/>
                  </a:lnTo>
                  <a:lnTo>
                    <a:pt x="582976" y="276014"/>
                  </a:lnTo>
                  <a:lnTo>
                    <a:pt x="582976" y="269114"/>
                  </a:lnTo>
                  <a:lnTo>
                    <a:pt x="582976" y="262213"/>
                  </a:lnTo>
                  <a:lnTo>
                    <a:pt x="582976" y="255313"/>
                  </a:lnTo>
                  <a:lnTo>
                    <a:pt x="582976" y="248413"/>
                  </a:lnTo>
                  <a:lnTo>
                    <a:pt x="582976" y="241512"/>
                  </a:lnTo>
                  <a:lnTo>
                    <a:pt x="582976" y="234612"/>
                  </a:lnTo>
                  <a:lnTo>
                    <a:pt x="617269" y="234612"/>
                  </a:lnTo>
                  <a:lnTo>
                    <a:pt x="651561" y="234612"/>
                  </a:lnTo>
                  <a:lnTo>
                    <a:pt x="651561" y="227712"/>
                  </a:lnTo>
                  <a:lnTo>
                    <a:pt x="685854" y="227712"/>
                  </a:lnTo>
                  <a:lnTo>
                    <a:pt x="720147" y="227712"/>
                  </a:lnTo>
                  <a:lnTo>
                    <a:pt x="720147" y="220811"/>
                  </a:lnTo>
                  <a:lnTo>
                    <a:pt x="754440" y="220811"/>
                  </a:lnTo>
                  <a:lnTo>
                    <a:pt x="754440" y="213911"/>
                  </a:lnTo>
                  <a:lnTo>
                    <a:pt x="788732" y="213911"/>
                  </a:lnTo>
                  <a:lnTo>
                    <a:pt x="788732" y="207010"/>
                  </a:lnTo>
                  <a:lnTo>
                    <a:pt x="788732" y="200110"/>
                  </a:lnTo>
                  <a:lnTo>
                    <a:pt x="788732" y="193210"/>
                  </a:lnTo>
                  <a:lnTo>
                    <a:pt x="823025" y="193210"/>
                  </a:lnTo>
                  <a:lnTo>
                    <a:pt x="823025" y="186309"/>
                  </a:lnTo>
                  <a:lnTo>
                    <a:pt x="823025" y="179409"/>
                  </a:lnTo>
                  <a:lnTo>
                    <a:pt x="857318" y="179409"/>
                  </a:lnTo>
                  <a:lnTo>
                    <a:pt x="857318" y="172509"/>
                  </a:lnTo>
                  <a:lnTo>
                    <a:pt x="891610" y="172509"/>
                  </a:lnTo>
                  <a:lnTo>
                    <a:pt x="891610" y="165608"/>
                  </a:lnTo>
                  <a:lnTo>
                    <a:pt x="891610" y="158708"/>
                  </a:lnTo>
                  <a:lnTo>
                    <a:pt x="891610" y="151808"/>
                  </a:lnTo>
                  <a:lnTo>
                    <a:pt x="891610" y="144907"/>
                  </a:lnTo>
                  <a:lnTo>
                    <a:pt x="891610" y="138007"/>
                  </a:lnTo>
                  <a:lnTo>
                    <a:pt x="891610" y="131106"/>
                  </a:lnTo>
                  <a:lnTo>
                    <a:pt x="891610" y="124206"/>
                  </a:lnTo>
                  <a:lnTo>
                    <a:pt x="891610" y="117306"/>
                  </a:lnTo>
                  <a:lnTo>
                    <a:pt x="925903" y="117306"/>
                  </a:lnTo>
                  <a:lnTo>
                    <a:pt x="925903" y="110405"/>
                  </a:lnTo>
                  <a:lnTo>
                    <a:pt x="925903" y="103505"/>
                  </a:lnTo>
                  <a:lnTo>
                    <a:pt x="925903" y="96605"/>
                  </a:lnTo>
                  <a:lnTo>
                    <a:pt x="925903" y="89704"/>
                  </a:lnTo>
                  <a:lnTo>
                    <a:pt x="925903" y="82804"/>
                  </a:lnTo>
                  <a:lnTo>
                    <a:pt x="925903" y="75904"/>
                  </a:lnTo>
                  <a:lnTo>
                    <a:pt x="925903" y="69003"/>
                  </a:lnTo>
                  <a:lnTo>
                    <a:pt x="925903" y="62103"/>
                  </a:lnTo>
                  <a:lnTo>
                    <a:pt x="925903" y="55202"/>
                  </a:lnTo>
                  <a:lnTo>
                    <a:pt x="925903" y="48302"/>
                  </a:lnTo>
                  <a:lnTo>
                    <a:pt x="960196" y="48302"/>
                  </a:lnTo>
                  <a:lnTo>
                    <a:pt x="960196" y="41402"/>
                  </a:lnTo>
                  <a:lnTo>
                    <a:pt x="960196" y="34501"/>
                  </a:lnTo>
                  <a:lnTo>
                    <a:pt x="960196" y="27601"/>
                  </a:lnTo>
                  <a:lnTo>
                    <a:pt x="960196" y="20701"/>
                  </a:lnTo>
                  <a:lnTo>
                    <a:pt x="960196" y="13800"/>
                  </a:lnTo>
                  <a:lnTo>
                    <a:pt x="994489" y="13800"/>
                  </a:lnTo>
                  <a:lnTo>
                    <a:pt x="994489" y="6900"/>
                  </a:lnTo>
                  <a:lnTo>
                    <a:pt x="994489" y="0"/>
                  </a:lnTo>
                  <a:lnTo>
                    <a:pt x="1028781" y="0"/>
                  </a:lnTo>
                  <a:lnTo>
                    <a:pt x="1063074" y="0"/>
                  </a:lnTo>
                  <a:lnTo>
                    <a:pt x="1097367" y="0"/>
                  </a:lnTo>
                  <a:lnTo>
                    <a:pt x="1131660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l3908"/>
            <p:cNvSpPr/>
            <p:nvPr/>
          </p:nvSpPr>
          <p:spPr>
            <a:xfrm>
              <a:off x="8707863" y="7911763"/>
              <a:ext cx="1244826" cy="1244826"/>
            </a:xfrm>
            <a:custGeom>
              <a:avLst/>
              <a:pathLst>
                <a:path w="1244826" h="1244826">
                  <a:moveTo>
                    <a:pt x="0" y="1244826"/>
                  </a:moveTo>
                  <a:lnTo>
                    <a:pt x="0" y="1244826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09" name="pg3909"/>
            <p:cNvSpPr/>
            <p:nvPr/>
          </p:nvSpPr>
          <p:spPr>
            <a:xfrm>
              <a:off x="9047361" y="8446008"/>
              <a:ext cx="905328" cy="710580"/>
            </a:xfrm>
            <a:custGeom>
              <a:avLst/>
              <a:pathLst>
                <a:path w="905328" h="710580">
                  <a:moveTo>
                    <a:pt x="905328" y="710580"/>
                  </a:moveTo>
                  <a:lnTo>
                    <a:pt x="905328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710580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8623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tx3910"/>
            <p:cNvSpPr/>
            <p:nvPr/>
          </p:nvSpPr>
          <p:spPr>
            <a:xfrm>
              <a:off x="9092891" y="8460933"/>
              <a:ext cx="2265241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-5.91 [-6.045, -3.554]</a:t>
              </a:r>
            </a:p>
          </p:txBody>
        </p:sp>
        <p:sp>
          <p:nvSpPr>
            <p:cNvPr id="3911" name="tx3911"/>
            <p:cNvSpPr/>
            <p:nvPr/>
          </p:nvSpPr>
          <p:spPr>
            <a:xfrm>
              <a:off x="9092891" y="8706377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0.627</a:t>
              </a:r>
            </a:p>
          </p:txBody>
        </p:sp>
        <p:sp>
          <p:nvSpPr>
            <p:cNvPr id="3912" name="tx3912"/>
            <p:cNvSpPr/>
            <p:nvPr/>
          </p:nvSpPr>
          <p:spPr>
            <a:xfrm>
              <a:off x="9092891" y="8926330"/>
              <a:ext cx="1176935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0.884</a:t>
              </a:r>
            </a:p>
          </p:txBody>
        </p:sp>
        <p:sp>
          <p:nvSpPr>
            <p:cNvPr id="3913" name="tx3913"/>
            <p:cNvSpPr/>
            <p:nvPr/>
          </p:nvSpPr>
          <p:spPr>
            <a:xfrm>
              <a:off x="9092891" y="9144800"/>
              <a:ext cx="974480" cy="1110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0.793</a:t>
              </a:r>
            </a:p>
          </p:txBody>
        </p:sp>
        <p:sp>
          <p:nvSpPr>
            <p:cNvPr id="3914" name="tx3914"/>
            <p:cNvSpPr/>
            <p:nvPr/>
          </p:nvSpPr>
          <p:spPr>
            <a:xfrm>
              <a:off x="8351312" y="904694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3915" name="tx3915"/>
            <p:cNvSpPr/>
            <p:nvPr/>
          </p:nvSpPr>
          <p:spPr>
            <a:xfrm>
              <a:off x="8351312" y="876402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3916" name="tx3916"/>
            <p:cNvSpPr/>
            <p:nvPr/>
          </p:nvSpPr>
          <p:spPr>
            <a:xfrm>
              <a:off x="8351312" y="848111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3917" name="tx3917"/>
            <p:cNvSpPr/>
            <p:nvPr/>
          </p:nvSpPr>
          <p:spPr>
            <a:xfrm>
              <a:off x="8351312" y="819819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3918" name="tx3918"/>
            <p:cNvSpPr/>
            <p:nvPr/>
          </p:nvSpPr>
          <p:spPr>
            <a:xfrm>
              <a:off x="8351312" y="7915283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3919" name="tx3919"/>
            <p:cNvSpPr/>
            <p:nvPr/>
          </p:nvSpPr>
          <p:spPr>
            <a:xfrm>
              <a:off x="8626026" y="92341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3920" name="tx3920"/>
            <p:cNvSpPr/>
            <p:nvPr/>
          </p:nvSpPr>
          <p:spPr>
            <a:xfrm>
              <a:off x="8908941" y="92341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3921" name="tx3921"/>
            <p:cNvSpPr/>
            <p:nvPr/>
          </p:nvSpPr>
          <p:spPr>
            <a:xfrm>
              <a:off x="9191856" y="92341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3922" name="tx3922"/>
            <p:cNvSpPr/>
            <p:nvPr/>
          </p:nvSpPr>
          <p:spPr>
            <a:xfrm>
              <a:off x="9474771" y="92341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3923" name="tx3923"/>
            <p:cNvSpPr/>
            <p:nvPr/>
          </p:nvSpPr>
          <p:spPr>
            <a:xfrm>
              <a:off x="9757686" y="92341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3924" name="tx3924"/>
            <p:cNvSpPr/>
            <p:nvPr/>
          </p:nvSpPr>
          <p:spPr>
            <a:xfrm>
              <a:off x="7951892" y="9383870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3925" name="tx3925"/>
            <p:cNvSpPr/>
            <p:nvPr/>
          </p:nvSpPr>
          <p:spPr>
            <a:xfrm rot="-5400000">
              <a:off x="6980294" y="8450745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3926" name="tx3926"/>
            <p:cNvSpPr/>
            <p:nvPr/>
          </p:nvSpPr>
          <p:spPr>
            <a:xfrm>
              <a:off x="8707863" y="7632367"/>
              <a:ext cx="213360" cy="1527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N.</a:t>
              </a:r>
            </a:p>
          </p:txBody>
        </p:sp>
        <p:sp>
          <p:nvSpPr>
            <p:cNvPr id="3927" name="rc3927"/>
            <p:cNvSpPr/>
            <p:nvPr/>
          </p:nvSpPr>
          <p:spPr>
            <a:xfrm>
              <a:off x="10698162" y="7543800"/>
              <a:ext cx="493775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rc3928"/>
            <p:cNvSpPr/>
            <p:nvPr/>
          </p:nvSpPr>
          <p:spPr>
            <a:xfrm>
              <a:off x="11127101" y="7841078"/>
              <a:ext cx="4439232" cy="142643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29" name="pl3929"/>
            <p:cNvSpPr/>
            <p:nvPr/>
          </p:nvSpPr>
          <p:spPr>
            <a:xfrm>
              <a:off x="11127101" y="9177735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l3930"/>
            <p:cNvSpPr/>
            <p:nvPr/>
          </p:nvSpPr>
          <p:spPr>
            <a:xfrm>
              <a:off x="11127101" y="8928359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l3931"/>
            <p:cNvSpPr/>
            <p:nvPr/>
          </p:nvSpPr>
          <p:spPr>
            <a:xfrm>
              <a:off x="11127101" y="8678982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l3932"/>
            <p:cNvSpPr/>
            <p:nvPr/>
          </p:nvSpPr>
          <p:spPr>
            <a:xfrm>
              <a:off x="11127101" y="8429606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l3933"/>
            <p:cNvSpPr/>
            <p:nvPr/>
          </p:nvSpPr>
          <p:spPr>
            <a:xfrm>
              <a:off x="11127101" y="8180230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l3934"/>
            <p:cNvSpPr/>
            <p:nvPr/>
          </p:nvSpPr>
          <p:spPr>
            <a:xfrm>
              <a:off x="11127101" y="7930853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l3935"/>
            <p:cNvSpPr/>
            <p:nvPr/>
          </p:nvSpPr>
          <p:spPr>
            <a:xfrm>
              <a:off x="12041666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l3936"/>
            <p:cNvSpPr/>
            <p:nvPr/>
          </p:nvSpPr>
          <p:spPr>
            <a:xfrm>
              <a:off x="13102459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l3937"/>
            <p:cNvSpPr/>
            <p:nvPr/>
          </p:nvSpPr>
          <p:spPr>
            <a:xfrm>
              <a:off x="14163251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l3938"/>
            <p:cNvSpPr/>
            <p:nvPr/>
          </p:nvSpPr>
          <p:spPr>
            <a:xfrm>
              <a:off x="15224044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l3939"/>
            <p:cNvSpPr/>
            <p:nvPr/>
          </p:nvSpPr>
          <p:spPr>
            <a:xfrm>
              <a:off x="11127101" y="9053047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l3940"/>
            <p:cNvSpPr/>
            <p:nvPr/>
          </p:nvSpPr>
          <p:spPr>
            <a:xfrm>
              <a:off x="11127101" y="8803671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l3941"/>
            <p:cNvSpPr/>
            <p:nvPr/>
          </p:nvSpPr>
          <p:spPr>
            <a:xfrm>
              <a:off x="11127101" y="8554294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l3942"/>
            <p:cNvSpPr/>
            <p:nvPr/>
          </p:nvSpPr>
          <p:spPr>
            <a:xfrm>
              <a:off x="11127101" y="8304918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l3943"/>
            <p:cNvSpPr/>
            <p:nvPr/>
          </p:nvSpPr>
          <p:spPr>
            <a:xfrm>
              <a:off x="11127101" y="8055541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l3944"/>
            <p:cNvSpPr/>
            <p:nvPr/>
          </p:nvSpPr>
          <p:spPr>
            <a:xfrm>
              <a:off x="11511269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l3945"/>
            <p:cNvSpPr/>
            <p:nvPr/>
          </p:nvSpPr>
          <p:spPr>
            <a:xfrm>
              <a:off x="12572062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l3946"/>
            <p:cNvSpPr/>
            <p:nvPr/>
          </p:nvSpPr>
          <p:spPr>
            <a:xfrm>
              <a:off x="13632855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l3947"/>
            <p:cNvSpPr/>
            <p:nvPr/>
          </p:nvSpPr>
          <p:spPr>
            <a:xfrm>
              <a:off x="14693648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t3948"/>
            <p:cNvSpPr/>
            <p:nvPr/>
          </p:nvSpPr>
          <p:spPr>
            <a:xfrm>
              <a:off x="11451966" y="89527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t3949"/>
            <p:cNvSpPr/>
            <p:nvPr/>
          </p:nvSpPr>
          <p:spPr>
            <a:xfrm>
              <a:off x="11725631" y="90389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t3950"/>
            <p:cNvSpPr/>
            <p:nvPr/>
          </p:nvSpPr>
          <p:spPr>
            <a:xfrm>
              <a:off x="14128595" y="86296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t3951"/>
            <p:cNvSpPr/>
            <p:nvPr/>
          </p:nvSpPr>
          <p:spPr>
            <a:xfrm>
              <a:off x="11427672" y="90194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t3952"/>
            <p:cNvSpPr/>
            <p:nvPr/>
          </p:nvSpPr>
          <p:spPr>
            <a:xfrm>
              <a:off x="11504127" y="9048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t3953"/>
            <p:cNvSpPr/>
            <p:nvPr/>
          </p:nvSpPr>
          <p:spPr>
            <a:xfrm>
              <a:off x="11471258" y="90515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t3954"/>
            <p:cNvSpPr/>
            <p:nvPr/>
          </p:nvSpPr>
          <p:spPr>
            <a:xfrm>
              <a:off x="11995723" y="88731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t3955"/>
            <p:cNvSpPr/>
            <p:nvPr/>
          </p:nvSpPr>
          <p:spPr>
            <a:xfrm>
              <a:off x="11587727" y="90913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t3956"/>
            <p:cNvSpPr/>
            <p:nvPr/>
          </p:nvSpPr>
          <p:spPr>
            <a:xfrm>
              <a:off x="11536280" y="90157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t3957"/>
            <p:cNvSpPr/>
            <p:nvPr/>
          </p:nvSpPr>
          <p:spPr>
            <a:xfrm>
              <a:off x="11804944" y="86952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t3958"/>
            <p:cNvSpPr/>
            <p:nvPr/>
          </p:nvSpPr>
          <p:spPr>
            <a:xfrm>
              <a:off x="13819918" y="8933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t3959"/>
            <p:cNvSpPr/>
            <p:nvPr/>
          </p:nvSpPr>
          <p:spPr>
            <a:xfrm>
              <a:off x="11424099" y="90981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t3960"/>
            <p:cNvSpPr/>
            <p:nvPr/>
          </p:nvSpPr>
          <p:spPr>
            <a:xfrm>
              <a:off x="11446250" y="90323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t3961"/>
            <p:cNvSpPr/>
            <p:nvPr/>
          </p:nvSpPr>
          <p:spPr>
            <a:xfrm>
              <a:off x="12458024" y="89169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t3962"/>
            <p:cNvSpPr/>
            <p:nvPr/>
          </p:nvSpPr>
          <p:spPr>
            <a:xfrm>
              <a:off x="11471973" y="89749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t3963"/>
            <p:cNvSpPr/>
            <p:nvPr/>
          </p:nvSpPr>
          <p:spPr>
            <a:xfrm>
              <a:off x="11470544" y="90371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t3964"/>
            <p:cNvSpPr/>
            <p:nvPr/>
          </p:nvSpPr>
          <p:spPr>
            <a:xfrm>
              <a:off x="11407665" y="89905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t3965"/>
            <p:cNvSpPr/>
            <p:nvPr/>
          </p:nvSpPr>
          <p:spPr>
            <a:xfrm>
              <a:off x="11381942" y="89924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t3966"/>
            <p:cNvSpPr/>
            <p:nvPr/>
          </p:nvSpPr>
          <p:spPr>
            <a:xfrm>
              <a:off x="11483405" y="90174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t3967"/>
            <p:cNvSpPr/>
            <p:nvPr/>
          </p:nvSpPr>
          <p:spPr>
            <a:xfrm>
              <a:off x="12161494" y="87111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t3968"/>
            <p:cNvSpPr/>
            <p:nvPr/>
          </p:nvSpPr>
          <p:spPr>
            <a:xfrm>
              <a:off x="12142916" y="8645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t3969"/>
            <p:cNvSpPr/>
            <p:nvPr/>
          </p:nvSpPr>
          <p:spPr>
            <a:xfrm>
              <a:off x="12441590" y="86168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t3970"/>
            <p:cNvSpPr/>
            <p:nvPr/>
          </p:nvSpPr>
          <p:spPr>
            <a:xfrm>
              <a:off x="11662038" y="89382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t3971"/>
            <p:cNvSpPr/>
            <p:nvPr/>
          </p:nvSpPr>
          <p:spPr>
            <a:xfrm>
              <a:off x="11481262" y="89392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t3972"/>
            <p:cNvSpPr/>
            <p:nvPr/>
          </p:nvSpPr>
          <p:spPr>
            <a:xfrm>
              <a:off x="13371908" y="89539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t3973"/>
            <p:cNvSpPr/>
            <p:nvPr/>
          </p:nvSpPr>
          <p:spPr>
            <a:xfrm>
              <a:off x="13353330" y="89311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t3974"/>
            <p:cNvSpPr/>
            <p:nvPr/>
          </p:nvSpPr>
          <p:spPr>
            <a:xfrm>
              <a:off x="11703480" y="90154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t3975"/>
            <p:cNvSpPr/>
            <p:nvPr/>
          </p:nvSpPr>
          <p:spPr>
            <a:xfrm>
              <a:off x="11474831" y="89433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t3976"/>
            <p:cNvSpPr/>
            <p:nvPr/>
          </p:nvSpPr>
          <p:spPr>
            <a:xfrm>
              <a:off x="11404092" y="90737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t3977"/>
            <p:cNvSpPr/>
            <p:nvPr/>
          </p:nvSpPr>
          <p:spPr>
            <a:xfrm>
              <a:off x="11487692" y="89822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t3978"/>
            <p:cNvSpPr/>
            <p:nvPr/>
          </p:nvSpPr>
          <p:spPr>
            <a:xfrm>
              <a:off x="11368366" y="8983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t3979"/>
            <p:cNvSpPr/>
            <p:nvPr/>
          </p:nvSpPr>
          <p:spPr>
            <a:xfrm>
              <a:off x="11435532" y="89917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t3980"/>
            <p:cNvSpPr/>
            <p:nvPr/>
          </p:nvSpPr>
          <p:spPr>
            <a:xfrm>
              <a:off x="11524133" y="89877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t3981"/>
            <p:cNvSpPr/>
            <p:nvPr/>
          </p:nvSpPr>
          <p:spPr>
            <a:xfrm>
              <a:off x="11411238" y="90300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t3982"/>
            <p:cNvSpPr/>
            <p:nvPr/>
          </p:nvSpPr>
          <p:spPr>
            <a:xfrm>
              <a:off x="11419097" y="90315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t3983"/>
            <p:cNvSpPr/>
            <p:nvPr/>
          </p:nvSpPr>
          <p:spPr>
            <a:xfrm>
              <a:off x="11612021" y="89841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t3984"/>
            <p:cNvSpPr/>
            <p:nvPr/>
          </p:nvSpPr>
          <p:spPr>
            <a:xfrm>
              <a:off x="14100729" y="87736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t3985"/>
            <p:cNvSpPr/>
            <p:nvPr/>
          </p:nvSpPr>
          <p:spPr>
            <a:xfrm>
              <a:off x="11665610" y="89717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t3986"/>
            <p:cNvSpPr/>
            <p:nvPr/>
          </p:nvSpPr>
          <p:spPr>
            <a:xfrm>
              <a:off x="12058602" y="90480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t3987"/>
            <p:cNvSpPr/>
            <p:nvPr/>
          </p:nvSpPr>
          <p:spPr>
            <a:xfrm>
              <a:off x="11426243" y="89469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t3988"/>
            <p:cNvSpPr/>
            <p:nvPr/>
          </p:nvSpPr>
          <p:spPr>
            <a:xfrm>
              <a:off x="11523419" y="89674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t3989"/>
            <p:cNvSpPr/>
            <p:nvPr/>
          </p:nvSpPr>
          <p:spPr>
            <a:xfrm>
              <a:off x="11524848" y="90477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t3990"/>
            <p:cNvSpPr/>
            <p:nvPr/>
          </p:nvSpPr>
          <p:spPr>
            <a:xfrm>
              <a:off x="11651320" y="90225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t3991"/>
            <p:cNvSpPr/>
            <p:nvPr/>
          </p:nvSpPr>
          <p:spPr>
            <a:xfrm>
              <a:off x="11483405" y="90033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t3992"/>
            <p:cNvSpPr/>
            <p:nvPr/>
          </p:nvSpPr>
          <p:spPr>
            <a:xfrm>
              <a:off x="11537709" y="89546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t3993"/>
            <p:cNvSpPr/>
            <p:nvPr/>
          </p:nvSpPr>
          <p:spPr>
            <a:xfrm>
              <a:off x="11469829" y="89943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t3994"/>
            <p:cNvSpPr/>
            <p:nvPr/>
          </p:nvSpPr>
          <p:spPr>
            <a:xfrm>
              <a:off x="11511986" y="90274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t3995"/>
            <p:cNvSpPr/>
            <p:nvPr/>
          </p:nvSpPr>
          <p:spPr>
            <a:xfrm>
              <a:off x="12998923" y="87516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t3996"/>
            <p:cNvSpPr/>
            <p:nvPr/>
          </p:nvSpPr>
          <p:spPr>
            <a:xfrm>
              <a:off x="13101101" y="87457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t3997"/>
            <p:cNvSpPr/>
            <p:nvPr/>
          </p:nvSpPr>
          <p:spPr>
            <a:xfrm>
              <a:off x="11554144" y="90699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t3998"/>
            <p:cNvSpPr/>
            <p:nvPr/>
          </p:nvSpPr>
          <p:spPr>
            <a:xfrm>
              <a:off x="11630598" y="90551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t3999"/>
            <p:cNvSpPr/>
            <p:nvPr/>
          </p:nvSpPr>
          <p:spPr>
            <a:xfrm>
              <a:off x="11438390" y="90460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t4000"/>
            <p:cNvSpPr/>
            <p:nvPr/>
          </p:nvSpPr>
          <p:spPr>
            <a:xfrm>
              <a:off x="11414096" y="89611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t4001"/>
            <p:cNvSpPr/>
            <p:nvPr/>
          </p:nvSpPr>
          <p:spPr>
            <a:xfrm>
              <a:off x="13085382" y="84630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t4002"/>
            <p:cNvSpPr/>
            <p:nvPr/>
          </p:nvSpPr>
          <p:spPr>
            <a:xfrm>
              <a:off x="11386229" y="89642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t4003"/>
            <p:cNvSpPr/>
            <p:nvPr/>
          </p:nvSpPr>
          <p:spPr>
            <a:xfrm>
              <a:off x="11341214" y="89598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t4004"/>
            <p:cNvSpPr/>
            <p:nvPr/>
          </p:nvSpPr>
          <p:spPr>
            <a:xfrm>
              <a:off x="12445877" y="89442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t4005"/>
            <p:cNvSpPr/>
            <p:nvPr/>
          </p:nvSpPr>
          <p:spPr>
            <a:xfrm>
              <a:off x="14057142" y="86871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t4006"/>
            <p:cNvSpPr/>
            <p:nvPr/>
          </p:nvSpPr>
          <p:spPr>
            <a:xfrm>
              <a:off x="14203621" y="86312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t4007"/>
            <p:cNvSpPr/>
            <p:nvPr/>
          </p:nvSpPr>
          <p:spPr>
            <a:xfrm>
              <a:off x="11485549" y="90333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t4008"/>
            <p:cNvSpPr/>
            <p:nvPr/>
          </p:nvSpPr>
          <p:spPr>
            <a:xfrm>
              <a:off x="11491265" y="89993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t4009"/>
            <p:cNvSpPr/>
            <p:nvPr/>
          </p:nvSpPr>
          <p:spPr>
            <a:xfrm>
              <a:off x="13171125" y="88251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t4010"/>
            <p:cNvSpPr/>
            <p:nvPr/>
          </p:nvSpPr>
          <p:spPr>
            <a:xfrm>
              <a:off x="13197563" y="89036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t4011"/>
            <p:cNvSpPr/>
            <p:nvPr/>
          </p:nvSpPr>
          <p:spPr>
            <a:xfrm>
              <a:off x="11509843" y="89073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t4012"/>
            <p:cNvSpPr/>
            <p:nvPr/>
          </p:nvSpPr>
          <p:spPr>
            <a:xfrm>
              <a:off x="13642715" y="88858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t4013"/>
            <p:cNvSpPr/>
            <p:nvPr/>
          </p:nvSpPr>
          <p:spPr>
            <a:xfrm>
              <a:off x="12963911" y="87247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t4014"/>
            <p:cNvSpPr/>
            <p:nvPr/>
          </p:nvSpPr>
          <p:spPr>
            <a:xfrm>
              <a:off x="13262585" y="87131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t4015"/>
            <p:cNvSpPr/>
            <p:nvPr/>
          </p:nvSpPr>
          <p:spPr>
            <a:xfrm>
              <a:off x="13469084" y="87122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t4016"/>
            <p:cNvSpPr/>
            <p:nvPr/>
          </p:nvSpPr>
          <p:spPr>
            <a:xfrm>
              <a:off x="11458397" y="90828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t4017"/>
            <p:cNvSpPr/>
            <p:nvPr/>
          </p:nvSpPr>
          <p:spPr>
            <a:xfrm>
              <a:off x="11451966" y="90534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t4018"/>
            <p:cNvSpPr/>
            <p:nvPr/>
          </p:nvSpPr>
          <p:spPr>
            <a:xfrm>
              <a:off x="11460540" y="90836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t4019"/>
            <p:cNvSpPr/>
            <p:nvPr/>
          </p:nvSpPr>
          <p:spPr>
            <a:xfrm>
              <a:off x="11516274" y="90078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t4020"/>
            <p:cNvSpPr/>
            <p:nvPr/>
          </p:nvSpPr>
          <p:spPr>
            <a:xfrm>
              <a:off x="12119337" y="89558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t4021"/>
            <p:cNvSpPr/>
            <p:nvPr/>
          </p:nvSpPr>
          <p:spPr>
            <a:xfrm>
              <a:off x="11408380" y="89275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t4022"/>
            <p:cNvSpPr/>
            <p:nvPr/>
          </p:nvSpPr>
          <p:spPr>
            <a:xfrm>
              <a:off x="12220086" y="86703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t4023"/>
            <p:cNvSpPr/>
            <p:nvPr/>
          </p:nvSpPr>
          <p:spPr>
            <a:xfrm>
              <a:off x="11772075" y="89437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t4024"/>
            <p:cNvSpPr/>
            <p:nvPr/>
          </p:nvSpPr>
          <p:spPr>
            <a:xfrm>
              <a:off x="11415525" y="89607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t4025"/>
            <p:cNvSpPr/>
            <p:nvPr/>
          </p:nvSpPr>
          <p:spPr>
            <a:xfrm>
              <a:off x="11557002" y="90609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t4026"/>
            <p:cNvSpPr/>
            <p:nvPr/>
          </p:nvSpPr>
          <p:spPr>
            <a:xfrm>
              <a:off x="12079323" y="89674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t4027"/>
            <p:cNvSpPr/>
            <p:nvPr/>
          </p:nvSpPr>
          <p:spPr>
            <a:xfrm>
              <a:off x="12932472" y="88931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t4028"/>
            <p:cNvSpPr/>
            <p:nvPr/>
          </p:nvSpPr>
          <p:spPr>
            <a:xfrm>
              <a:off x="11479833" y="90147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t4029"/>
            <p:cNvSpPr/>
            <p:nvPr/>
          </p:nvSpPr>
          <p:spPr>
            <a:xfrm>
              <a:off x="11519132" y="90400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t4030"/>
            <p:cNvSpPr/>
            <p:nvPr/>
          </p:nvSpPr>
          <p:spPr>
            <a:xfrm>
              <a:off x="11459826" y="90168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t4031"/>
            <p:cNvSpPr/>
            <p:nvPr/>
          </p:nvSpPr>
          <p:spPr>
            <a:xfrm>
              <a:off x="11509128" y="89770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t4032"/>
            <p:cNvSpPr/>
            <p:nvPr/>
          </p:nvSpPr>
          <p:spPr>
            <a:xfrm>
              <a:off x="11486978" y="90088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t4033"/>
            <p:cNvSpPr/>
            <p:nvPr/>
          </p:nvSpPr>
          <p:spPr>
            <a:xfrm>
              <a:off x="12853159" y="89756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t4034"/>
            <p:cNvSpPr/>
            <p:nvPr/>
          </p:nvSpPr>
          <p:spPr>
            <a:xfrm>
              <a:off x="11520561" y="8970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t4035"/>
            <p:cNvSpPr/>
            <p:nvPr/>
          </p:nvSpPr>
          <p:spPr>
            <a:xfrm>
              <a:off x="13647002" y="88584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t4036"/>
            <p:cNvSpPr/>
            <p:nvPr/>
          </p:nvSpPr>
          <p:spPr>
            <a:xfrm>
              <a:off x="13699877" y="87408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t4037"/>
            <p:cNvSpPr/>
            <p:nvPr/>
          </p:nvSpPr>
          <p:spPr>
            <a:xfrm>
              <a:off x="11755641" y="90617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t4038"/>
            <p:cNvSpPr/>
            <p:nvPr/>
          </p:nvSpPr>
          <p:spPr>
            <a:xfrm>
              <a:off x="11434103" y="89307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t4039"/>
            <p:cNvSpPr/>
            <p:nvPr/>
          </p:nvSpPr>
          <p:spPr>
            <a:xfrm>
              <a:off x="12821720" y="88018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t4040"/>
            <p:cNvSpPr/>
            <p:nvPr/>
          </p:nvSpPr>
          <p:spPr>
            <a:xfrm>
              <a:off x="12332981" y="86376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t4041"/>
            <p:cNvSpPr/>
            <p:nvPr/>
          </p:nvSpPr>
          <p:spPr>
            <a:xfrm>
              <a:off x="11487692" y="90540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t4042"/>
            <p:cNvSpPr/>
            <p:nvPr/>
          </p:nvSpPr>
          <p:spPr>
            <a:xfrm>
              <a:off x="11491980" y="90329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t4043"/>
            <p:cNvSpPr/>
            <p:nvPr/>
          </p:nvSpPr>
          <p:spPr>
            <a:xfrm>
              <a:off x="11448393" y="89672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t4044"/>
            <p:cNvSpPr/>
            <p:nvPr/>
          </p:nvSpPr>
          <p:spPr>
            <a:xfrm>
              <a:off x="11520561" y="89754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t4045"/>
            <p:cNvSpPr/>
            <p:nvPr/>
          </p:nvSpPr>
          <p:spPr>
            <a:xfrm>
              <a:off x="11423385" y="90269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t4046"/>
            <p:cNvSpPr/>
            <p:nvPr/>
          </p:nvSpPr>
          <p:spPr>
            <a:xfrm>
              <a:off x="12018588" y="89499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t4047"/>
            <p:cNvSpPr/>
            <p:nvPr/>
          </p:nvSpPr>
          <p:spPr>
            <a:xfrm>
              <a:off x="11534137" y="90892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t4048"/>
            <p:cNvSpPr/>
            <p:nvPr/>
          </p:nvSpPr>
          <p:spPr>
            <a:xfrm>
              <a:off x="11749210" y="86853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t4049"/>
            <p:cNvSpPr/>
            <p:nvPr/>
          </p:nvSpPr>
          <p:spPr>
            <a:xfrm>
              <a:off x="12590212" y="88411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t4050"/>
            <p:cNvSpPr/>
            <p:nvPr/>
          </p:nvSpPr>
          <p:spPr>
            <a:xfrm>
              <a:off x="11538424" y="90231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t4051"/>
            <p:cNvSpPr/>
            <p:nvPr/>
          </p:nvSpPr>
          <p:spPr>
            <a:xfrm>
              <a:off x="11544140" y="90416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t4052"/>
            <p:cNvSpPr/>
            <p:nvPr/>
          </p:nvSpPr>
          <p:spPr>
            <a:xfrm>
              <a:off x="11520561" y="9063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t4053"/>
            <p:cNvSpPr/>
            <p:nvPr/>
          </p:nvSpPr>
          <p:spPr>
            <a:xfrm>
              <a:off x="11500554" y="9009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t4054"/>
            <p:cNvSpPr/>
            <p:nvPr/>
          </p:nvSpPr>
          <p:spPr>
            <a:xfrm>
              <a:off x="11494123" y="89811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t4055"/>
            <p:cNvSpPr/>
            <p:nvPr/>
          </p:nvSpPr>
          <p:spPr>
            <a:xfrm>
              <a:off x="11506270" y="90012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t4056"/>
            <p:cNvSpPr/>
            <p:nvPr/>
          </p:nvSpPr>
          <p:spPr>
            <a:xfrm>
              <a:off x="11464113" y="90205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t4057"/>
            <p:cNvSpPr/>
            <p:nvPr/>
          </p:nvSpPr>
          <p:spPr>
            <a:xfrm>
              <a:off x="11506270" y="89817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t4058"/>
            <p:cNvSpPr/>
            <p:nvPr/>
          </p:nvSpPr>
          <p:spPr>
            <a:xfrm>
              <a:off x="11454109" y="89786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t4059"/>
            <p:cNvSpPr/>
            <p:nvPr/>
          </p:nvSpPr>
          <p:spPr>
            <a:xfrm>
              <a:off x="11493409" y="89671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t4060"/>
            <p:cNvSpPr/>
            <p:nvPr/>
          </p:nvSpPr>
          <p:spPr>
            <a:xfrm>
              <a:off x="11501268" y="89888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t4061"/>
            <p:cNvSpPr/>
            <p:nvPr/>
          </p:nvSpPr>
          <p:spPr>
            <a:xfrm>
              <a:off x="11855675" y="8865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t4062"/>
            <p:cNvSpPr/>
            <p:nvPr/>
          </p:nvSpPr>
          <p:spPr>
            <a:xfrm>
              <a:off x="11534137" y="90447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t4063"/>
            <p:cNvSpPr/>
            <p:nvPr/>
          </p:nvSpPr>
          <p:spPr>
            <a:xfrm>
              <a:off x="11554858" y="90765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t4064"/>
            <p:cNvSpPr/>
            <p:nvPr/>
          </p:nvSpPr>
          <p:spPr>
            <a:xfrm>
              <a:off x="11491980" y="89891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t4065"/>
            <p:cNvSpPr/>
            <p:nvPr/>
          </p:nvSpPr>
          <p:spPr>
            <a:xfrm>
              <a:off x="11520561" y="89869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t4066"/>
            <p:cNvSpPr/>
            <p:nvPr/>
          </p:nvSpPr>
          <p:spPr>
            <a:xfrm>
              <a:off x="11326209" y="89835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t4067"/>
            <p:cNvSpPr/>
            <p:nvPr/>
          </p:nvSpPr>
          <p:spPr>
            <a:xfrm>
              <a:off x="12565918" y="8961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t4068"/>
            <p:cNvSpPr/>
            <p:nvPr/>
          </p:nvSpPr>
          <p:spPr>
            <a:xfrm>
              <a:off x="12883170" y="89506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t4069"/>
            <p:cNvSpPr/>
            <p:nvPr/>
          </p:nvSpPr>
          <p:spPr>
            <a:xfrm>
              <a:off x="11488407" y="90554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t4070"/>
            <p:cNvSpPr/>
            <p:nvPr/>
          </p:nvSpPr>
          <p:spPr>
            <a:xfrm>
              <a:off x="11496267" y="90664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t4071"/>
            <p:cNvSpPr/>
            <p:nvPr/>
          </p:nvSpPr>
          <p:spPr>
            <a:xfrm>
              <a:off x="11623453" y="9044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t4072"/>
            <p:cNvSpPr/>
            <p:nvPr/>
          </p:nvSpPr>
          <p:spPr>
            <a:xfrm>
              <a:off x="11501268" y="90028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t4073"/>
            <p:cNvSpPr/>
            <p:nvPr/>
          </p:nvSpPr>
          <p:spPr>
            <a:xfrm>
              <a:off x="11429815" y="90582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t4074"/>
            <p:cNvSpPr/>
            <p:nvPr/>
          </p:nvSpPr>
          <p:spPr>
            <a:xfrm>
              <a:off x="11379084" y="90194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t4075"/>
            <p:cNvSpPr/>
            <p:nvPr/>
          </p:nvSpPr>
          <p:spPr>
            <a:xfrm>
              <a:off x="12007156" y="88436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t4076"/>
            <p:cNvSpPr/>
            <p:nvPr/>
          </p:nvSpPr>
          <p:spPr>
            <a:xfrm>
              <a:off x="11499839" y="90351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t4077"/>
            <p:cNvSpPr/>
            <p:nvPr/>
          </p:nvSpPr>
          <p:spPr>
            <a:xfrm>
              <a:off x="11515559" y="90798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t4078"/>
            <p:cNvSpPr/>
            <p:nvPr/>
          </p:nvSpPr>
          <p:spPr>
            <a:xfrm>
              <a:off x="13967112" y="8966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t4079"/>
            <p:cNvSpPr/>
            <p:nvPr/>
          </p:nvSpPr>
          <p:spPr>
            <a:xfrm>
              <a:off x="13729888" y="90004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t4080"/>
            <p:cNvSpPr/>
            <p:nvPr/>
          </p:nvSpPr>
          <p:spPr>
            <a:xfrm>
              <a:off x="11391231" y="89623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t4081"/>
            <p:cNvSpPr/>
            <p:nvPr/>
          </p:nvSpPr>
          <p:spPr>
            <a:xfrm>
              <a:off x="13006783" y="86865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t4082"/>
            <p:cNvSpPr/>
            <p:nvPr/>
          </p:nvSpPr>
          <p:spPr>
            <a:xfrm>
              <a:off x="11432674" y="89999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t4083"/>
            <p:cNvSpPr/>
            <p:nvPr/>
          </p:nvSpPr>
          <p:spPr>
            <a:xfrm>
              <a:off x="11842814" y="8959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t4084"/>
            <p:cNvSpPr/>
            <p:nvPr/>
          </p:nvSpPr>
          <p:spPr>
            <a:xfrm>
              <a:off x="12008585" y="89541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t4085"/>
            <p:cNvSpPr/>
            <p:nvPr/>
          </p:nvSpPr>
          <p:spPr>
            <a:xfrm>
              <a:off x="11448393" y="90711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t4086"/>
            <p:cNvSpPr/>
            <p:nvPr/>
          </p:nvSpPr>
          <p:spPr>
            <a:xfrm>
              <a:off x="11513415" y="90975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t4087"/>
            <p:cNvSpPr/>
            <p:nvPr/>
          </p:nvSpPr>
          <p:spPr>
            <a:xfrm>
              <a:off x="11500554" y="91017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t4088"/>
            <p:cNvSpPr/>
            <p:nvPr/>
          </p:nvSpPr>
          <p:spPr>
            <a:xfrm>
              <a:off x="11511986" y="90802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t4089"/>
            <p:cNvSpPr/>
            <p:nvPr/>
          </p:nvSpPr>
          <p:spPr>
            <a:xfrm>
              <a:off x="11520561" y="90944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t4090"/>
            <p:cNvSpPr/>
            <p:nvPr/>
          </p:nvSpPr>
          <p:spPr>
            <a:xfrm>
              <a:off x="11456968" y="90023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t4091"/>
            <p:cNvSpPr/>
            <p:nvPr/>
          </p:nvSpPr>
          <p:spPr>
            <a:xfrm>
              <a:off x="11802800" y="88743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t4092"/>
            <p:cNvSpPr/>
            <p:nvPr/>
          </p:nvSpPr>
          <p:spPr>
            <a:xfrm>
              <a:off x="11413381" y="90281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t4093"/>
            <p:cNvSpPr/>
            <p:nvPr/>
          </p:nvSpPr>
          <p:spPr>
            <a:xfrm>
              <a:off x="11377655" y="90163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t4094"/>
            <p:cNvSpPr/>
            <p:nvPr/>
          </p:nvSpPr>
          <p:spPr>
            <a:xfrm>
              <a:off x="11410523" y="90444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t4095"/>
            <p:cNvSpPr/>
            <p:nvPr/>
          </p:nvSpPr>
          <p:spPr>
            <a:xfrm>
              <a:off x="11484834" y="90530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t4096"/>
            <p:cNvSpPr/>
            <p:nvPr/>
          </p:nvSpPr>
          <p:spPr>
            <a:xfrm>
              <a:off x="11454824" y="90882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t4097"/>
            <p:cNvSpPr/>
            <p:nvPr/>
          </p:nvSpPr>
          <p:spPr>
            <a:xfrm>
              <a:off x="11399805" y="90020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t4098"/>
            <p:cNvSpPr/>
            <p:nvPr/>
          </p:nvSpPr>
          <p:spPr>
            <a:xfrm>
              <a:off x="11422670" y="90222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t4099"/>
            <p:cNvSpPr/>
            <p:nvPr/>
          </p:nvSpPr>
          <p:spPr>
            <a:xfrm>
              <a:off x="11414096" y="90319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t4100"/>
            <p:cNvSpPr/>
            <p:nvPr/>
          </p:nvSpPr>
          <p:spPr>
            <a:xfrm>
              <a:off x="11533422" y="90173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t4101"/>
            <p:cNvSpPr/>
            <p:nvPr/>
          </p:nvSpPr>
          <p:spPr>
            <a:xfrm>
              <a:off x="11632027" y="90462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t4102"/>
            <p:cNvSpPr/>
            <p:nvPr/>
          </p:nvSpPr>
          <p:spPr>
            <a:xfrm>
              <a:off x="12352274" y="86372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t4103"/>
            <p:cNvSpPr/>
            <p:nvPr/>
          </p:nvSpPr>
          <p:spPr>
            <a:xfrm>
              <a:off x="12105761" y="88855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t4104"/>
            <p:cNvSpPr/>
            <p:nvPr/>
          </p:nvSpPr>
          <p:spPr>
            <a:xfrm>
              <a:off x="11468400" y="90414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t4105"/>
            <p:cNvSpPr/>
            <p:nvPr/>
          </p:nvSpPr>
          <p:spPr>
            <a:xfrm>
              <a:off x="12162923" y="90085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t4106"/>
            <p:cNvSpPr/>
            <p:nvPr/>
          </p:nvSpPr>
          <p:spPr>
            <a:xfrm>
              <a:off x="12134342" y="89584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t4107"/>
            <p:cNvSpPr/>
            <p:nvPr/>
          </p:nvSpPr>
          <p:spPr>
            <a:xfrm>
              <a:off x="12125768" y="89971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t4108"/>
            <p:cNvSpPr/>
            <p:nvPr/>
          </p:nvSpPr>
          <p:spPr>
            <a:xfrm>
              <a:off x="12142202" y="88543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t4109"/>
            <p:cNvSpPr/>
            <p:nvPr/>
          </p:nvSpPr>
          <p:spPr>
            <a:xfrm>
              <a:off x="11582725" y="90639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t4110"/>
            <p:cNvSpPr/>
            <p:nvPr/>
          </p:nvSpPr>
          <p:spPr>
            <a:xfrm>
              <a:off x="12082896" y="90725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t4111"/>
            <p:cNvSpPr/>
            <p:nvPr/>
          </p:nvSpPr>
          <p:spPr>
            <a:xfrm>
              <a:off x="12147204" y="89754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t4112"/>
            <p:cNvSpPr/>
            <p:nvPr/>
          </p:nvSpPr>
          <p:spPr>
            <a:xfrm>
              <a:off x="12474458" y="86556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t4113"/>
            <p:cNvSpPr/>
            <p:nvPr/>
          </p:nvSpPr>
          <p:spPr>
            <a:xfrm>
              <a:off x="11368366" y="89272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t4114"/>
            <p:cNvSpPr/>
            <p:nvPr/>
          </p:nvSpPr>
          <p:spPr>
            <a:xfrm>
              <a:off x="11446964" y="87710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t4115"/>
            <p:cNvSpPr/>
            <p:nvPr/>
          </p:nvSpPr>
          <p:spPr>
            <a:xfrm>
              <a:off x="11425528" y="87041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t4116"/>
            <p:cNvSpPr/>
            <p:nvPr/>
          </p:nvSpPr>
          <p:spPr>
            <a:xfrm>
              <a:off x="13062517" y="8706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t4117"/>
            <p:cNvSpPr/>
            <p:nvPr/>
          </p:nvSpPr>
          <p:spPr>
            <a:xfrm>
              <a:off x="13120393" y="86062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t4118"/>
            <p:cNvSpPr/>
            <p:nvPr/>
          </p:nvSpPr>
          <p:spPr>
            <a:xfrm>
              <a:off x="13538394" y="85314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t4119"/>
            <p:cNvSpPr/>
            <p:nvPr/>
          </p:nvSpPr>
          <p:spPr>
            <a:xfrm>
              <a:off x="11558431" y="89791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t4120"/>
            <p:cNvSpPr/>
            <p:nvPr/>
          </p:nvSpPr>
          <p:spPr>
            <a:xfrm>
              <a:off x="12193648" y="86840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t4121"/>
            <p:cNvSpPr/>
            <p:nvPr/>
          </p:nvSpPr>
          <p:spPr>
            <a:xfrm>
              <a:off x="12241522" y="87538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t4122"/>
            <p:cNvSpPr/>
            <p:nvPr/>
          </p:nvSpPr>
          <p:spPr>
            <a:xfrm>
              <a:off x="12803857" y="87997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t4123"/>
            <p:cNvSpPr/>
            <p:nvPr/>
          </p:nvSpPr>
          <p:spPr>
            <a:xfrm>
              <a:off x="12317976" y="88564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t4124"/>
            <p:cNvSpPr/>
            <p:nvPr/>
          </p:nvSpPr>
          <p:spPr>
            <a:xfrm>
              <a:off x="12190790" y="88282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t4125"/>
            <p:cNvSpPr/>
            <p:nvPr/>
          </p:nvSpPr>
          <p:spPr>
            <a:xfrm>
              <a:off x="11482691" y="89954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t4126"/>
            <p:cNvSpPr/>
            <p:nvPr/>
          </p:nvSpPr>
          <p:spPr>
            <a:xfrm>
              <a:off x="11499125" y="89936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t4127"/>
            <p:cNvSpPr/>
            <p:nvPr/>
          </p:nvSpPr>
          <p:spPr>
            <a:xfrm>
              <a:off x="11452680" y="90059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t4128"/>
            <p:cNvSpPr/>
            <p:nvPr/>
          </p:nvSpPr>
          <p:spPr>
            <a:xfrm>
              <a:off x="11401949" y="8976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t4129"/>
            <p:cNvSpPr/>
            <p:nvPr/>
          </p:nvSpPr>
          <p:spPr>
            <a:xfrm>
              <a:off x="13083952" y="87762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t4130"/>
            <p:cNvSpPr/>
            <p:nvPr/>
          </p:nvSpPr>
          <p:spPr>
            <a:xfrm>
              <a:off x="12060745" y="89072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t4131"/>
            <p:cNvSpPr/>
            <p:nvPr/>
          </p:nvSpPr>
          <p:spPr>
            <a:xfrm>
              <a:off x="11378369" y="90208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t4132"/>
            <p:cNvSpPr/>
            <p:nvPr/>
          </p:nvSpPr>
          <p:spPr>
            <a:xfrm>
              <a:off x="11459111" y="90325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t4133"/>
            <p:cNvSpPr/>
            <p:nvPr/>
          </p:nvSpPr>
          <p:spPr>
            <a:xfrm>
              <a:off x="13213997" y="8701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t4134"/>
            <p:cNvSpPr/>
            <p:nvPr/>
          </p:nvSpPr>
          <p:spPr>
            <a:xfrm>
              <a:off x="11645603" y="8992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t4135"/>
            <p:cNvSpPr/>
            <p:nvPr/>
          </p:nvSpPr>
          <p:spPr>
            <a:xfrm>
              <a:off x="11763501" y="89862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t4136"/>
            <p:cNvSpPr/>
            <p:nvPr/>
          </p:nvSpPr>
          <p:spPr>
            <a:xfrm>
              <a:off x="11544140" y="9071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t4137"/>
            <p:cNvSpPr/>
            <p:nvPr/>
          </p:nvSpPr>
          <p:spPr>
            <a:xfrm>
              <a:off x="12034308" y="88305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t4138"/>
            <p:cNvSpPr/>
            <p:nvPr/>
          </p:nvSpPr>
          <p:spPr>
            <a:xfrm>
              <a:off x="11411952" y="88898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t4139"/>
            <p:cNvSpPr/>
            <p:nvPr/>
          </p:nvSpPr>
          <p:spPr>
            <a:xfrm>
              <a:off x="11463398" y="89192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t4140"/>
            <p:cNvSpPr/>
            <p:nvPr/>
          </p:nvSpPr>
          <p:spPr>
            <a:xfrm>
              <a:off x="11463398" y="89324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t4141"/>
            <p:cNvSpPr/>
            <p:nvPr/>
          </p:nvSpPr>
          <p:spPr>
            <a:xfrm>
              <a:off x="11453395" y="89740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t4142"/>
            <p:cNvSpPr/>
            <p:nvPr/>
          </p:nvSpPr>
          <p:spPr>
            <a:xfrm>
              <a:off x="11525562" y="90890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t4143"/>
            <p:cNvSpPr/>
            <p:nvPr/>
          </p:nvSpPr>
          <p:spPr>
            <a:xfrm>
              <a:off x="11963569" y="89405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t4144"/>
            <p:cNvSpPr/>
            <p:nvPr/>
          </p:nvSpPr>
          <p:spPr>
            <a:xfrm>
              <a:off x="12174356" y="88961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t4145"/>
            <p:cNvSpPr/>
            <p:nvPr/>
          </p:nvSpPr>
          <p:spPr>
            <a:xfrm>
              <a:off x="12432301" y="89341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t4146"/>
            <p:cNvSpPr/>
            <p:nvPr/>
          </p:nvSpPr>
          <p:spPr>
            <a:xfrm>
              <a:off x="11569149" y="90947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t4147"/>
            <p:cNvSpPr/>
            <p:nvPr/>
          </p:nvSpPr>
          <p:spPr>
            <a:xfrm>
              <a:off x="11484120" y="84586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t4148"/>
            <p:cNvSpPr/>
            <p:nvPr/>
          </p:nvSpPr>
          <p:spPr>
            <a:xfrm>
              <a:off x="11494838" y="85954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t4149"/>
            <p:cNvSpPr/>
            <p:nvPr/>
          </p:nvSpPr>
          <p:spPr>
            <a:xfrm>
              <a:off x="11549142" y="8968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t4150"/>
            <p:cNvSpPr/>
            <p:nvPr/>
          </p:nvSpPr>
          <p:spPr>
            <a:xfrm>
              <a:off x="12462311" y="89957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t4151"/>
            <p:cNvSpPr/>
            <p:nvPr/>
          </p:nvSpPr>
          <p:spPr>
            <a:xfrm>
              <a:off x="11416239" y="90313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t4152"/>
            <p:cNvSpPr/>
            <p:nvPr/>
          </p:nvSpPr>
          <p:spPr>
            <a:xfrm>
              <a:off x="11441248" y="8975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t4153"/>
            <p:cNvSpPr/>
            <p:nvPr/>
          </p:nvSpPr>
          <p:spPr>
            <a:xfrm>
              <a:off x="12122910" y="89573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t4154"/>
            <p:cNvSpPr/>
            <p:nvPr/>
          </p:nvSpPr>
          <p:spPr>
            <a:xfrm>
              <a:off x="13158264" y="87684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t4155"/>
            <p:cNvSpPr/>
            <p:nvPr/>
          </p:nvSpPr>
          <p:spPr>
            <a:xfrm>
              <a:off x="13436930" y="88829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t4156"/>
            <p:cNvSpPr/>
            <p:nvPr/>
          </p:nvSpPr>
          <p:spPr>
            <a:xfrm>
              <a:off x="12095043" y="89121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t4157"/>
            <p:cNvSpPr/>
            <p:nvPr/>
          </p:nvSpPr>
          <p:spPr>
            <a:xfrm>
              <a:off x="14046424" y="86707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t4158"/>
            <p:cNvSpPr/>
            <p:nvPr/>
          </p:nvSpPr>
          <p:spPr>
            <a:xfrm>
              <a:off x="11484834" y="89678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t4159"/>
            <p:cNvSpPr/>
            <p:nvPr/>
          </p:nvSpPr>
          <p:spPr>
            <a:xfrm>
              <a:off x="12953193" y="88956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t4160"/>
            <p:cNvSpPr/>
            <p:nvPr/>
          </p:nvSpPr>
          <p:spPr>
            <a:xfrm>
              <a:off x="11809231" y="90160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t4161"/>
            <p:cNvSpPr/>
            <p:nvPr/>
          </p:nvSpPr>
          <p:spPr>
            <a:xfrm>
              <a:off x="11861392" y="90017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t4162"/>
            <p:cNvSpPr/>
            <p:nvPr/>
          </p:nvSpPr>
          <p:spPr>
            <a:xfrm>
              <a:off x="12063604" y="89963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t4163"/>
            <p:cNvSpPr/>
            <p:nvPr/>
          </p:nvSpPr>
          <p:spPr>
            <a:xfrm>
              <a:off x="12073607" y="89982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t4164"/>
            <p:cNvSpPr/>
            <p:nvPr/>
          </p:nvSpPr>
          <p:spPr>
            <a:xfrm>
              <a:off x="11484834" y="89463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t4165"/>
            <p:cNvSpPr/>
            <p:nvPr/>
          </p:nvSpPr>
          <p:spPr>
            <a:xfrm>
              <a:off x="13566975" y="88392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t4166"/>
            <p:cNvSpPr/>
            <p:nvPr/>
          </p:nvSpPr>
          <p:spPr>
            <a:xfrm>
              <a:off x="13551970" y="87012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t4167"/>
            <p:cNvSpPr/>
            <p:nvPr/>
          </p:nvSpPr>
          <p:spPr>
            <a:xfrm>
              <a:off x="11544855" y="90008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t4168"/>
            <p:cNvSpPr/>
            <p:nvPr/>
          </p:nvSpPr>
          <p:spPr>
            <a:xfrm>
              <a:off x="11431959" y="89756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t4169"/>
            <p:cNvSpPr/>
            <p:nvPr/>
          </p:nvSpPr>
          <p:spPr>
            <a:xfrm>
              <a:off x="11597015" y="90110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t4170"/>
            <p:cNvSpPr/>
            <p:nvPr/>
          </p:nvSpPr>
          <p:spPr>
            <a:xfrm>
              <a:off x="11414096" y="89896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t4171"/>
            <p:cNvSpPr/>
            <p:nvPr/>
          </p:nvSpPr>
          <p:spPr>
            <a:xfrm>
              <a:off x="11441962" y="90416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t4172"/>
            <p:cNvSpPr/>
            <p:nvPr/>
          </p:nvSpPr>
          <p:spPr>
            <a:xfrm>
              <a:off x="11444821" y="90265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t4173"/>
            <p:cNvSpPr/>
            <p:nvPr/>
          </p:nvSpPr>
          <p:spPr>
            <a:xfrm>
              <a:off x="11448393" y="90380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t4174"/>
            <p:cNvSpPr/>
            <p:nvPr/>
          </p:nvSpPr>
          <p:spPr>
            <a:xfrm>
              <a:off x="11497696" y="9026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t4175"/>
            <p:cNvSpPr/>
            <p:nvPr/>
          </p:nvSpPr>
          <p:spPr>
            <a:xfrm>
              <a:off x="11396233" y="89996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t4176"/>
            <p:cNvSpPr/>
            <p:nvPr/>
          </p:nvSpPr>
          <p:spPr>
            <a:xfrm>
              <a:off x="11481976" y="90075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t4177"/>
            <p:cNvSpPr/>
            <p:nvPr/>
          </p:nvSpPr>
          <p:spPr>
            <a:xfrm>
              <a:off x="11425528" y="90047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t4178"/>
            <p:cNvSpPr/>
            <p:nvPr/>
          </p:nvSpPr>
          <p:spPr>
            <a:xfrm>
              <a:off x="11497696" y="90742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t4179"/>
            <p:cNvSpPr/>
            <p:nvPr/>
          </p:nvSpPr>
          <p:spPr>
            <a:xfrm>
              <a:off x="11645603" y="90526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t4180"/>
            <p:cNvSpPr/>
            <p:nvPr/>
          </p:nvSpPr>
          <p:spPr>
            <a:xfrm>
              <a:off x="11952851" y="89014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t4181"/>
            <p:cNvSpPr/>
            <p:nvPr/>
          </p:nvSpPr>
          <p:spPr>
            <a:xfrm>
              <a:off x="12119337" y="88834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t4182"/>
            <p:cNvSpPr/>
            <p:nvPr/>
          </p:nvSpPr>
          <p:spPr>
            <a:xfrm>
              <a:off x="12362277" y="88459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t4183"/>
            <p:cNvSpPr/>
            <p:nvPr/>
          </p:nvSpPr>
          <p:spPr>
            <a:xfrm>
              <a:off x="11461969" y="90394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t4184"/>
            <p:cNvSpPr/>
            <p:nvPr/>
          </p:nvSpPr>
          <p:spPr>
            <a:xfrm>
              <a:off x="11466256" y="89080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t4185"/>
            <p:cNvSpPr/>
            <p:nvPr/>
          </p:nvSpPr>
          <p:spPr>
            <a:xfrm>
              <a:off x="11779935" y="90433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t4186"/>
            <p:cNvSpPr/>
            <p:nvPr/>
          </p:nvSpPr>
          <p:spPr>
            <a:xfrm>
              <a:off x="11494123" y="90900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t4187"/>
            <p:cNvSpPr/>
            <p:nvPr/>
          </p:nvSpPr>
          <p:spPr>
            <a:xfrm>
              <a:off x="11429101" y="90184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t4188"/>
            <p:cNvSpPr/>
            <p:nvPr/>
          </p:nvSpPr>
          <p:spPr>
            <a:xfrm>
              <a:off x="13038223" y="87668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t4189"/>
            <p:cNvSpPr/>
            <p:nvPr/>
          </p:nvSpPr>
          <p:spPr>
            <a:xfrm>
              <a:off x="14045710" y="85694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t4190"/>
            <p:cNvSpPr/>
            <p:nvPr/>
          </p:nvSpPr>
          <p:spPr>
            <a:xfrm>
              <a:off x="11507699" y="89305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t4191"/>
            <p:cNvSpPr/>
            <p:nvPr/>
          </p:nvSpPr>
          <p:spPr>
            <a:xfrm>
              <a:off x="11503412" y="89325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t4192"/>
            <p:cNvSpPr/>
            <p:nvPr/>
          </p:nvSpPr>
          <p:spPr>
            <a:xfrm>
              <a:off x="11528421" y="89430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t4193"/>
            <p:cNvSpPr/>
            <p:nvPr/>
          </p:nvSpPr>
          <p:spPr>
            <a:xfrm>
              <a:off x="12723829" y="88481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t4194"/>
            <p:cNvSpPr/>
            <p:nvPr/>
          </p:nvSpPr>
          <p:spPr>
            <a:xfrm>
              <a:off x="11421956" y="90078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l4195"/>
            <p:cNvSpPr/>
            <p:nvPr/>
          </p:nvSpPr>
          <p:spPr>
            <a:xfrm>
              <a:off x="11664277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196" name="pl4196"/>
            <p:cNvSpPr/>
            <p:nvPr/>
          </p:nvSpPr>
          <p:spPr>
            <a:xfrm>
              <a:off x="11127101" y="8981107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197" name="pg4197"/>
            <p:cNvSpPr/>
            <p:nvPr/>
          </p:nvSpPr>
          <p:spPr>
            <a:xfrm>
              <a:off x="11127101" y="7841078"/>
              <a:ext cx="649366" cy="257331"/>
            </a:xfrm>
            <a:custGeom>
              <a:avLst/>
              <a:pathLst>
                <a:path w="649366" h="257331">
                  <a:moveTo>
                    <a:pt x="0" y="257331"/>
                  </a:moveTo>
                  <a:lnTo>
                    <a:pt x="624220" y="257331"/>
                  </a:lnTo>
                  <a:lnTo>
                    <a:pt x="623208" y="257311"/>
                  </a:lnTo>
                  <a:lnTo>
                    <a:pt x="627251" y="257148"/>
                  </a:lnTo>
                  <a:lnTo>
                    <a:pt x="631216" y="256339"/>
                  </a:lnTo>
                  <a:lnTo>
                    <a:pt x="635000" y="254904"/>
                  </a:lnTo>
                  <a:lnTo>
                    <a:pt x="638505" y="252880"/>
                  </a:lnTo>
                  <a:lnTo>
                    <a:pt x="641640" y="250321"/>
                  </a:lnTo>
                  <a:lnTo>
                    <a:pt x="644323" y="247292"/>
                  </a:lnTo>
                  <a:lnTo>
                    <a:pt x="646486" y="243871"/>
                  </a:lnTo>
                  <a:lnTo>
                    <a:pt x="648072" y="240148"/>
                  </a:lnTo>
                  <a:lnTo>
                    <a:pt x="649041" y="236219"/>
                  </a:lnTo>
                  <a:lnTo>
                    <a:pt x="649366" y="232185"/>
                  </a:lnTo>
                  <a:lnTo>
                    <a:pt x="64936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tx4198"/>
            <p:cNvSpPr/>
            <p:nvPr/>
          </p:nvSpPr>
          <p:spPr>
            <a:xfrm>
              <a:off x="10864980" y="7753694"/>
              <a:ext cx="869577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</a:t>
              </a:r>
            </a:p>
          </p:txBody>
        </p:sp>
        <p:sp>
          <p:nvSpPr>
            <p:cNvPr id="4199" name="tx4199"/>
            <p:cNvSpPr/>
            <p:nvPr/>
          </p:nvSpPr>
          <p:spPr>
            <a:xfrm>
              <a:off x="11128895" y="7925394"/>
              <a:ext cx="60566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24 (9.7%)</a:t>
              </a:r>
            </a:p>
          </p:txBody>
        </p:sp>
        <p:sp>
          <p:nvSpPr>
            <p:cNvPr id="4200" name="pg4200"/>
            <p:cNvSpPr/>
            <p:nvPr/>
          </p:nvSpPr>
          <p:spPr>
            <a:xfrm>
              <a:off x="11127101" y="9010179"/>
              <a:ext cx="649366" cy="257331"/>
            </a:xfrm>
            <a:custGeom>
              <a:avLst/>
              <a:pathLst>
                <a:path w="649366" h="257331">
                  <a:moveTo>
                    <a:pt x="649366" y="257331"/>
                  </a:moveTo>
                  <a:lnTo>
                    <a:pt x="649366" y="25146"/>
                  </a:lnTo>
                  <a:lnTo>
                    <a:pt x="649041" y="21112"/>
                  </a:lnTo>
                  <a:lnTo>
                    <a:pt x="648072" y="17183"/>
                  </a:lnTo>
                  <a:lnTo>
                    <a:pt x="646486" y="13460"/>
                  </a:lnTo>
                  <a:lnTo>
                    <a:pt x="644323" y="10039"/>
                  </a:lnTo>
                  <a:lnTo>
                    <a:pt x="641640" y="7010"/>
                  </a:lnTo>
                  <a:lnTo>
                    <a:pt x="638505" y="4451"/>
                  </a:lnTo>
                  <a:lnTo>
                    <a:pt x="635000" y="2427"/>
                  </a:lnTo>
                  <a:lnTo>
                    <a:pt x="631216" y="992"/>
                  </a:lnTo>
                  <a:lnTo>
                    <a:pt x="627251" y="183"/>
                  </a:lnTo>
                  <a:lnTo>
                    <a:pt x="624220" y="0"/>
                  </a:lnTo>
                  <a:lnTo>
                    <a:pt x="0" y="0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tx4201"/>
            <p:cNvSpPr/>
            <p:nvPr/>
          </p:nvSpPr>
          <p:spPr>
            <a:xfrm>
              <a:off x="10857135" y="9022689"/>
              <a:ext cx="877422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Negative</a:t>
              </a:r>
            </a:p>
          </p:txBody>
        </p:sp>
        <p:sp>
          <p:nvSpPr>
            <p:cNvPr id="4202" name="tx4202"/>
            <p:cNvSpPr/>
            <p:nvPr/>
          </p:nvSpPr>
          <p:spPr>
            <a:xfrm>
              <a:off x="10973506" y="9222152"/>
              <a:ext cx="76105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134 (54.3%)</a:t>
              </a:r>
            </a:p>
          </p:txBody>
        </p:sp>
        <p:sp>
          <p:nvSpPr>
            <p:cNvPr id="4203" name="pg4203"/>
            <p:cNvSpPr/>
            <p:nvPr/>
          </p:nvSpPr>
          <p:spPr>
            <a:xfrm>
              <a:off x="12203426" y="7841078"/>
              <a:ext cx="899032" cy="257331"/>
            </a:xfrm>
            <a:custGeom>
              <a:avLst/>
              <a:pathLst>
                <a:path w="899032" h="257331">
                  <a:moveTo>
                    <a:pt x="25146" y="257331"/>
                  </a:moveTo>
                  <a:lnTo>
                    <a:pt x="873886" y="257331"/>
                  </a:lnTo>
                  <a:lnTo>
                    <a:pt x="872873" y="257311"/>
                  </a:lnTo>
                  <a:lnTo>
                    <a:pt x="876917" y="257148"/>
                  </a:lnTo>
                  <a:lnTo>
                    <a:pt x="880882" y="256339"/>
                  </a:lnTo>
                  <a:lnTo>
                    <a:pt x="884666" y="254904"/>
                  </a:lnTo>
                  <a:lnTo>
                    <a:pt x="888170" y="252880"/>
                  </a:lnTo>
                  <a:lnTo>
                    <a:pt x="891305" y="250321"/>
                  </a:lnTo>
                  <a:lnTo>
                    <a:pt x="893989" y="247292"/>
                  </a:lnTo>
                  <a:lnTo>
                    <a:pt x="896151" y="243871"/>
                  </a:lnTo>
                  <a:lnTo>
                    <a:pt x="897738" y="240148"/>
                  </a:lnTo>
                  <a:lnTo>
                    <a:pt x="898706" y="236219"/>
                  </a:lnTo>
                  <a:lnTo>
                    <a:pt x="899032" y="232185"/>
                  </a:lnTo>
                  <a:lnTo>
                    <a:pt x="899032" y="0"/>
                  </a:lnTo>
                  <a:lnTo>
                    <a:pt x="0" y="0"/>
                  </a:lnTo>
                  <a:lnTo>
                    <a:pt x="0" y="232185"/>
                  </a:lnTo>
                  <a:lnTo>
                    <a:pt x="81" y="230162"/>
                  </a:lnTo>
                  <a:lnTo>
                    <a:pt x="81" y="234209"/>
                  </a:lnTo>
                  <a:lnTo>
                    <a:pt x="730" y="238203"/>
                  </a:lnTo>
                  <a:lnTo>
                    <a:pt x="2012" y="242042"/>
                  </a:lnTo>
                  <a:lnTo>
                    <a:pt x="3892" y="245625"/>
                  </a:lnTo>
                  <a:lnTo>
                    <a:pt x="6323" y="248860"/>
                  </a:lnTo>
                  <a:lnTo>
                    <a:pt x="9242" y="251664"/>
                  </a:lnTo>
                  <a:lnTo>
                    <a:pt x="12573" y="253962"/>
                  </a:lnTo>
                  <a:lnTo>
                    <a:pt x="16229" y="255697"/>
                  </a:lnTo>
                  <a:lnTo>
                    <a:pt x="20116" y="256823"/>
                  </a:lnTo>
                  <a:lnTo>
                    <a:pt x="24133" y="257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tx4204"/>
            <p:cNvSpPr/>
            <p:nvPr/>
          </p:nvSpPr>
          <p:spPr>
            <a:xfrm>
              <a:off x="12245336" y="7753694"/>
              <a:ext cx="8152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</a:t>
              </a:r>
            </a:p>
          </p:txBody>
        </p:sp>
        <p:sp>
          <p:nvSpPr>
            <p:cNvPr id="4205" name="tx4205"/>
            <p:cNvSpPr/>
            <p:nvPr/>
          </p:nvSpPr>
          <p:spPr>
            <a:xfrm>
              <a:off x="12377192" y="7925394"/>
              <a:ext cx="683356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73 (29.6%)</a:t>
              </a:r>
            </a:p>
          </p:txBody>
        </p:sp>
        <p:sp>
          <p:nvSpPr>
            <p:cNvPr id="4206" name="pg4206"/>
            <p:cNvSpPr/>
            <p:nvPr/>
          </p:nvSpPr>
          <p:spPr>
            <a:xfrm>
              <a:off x="12086851" y="9010179"/>
              <a:ext cx="1015608" cy="257331"/>
            </a:xfrm>
            <a:custGeom>
              <a:avLst/>
              <a:pathLst>
                <a:path w="1015608" h="257331">
                  <a:moveTo>
                    <a:pt x="1015608" y="257331"/>
                  </a:moveTo>
                  <a:lnTo>
                    <a:pt x="1015608" y="25146"/>
                  </a:lnTo>
                  <a:lnTo>
                    <a:pt x="1015282" y="21112"/>
                  </a:lnTo>
                  <a:lnTo>
                    <a:pt x="1014313" y="17183"/>
                  </a:lnTo>
                  <a:lnTo>
                    <a:pt x="1012727" y="13460"/>
                  </a:lnTo>
                  <a:lnTo>
                    <a:pt x="1010564" y="10039"/>
                  </a:lnTo>
                  <a:lnTo>
                    <a:pt x="1007881" y="7010"/>
                  </a:lnTo>
                  <a:lnTo>
                    <a:pt x="1004746" y="4451"/>
                  </a:lnTo>
                  <a:lnTo>
                    <a:pt x="1001241" y="2427"/>
                  </a:lnTo>
                  <a:lnTo>
                    <a:pt x="997458" y="992"/>
                  </a:lnTo>
                  <a:lnTo>
                    <a:pt x="993493" y="183"/>
                  </a:lnTo>
                  <a:lnTo>
                    <a:pt x="990462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tx4207"/>
            <p:cNvSpPr/>
            <p:nvPr/>
          </p:nvSpPr>
          <p:spPr>
            <a:xfrm>
              <a:off x="12128761" y="9022689"/>
              <a:ext cx="931788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Negative</a:t>
              </a:r>
            </a:p>
          </p:txBody>
        </p:sp>
        <p:sp>
          <p:nvSpPr>
            <p:cNvPr id="4208" name="tx4208"/>
            <p:cNvSpPr/>
            <p:nvPr/>
          </p:nvSpPr>
          <p:spPr>
            <a:xfrm>
              <a:off x="12454886" y="9222152"/>
              <a:ext cx="60566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16 (6.5%)</a:t>
              </a:r>
            </a:p>
          </p:txBody>
        </p:sp>
        <p:sp>
          <p:nvSpPr>
            <p:cNvPr id="4209" name="rc4209"/>
            <p:cNvSpPr/>
            <p:nvPr/>
          </p:nvSpPr>
          <p:spPr>
            <a:xfrm>
              <a:off x="11127101" y="7841078"/>
              <a:ext cx="4439232" cy="142643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tx4210"/>
            <p:cNvSpPr/>
            <p:nvPr/>
          </p:nvSpPr>
          <p:spPr>
            <a:xfrm>
              <a:off x="11002315" y="9011355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4211" name="tx4211"/>
            <p:cNvSpPr/>
            <p:nvPr/>
          </p:nvSpPr>
          <p:spPr>
            <a:xfrm>
              <a:off x="11002315" y="8763398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4212" name="tx4212"/>
            <p:cNvSpPr/>
            <p:nvPr/>
          </p:nvSpPr>
          <p:spPr>
            <a:xfrm>
              <a:off x="10940159" y="8512602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4213" name="tx4213"/>
            <p:cNvSpPr/>
            <p:nvPr/>
          </p:nvSpPr>
          <p:spPr>
            <a:xfrm>
              <a:off x="10940159" y="8263226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4214" name="tx4214"/>
            <p:cNvSpPr/>
            <p:nvPr/>
          </p:nvSpPr>
          <p:spPr>
            <a:xfrm>
              <a:off x="10940159" y="8013850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4215" name="pl4215"/>
            <p:cNvSpPr/>
            <p:nvPr/>
          </p:nvSpPr>
          <p:spPr>
            <a:xfrm>
              <a:off x="11092306" y="905304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l4216"/>
            <p:cNvSpPr/>
            <p:nvPr/>
          </p:nvSpPr>
          <p:spPr>
            <a:xfrm>
              <a:off x="11092306" y="880367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l4217"/>
            <p:cNvSpPr/>
            <p:nvPr/>
          </p:nvSpPr>
          <p:spPr>
            <a:xfrm>
              <a:off x="11092306" y="85542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l4218"/>
            <p:cNvSpPr/>
            <p:nvPr/>
          </p:nvSpPr>
          <p:spPr>
            <a:xfrm>
              <a:off x="11092306" y="830491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l4219"/>
            <p:cNvSpPr/>
            <p:nvPr/>
          </p:nvSpPr>
          <p:spPr>
            <a:xfrm>
              <a:off x="11092306" y="805554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l4220"/>
            <p:cNvSpPr/>
            <p:nvPr/>
          </p:nvSpPr>
          <p:spPr>
            <a:xfrm>
              <a:off x="11511269" y="92675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l4221"/>
            <p:cNvSpPr/>
            <p:nvPr/>
          </p:nvSpPr>
          <p:spPr>
            <a:xfrm>
              <a:off x="12572062" y="92675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l4222"/>
            <p:cNvSpPr/>
            <p:nvPr/>
          </p:nvSpPr>
          <p:spPr>
            <a:xfrm>
              <a:off x="13632855" y="92675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l4223"/>
            <p:cNvSpPr/>
            <p:nvPr/>
          </p:nvSpPr>
          <p:spPr>
            <a:xfrm>
              <a:off x="14693648" y="92675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tx4224"/>
            <p:cNvSpPr/>
            <p:nvPr/>
          </p:nvSpPr>
          <p:spPr>
            <a:xfrm>
              <a:off x="11480192" y="932844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4225" name="tx4225"/>
            <p:cNvSpPr/>
            <p:nvPr/>
          </p:nvSpPr>
          <p:spPr>
            <a:xfrm>
              <a:off x="12509907" y="93284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4226" name="tx4226"/>
            <p:cNvSpPr/>
            <p:nvPr/>
          </p:nvSpPr>
          <p:spPr>
            <a:xfrm>
              <a:off x="13570699" y="93284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4227" name="tx4227"/>
            <p:cNvSpPr/>
            <p:nvPr/>
          </p:nvSpPr>
          <p:spPr>
            <a:xfrm>
              <a:off x="14631492" y="9328395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4228" name="tx4228"/>
            <p:cNvSpPr/>
            <p:nvPr/>
          </p:nvSpPr>
          <p:spPr>
            <a:xfrm>
              <a:off x="12488906" y="9448130"/>
              <a:ext cx="171562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Centiloids, Amyloid PET (Z)</a:t>
              </a:r>
            </a:p>
          </p:txBody>
        </p:sp>
        <p:sp>
          <p:nvSpPr>
            <p:cNvPr id="4229" name="tx4229"/>
            <p:cNvSpPr/>
            <p:nvPr/>
          </p:nvSpPr>
          <p:spPr>
            <a:xfrm rot="-5400000">
              <a:off x="9963726" y="8488742"/>
              <a:ext cx="1676945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Plasma pTau181 - Nico (Z)</a:t>
              </a:r>
            </a:p>
          </p:txBody>
        </p:sp>
        <p:sp>
          <p:nvSpPr>
            <p:cNvPr id="4230" name="tx4230"/>
            <p:cNvSpPr/>
            <p:nvPr/>
          </p:nvSpPr>
          <p:spPr>
            <a:xfrm>
              <a:off x="11127101" y="7609214"/>
              <a:ext cx="176971" cy="1241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O.</a:t>
              </a:r>
            </a:p>
          </p:txBody>
        </p:sp>
        <p:sp>
          <p:nvSpPr>
            <p:cNvPr id="4231" name="rc4231"/>
            <p:cNvSpPr/>
            <p:nvPr/>
          </p:nvSpPr>
          <p:spPr>
            <a:xfrm>
              <a:off x="16292827" y="7543800"/>
              <a:ext cx="197802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32" name="pl4232"/>
            <p:cNvSpPr/>
            <p:nvPr/>
          </p:nvSpPr>
          <p:spPr>
            <a:xfrm>
              <a:off x="16937463" y="895854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l4233"/>
            <p:cNvSpPr/>
            <p:nvPr/>
          </p:nvSpPr>
          <p:spPr>
            <a:xfrm>
              <a:off x="16937463" y="867563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l4234"/>
            <p:cNvSpPr/>
            <p:nvPr/>
          </p:nvSpPr>
          <p:spPr>
            <a:xfrm>
              <a:off x="16937463" y="839271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l4235"/>
            <p:cNvSpPr/>
            <p:nvPr/>
          </p:nvSpPr>
          <p:spPr>
            <a:xfrm>
              <a:off x="16937463" y="810980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l4236"/>
            <p:cNvSpPr/>
            <p:nvPr/>
          </p:nvSpPr>
          <p:spPr>
            <a:xfrm>
              <a:off x="17135503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l4237"/>
            <p:cNvSpPr/>
            <p:nvPr/>
          </p:nvSpPr>
          <p:spPr>
            <a:xfrm>
              <a:off x="17418418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l4238"/>
            <p:cNvSpPr/>
            <p:nvPr/>
          </p:nvSpPr>
          <p:spPr>
            <a:xfrm>
              <a:off x="17701333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l4239"/>
            <p:cNvSpPr/>
            <p:nvPr/>
          </p:nvSpPr>
          <p:spPr>
            <a:xfrm>
              <a:off x="17984248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l4240"/>
            <p:cNvSpPr/>
            <p:nvPr/>
          </p:nvSpPr>
          <p:spPr>
            <a:xfrm>
              <a:off x="16937463" y="910000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l4241"/>
            <p:cNvSpPr/>
            <p:nvPr/>
          </p:nvSpPr>
          <p:spPr>
            <a:xfrm>
              <a:off x="16937463" y="881709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l4242"/>
            <p:cNvSpPr/>
            <p:nvPr/>
          </p:nvSpPr>
          <p:spPr>
            <a:xfrm>
              <a:off x="16937463" y="853417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l4243"/>
            <p:cNvSpPr/>
            <p:nvPr/>
          </p:nvSpPr>
          <p:spPr>
            <a:xfrm>
              <a:off x="16937463" y="825126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l4244"/>
            <p:cNvSpPr/>
            <p:nvPr/>
          </p:nvSpPr>
          <p:spPr>
            <a:xfrm>
              <a:off x="16937463" y="796834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l4245"/>
            <p:cNvSpPr/>
            <p:nvPr/>
          </p:nvSpPr>
          <p:spPr>
            <a:xfrm>
              <a:off x="16994046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l4246"/>
            <p:cNvSpPr/>
            <p:nvPr/>
          </p:nvSpPr>
          <p:spPr>
            <a:xfrm>
              <a:off x="17276961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l4247"/>
            <p:cNvSpPr/>
            <p:nvPr/>
          </p:nvSpPr>
          <p:spPr>
            <a:xfrm>
              <a:off x="17559876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l4248"/>
            <p:cNvSpPr/>
            <p:nvPr/>
          </p:nvSpPr>
          <p:spPr>
            <a:xfrm>
              <a:off x="17842791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l4249"/>
            <p:cNvSpPr/>
            <p:nvPr/>
          </p:nvSpPr>
          <p:spPr>
            <a:xfrm>
              <a:off x="18125706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l4250"/>
            <p:cNvSpPr/>
            <p:nvPr/>
          </p:nvSpPr>
          <p:spPr>
            <a:xfrm>
              <a:off x="16994046" y="7968346"/>
              <a:ext cx="1131660" cy="1131660"/>
            </a:xfrm>
            <a:custGeom>
              <a:avLst/>
              <a:pathLst>
                <a:path w="1131660" h="1131660">
                  <a:moveTo>
                    <a:pt x="0" y="1131660"/>
                  </a:moveTo>
                  <a:lnTo>
                    <a:pt x="7162" y="1131660"/>
                  </a:lnTo>
                  <a:lnTo>
                    <a:pt x="7162" y="1118944"/>
                  </a:lnTo>
                  <a:lnTo>
                    <a:pt x="7162" y="1106229"/>
                  </a:lnTo>
                  <a:lnTo>
                    <a:pt x="7162" y="1093514"/>
                  </a:lnTo>
                  <a:lnTo>
                    <a:pt x="14324" y="1093514"/>
                  </a:lnTo>
                  <a:lnTo>
                    <a:pt x="14324" y="1080798"/>
                  </a:lnTo>
                  <a:lnTo>
                    <a:pt x="14324" y="1068083"/>
                  </a:lnTo>
                  <a:lnTo>
                    <a:pt x="14324" y="1055368"/>
                  </a:lnTo>
                  <a:lnTo>
                    <a:pt x="14324" y="1042653"/>
                  </a:lnTo>
                  <a:lnTo>
                    <a:pt x="14324" y="1029937"/>
                  </a:lnTo>
                  <a:lnTo>
                    <a:pt x="14324" y="1017222"/>
                  </a:lnTo>
                  <a:lnTo>
                    <a:pt x="14324" y="1004507"/>
                  </a:lnTo>
                  <a:lnTo>
                    <a:pt x="14324" y="991791"/>
                  </a:lnTo>
                  <a:lnTo>
                    <a:pt x="14324" y="979076"/>
                  </a:lnTo>
                  <a:lnTo>
                    <a:pt x="14324" y="966361"/>
                  </a:lnTo>
                  <a:lnTo>
                    <a:pt x="14324" y="953646"/>
                  </a:lnTo>
                  <a:lnTo>
                    <a:pt x="21487" y="953646"/>
                  </a:lnTo>
                  <a:lnTo>
                    <a:pt x="21487" y="940930"/>
                  </a:lnTo>
                  <a:lnTo>
                    <a:pt x="21487" y="928215"/>
                  </a:lnTo>
                  <a:lnTo>
                    <a:pt x="21487" y="915500"/>
                  </a:lnTo>
                  <a:lnTo>
                    <a:pt x="21487" y="902785"/>
                  </a:lnTo>
                  <a:lnTo>
                    <a:pt x="21487" y="890069"/>
                  </a:lnTo>
                  <a:lnTo>
                    <a:pt x="28649" y="890069"/>
                  </a:lnTo>
                  <a:lnTo>
                    <a:pt x="28649" y="877354"/>
                  </a:lnTo>
                  <a:lnTo>
                    <a:pt x="28649" y="864639"/>
                  </a:lnTo>
                  <a:lnTo>
                    <a:pt x="28649" y="851923"/>
                  </a:lnTo>
                  <a:lnTo>
                    <a:pt x="28649" y="839208"/>
                  </a:lnTo>
                  <a:lnTo>
                    <a:pt x="28649" y="826493"/>
                  </a:lnTo>
                  <a:lnTo>
                    <a:pt x="28649" y="813778"/>
                  </a:lnTo>
                  <a:lnTo>
                    <a:pt x="28649" y="801062"/>
                  </a:lnTo>
                  <a:lnTo>
                    <a:pt x="28649" y="788347"/>
                  </a:lnTo>
                  <a:lnTo>
                    <a:pt x="28649" y="775632"/>
                  </a:lnTo>
                  <a:lnTo>
                    <a:pt x="28649" y="762916"/>
                  </a:lnTo>
                  <a:lnTo>
                    <a:pt x="28649" y="750201"/>
                  </a:lnTo>
                  <a:lnTo>
                    <a:pt x="35812" y="750201"/>
                  </a:lnTo>
                  <a:lnTo>
                    <a:pt x="35812" y="737486"/>
                  </a:lnTo>
                  <a:lnTo>
                    <a:pt x="35812" y="724771"/>
                  </a:lnTo>
                  <a:lnTo>
                    <a:pt x="35812" y="712055"/>
                  </a:lnTo>
                  <a:lnTo>
                    <a:pt x="35812" y="699340"/>
                  </a:lnTo>
                  <a:lnTo>
                    <a:pt x="35812" y="686625"/>
                  </a:lnTo>
                  <a:lnTo>
                    <a:pt x="35812" y="673909"/>
                  </a:lnTo>
                  <a:lnTo>
                    <a:pt x="35812" y="661194"/>
                  </a:lnTo>
                  <a:lnTo>
                    <a:pt x="35812" y="648479"/>
                  </a:lnTo>
                  <a:lnTo>
                    <a:pt x="35812" y="635764"/>
                  </a:lnTo>
                  <a:lnTo>
                    <a:pt x="35812" y="623048"/>
                  </a:lnTo>
                  <a:lnTo>
                    <a:pt x="35812" y="610333"/>
                  </a:lnTo>
                  <a:lnTo>
                    <a:pt x="35812" y="597618"/>
                  </a:lnTo>
                  <a:lnTo>
                    <a:pt x="35812" y="584902"/>
                  </a:lnTo>
                  <a:lnTo>
                    <a:pt x="35812" y="572187"/>
                  </a:lnTo>
                  <a:lnTo>
                    <a:pt x="35812" y="559472"/>
                  </a:lnTo>
                  <a:lnTo>
                    <a:pt x="35812" y="546757"/>
                  </a:lnTo>
                  <a:lnTo>
                    <a:pt x="35812" y="534041"/>
                  </a:lnTo>
                  <a:lnTo>
                    <a:pt x="35812" y="521326"/>
                  </a:lnTo>
                  <a:lnTo>
                    <a:pt x="35812" y="508611"/>
                  </a:lnTo>
                  <a:lnTo>
                    <a:pt x="35812" y="495895"/>
                  </a:lnTo>
                  <a:lnTo>
                    <a:pt x="35812" y="483180"/>
                  </a:lnTo>
                  <a:lnTo>
                    <a:pt x="35812" y="470465"/>
                  </a:lnTo>
                  <a:lnTo>
                    <a:pt x="42974" y="470465"/>
                  </a:lnTo>
                  <a:lnTo>
                    <a:pt x="42974" y="457750"/>
                  </a:lnTo>
                  <a:lnTo>
                    <a:pt x="42974" y="445034"/>
                  </a:lnTo>
                  <a:lnTo>
                    <a:pt x="42974" y="432319"/>
                  </a:lnTo>
                  <a:lnTo>
                    <a:pt x="42974" y="419604"/>
                  </a:lnTo>
                  <a:lnTo>
                    <a:pt x="42974" y="406889"/>
                  </a:lnTo>
                  <a:lnTo>
                    <a:pt x="42974" y="394173"/>
                  </a:lnTo>
                  <a:lnTo>
                    <a:pt x="50136" y="394173"/>
                  </a:lnTo>
                  <a:lnTo>
                    <a:pt x="57299" y="394173"/>
                  </a:lnTo>
                  <a:lnTo>
                    <a:pt x="57299" y="381458"/>
                  </a:lnTo>
                  <a:lnTo>
                    <a:pt x="57299" y="368743"/>
                  </a:lnTo>
                  <a:lnTo>
                    <a:pt x="64461" y="368743"/>
                  </a:lnTo>
                  <a:lnTo>
                    <a:pt x="71624" y="368743"/>
                  </a:lnTo>
                  <a:lnTo>
                    <a:pt x="78786" y="368743"/>
                  </a:lnTo>
                  <a:lnTo>
                    <a:pt x="85948" y="368743"/>
                  </a:lnTo>
                  <a:lnTo>
                    <a:pt x="93111" y="368743"/>
                  </a:lnTo>
                  <a:lnTo>
                    <a:pt x="93111" y="356027"/>
                  </a:lnTo>
                  <a:lnTo>
                    <a:pt x="100273" y="356027"/>
                  </a:lnTo>
                  <a:lnTo>
                    <a:pt x="107436" y="356027"/>
                  </a:lnTo>
                  <a:lnTo>
                    <a:pt x="107436" y="343312"/>
                  </a:lnTo>
                  <a:lnTo>
                    <a:pt x="107436" y="330597"/>
                  </a:lnTo>
                  <a:lnTo>
                    <a:pt x="114598" y="330597"/>
                  </a:lnTo>
                  <a:lnTo>
                    <a:pt x="121760" y="330597"/>
                  </a:lnTo>
                  <a:lnTo>
                    <a:pt x="121760" y="317882"/>
                  </a:lnTo>
                  <a:lnTo>
                    <a:pt x="128923" y="317882"/>
                  </a:lnTo>
                  <a:lnTo>
                    <a:pt x="136085" y="317882"/>
                  </a:lnTo>
                  <a:lnTo>
                    <a:pt x="143248" y="317882"/>
                  </a:lnTo>
                  <a:lnTo>
                    <a:pt x="143248" y="305166"/>
                  </a:lnTo>
                  <a:lnTo>
                    <a:pt x="150410" y="305166"/>
                  </a:lnTo>
                  <a:lnTo>
                    <a:pt x="157572" y="305166"/>
                  </a:lnTo>
                  <a:lnTo>
                    <a:pt x="157572" y="292451"/>
                  </a:lnTo>
                  <a:lnTo>
                    <a:pt x="157572" y="279736"/>
                  </a:lnTo>
                  <a:lnTo>
                    <a:pt x="164735" y="279736"/>
                  </a:lnTo>
                  <a:lnTo>
                    <a:pt x="164735" y="267020"/>
                  </a:lnTo>
                  <a:lnTo>
                    <a:pt x="164735" y="254305"/>
                  </a:lnTo>
                  <a:lnTo>
                    <a:pt x="171897" y="254305"/>
                  </a:lnTo>
                  <a:lnTo>
                    <a:pt x="171897" y="241590"/>
                  </a:lnTo>
                  <a:lnTo>
                    <a:pt x="171897" y="228875"/>
                  </a:lnTo>
                  <a:lnTo>
                    <a:pt x="171897" y="216159"/>
                  </a:lnTo>
                  <a:lnTo>
                    <a:pt x="171897" y="203444"/>
                  </a:lnTo>
                  <a:lnTo>
                    <a:pt x="179060" y="203444"/>
                  </a:lnTo>
                  <a:lnTo>
                    <a:pt x="186222" y="203444"/>
                  </a:lnTo>
                  <a:lnTo>
                    <a:pt x="193384" y="203444"/>
                  </a:lnTo>
                  <a:lnTo>
                    <a:pt x="193384" y="190729"/>
                  </a:lnTo>
                  <a:lnTo>
                    <a:pt x="200547" y="190729"/>
                  </a:lnTo>
                  <a:lnTo>
                    <a:pt x="207709" y="190729"/>
                  </a:lnTo>
                  <a:lnTo>
                    <a:pt x="207709" y="178013"/>
                  </a:lnTo>
                  <a:lnTo>
                    <a:pt x="214872" y="178013"/>
                  </a:lnTo>
                  <a:lnTo>
                    <a:pt x="222034" y="178013"/>
                  </a:lnTo>
                  <a:lnTo>
                    <a:pt x="229196" y="178013"/>
                  </a:lnTo>
                  <a:lnTo>
                    <a:pt x="229196" y="165298"/>
                  </a:lnTo>
                  <a:lnTo>
                    <a:pt x="236359" y="165298"/>
                  </a:lnTo>
                  <a:lnTo>
                    <a:pt x="243521" y="165298"/>
                  </a:lnTo>
                  <a:lnTo>
                    <a:pt x="250684" y="165298"/>
                  </a:lnTo>
                  <a:lnTo>
                    <a:pt x="257846" y="165298"/>
                  </a:lnTo>
                  <a:lnTo>
                    <a:pt x="265009" y="165298"/>
                  </a:lnTo>
                  <a:lnTo>
                    <a:pt x="272171" y="165298"/>
                  </a:lnTo>
                  <a:lnTo>
                    <a:pt x="272171" y="152583"/>
                  </a:lnTo>
                  <a:lnTo>
                    <a:pt x="279333" y="152583"/>
                  </a:lnTo>
                  <a:lnTo>
                    <a:pt x="286496" y="152583"/>
                  </a:lnTo>
                  <a:lnTo>
                    <a:pt x="286496" y="139868"/>
                  </a:lnTo>
                  <a:lnTo>
                    <a:pt x="293658" y="139868"/>
                  </a:lnTo>
                  <a:lnTo>
                    <a:pt x="300821" y="139868"/>
                  </a:lnTo>
                  <a:lnTo>
                    <a:pt x="307983" y="139868"/>
                  </a:lnTo>
                  <a:lnTo>
                    <a:pt x="315145" y="139868"/>
                  </a:lnTo>
                  <a:lnTo>
                    <a:pt x="322308" y="139868"/>
                  </a:lnTo>
                  <a:lnTo>
                    <a:pt x="329470" y="139868"/>
                  </a:lnTo>
                  <a:lnTo>
                    <a:pt x="336633" y="139868"/>
                  </a:lnTo>
                  <a:lnTo>
                    <a:pt x="343795" y="139868"/>
                  </a:lnTo>
                  <a:lnTo>
                    <a:pt x="350957" y="139868"/>
                  </a:lnTo>
                  <a:lnTo>
                    <a:pt x="358120" y="139868"/>
                  </a:lnTo>
                  <a:lnTo>
                    <a:pt x="365282" y="139868"/>
                  </a:lnTo>
                  <a:lnTo>
                    <a:pt x="372445" y="139868"/>
                  </a:lnTo>
                  <a:lnTo>
                    <a:pt x="379607" y="139868"/>
                  </a:lnTo>
                  <a:lnTo>
                    <a:pt x="386769" y="139868"/>
                  </a:lnTo>
                  <a:lnTo>
                    <a:pt x="393932" y="139868"/>
                  </a:lnTo>
                  <a:lnTo>
                    <a:pt x="401094" y="139868"/>
                  </a:lnTo>
                  <a:lnTo>
                    <a:pt x="408257" y="139868"/>
                  </a:lnTo>
                  <a:lnTo>
                    <a:pt x="415419" y="139868"/>
                  </a:lnTo>
                  <a:lnTo>
                    <a:pt x="422581" y="139868"/>
                  </a:lnTo>
                  <a:lnTo>
                    <a:pt x="429744" y="139868"/>
                  </a:lnTo>
                  <a:lnTo>
                    <a:pt x="436906" y="139868"/>
                  </a:lnTo>
                  <a:lnTo>
                    <a:pt x="444069" y="139868"/>
                  </a:lnTo>
                  <a:lnTo>
                    <a:pt x="451231" y="139868"/>
                  </a:lnTo>
                  <a:lnTo>
                    <a:pt x="458393" y="139868"/>
                  </a:lnTo>
                  <a:lnTo>
                    <a:pt x="458393" y="127152"/>
                  </a:lnTo>
                  <a:lnTo>
                    <a:pt x="458393" y="114437"/>
                  </a:lnTo>
                  <a:lnTo>
                    <a:pt x="458393" y="101722"/>
                  </a:lnTo>
                  <a:lnTo>
                    <a:pt x="458393" y="89006"/>
                  </a:lnTo>
                  <a:lnTo>
                    <a:pt x="465556" y="89006"/>
                  </a:lnTo>
                  <a:lnTo>
                    <a:pt x="472718" y="89006"/>
                  </a:lnTo>
                  <a:lnTo>
                    <a:pt x="479881" y="89006"/>
                  </a:lnTo>
                  <a:lnTo>
                    <a:pt x="479881" y="76291"/>
                  </a:lnTo>
                  <a:lnTo>
                    <a:pt x="487043" y="76291"/>
                  </a:lnTo>
                  <a:lnTo>
                    <a:pt x="494205" y="76291"/>
                  </a:lnTo>
                  <a:lnTo>
                    <a:pt x="494205" y="63576"/>
                  </a:lnTo>
                  <a:lnTo>
                    <a:pt x="501368" y="63576"/>
                  </a:lnTo>
                  <a:lnTo>
                    <a:pt x="508530" y="63576"/>
                  </a:lnTo>
                  <a:lnTo>
                    <a:pt x="515693" y="63576"/>
                  </a:lnTo>
                  <a:lnTo>
                    <a:pt x="522855" y="63576"/>
                  </a:lnTo>
                  <a:lnTo>
                    <a:pt x="530018" y="63576"/>
                  </a:lnTo>
                  <a:lnTo>
                    <a:pt x="537180" y="63576"/>
                  </a:lnTo>
                  <a:lnTo>
                    <a:pt x="544342" y="63576"/>
                  </a:lnTo>
                  <a:lnTo>
                    <a:pt x="551505" y="63576"/>
                  </a:lnTo>
                  <a:lnTo>
                    <a:pt x="558667" y="63576"/>
                  </a:lnTo>
                  <a:lnTo>
                    <a:pt x="558667" y="50861"/>
                  </a:lnTo>
                  <a:lnTo>
                    <a:pt x="565830" y="50861"/>
                  </a:lnTo>
                  <a:lnTo>
                    <a:pt x="572992" y="50861"/>
                  </a:lnTo>
                  <a:lnTo>
                    <a:pt x="580154" y="50861"/>
                  </a:lnTo>
                  <a:lnTo>
                    <a:pt x="587317" y="50861"/>
                  </a:lnTo>
                  <a:lnTo>
                    <a:pt x="594479" y="50861"/>
                  </a:lnTo>
                  <a:lnTo>
                    <a:pt x="601642" y="50861"/>
                  </a:lnTo>
                  <a:lnTo>
                    <a:pt x="601642" y="38145"/>
                  </a:lnTo>
                  <a:lnTo>
                    <a:pt x="608804" y="38145"/>
                  </a:lnTo>
                  <a:lnTo>
                    <a:pt x="615966" y="38145"/>
                  </a:lnTo>
                  <a:lnTo>
                    <a:pt x="623129" y="38145"/>
                  </a:lnTo>
                  <a:lnTo>
                    <a:pt x="630291" y="38145"/>
                  </a:lnTo>
                  <a:lnTo>
                    <a:pt x="637454" y="38145"/>
                  </a:lnTo>
                  <a:lnTo>
                    <a:pt x="644616" y="38145"/>
                  </a:lnTo>
                  <a:lnTo>
                    <a:pt x="651778" y="38145"/>
                  </a:lnTo>
                  <a:lnTo>
                    <a:pt x="658941" y="38145"/>
                  </a:lnTo>
                  <a:lnTo>
                    <a:pt x="666103" y="38145"/>
                  </a:lnTo>
                  <a:lnTo>
                    <a:pt x="673266" y="38145"/>
                  </a:lnTo>
                  <a:lnTo>
                    <a:pt x="680428" y="38145"/>
                  </a:lnTo>
                  <a:lnTo>
                    <a:pt x="687590" y="38145"/>
                  </a:lnTo>
                  <a:lnTo>
                    <a:pt x="694753" y="38145"/>
                  </a:lnTo>
                  <a:lnTo>
                    <a:pt x="701915" y="38145"/>
                  </a:lnTo>
                  <a:lnTo>
                    <a:pt x="709078" y="38145"/>
                  </a:lnTo>
                  <a:lnTo>
                    <a:pt x="716240" y="38145"/>
                  </a:lnTo>
                  <a:lnTo>
                    <a:pt x="723402" y="38145"/>
                  </a:lnTo>
                  <a:lnTo>
                    <a:pt x="730565" y="38145"/>
                  </a:lnTo>
                  <a:lnTo>
                    <a:pt x="737727" y="38145"/>
                  </a:lnTo>
                  <a:lnTo>
                    <a:pt x="744890" y="38145"/>
                  </a:lnTo>
                  <a:lnTo>
                    <a:pt x="752052" y="38145"/>
                  </a:lnTo>
                  <a:lnTo>
                    <a:pt x="759214" y="38145"/>
                  </a:lnTo>
                  <a:lnTo>
                    <a:pt x="766377" y="38145"/>
                  </a:lnTo>
                  <a:lnTo>
                    <a:pt x="773539" y="38145"/>
                  </a:lnTo>
                  <a:lnTo>
                    <a:pt x="780702" y="38145"/>
                  </a:lnTo>
                  <a:lnTo>
                    <a:pt x="787864" y="38145"/>
                  </a:lnTo>
                  <a:lnTo>
                    <a:pt x="795027" y="38145"/>
                  </a:lnTo>
                  <a:lnTo>
                    <a:pt x="802189" y="38145"/>
                  </a:lnTo>
                  <a:lnTo>
                    <a:pt x="809351" y="38145"/>
                  </a:lnTo>
                  <a:lnTo>
                    <a:pt x="816514" y="38145"/>
                  </a:lnTo>
                  <a:lnTo>
                    <a:pt x="823676" y="38145"/>
                  </a:lnTo>
                  <a:lnTo>
                    <a:pt x="830839" y="38145"/>
                  </a:lnTo>
                  <a:lnTo>
                    <a:pt x="838001" y="38145"/>
                  </a:lnTo>
                  <a:lnTo>
                    <a:pt x="845163" y="38145"/>
                  </a:lnTo>
                  <a:lnTo>
                    <a:pt x="845163" y="25430"/>
                  </a:lnTo>
                  <a:lnTo>
                    <a:pt x="852326" y="25430"/>
                  </a:lnTo>
                  <a:lnTo>
                    <a:pt x="859488" y="25430"/>
                  </a:lnTo>
                  <a:lnTo>
                    <a:pt x="866651" y="25430"/>
                  </a:lnTo>
                  <a:lnTo>
                    <a:pt x="873813" y="25430"/>
                  </a:lnTo>
                  <a:lnTo>
                    <a:pt x="880975" y="25430"/>
                  </a:lnTo>
                  <a:lnTo>
                    <a:pt x="888138" y="25430"/>
                  </a:lnTo>
                  <a:lnTo>
                    <a:pt x="888138" y="12715"/>
                  </a:lnTo>
                  <a:lnTo>
                    <a:pt x="895300" y="12715"/>
                  </a:lnTo>
                  <a:lnTo>
                    <a:pt x="902463" y="12715"/>
                  </a:lnTo>
                  <a:lnTo>
                    <a:pt x="909625" y="12715"/>
                  </a:lnTo>
                  <a:lnTo>
                    <a:pt x="916787" y="12715"/>
                  </a:lnTo>
                  <a:lnTo>
                    <a:pt x="923950" y="12715"/>
                  </a:lnTo>
                  <a:lnTo>
                    <a:pt x="931112" y="12715"/>
                  </a:lnTo>
                  <a:lnTo>
                    <a:pt x="938275" y="12715"/>
                  </a:lnTo>
                  <a:lnTo>
                    <a:pt x="945437" y="12715"/>
                  </a:lnTo>
                  <a:lnTo>
                    <a:pt x="952599" y="12715"/>
                  </a:lnTo>
                  <a:lnTo>
                    <a:pt x="959762" y="12715"/>
                  </a:lnTo>
                  <a:lnTo>
                    <a:pt x="966924" y="12715"/>
                  </a:lnTo>
                  <a:lnTo>
                    <a:pt x="974087" y="12715"/>
                  </a:lnTo>
                  <a:lnTo>
                    <a:pt x="981249" y="12715"/>
                  </a:lnTo>
                  <a:lnTo>
                    <a:pt x="988411" y="12715"/>
                  </a:lnTo>
                  <a:lnTo>
                    <a:pt x="995574" y="12715"/>
                  </a:lnTo>
                  <a:lnTo>
                    <a:pt x="1002736" y="12715"/>
                  </a:lnTo>
                  <a:lnTo>
                    <a:pt x="1009899" y="12715"/>
                  </a:lnTo>
                  <a:lnTo>
                    <a:pt x="1009899" y="0"/>
                  </a:lnTo>
                  <a:lnTo>
                    <a:pt x="1017061" y="0"/>
                  </a:lnTo>
                  <a:lnTo>
                    <a:pt x="1024224" y="0"/>
                  </a:lnTo>
                  <a:lnTo>
                    <a:pt x="1031386" y="0"/>
                  </a:lnTo>
                  <a:lnTo>
                    <a:pt x="1038548" y="0"/>
                  </a:lnTo>
                  <a:lnTo>
                    <a:pt x="1045711" y="0"/>
                  </a:lnTo>
                  <a:lnTo>
                    <a:pt x="1052873" y="0"/>
                  </a:lnTo>
                  <a:lnTo>
                    <a:pt x="1060036" y="0"/>
                  </a:lnTo>
                  <a:lnTo>
                    <a:pt x="1067198" y="0"/>
                  </a:lnTo>
                  <a:lnTo>
                    <a:pt x="1074360" y="0"/>
                  </a:lnTo>
                  <a:lnTo>
                    <a:pt x="1081523" y="0"/>
                  </a:lnTo>
                  <a:lnTo>
                    <a:pt x="1088685" y="0"/>
                  </a:lnTo>
                  <a:lnTo>
                    <a:pt x="1095848" y="0"/>
                  </a:lnTo>
                  <a:lnTo>
                    <a:pt x="1103010" y="0"/>
                  </a:lnTo>
                  <a:lnTo>
                    <a:pt x="1110172" y="0"/>
                  </a:lnTo>
                  <a:lnTo>
                    <a:pt x="1117335" y="0"/>
                  </a:lnTo>
                  <a:lnTo>
                    <a:pt x="1124497" y="0"/>
                  </a:lnTo>
                  <a:lnTo>
                    <a:pt x="1131660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l4251"/>
            <p:cNvSpPr/>
            <p:nvPr/>
          </p:nvSpPr>
          <p:spPr>
            <a:xfrm>
              <a:off x="16937463" y="7911763"/>
              <a:ext cx="1244826" cy="1244826"/>
            </a:xfrm>
            <a:custGeom>
              <a:avLst/>
              <a:pathLst>
                <a:path w="1244826" h="1244826">
                  <a:moveTo>
                    <a:pt x="0" y="1244826"/>
                  </a:moveTo>
                  <a:lnTo>
                    <a:pt x="0" y="1244826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252" name="pg4252"/>
            <p:cNvSpPr/>
            <p:nvPr/>
          </p:nvSpPr>
          <p:spPr>
            <a:xfrm>
              <a:off x="17276961" y="8446008"/>
              <a:ext cx="905328" cy="710580"/>
            </a:xfrm>
            <a:custGeom>
              <a:avLst/>
              <a:pathLst>
                <a:path w="905328" h="710580">
                  <a:moveTo>
                    <a:pt x="905328" y="710580"/>
                  </a:moveTo>
                  <a:lnTo>
                    <a:pt x="905328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710580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8623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tx4253"/>
            <p:cNvSpPr/>
            <p:nvPr/>
          </p:nvSpPr>
          <p:spPr>
            <a:xfrm>
              <a:off x="17322491" y="8460933"/>
              <a:ext cx="2113622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1.38 [1.218, 2.327]</a:t>
              </a:r>
            </a:p>
          </p:txBody>
        </p:sp>
        <p:sp>
          <p:nvSpPr>
            <p:cNvPr id="4254" name="tx4254"/>
            <p:cNvSpPr/>
            <p:nvPr/>
          </p:nvSpPr>
          <p:spPr>
            <a:xfrm>
              <a:off x="17322491" y="8706377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0.885</a:t>
              </a:r>
            </a:p>
          </p:txBody>
        </p:sp>
        <p:sp>
          <p:nvSpPr>
            <p:cNvPr id="4255" name="tx4255"/>
            <p:cNvSpPr/>
            <p:nvPr/>
          </p:nvSpPr>
          <p:spPr>
            <a:xfrm>
              <a:off x="17322491" y="8926256"/>
              <a:ext cx="1176935" cy="1110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0.753</a:t>
              </a:r>
            </a:p>
          </p:txBody>
        </p:sp>
        <p:sp>
          <p:nvSpPr>
            <p:cNvPr id="4256" name="tx4256"/>
            <p:cNvSpPr/>
            <p:nvPr/>
          </p:nvSpPr>
          <p:spPr>
            <a:xfrm>
              <a:off x="17322491" y="9144874"/>
              <a:ext cx="974480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0.820</a:t>
              </a:r>
            </a:p>
          </p:txBody>
        </p:sp>
        <p:sp>
          <p:nvSpPr>
            <p:cNvPr id="4257" name="tx4257"/>
            <p:cNvSpPr/>
            <p:nvPr/>
          </p:nvSpPr>
          <p:spPr>
            <a:xfrm>
              <a:off x="16580912" y="904694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4258" name="tx4258"/>
            <p:cNvSpPr/>
            <p:nvPr/>
          </p:nvSpPr>
          <p:spPr>
            <a:xfrm>
              <a:off x="16580912" y="876402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4259" name="tx4259"/>
            <p:cNvSpPr/>
            <p:nvPr/>
          </p:nvSpPr>
          <p:spPr>
            <a:xfrm>
              <a:off x="16580912" y="848111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4260" name="tx4260"/>
            <p:cNvSpPr/>
            <p:nvPr/>
          </p:nvSpPr>
          <p:spPr>
            <a:xfrm>
              <a:off x="16580912" y="819819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4261" name="tx4261"/>
            <p:cNvSpPr/>
            <p:nvPr/>
          </p:nvSpPr>
          <p:spPr>
            <a:xfrm>
              <a:off x="16580912" y="7915283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4262" name="tx4262"/>
            <p:cNvSpPr/>
            <p:nvPr/>
          </p:nvSpPr>
          <p:spPr>
            <a:xfrm>
              <a:off x="16855626" y="92341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4263" name="tx4263"/>
            <p:cNvSpPr/>
            <p:nvPr/>
          </p:nvSpPr>
          <p:spPr>
            <a:xfrm>
              <a:off x="17138541" y="92341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4264" name="tx4264"/>
            <p:cNvSpPr/>
            <p:nvPr/>
          </p:nvSpPr>
          <p:spPr>
            <a:xfrm>
              <a:off x="17421456" y="92341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4265" name="tx4265"/>
            <p:cNvSpPr/>
            <p:nvPr/>
          </p:nvSpPr>
          <p:spPr>
            <a:xfrm>
              <a:off x="17704371" y="92341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4266" name="tx4266"/>
            <p:cNvSpPr/>
            <p:nvPr/>
          </p:nvSpPr>
          <p:spPr>
            <a:xfrm>
              <a:off x="17987286" y="92341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4267" name="tx4267"/>
            <p:cNvSpPr/>
            <p:nvPr/>
          </p:nvSpPr>
          <p:spPr>
            <a:xfrm>
              <a:off x="16181492" y="9383870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4268" name="tx4268"/>
            <p:cNvSpPr/>
            <p:nvPr/>
          </p:nvSpPr>
          <p:spPr>
            <a:xfrm rot="-5400000">
              <a:off x="15209894" y="8450745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4269" name="tx4269"/>
            <p:cNvSpPr/>
            <p:nvPr/>
          </p:nvSpPr>
          <p:spPr>
            <a:xfrm>
              <a:off x="16937463" y="7632367"/>
              <a:ext cx="201587" cy="1527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P.</a:t>
              </a:r>
            </a:p>
          </p:txBody>
        </p:sp>
        <p:sp>
          <p:nvSpPr>
            <p:cNvPr id="4270" name="rc4270"/>
            <p:cNvSpPr/>
            <p:nvPr/>
          </p:nvSpPr>
          <p:spPr>
            <a:xfrm>
              <a:off x="2468562" y="9677400"/>
              <a:ext cx="4937759" cy="21335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rc4271"/>
            <p:cNvSpPr/>
            <p:nvPr/>
          </p:nvSpPr>
          <p:spPr>
            <a:xfrm>
              <a:off x="2897501" y="9974678"/>
              <a:ext cx="4439232" cy="142643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72" name="pl4272"/>
            <p:cNvSpPr/>
            <p:nvPr/>
          </p:nvSpPr>
          <p:spPr>
            <a:xfrm>
              <a:off x="2897501" y="11311335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l4273"/>
            <p:cNvSpPr/>
            <p:nvPr/>
          </p:nvSpPr>
          <p:spPr>
            <a:xfrm>
              <a:off x="2897501" y="11061959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l4274"/>
            <p:cNvSpPr/>
            <p:nvPr/>
          </p:nvSpPr>
          <p:spPr>
            <a:xfrm>
              <a:off x="2897501" y="10812582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l4275"/>
            <p:cNvSpPr/>
            <p:nvPr/>
          </p:nvSpPr>
          <p:spPr>
            <a:xfrm>
              <a:off x="2897501" y="10563206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l4276"/>
            <p:cNvSpPr/>
            <p:nvPr/>
          </p:nvSpPr>
          <p:spPr>
            <a:xfrm>
              <a:off x="2897501" y="10313830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l4277"/>
            <p:cNvSpPr/>
            <p:nvPr/>
          </p:nvSpPr>
          <p:spPr>
            <a:xfrm>
              <a:off x="2897501" y="10064453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l4278"/>
            <p:cNvSpPr/>
            <p:nvPr/>
          </p:nvSpPr>
          <p:spPr>
            <a:xfrm>
              <a:off x="3812066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l4279"/>
            <p:cNvSpPr/>
            <p:nvPr/>
          </p:nvSpPr>
          <p:spPr>
            <a:xfrm>
              <a:off x="4872859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l4280"/>
            <p:cNvSpPr/>
            <p:nvPr/>
          </p:nvSpPr>
          <p:spPr>
            <a:xfrm>
              <a:off x="5933651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l4281"/>
            <p:cNvSpPr/>
            <p:nvPr/>
          </p:nvSpPr>
          <p:spPr>
            <a:xfrm>
              <a:off x="6994444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l4282"/>
            <p:cNvSpPr/>
            <p:nvPr/>
          </p:nvSpPr>
          <p:spPr>
            <a:xfrm>
              <a:off x="2897501" y="11186647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l4283"/>
            <p:cNvSpPr/>
            <p:nvPr/>
          </p:nvSpPr>
          <p:spPr>
            <a:xfrm>
              <a:off x="2897501" y="10937271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l4284"/>
            <p:cNvSpPr/>
            <p:nvPr/>
          </p:nvSpPr>
          <p:spPr>
            <a:xfrm>
              <a:off x="2897501" y="10687894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l4285"/>
            <p:cNvSpPr/>
            <p:nvPr/>
          </p:nvSpPr>
          <p:spPr>
            <a:xfrm>
              <a:off x="2897501" y="10438518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l4286"/>
            <p:cNvSpPr/>
            <p:nvPr/>
          </p:nvSpPr>
          <p:spPr>
            <a:xfrm>
              <a:off x="2897501" y="10189141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l4287"/>
            <p:cNvSpPr/>
            <p:nvPr/>
          </p:nvSpPr>
          <p:spPr>
            <a:xfrm>
              <a:off x="3281669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l4288"/>
            <p:cNvSpPr/>
            <p:nvPr/>
          </p:nvSpPr>
          <p:spPr>
            <a:xfrm>
              <a:off x="4342462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l4289"/>
            <p:cNvSpPr/>
            <p:nvPr/>
          </p:nvSpPr>
          <p:spPr>
            <a:xfrm>
              <a:off x="5403255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l4290"/>
            <p:cNvSpPr/>
            <p:nvPr/>
          </p:nvSpPr>
          <p:spPr>
            <a:xfrm>
              <a:off x="6464048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t4291"/>
            <p:cNvSpPr/>
            <p:nvPr/>
          </p:nvSpPr>
          <p:spPr>
            <a:xfrm>
              <a:off x="3260950" y="111638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t4292"/>
            <p:cNvSpPr/>
            <p:nvPr/>
          </p:nvSpPr>
          <p:spPr>
            <a:xfrm>
              <a:off x="3606068" y="111093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t4293"/>
            <p:cNvSpPr/>
            <p:nvPr/>
          </p:nvSpPr>
          <p:spPr>
            <a:xfrm>
              <a:off x="4035501" y="109675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t4294"/>
            <p:cNvSpPr/>
            <p:nvPr/>
          </p:nvSpPr>
          <p:spPr>
            <a:xfrm>
              <a:off x="3239515" y="11179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t4295"/>
            <p:cNvSpPr/>
            <p:nvPr/>
          </p:nvSpPr>
          <p:spPr>
            <a:xfrm>
              <a:off x="3373846" y="111275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t4296"/>
            <p:cNvSpPr/>
            <p:nvPr/>
          </p:nvSpPr>
          <p:spPr>
            <a:xfrm>
              <a:off x="3433152" y="110954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t4297"/>
            <p:cNvSpPr/>
            <p:nvPr/>
          </p:nvSpPr>
          <p:spPr>
            <a:xfrm>
              <a:off x="3219508" y="11194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t4298"/>
            <p:cNvSpPr/>
            <p:nvPr/>
          </p:nvSpPr>
          <p:spPr>
            <a:xfrm>
              <a:off x="3200215" y="111713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t4299"/>
            <p:cNvSpPr/>
            <p:nvPr/>
          </p:nvSpPr>
          <p:spPr>
            <a:xfrm>
              <a:off x="3185210" y="111581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t4300"/>
            <p:cNvSpPr/>
            <p:nvPr/>
          </p:nvSpPr>
          <p:spPr>
            <a:xfrm>
              <a:off x="3222366" y="111775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t4301"/>
            <p:cNvSpPr/>
            <p:nvPr/>
          </p:nvSpPr>
          <p:spPr>
            <a:xfrm>
              <a:off x="3707532" y="111920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t4302"/>
            <p:cNvSpPr/>
            <p:nvPr/>
          </p:nvSpPr>
          <p:spPr>
            <a:xfrm>
              <a:off x="3889022" y="11214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t4303"/>
            <p:cNvSpPr/>
            <p:nvPr/>
          </p:nvSpPr>
          <p:spPr>
            <a:xfrm>
              <a:off x="5718219" y="108757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t4304"/>
            <p:cNvSpPr/>
            <p:nvPr/>
          </p:nvSpPr>
          <p:spPr>
            <a:xfrm>
              <a:off x="3496031" y="111357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t4305"/>
            <p:cNvSpPr/>
            <p:nvPr/>
          </p:nvSpPr>
          <p:spPr>
            <a:xfrm>
              <a:off x="3225939" y="111744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t4306"/>
            <p:cNvSpPr/>
            <p:nvPr/>
          </p:nvSpPr>
          <p:spPr>
            <a:xfrm>
              <a:off x="3159487" y="111663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t4307"/>
            <p:cNvSpPr/>
            <p:nvPr/>
          </p:nvSpPr>
          <p:spPr>
            <a:xfrm>
              <a:off x="3131621" y="111789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t4308"/>
            <p:cNvSpPr/>
            <p:nvPr/>
          </p:nvSpPr>
          <p:spPr>
            <a:xfrm>
              <a:off x="3254520" y="110971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t4309"/>
            <p:cNvSpPr/>
            <p:nvPr/>
          </p:nvSpPr>
          <p:spPr>
            <a:xfrm>
              <a:off x="3183781" y="110932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" name="pt4310"/>
            <p:cNvSpPr/>
            <p:nvPr/>
          </p:nvSpPr>
          <p:spPr>
            <a:xfrm>
              <a:off x="3198072" y="111849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" name="pt4311"/>
            <p:cNvSpPr/>
            <p:nvPr/>
          </p:nvSpPr>
          <p:spPr>
            <a:xfrm>
              <a:off x="3274527" y="111804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pt4312"/>
            <p:cNvSpPr/>
            <p:nvPr/>
          </p:nvSpPr>
          <p:spPr>
            <a:xfrm>
              <a:off x="3241658" y="112090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" name="pt4313"/>
            <p:cNvSpPr/>
            <p:nvPr/>
          </p:nvSpPr>
          <p:spPr>
            <a:xfrm>
              <a:off x="3245231" y="111541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" name="pt4314"/>
            <p:cNvSpPr/>
            <p:nvPr/>
          </p:nvSpPr>
          <p:spPr>
            <a:xfrm>
              <a:off x="4438496" y="109419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" name="pt4315"/>
            <p:cNvSpPr/>
            <p:nvPr/>
          </p:nvSpPr>
          <p:spPr>
            <a:xfrm>
              <a:off x="4444212" y="109234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" name="pt4316"/>
            <p:cNvSpPr/>
            <p:nvPr/>
          </p:nvSpPr>
          <p:spPr>
            <a:xfrm>
              <a:off x="4618558" y="108744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" name="pt4317"/>
            <p:cNvSpPr/>
            <p:nvPr/>
          </p:nvSpPr>
          <p:spPr>
            <a:xfrm>
              <a:off x="3859727" y="111572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t4318"/>
            <p:cNvSpPr/>
            <p:nvPr/>
          </p:nvSpPr>
          <p:spPr>
            <a:xfrm>
              <a:off x="3306680" y="111926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t4319"/>
            <p:cNvSpPr/>
            <p:nvPr/>
          </p:nvSpPr>
          <p:spPr>
            <a:xfrm>
              <a:off x="3238086" y="112142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t4320"/>
            <p:cNvSpPr/>
            <p:nvPr/>
          </p:nvSpPr>
          <p:spPr>
            <a:xfrm>
              <a:off x="3766123" y="110816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t4321"/>
            <p:cNvSpPr/>
            <p:nvPr/>
          </p:nvSpPr>
          <p:spPr>
            <a:xfrm>
              <a:off x="3858298" y="110550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t4322"/>
            <p:cNvSpPr/>
            <p:nvPr/>
          </p:nvSpPr>
          <p:spPr>
            <a:xfrm>
              <a:off x="3879019" y="108070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t4323"/>
            <p:cNvSpPr/>
            <p:nvPr/>
          </p:nvSpPr>
          <p:spPr>
            <a:xfrm>
              <a:off x="4279156" y="110829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t4324"/>
            <p:cNvSpPr/>
            <p:nvPr/>
          </p:nvSpPr>
          <p:spPr>
            <a:xfrm>
              <a:off x="3358127" y="111495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pt4325"/>
            <p:cNvSpPr/>
            <p:nvPr/>
          </p:nvSpPr>
          <p:spPr>
            <a:xfrm>
              <a:off x="3306680" y="111794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" name="pt4326"/>
            <p:cNvSpPr/>
            <p:nvPr/>
          </p:nvSpPr>
          <p:spPr>
            <a:xfrm>
              <a:off x="3233798" y="111979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" name="pt4327"/>
            <p:cNvSpPr/>
            <p:nvPr/>
          </p:nvSpPr>
          <p:spPr>
            <a:xfrm>
              <a:off x="4020496" y="107583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" name="pt4328"/>
            <p:cNvSpPr/>
            <p:nvPr/>
          </p:nvSpPr>
          <p:spPr>
            <a:xfrm>
              <a:off x="3363128" y="111950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" name="pt4329"/>
            <p:cNvSpPr/>
            <p:nvPr/>
          </p:nvSpPr>
          <p:spPr>
            <a:xfrm>
              <a:off x="3620359" y="111740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" name="pt4330"/>
            <p:cNvSpPr/>
            <p:nvPr/>
          </p:nvSpPr>
          <p:spPr>
            <a:xfrm>
              <a:off x="3685381" y="110883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" name="pt4331"/>
            <p:cNvSpPr/>
            <p:nvPr/>
          </p:nvSpPr>
          <p:spPr>
            <a:xfrm>
              <a:off x="3575344" y="111099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" name="pt4332"/>
            <p:cNvSpPr/>
            <p:nvPr/>
          </p:nvSpPr>
          <p:spPr>
            <a:xfrm>
              <a:off x="3160202" y="111986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" name="pt4333"/>
            <p:cNvSpPr/>
            <p:nvPr/>
          </p:nvSpPr>
          <p:spPr>
            <a:xfrm>
              <a:off x="3298106" y="111608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" name="pt4334"/>
            <p:cNvSpPr/>
            <p:nvPr/>
          </p:nvSpPr>
          <p:spPr>
            <a:xfrm>
              <a:off x="4967248" y="110920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" name="pt4335"/>
            <p:cNvSpPr/>
            <p:nvPr/>
          </p:nvSpPr>
          <p:spPr>
            <a:xfrm>
              <a:off x="3958332" y="11118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" name="pt4336"/>
            <p:cNvSpPr/>
            <p:nvPr/>
          </p:nvSpPr>
          <p:spPr>
            <a:xfrm>
              <a:off x="4233426" y="111223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" name="pt4337"/>
            <p:cNvSpPr/>
            <p:nvPr/>
          </p:nvSpPr>
          <p:spPr>
            <a:xfrm>
              <a:off x="3194499" y="112046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" name="pt4338"/>
            <p:cNvSpPr/>
            <p:nvPr/>
          </p:nvSpPr>
          <p:spPr>
            <a:xfrm>
              <a:off x="3265952" y="110681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" name="pt4339"/>
            <p:cNvSpPr/>
            <p:nvPr/>
          </p:nvSpPr>
          <p:spPr>
            <a:xfrm>
              <a:off x="3243087" y="109875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" name="pt4340"/>
            <p:cNvSpPr/>
            <p:nvPr/>
          </p:nvSpPr>
          <p:spPr>
            <a:xfrm>
              <a:off x="3437439" y="111664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" name="pt4341"/>
            <p:cNvSpPr/>
            <p:nvPr/>
          </p:nvSpPr>
          <p:spPr>
            <a:xfrm>
              <a:off x="3688954" y="11143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" name="pt4342"/>
            <p:cNvSpPr/>
            <p:nvPr/>
          </p:nvSpPr>
          <p:spPr>
            <a:xfrm>
              <a:off x="3216650" y="112370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" name="pt4343"/>
            <p:cNvSpPr/>
            <p:nvPr/>
          </p:nvSpPr>
          <p:spPr>
            <a:xfrm>
              <a:off x="3378133" y="111742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" name="pt4344"/>
            <p:cNvSpPr/>
            <p:nvPr/>
          </p:nvSpPr>
          <p:spPr>
            <a:xfrm>
              <a:off x="3300964" y="111664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" name="pt4345"/>
            <p:cNvSpPr/>
            <p:nvPr/>
          </p:nvSpPr>
          <p:spPr>
            <a:xfrm>
              <a:off x="3457446" y="111543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" name="pt4346"/>
            <p:cNvSpPr/>
            <p:nvPr/>
          </p:nvSpPr>
          <p:spPr>
            <a:xfrm>
              <a:off x="3448157" y="111499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" name="pt4347"/>
            <p:cNvSpPr/>
            <p:nvPr/>
          </p:nvSpPr>
          <p:spPr>
            <a:xfrm>
              <a:off x="3678951" y="111569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" name="pt4348"/>
            <p:cNvSpPr/>
            <p:nvPr/>
          </p:nvSpPr>
          <p:spPr>
            <a:xfrm>
              <a:off x="4128390" y="111820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" name="pt4349"/>
            <p:cNvSpPr/>
            <p:nvPr/>
          </p:nvSpPr>
          <p:spPr>
            <a:xfrm>
              <a:off x="4249860" y="111491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" name="pt4350"/>
            <p:cNvSpPr/>
            <p:nvPr/>
          </p:nvSpPr>
          <p:spPr>
            <a:xfrm>
              <a:off x="4228424" y="110694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" name="pt4351"/>
            <p:cNvSpPr/>
            <p:nvPr/>
          </p:nvSpPr>
          <p:spPr>
            <a:xfrm>
              <a:off x="3353125" y="111689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" name="pt4352"/>
            <p:cNvSpPr/>
            <p:nvPr/>
          </p:nvSpPr>
          <p:spPr>
            <a:xfrm>
              <a:off x="3370274" y="111434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" name="pt4353"/>
            <p:cNvSpPr/>
            <p:nvPr/>
          </p:nvSpPr>
          <p:spPr>
            <a:xfrm>
              <a:off x="5037272" y="108497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" name="pt4354"/>
            <p:cNvSpPr/>
            <p:nvPr/>
          </p:nvSpPr>
          <p:spPr>
            <a:xfrm>
              <a:off x="3298821" y="111989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" name="pt4355"/>
            <p:cNvSpPr/>
            <p:nvPr/>
          </p:nvSpPr>
          <p:spPr>
            <a:xfrm>
              <a:off x="3270954" y="111977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" name="pt4356"/>
            <p:cNvSpPr/>
            <p:nvPr/>
          </p:nvSpPr>
          <p:spPr>
            <a:xfrm>
              <a:off x="3285244" y="111869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" name="pt4357"/>
            <p:cNvSpPr/>
            <p:nvPr/>
          </p:nvSpPr>
          <p:spPr>
            <a:xfrm>
              <a:off x="3242373" y="112038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" name="pt4358"/>
            <p:cNvSpPr/>
            <p:nvPr/>
          </p:nvSpPr>
          <p:spPr>
            <a:xfrm>
              <a:off x="3230226" y="111851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" name="pt4359"/>
            <p:cNvSpPr/>
            <p:nvPr/>
          </p:nvSpPr>
          <p:spPr>
            <a:xfrm>
              <a:off x="3266667" y="11182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" name="pt4360"/>
            <p:cNvSpPr/>
            <p:nvPr/>
          </p:nvSpPr>
          <p:spPr>
            <a:xfrm>
              <a:off x="3240944" y="111992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" name="pt4361"/>
            <p:cNvSpPr/>
            <p:nvPr/>
          </p:nvSpPr>
          <p:spPr>
            <a:xfrm>
              <a:off x="3240944" y="112106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" name="pt4362"/>
            <p:cNvSpPr/>
            <p:nvPr/>
          </p:nvSpPr>
          <p:spPr>
            <a:xfrm>
              <a:off x="3170205" y="112098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" name="pt4363"/>
            <p:cNvSpPr/>
            <p:nvPr/>
          </p:nvSpPr>
          <p:spPr>
            <a:xfrm>
              <a:off x="3178065" y="112103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" name="pt4364"/>
            <p:cNvSpPr/>
            <p:nvPr/>
          </p:nvSpPr>
          <p:spPr>
            <a:xfrm>
              <a:off x="3171634" y="112292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" name="pt4365"/>
            <p:cNvSpPr/>
            <p:nvPr/>
          </p:nvSpPr>
          <p:spPr>
            <a:xfrm>
              <a:off x="3152342" y="112267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" name="pt4366"/>
            <p:cNvSpPr/>
            <p:nvPr/>
          </p:nvSpPr>
          <p:spPr>
            <a:xfrm>
              <a:off x="3253805" y="111967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" name="pt4367"/>
            <p:cNvSpPr/>
            <p:nvPr/>
          </p:nvSpPr>
          <p:spPr>
            <a:xfrm>
              <a:off x="3207361" y="112144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" name="pt4368"/>
            <p:cNvSpPr/>
            <p:nvPr/>
          </p:nvSpPr>
          <p:spPr>
            <a:xfrm>
              <a:off x="3230226" y="111790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" name="pt4369"/>
            <p:cNvSpPr/>
            <p:nvPr/>
          </p:nvSpPr>
          <p:spPr>
            <a:xfrm>
              <a:off x="3303822" y="111732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" name="pt4370"/>
            <p:cNvSpPr/>
            <p:nvPr/>
          </p:nvSpPr>
          <p:spPr>
            <a:xfrm>
              <a:off x="3245945" y="112037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" name="pt4371"/>
            <p:cNvSpPr/>
            <p:nvPr/>
          </p:nvSpPr>
          <p:spPr>
            <a:xfrm>
              <a:off x="3158058" y="111990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" name="pt4372"/>
            <p:cNvSpPr/>
            <p:nvPr/>
          </p:nvSpPr>
          <p:spPr>
            <a:xfrm>
              <a:off x="3224509" y="11210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" name="pt4373"/>
            <p:cNvSpPr/>
            <p:nvPr/>
          </p:nvSpPr>
          <p:spPr>
            <a:xfrm>
              <a:off x="3830431" y="108757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" name="pt4374"/>
            <p:cNvSpPr/>
            <p:nvPr/>
          </p:nvSpPr>
          <p:spPr>
            <a:xfrm>
              <a:off x="3767552" y="108375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" name="pt4375"/>
            <p:cNvSpPr/>
            <p:nvPr/>
          </p:nvSpPr>
          <p:spPr>
            <a:xfrm>
              <a:off x="3999775" y="109071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" name="pt4376"/>
            <p:cNvSpPr/>
            <p:nvPr/>
          </p:nvSpPr>
          <p:spPr>
            <a:xfrm>
              <a:off x="4132677" y="110650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" name="pt4377"/>
            <p:cNvSpPr/>
            <p:nvPr/>
          </p:nvSpPr>
          <p:spPr>
            <a:xfrm>
              <a:off x="3931894" y="109534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" name="pt4378"/>
            <p:cNvSpPr/>
            <p:nvPr/>
          </p:nvSpPr>
          <p:spPr>
            <a:xfrm>
              <a:off x="3913316" y="108766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" name="pt4379"/>
            <p:cNvSpPr/>
            <p:nvPr/>
          </p:nvSpPr>
          <p:spPr>
            <a:xfrm>
              <a:off x="4102667" y="10832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" name="pt4380"/>
            <p:cNvSpPr/>
            <p:nvPr/>
          </p:nvSpPr>
          <p:spPr>
            <a:xfrm>
              <a:off x="3919033" y="109449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" name="pt4381"/>
            <p:cNvSpPr/>
            <p:nvPr/>
          </p:nvSpPr>
          <p:spPr>
            <a:xfrm>
              <a:off x="4003347" y="106791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" name="pt4382"/>
            <p:cNvSpPr/>
            <p:nvPr/>
          </p:nvSpPr>
          <p:spPr>
            <a:xfrm>
              <a:off x="3195928" y="111847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" name="pt4383"/>
            <p:cNvSpPr/>
            <p:nvPr/>
          </p:nvSpPr>
          <p:spPr>
            <a:xfrm>
              <a:off x="3216650" y="112081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" name="pt4384"/>
            <p:cNvSpPr/>
            <p:nvPr/>
          </p:nvSpPr>
          <p:spPr>
            <a:xfrm>
              <a:off x="3243087" y="111707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" name="pt4385"/>
            <p:cNvSpPr/>
            <p:nvPr/>
          </p:nvSpPr>
          <p:spPr>
            <a:xfrm>
              <a:off x="3334547" y="111165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" name="pt4386"/>
            <p:cNvSpPr/>
            <p:nvPr/>
          </p:nvSpPr>
          <p:spPr>
            <a:xfrm>
              <a:off x="4211990" y="109705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" name="pt4387"/>
            <p:cNvSpPr/>
            <p:nvPr/>
          </p:nvSpPr>
          <p:spPr>
            <a:xfrm>
              <a:off x="4483511" y="108527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" name="pt4388"/>
            <p:cNvSpPr/>
            <p:nvPr/>
          </p:nvSpPr>
          <p:spPr>
            <a:xfrm>
              <a:off x="3253091" y="11180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" name="pt4389"/>
            <p:cNvSpPr/>
            <p:nvPr/>
          </p:nvSpPr>
          <p:spPr>
            <a:xfrm>
              <a:off x="3432438" y="111880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" name="pt4390"/>
            <p:cNvSpPr/>
            <p:nvPr/>
          </p:nvSpPr>
          <p:spPr>
            <a:xfrm>
              <a:off x="3195928" y="111556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" name="pt4391"/>
            <p:cNvSpPr/>
            <p:nvPr/>
          </p:nvSpPr>
          <p:spPr>
            <a:xfrm>
              <a:off x="3190212" y="111155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" name="pt4392"/>
            <p:cNvSpPr/>
            <p:nvPr/>
          </p:nvSpPr>
          <p:spPr>
            <a:xfrm>
              <a:off x="3249518" y="111118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" name="pt4393"/>
            <p:cNvSpPr/>
            <p:nvPr/>
          </p:nvSpPr>
          <p:spPr>
            <a:xfrm>
              <a:off x="3244516" y="111534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" name="pt4394"/>
            <p:cNvSpPr/>
            <p:nvPr/>
          </p:nvSpPr>
          <p:spPr>
            <a:xfrm>
              <a:off x="3270954" y="111632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" name="pt4395"/>
            <p:cNvSpPr/>
            <p:nvPr/>
          </p:nvSpPr>
          <p:spPr>
            <a:xfrm>
              <a:off x="3239515" y="111422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" name="pt4396"/>
            <p:cNvSpPr/>
            <p:nvPr/>
          </p:nvSpPr>
          <p:spPr>
            <a:xfrm>
              <a:off x="3244516" y="111786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" name="pt4397"/>
            <p:cNvSpPr/>
            <p:nvPr/>
          </p:nvSpPr>
          <p:spPr>
            <a:xfrm>
              <a:off x="3219508" y="111848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" name="pt4398"/>
            <p:cNvSpPr/>
            <p:nvPr/>
          </p:nvSpPr>
          <p:spPr>
            <a:xfrm>
              <a:off x="3737542" y="105908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" name="pt4399"/>
            <p:cNvSpPr/>
            <p:nvPr/>
          </p:nvSpPr>
          <p:spPr>
            <a:xfrm>
              <a:off x="3835433" y="106043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" name="pt4400"/>
            <p:cNvSpPr/>
            <p:nvPr/>
          </p:nvSpPr>
          <p:spPr>
            <a:xfrm>
              <a:off x="4870072" y="111316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" name="pt4401"/>
            <p:cNvSpPr/>
            <p:nvPr/>
          </p:nvSpPr>
          <p:spPr>
            <a:xfrm>
              <a:off x="5118014" y="111288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" name="pt4402"/>
            <p:cNvSpPr/>
            <p:nvPr/>
          </p:nvSpPr>
          <p:spPr>
            <a:xfrm>
              <a:off x="5087289" y="111437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" name="pt4403"/>
            <p:cNvSpPr/>
            <p:nvPr/>
          </p:nvSpPr>
          <p:spPr>
            <a:xfrm>
              <a:off x="5142308" y="111204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" name="pt4404"/>
            <p:cNvSpPr/>
            <p:nvPr/>
          </p:nvSpPr>
          <p:spPr>
            <a:xfrm>
              <a:off x="3473880" y="111766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" name="pt4405"/>
            <p:cNvSpPr/>
            <p:nvPr/>
          </p:nvSpPr>
          <p:spPr>
            <a:xfrm>
              <a:off x="3831145" y="111763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" name="pt4406"/>
            <p:cNvSpPr/>
            <p:nvPr/>
          </p:nvSpPr>
          <p:spPr>
            <a:xfrm>
              <a:off x="3257378" y="111828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" name="pt4407"/>
            <p:cNvSpPr/>
            <p:nvPr/>
          </p:nvSpPr>
          <p:spPr>
            <a:xfrm>
              <a:off x="3144482" y="111242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" name="pt4408"/>
            <p:cNvSpPr/>
            <p:nvPr/>
          </p:nvSpPr>
          <p:spPr>
            <a:xfrm>
              <a:off x="3307395" y="111960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" name="pt4409"/>
            <p:cNvSpPr/>
            <p:nvPr/>
          </p:nvSpPr>
          <p:spPr>
            <a:xfrm>
              <a:off x="3245231" y="111496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" name="pt4410"/>
            <p:cNvSpPr/>
            <p:nvPr/>
          </p:nvSpPr>
          <p:spPr>
            <a:xfrm>
              <a:off x="3247374" y="111393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" name="pt4411"/>
            <p:cNvSpPr/>
            <p:nvPr/>
          </p:nvSpPr>
          <p:spPr>
            <a:xfrm>
              <a:off x="3174492" y="111637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" name="pt4412"/>
            <p:cNvSpPr/>
            <p:nvPr/>
          </p:nvSpPr>
          <p:spPr>
            <a:xfrm>
              <a:off x="3245945" y="112095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" name="pt4413"/>
            <p:cNvSpPr/>
            <p:nvPr/>
          </p:nvSpPr>
          <p:spPr>
            <a:xfrm>
              <a:off x="3258092" y="111980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" name="pt4414"/>
            <p:cNvSpPr/>
            <p:nvPr/>
          </p:nvSpPr>
          <p:spPr>
            <a:xfrm>
              <a:off x="3270239" y="111972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" name="pt4415"/>
            <p:cNvSpPr/>
            <p:nvPr/>
          </p:nvSpPr>
          <p:spPr>
            <a:xfrm>
              <a:off x="3225939" y="111511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" name="pt4416"/>
            <p:cNvSpPr/>
            <p:nvPr/>
          </p:nvSpPr>
          <p:spPr>
            <a:xfrm>
              <a:off x="3138051" y="111225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" name="pt4417"/>
            <p:cNvSpPr/>
            <p:nvPr/>
          </p:nvSpPr>
          <p:spPr>
            <a:xfrm>
              <a:off x="3193785" y="111254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" name="pt4418"/>
            <p:cNvSpPr/>
            <p:nvPr/>
          </p:nvSpPr>
          <p:spPr>
            <a:xfrm>
              <a:off x="3238086" y="111883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" name="pt4419"/>
            <p:cNvSpPr/>
            <p:nvPr/>
          </p:nvSpPr>
          <p:spPr>
            <a:xfrm>
              <a:off x="3205932" y="109352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" name="pt4420"/>
            <p:cNvSpPr/>
            <p:nvPr/>
          </p:nvSpPr>
          <p:spPr>
            <a:xfrm>
              <a:off x="3265238" y="111937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" name="pt4421"/>
            <p:cNvSpPr/>
            <p:nvPr/>
          </p:nvSpPr>
          <p:spPr>
            <a:xfrm>
              <a:off x="3229511" y="112241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" name="pt4422"/>
            <p:cNvSpPr/>
            <p:nvPr/>
          </p:nvSpPr>
          <p:spPr>
            <a:xfrm>
              <a:off x="3253805" y="111832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" name="pt4423"/>
            <p:cNvSpPr/>
            <p:nvPr/>
          </p:nvSpPr>
          <p:spPr>
            <a:xfrm>
              <a:off x="3293819" y="111476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" name="pt4424"/>
            <p:cNvSpPr/>
            <p:nvPr/>
          </p:nvSpPr>
          <p:spPr>
            <a:xfrm>
              <a:off x="3197357" y="110904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" name="pt4425"/>
            <p:cNvSpPr/>
            <p:nvPr/>
          </p:nvSpPr>
          <p:spPr>
            <a:xfrm>
              <a:off x="3294533" y="111848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" name="pt4426"/>
            <p:cNvSpPr/>
            <p:nvPr/>
          </p:nvSpPr>
          <p:spPr>
            <a:xfrm>
              <a:off x="3551764" y="111925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" name="pt4427"/>
            <p:cNvSpPr/>
            <p:nvPr/>
          </p:nvSpPr>
          <p:spPr>
            <a:xfrm>
              <a:off x="3753262" y="11166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" name="pt4428"/>
            <p:cNvSpPr/>
            <p:nvPr/>
          </p:nvSpPr>
          <p:spPr>
            <a:xfrm>
              <a:off x="3844007" y="111544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" name="pt4429"/>
            <p:cNvSpPr/>
            <p:nvPr/>
          </p:nvSpPr>
          <p:spPr>
            <a:xfrm>
              <a:off x="4322028" y="110149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" name="pt4430"/>
            <p:cNvSpPr/>
            <p:nvPr/>
          </p:nvSpPr>
          <p:spPr>
            <a:xfrm>
              <a:off x="3267381" y="111944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" name="pt4431"/>
            <p:cNvSpPr/>
            <p:nvPr/>
          </p:nvSpPr>
          <p:spPr>
            <a:xfrm>
              <a:off x="3331689" y="111837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" name="pt4432"/>
            <p:cNvSpPr/>
            <p:nvPr/>
          </p:nvSpPr>
          <p:spPr>
            <a:xfrm>
              <a:off x="3266667" y="111721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" name="pt4433"/>
            <p:cNvSpPr/>
            <p:nvPr/>
          </p:nvSpPr>
          <p:spPr>
            <a:xfrm>
              <a:off x="3290961" y="111615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" name="pt4434"/>
            <p:cNvSpPr/>
            <p:nvPr/>
          </p:nvSpPr>
          <p:spPr>
            <a:xfrm>
              <a:off x="3214506" y="111615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" name="pt4435"/>
            <p:cNvSpPr/>
            <p:nvPr/>
          </p:nvSpPr>
          <p:spPr>
            <a:xfrm>
              <a:off x="3181638" y="111744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" name="pt4436"/>
            <p:cNvSpPr/>
            <p:nvPr/>
          </p:nvSpPr>
          <p:spPr>
            <a:xfrm>
              <a:off x="3189497" y="111539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" name="pt4437"/>
            <p:cNvSpPr/>
            <p:nvPr/>
          </p:nvSpPr>
          <p:spPr>
            <a:xfrm>
              <a:off x="3186639" y="111660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" name="pt4438"/>
            <p:cNvSpPr/>
            <p:nvPr/>
          </p:nvSpPr>
          <p:spPr>
            <a:xfrm>
              <a:off x="3408144" y="112131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" name="pt4439"/>
            <p:cNvSpPr/>
            <p:nvPr/>
          </p:nvSpPr>
          <p:spPr>
            <a:xfrm>
              <a:off x="3364557" y="112080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" name="pt4440"/>
            <p:cNvSpPr/>
            <p:nvPr/>
          </p:nvSpPr>
          <p:spPr>
            <a:xfrm>
              <a:off x="3382421" y="112063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" name="pt4441"/>
            <p:cNvSpPr/>
            <p:nvPr/>
          </p:nvSpPr>
          <p:spPr>
            <a:xfrm>
              <a:off x="6133361" y="109866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" name="pt4442"/>
            <p:cNvSpPr/>
            <p:nvPr/>
          </p:nvSpPr>
          <p:spPr>
            <a:xfrm>
              <a:off x="6144794" y="109661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" name="pt4443"/>
            <p:cNvSpPr/>
            <p:nvPr/>
          </p:nvSpPr>
          <p:spPr>
            <a:xfrm>
              <a:off x="3310968" y="111634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" name="pt4444"/>
            <p:cNvSpPr/>
            <p:nvPr/>
          </p:nvSpPr>
          <p:spPr>
            <a:xfrm>
              <a:off x="3733969" y="109022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" name="pt4445"/>
            <p:cNvSpPr/>
            <p:nvPr/>
          </p:nvSpPr>
          <p:spPr>
            <a:xfrm>
              <a:off x="3761121" y="108511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" name="pt4446"/>
            <p:cNvSpPr/>
            <p:nvPr/>
          </p:nvSpPr>
          <p:spPr>
            <a:xfrm>
              <a:off x="3436010" y="112152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" name="pt4447"/>
            <p:cNvSpPr/>
            <p:nvPr/>
          </p:nvSpPr>
          <p:spPr>
            <a:xfrm>
              <a:off x="3576773" y="111963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" name="pt4448"/>
            <p:cNvSpPr/>
            <p:nvPr/>
          </p:nvSpPr>
          <p:spPr>
            <a:xfrm>
              <a:off x="3829002" y="112068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" name="pt4449"/>
            <p:cNvSpPr/>
            <p:nvPr/>
          </p:nvSpPr>
          <p:spPr>
            <a:xfrm>
              <a:off x="3225224" y="112015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" name="pt4450"/>
            <p:cNvSpPr/>
            <p:nvPr/>
          </p:nvSpPr>
          <p:spPr>
            <a:xfrm>
              <a:off x="3196643" y="11053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" name="pt4451"/>
            <p:cNvSpPr/>
            <p:nvPr/>
          </p:nvSpPr>
          <p:spPr>
            <a:xfrm>
              <a:off x="3203788" y="111907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" name="pt4452"/>
            <p:cNvSpPr/>
            <p:nvPr/>
          </p:nvSpPr>
          <p:spPr>
            <a:xfrm>
              <a:off x="3293819" y="111848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" name="pt4453"/>
            <p:cNvSpPr/>
            <p:nvPr/>
          </p:nvSpPr>
          <p:spPr>
            <a:xfrm>
              <a:off x="3300250" y="111649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" name="pt4454"/>
            <p:cNvSpPr/>
            <p:nvPr/>
          </p:nvSpPr>
          <p:spPr>
            <a:xfrm>
              <a:off x="3282386" y="111957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" name="pt4455"/>
            <p:cNvSpPr/>
            <p:nvPr/>
          </p:nvSpPr>
          <p:spPr>
            <a:xfrm>
              <a:off x="3287388" y="111456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" name="pt4456"/>
            <p:cNvSpPr/>
            <p:nvPr/>
          </p:nvSpPr>
          <p:spPr>
            <a:xfrm>
              <a:off x="3295248" y="111572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" name="pt4457"/>
            <p:cNvSpPr/>
            <p:nvPr/>
          </p:nvSpPr>
          <p:spPr>
            <a:xfrm>
              <a:off x="3586062" y="111313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" name="pt4458"/>
            <p:cNvSpPr/>
            <p:nvPr/>
          </p:nvSpPr>
          <p:spPr>
            <a:xfrm>
              <a:off x="3398855" y="111674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" name="pt4459"/>
            <p:cNvSpPr/>
            <p:nvPr/>
          </p:nvSpPr>
          <p:spPr>
            <a:xfrm>
              <a:off x="3421720" y="111530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" name="pt4460"/>
            <p:cNvSpPr/>
            <p:nvPr/>
          </p:nvSpPr>
          <p:spPr>
            <a:xfrm>
              <a:off x="3493173" y="111685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" name="pt4461"/>
            <p:cNvSpPr/>
            <p:nvPr/>
          </p:nvSpPr>
          <p:spPr>
            <a:xfrm>
              <a:off x="3253805" y="111993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" name="pt4462"/>
            <p:cNvSpPr/>
            <p:nvPr/>
          </p:nvSpPr>
          <p:spPr>
            <a:xfrm>
              <a:off x="3308109" y="111585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" name="pt4463"/>
            <p:cNvSpPr/>
            <p:nvPr/>
          </p:nvSpPr>
          <p:spPr>
            <a:xfrm>
              <a:off x="3915460" y="110943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" name="pt4464"/>
            <p:cNvSpPr/>
            <p:nvPr/>
          </p:nvSpPr>
          <p:spPr>
            <a:xfrm>
              <a:off x="3152342" y="112109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" name="pt4465"/>
            <p:cNvSpPr/>
            <p:nvPr/>
          </p:nvSpPr>
          <p:spPr>
            <a:xfrm>
              <a:off x="3282386" y="111582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" name="pt4466"/>
            <p:cNvSpPr/>
            <p:nvPr/>
          </p:nvSpPr>
          <p:spPr>
            <a:xfrm>
              <a:off x="3257378" y="111584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" name="pt4467"/>
            <p:cNvSpPr/>
            <p:nvPr/>
          </p:nvSpPr>
          <p:spPr>
            <a:xfrm>
              <a:off x="3244516" y="111508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" name="pt4468"/>
            <p:cNvSpPr/>
            <p:nvPr/>
          </p:nvSpPr>
          <p:spPr>
            <a:xfrm>
              <a:off x="3235942" y="111710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" name="pt4469"/>
            <p:cNvSpPr/>
            <p:nvPr/>
          </p:nvSpPr>
          <p:spPr>
            <a:xfrm>
              <a:off x="4797905" y="105102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" name="pt4470"/>
            <p:cNvSpPr/>
            <p:nvPr/>
          </p:nvSpPr>
          <p:spPr>
            <a:xfrm>
              <a:off x="3466735" y="111617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" name="pt4471"/>
            <p:cNvSpPr/>
            <p:nvPr/>
          </p:nvSpPr>
          <p:spPr>
            <a:xfrm>
              <a:off x="3432438" y="111642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" name="pt4472"/>
            <p:cNvSpPr/>
            <p:nvPr/>
          </p:nvSpPr>
          <p:spPr>
            <a:xfrm>
              <a:off x="3324544" y="111364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" name="pt4473"/>
            <p:cNvSpPr/>
            <p:nvPr/>
          </p:nvSpPr>
          <p:spPr>
            <a:xfrm>
              <a:off x="3400998" y="111062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" name="pt4474"/>
            <p:cNvSpPr/>
            <p:nvPr/>
          </p:nvSpPr>
          <p:spPr>
            <a:xfrm>
              <a:off x="3170205" y="110906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" name="pt4475"/>
            <p:cNvSpPr/>
            <p:nvPr/>
          </p:nvSpPr>
          <p:spPr>
            <a:xfrm>
              <a:off x="3208790" y="111166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" name="pt4476"/>
            <p:cNvSpPr/>
            <p:nvPr/>
          </p:nvSpPr>
          <p:spPr>
            <a:xfrm>
              <a:off x="5040130" y="109756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" name="pt4477"/>
            <p:cNvSpPr/>
            <p:nvPr/>
          </p:nvSpPr>
          <p:spPr>
            <a:xfrm>
              <a:off x="5435265" y="109024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" name="pt4478"/>
            <p:cNvSpPr/>
            <p:nvPr/>
          </p:nvSpPr>
          <p:spPr>
            <a:xfrm>
              <a:off x="3161631" y="111285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" name="pt4479"/>
            <p:cNvSpPr/>
            <p:nvPr/>
          </p:nvSpPr>
          <p:spPr>
            <a:xfrm>
              <a:off x="3151627" y="11139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" name="pt4480"/>
            <p:cNvSpPr/>
            <p:nvPr/>
          </p:nvSpPr>
          <p:spPr>
            <a:xfrm>
              <a:off x="3153771" y="111482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" name="pt4481"/>
            <p:cNvSpPr/>
            <p:nvPr/>
          </p:nvSpPr>
          <p:spPr>
            <a:xfrm>
              <a:off x="3198072" y="111532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" name="pt4482"/>
            <p:cNvSpPr/>
            <p:nvPr/>
          </p:nvSpPr>
          <p:spPr>
            <a:xfrm>
              <a:off x="4206988" y="111122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" name="pt4483"/>
            <p:cNvSpPr/>
            <p:nvPr/>
          </p:nvSpPr>
          <p:spPr>
            <a:xfrm>
              <a:off x="4248431" y="110353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" name="pt4484"/>
            <p:cNvSpPr/>
            <p:nvPr/>
          </p:nvSpPr>
          <p:spPr>
            <a:xfrm>
              <a:off x="4128390" y="105300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" name="pt4485"/>
            <p:cNvSpPr/>
            <p:nvPr/>
          </p:nvSpPr>
          <p:spPr>
            <a:xfrm>
              <a:off x="4042646" y="105041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" name="pt4486"/>
            <p:cNvSpPr/>
            <p:nvPr/>
          </p:nvSpPr>
          <p:spPr>
            <a:xfrm>
              <a:off x="3251662" y="111910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" name="pt4487"/>
            <p:cNvSpPr/>
            <p:nvPr/>
          </p:nvSpPr>
          <p:spPr>
            <a:xfrm>
              <a:off x="5408113" y="108857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" name="pt4488"/>
            <p:cNvSpPr/>
            <p:nvPr/>
          </p:nvSpPr>
          <p:spPr>
            <a:xfrm>
              <a:off x="5390250" y="10735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" name="pt4489"/>
            <p:cNvSpPr/>
            <p:nvPr/>
          </p:nvSpPr>
          <p:spPr>
            <a:xfrm>
              <a:off x="6013320" y="108781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" name="pt4490"/>
            <p:cNvSpPr/>
            <p:nvPr/>
          </p:nvSpPr>
          <p:spPr>
            <a:xfrm>
              <a:off x="3185210" y="111857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" name="pt4491"/>
            <p:cNvSpPr/>
            <p:nvPr/>
          </p:nvSpPr>
          <p:spPr>
            <a:xfrm>
              <a:off x="3208790" y="112056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" name="pt4492"/>
            <p:cNvSpPr/>
            <p:nvPr/>
          </p:nvSpPr>
          <p:spPr>
            <a:xfrm>
              <a:off x="3184496" y="111386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" name="pt4493"/>
            <p:cNvSpPr/>
            <p:nvPr/>
          </p:nvSpPr>
          <p:spPr>
            <a:xfrm>
              <a:off x="4751460" y="107447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" name="pt4494"/>
            <p:cNvSpPr/>
            <p:nvPr/>
          </p:nvSpPr>
          <p:spPr>
            <a:xfrm>
              <a:off x="4975823" y="110561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" name="pt4495"/>
            <p:cNvSpPr/>
            <p:nvPr/>
          </p:nvSpPr>
          <p:spPr>
            <a:xfrm>
              <a:off x="4960103" y="109550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" name="pt4496"/>
            <p:cNvSpPr/>
            <p:nvPr/>
          </p:nvSpPr>
          <p:spPr>
            <a:xfrm>
              <a:off x="4346322" y="110270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" name="pt4497"/>
            <p:cNvSpPr/>
            <p:nvPr/>
          </p:nvSpPr>
          <p:spPr>
            <a:xfrm>
              <a:off x="4471364" y="110093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" name="pt4498"/>
            <p:cNvSpPr/>
            <p:nvPr/>
          </p:nvSpPr>
          <p:spPr>
            <a:xfrm>
              <a:off x="3156629" y="111860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" name="pt4499"/>
            <p:cNvSpPr/>
            <p:nvPr/>
          </p:nvSpPr>
          <p:spPr>
            <a:xfrm>
              <a:off x="3111614" y="111737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" name="pt4500"/>
            <p:cNvSpPr/>
            <p:nvPr/>
          </p:nvSpPr>
          <p:spPr>
            <a:xfrm>
              <a:off x="3342407" y="111079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" name="pt4501"/>
            <p:cNvSpPr/>
            <p:nvPr/>
          </p:nvSpPr>
          <p:spPr>
            <a:xfrm>
              <a:off x="3376704" y="111504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" name="pt4502"/>
            <p:cNvSpPr/>
            <p:nvPr/>
          </p:nvSpPr>
          <p:spPr>
            <a:xfrm>
              <a:off x="3385279" y="111573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" name="pt4503"/>
            <p:cNvSpPr/>
            <p:nvPr/>
          </p:nvSpPr>
          <p:spPr>
            <a:xfrm>
              <a:off x="3466021" y="111420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" name="pt4504"/>
            <p:cNvSpPr/>
            <p:nvPr/>
          </p:nvSpPr>
          <p:spPr>
            <a:xfrm>
              <a:off x="3558909" y="111341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" name="pt4505"/>
            <p:cNvSpPr/>
            <p:nvPr/>
          </p:nvSpPr>
          <p:spPr>
            <a:xfrm>
              <a:off x="3686810" y="111392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" name="pt4506"/>
            <p:cNvSpPr/>
            <p:nvPr/>
          </p:nvSpPr>
          <p:spPr>
            <a:xfrm>
              <a:off x="3875446" y="111443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" name="pt4507"/>
            <p:cNvSpPr/>
            <p:nvPr/>
          </p:nvSpPr>
          <p:spPr>
            <a:xfrm>
              <a:off x="4216277" y="111414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" name="pt4508"/>
            <p:cNvSpPr/>
            <p:nvPr/>
          </p:nvSpPr>
          <p:spPr>
            <a:xfrm>
              <a:off x="5827542" y="107655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" name="pt4509"/>
            <p:cNvSpPr/>
            <p:nvPr/>
          </p:nvSpPr>
          <p:spPr>
            <a:xfrm>
              <a:off x="5974021" y="106975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" name="pt4510"/>
            <p:cNvSpPr/>
            <p:nvPr/>
          </p:nvSpPr>
          <p:spPr>
            <a:xfrm>
              <a:off x="6266264" y="105185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" name="pt4511"/>
            <p:cNvSpPr/>
            <p:nvPr/>
          </p:nvSpPr>
          <p:spPr>
            <a:xfrm>
              <a:off x="3708961" y="111774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" name="pt4512"/>
            <p:cNvSpPr/>
            <p:nvPr/>
          </p:nvSpPr>
          <p:spPr>
            <a:xfrm>
              <a:off x="3321686" y="111439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" name="pt4513"/>
            <p:cNvSpPr/>
            <p:nvPr/>
          </p:nvSpPr>
          <p:spPr>
            <a:xfrm>
              <a:off x="3320971" y="111791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" name="pt4514"/>
            <p:cNvSpPr/>
            <p:nvPr/>
          </p:nvSpPr>
          <p:spPr>
            <a:xfrm>
              <a:off x="3333118" y="111609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" name="pt4515"/>
            <p:cNvSpPr/>
            <p:nvPr/>
          </p:nvSpPr>
          <p:spPr>
            <a:xfrm>
              <a:off x="3290961" y="11163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" name="pt4516"/>
            <p:cNvSpPr/>
            <p:nvPr/>
          </p:nvSpPr>
          <p:spPr>
            <a:xfrm>
              <a:off x="3305966" y="111165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" name="pt4517"/>
            <p:cNvSpPr/>
            <p:nvPr/>
          </p:nvSpPr>
          <p:spPr>
            <a:xfrm>
              <a:off x="3748260" y="111506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" name="pt4518"/>
            <p:cNvSpPr/>
            <p:nvPr/>
          </p:nvSpPr>
          <p:spPr>
            <a:xfrm>
              <a:off x="4038359" y="111187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" name="pt4519"/>
            <p:cNvSpPr/>
            <p:nvPr/>
          </p:nvSpPr>
          <p:spPr>
            <a:xfrm>
              <a:off x="3218079" y="111935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" name="pt4520"/>
            <p:cNvSpPr/>
            <p:nvPr/>
          </p:nvSpPr>
          <p:spPr>
            <a:xfrm>
              <a:off x="3190212" y="111602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" name="pt4521"/>
            <p:cNvSpPr/>
            <p:nvPr/>
          </p:nvSpPr>
          <p:spPr>
            <a:xfrm>
              <a:off x="3457446" y="110022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" name="pt4522"/>
            <p:cNvSpPr/>
            <p:nvPr/>
          </p:nvSpPr>
          <p:spPr>
            <a:xfrm>
              <a:off x="3325973" y="111381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" name="pt4523"/>
            <p:cNvSpPr/>
            <p:nvPr/>
          </p:nvSpPr>
          <p:spPr>
            <a:xfrm>
              <a:off x="3305251" y="111754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" name="pt4524"/>
            <p:cNvSpPr/>
            <p:nvPr/>
          </p:nvSpPr>
          <p:spPr>
            <a:xfrm>
              <a:off x="3335976" y="11178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" name="pt4525"/>
            <p:cNvSpPr/>
            <p:nvPr/>
          </p:nvSpPr>
          <p:spPr>
            <a:xfrm>
              <a:off x="3354554" y="111653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" name="pt4526"/>
            <p:cNvSpPr/>
            <p:nvPr/>
          </p:nvSpPr>
          <p:spPr>
            <a:xfrm>
              <a:off x="3318113" y="111664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" name="pt4527"/>
            <p:cNvSpPr/>
            <p:nvPr/>
          </p:nvSpPr>
          <p:spPr>
            <a:xfrm>
              <a:off x="3301679" y="111185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" name="pt4528"/>
            <p:cNvSpPr/>
            <p:nvPr/>
          </p:nvSpPr>
          <p:spPr>
            <a:xfrm>
              <a:off x="3337405" y="111115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" name="pt4529"/>
            <p:cNvSpPr/>
            <p:nvPr/>
          </p:nvSpPr>
          <p:spPr>
            <a:xfrm>
              <a:off x="5170175" y="106049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" name="pt4530"/>
            <p:cNvSpPr/>
            <p:nvPr/>
          </p:nvSpPr>
          <p:spPr>
            <a:xfrm>
              <a:off x="3255949" y="111776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" name="pt4531"/>
            <p:cNvSpPr/>
            <p:nvPr/>
          </p:nvSpPr>
          <p:spPr>
            <a:xfrm>
              <a:off x="3261665" y="111815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" name="pt4532"/>
            <p:cNvSpPr/>
            <p:nvPr/>
          </p:nvSpPr>
          <p:spPr>
            <a:xfrm>
              <a:off x="4941525" y="108252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" name="pt4533"/>
            <p:cNvSpPr/>
            <p:nvPr/>
          </p:nvSpPr>
          <p:spPr>
            <a:xfrm>
              <a:off x="4967963" y="109445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" name="pt4534"/>
            <p:cNvSpPr/>
            <p:nvPr/>
          </p:nvSpPr>
          <p:spPr>
            <a:xfrm>
              <a:off x="3581060" y="111291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" name="pt4535"/>
            <p:cNvSpPr/>
            <p:nvPr/>
          </p:nvSpPr>
          <p:spPr>
            <a:xfrm>
              <a:off x="3690383" y="111127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" name="pt4536"/>
            <p:cNvSpPr/>
            <p:nvPr/>
          </p:nvSpPr>
          <p:spPr>
            <a:xfrm>
              <a:off x="3280243" y="111124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" name="pt4537"/>
            <p:cNvSpPr/>
            <p:nvPr/>
          </p:nvSpPr>
          <p:spPr>
            <a:xfrm>
              <a:off x="5413115" y="11081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" name="pt4538"/>
            <p:cNvSpPr/>
            <p:nvPr/>
          </p:nvSpPr>
          <p:spPr>
            <a:xfrm>
              <a:off x="4616414" y="109360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" name="pt4539"/>
            <p:cNvSpPr/>
            <p:nvPr/>
          </p:nvSpPr>
          <p:spPr>
            <a:xfrm>
              <a:off x="4734311" y="10672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" name="pt4540"/>
            <p:cNvSpPr/>
            <p:nvPr/>
          </p:nvSpPr>
          <p:spPr>
            <a:xfrm>
              <a:off x="5032985" y="104976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" name="pt4541"/>
            <p:cNvSpPr/>
            <p:nvPr/>
          </p:nvSpPr>
          <p:spPr>
            <a:xfrm>
              <a:off x="5161600" y="106117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" name="pt4542"/>
            <p:cNvSpPr/>
            <p:nvPr/>
          </p:nvSpPr>
          <p:spPr>
            <a:xfrm>
              <a:off x="5239484" y="104451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" name="pt4543"/>
            <p:cNvSpPr/>
            <p:nvPr/>
          </p:nvSpPr>
          <p:spPr>
            <a:xfrm>
              <a:off x="3228797" y="111993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" name="pt4544"/>
            <p:cNvSpPr/>
            <p:nvPr/>
          </p:nvSpPr>
          <p:spPr>
            <a:xfrm>
              <a:off x="3260236" y="111985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" name="pt4545"/>
            <p:cNvSpPr/>
            <p:nvPr/>
          </p:nvSpPr>
          <p:spPr>
            <a:xfrm>
              <a:off x="4201272" y="111083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" name="pt4546"/>
            <p:cNvSpPr/>
            <p:nvPr/>
          </p:nvSpPr>
          <p:spPr>
            <a:xfrm>
              <a:off x="4333460" y="110782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" name="pt4547"/>
            <p:cNvSpPr/>
            <p:nvPr/>
          </p:nvSpPr>
          <p:spPr>
            <a:xfrm>
              <a:off x="6619956" y="106419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" name="pt4548"/>
            <p:cNvSpPr/>
            <p:nvPr/>
          </p:nvSpPr>
          <p:spPr>
            <a:xfrm>
              <a:off x="7110124" y="107508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" name="pt4549"/>
            <p:cNvSpPr/>
            <p:nvPr/>
          </p:nvSpPr>
          <p:spPr>
            <a:xfrm>
              <a:off x="3229511" y="111580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" name="pt4550"/>
            <p:cNvSpPr/>
            <p:nvPr/>
          </p:nvSpPr>
          <p:spPr>
            <a:xfrm>
              <a:off x="3193785" y="112030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" name="pt4551"/>
            <p:cNvSpPr/>
            <p:nvPr/>
          </p:nvSpPr>
          <p:spPr>
            <a:xfrm>
              <a:off x="3400998" y="111898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" name="pt4552"/>
            <p:cNvSpPr/>
            <p:nvPr/>
          </p:nvSpPr>
          <p:spPr>
            <a:xfrm>
              <a:off x="3518181" y="111577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" name="pt4553"/>
            <p:cNvSpPr/>
            <p:nvPr/>
          </p:nvSpPr>
          <p:spPr>
            <a:xfrm>
              <a:off x="3815426" y="111300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" name="pt4554"/>
            <p:cNvSpPr/>
            <p:nvPr/>
          </p:nvSpPr>
          <p:spPr>
            <a:xfrm>
              <a:off x="3881163" y="111267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" name="pt4555"/>
            <p:cNvSpPr/>
            <p:nvPr/>
          </p:nvSpPr>
          <p:spPr>
            <a:xfrm>
              <a:off x="4156257" y="111289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" name="pt4556"/>
            <p:cNvSpPr/>
            <p:nvPr/>
          </p:nvSpPr>
          <p:spPr>
            <a:xfrm>
              <a:off x="3358841" y="111839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" name="pt4557"/>
            <p:cNvSpPr/>
            <p:nvPr/>
          </p:nvSpPr>
          <p:spPr>
            <a:xfrm>
              <a:off x="3240944" y="111658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" name="pt4558"/>
            <p:cNvSpPr/>
            <p:nvPr/>
          </p:nvSpPr>
          <p:spPr>
            <a:xfrm>
              <a:off x="3235942" y="112029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" name="pt4559"/>
            <p:cNvSpPr/>
            <p:nvPr/>
          </p:nvSpPr>
          <p:spPr>
            <a:xfrm>
              <a:off x="3889737" y="111958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" name="pt4560"/>
            <p:cNvSpPr/>
            <p:nvPr/>
          </p:nvSpPr>
          <p:spPr>
            <a:xfrm>
              <a:off x="3770410" y="110382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" name="pt4561"/>
            <p:cNvSpPr/>
            <p:nvPr/>
          </p:nvSpPr>
          <p:spPr>
            <a:xfrm>
              <a:off x="3829716" y="109808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" name="pt4562"/>
            <p:cNvSpPr/>
            <p:nvPr/>
          </p:nvSpPr>
          <p:spPr>
            <a:xfrm>
              <a:off x="5243057" y="10487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" name="pt4563"/>
            <p:cNvSpPr/>
            <p:nvPr/>
          </p:nvSpPr>
          <p:spPr>
            <a:xfrm>
              <a:off x="5883990" y="104080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" name="pt4564"/>
            <p:cNvSpPr/>
            <p:nvPr/>
          </p:nvSpPr>
          <p:spPr>
            <a:xfrm>
              <a:off x="6201242" y="10509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" name="pt4565"/>
            <p:cNvSpPr/>
            <p:nvPr/>
          </p:nvSpPr>
          <p:spPr>
            <a:xfrm>
              <a:off x="3188783" y="111768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" name="pt4566"/>
            <p:cNvSpPr/>
            <p:nvPr/>
          </p:nvSpPr>
          <p:spPr>
            <a:xfrm>
              <a:off x="3259521" y="111536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" name="pt4567"/>
            <p:cNvSpPr/>
            <p:nvPr/>
          </p:nvSpPr>
          <p:spPr>
            <a:xfrm>
              <a:off x="3202359" y="111795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" name="pt4568"/>
            <p:cNvSpPr/>
            <p:nvPr/>
          </p:nvSpPr>
          <p:spPr>
            <a:xfrm>
              <a:off x="3178780" y="11137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" name="pt4569"/>
            <p:cNvSpPr/>
            <p:nvPr/>
          </p:nvSpPr>
          <p:spPr>
            <a:xfrm>
              <a:off x="3238086" y="111914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" name="pt4570"/>
            <p:cNvSpPr/>
            <p:nvPr/>
          </p:nvSpPr>
          <p:spPr>
            <a:xfrm>
              <a:off x="3283815" y="111811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" name="pt4571"/>
            <p:cNvSpPr/>
            <p:nvPr/>
          </p:nvSpPr>
          <p:spPr>
            <a:xfrm>
              <a:off x="3990486" y="107732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" name="pt4572"/>
            <p:cNvSpPr/>
            <p:nvPr/>
          </p:nvSpPr>
          <p:spPr>
            <a:xfrm>
              <a:off x="3349552" y="112227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" name="pt4573"/>
            <p:cNvSpPr/>
            <p:nvPr/>
          </p:nvSpPr>
          <p:spPr>
            <a:xfrm>
              <a:off x="3542475" y="112081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" name="pt4574"/>
            <p:cNvSpPr/>
            <p:nvPr/>
          </p:nvSpPr>
          <p:spPr>
            <a:xfrm>
              <a:off x="3185925" y="111944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" name="pt4575"/>
            <p:cNvSpPr/>
            <p:nvPr/>
          </p:nvSpPr>
          <p:spPr>
            <a:xfrm>
              <a:off x="3187354" y="111870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" name="pt4576"/>
            <p:cNvSpPr/>
            <p:nvPr/>
          </p:nvSpPr>
          <p:spPr>
            <a:xfrm>
              <a:off x="3259521" y="111375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" name="pt4577"/>
            <p:cNvSpPr/>
            <p:nvPr/>
          </p:nvSpPr>
          <p:spPr>
            <a:xfrm>
              <a:off x="3138766" y="111964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" name="pt4578"/>
            <p:cNvSpPr/>
            <p:nvPr/>
          </p:nvSpPr>
          <p:spPr>
            <a:xfrm>
              <a:off x="3144482" y="111929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" name="pt4579"/>
            <p:cNvSpPr/>
            <p:nvPr/>
          </p:nvSpPr>
          <p:spPr>
            <a:xfrm>
              <a:off x="3296677" y="111261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" name="pt4580"/>
            <p:cNvSpPr/>
            <p:nvPr/>
          </p:nvSpPr>
          <p:spPr>
            <a:xfrm>
              <a:off x="3392424" y="111532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" name="pt4581"/>
            <p:cNvSpPr/>
            <p:nvPr/>
          </p:nvSpPr>
          <p:spPr>
            <a:xfrm>
              <a:off x="3358127" y="111898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" name="pt4582"/>
            <p:cNvSpPr/>
            <p:nvPr/>
          </p:nvSpPr>
          <p:spPr>
            <a:xfrm>
              <a:off x="3253805" y="111685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" name="pt4583"/>
            <p:cNvSpPr/>
            <p:nvPr/>
          </p:nvSpPr>
          <p:spPr>
            <a:xfrm>
              <a:off x="3261665" y="11203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" name="pt4584"/>
            <p:cNvSpPr/>
            <p:nvPr/>
          </p:nvSpPr>
          <p:spPr>
            <a:xfrm>
              <a:off x="3252376" y="111632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" name="pt4585"/>
            <p:cNvSpPr/>
            <p:nvPr/>
          </p:nvSpPr>
          <p:spPr>
            <a:xfrm>
              <a:off x="3327402" y="111663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" name="pt4586"/>
            <p:cNvSpPr/>
            <p:nvPr/>
          </p:nvSpPr>
          <p:spPr>
            <a:xfrm>
              <a:off x="3223795" y="111596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" name="pt4587"/>
            <p:cNvSpPr/>
            <p:nvPr/>
          </p:nvSpPr>
          <p:spPr>
            <a:xfrm>
              <a:off x="4079802" y="11081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" name="pt4588"/>
            <p:cNvSpPr/>
            <p:nvPr/>
          </p:nvSpPr>
          <p:spPr>
            <a:xfrm>
              <a:off x="3892595" y="111203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" name="pt4589"/>
            <p:cNvSpPr/>
            <p:nvPr/>
          </p:nvSpPr>
          <p:spPr>
            <a:xfrm>
              <a:off x="3950472" y="111342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" name="pt4590"/>
            <p:cNvSpPr/>
            <p:nvPr/>
          </p:nvSpPr>
          <p:spPr>
            <a:xfrm>
              <a:off x="3934038" y="111536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" name="pt4591"/>
            <p:cNvSpPr/>
            <p:nvPr/>
          </p:nvSpPr>
          <p:spPr>
            <a:xfrm>
              <a:off x="3349552" y="111441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" name="pt4592"/>
            <p:cNvSpPr/>
            <p:nvPr/>
          </p:nvSpPr>
          <p:spPr>
            <a:xfrm>
              <a:off x="3468164" y="111800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" name="pt4593"/>
            <p:cNvSpPr/>
            <p:nvPr/>
          </p:nvSpPr>
          <p:spPr>
            <a:xfrm>
              <a:off x="3849723" y="111769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" name="pt4594"/>
            <p:cNvSpPr/>
            <p:nvPr/>
          </p:nvSpPr>
          <p:spPr>
            <a:xfrm>
              <a:off x="4702872" y="111123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" name="pt4595"/>
            <p:cNvSpPr/>
            <p:nvPr/>
          </p:nvSpPr>
          <p:spPr>
            <a:xfrm>
              <a:off x="5521009" y="107463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" name="pt4596"/>
            <p:cNvSpPr/>
            <p:nvPr/>
          </p:nvSpPr>
          <p:spPr>
            <a:xfrm>
              <a:off x="5901139" y="106916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" name="pt4597"/>
            <p:cNvSpPr/>
            <p:nvPr/>
          </p:nvSpPr>
          <p:spPr>
            <a:xfrm>
              <a:off x="3273097" y="111702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" name="pt4598"/>
            <p:cNvSpPr/>
            <p:nvPr/>
          </p:nvSpPr>
          <p:spPr>
            <a:xfrm>
              <a:off x="3140195" y="111542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" name="pt4599"/>
            <p:cNvSpPr/>
            <p:nvPr/>
          </p:nvSpPr>
          <p:spPr>
            <a:xfrm>
              <a:off x="3192356" y="112014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" name="pt4600"/>
            <p:cNvSpPr/>
            <p:nvPr/>
          </p:nvSpPr>
          <p:spPr>
            <a:xfrm>
              <a:off x="3230940" y="110892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" name="pt4601"/>
            <p:cNvSpPr/>
            <p:nvPr/>
          </p:nvSpPr>
          <p:spPr>
            <a:xfrm>
              <a:off x="3261665" y="11098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" name="pt4602"/>
            <p:cNvSpPr/>
            <p:nvPr/>
          </p:nvSpPr>
          <p:spPr>
            <a:xfrm>
              <a:off x="3245945" y="111064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" name="pt4603"/>
            <p:cNvSpPr/>
            <p:nvPr/>
          </p:nvSpPr>
          <p:spPr>
            <a:xfrm>
              <a:off x="3252376" y="111014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" name="pt4604"/>
            <p:cNvSpPr/>
            <p:nvPr/>
          </p:nvSpPr>
          <p:spPr>
            <a:xfrm>
              <a:off x="3220222" y="111093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" name="pt4605"/>
            <p:cNvSpPr/>
            <p:nvPr/>
          </p:nvSpPr>
          <p:spPr>
            <a:xfrm>
              <a:off x="3233798" y="110943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" name="pt4606"/>
            <p:cNvSpPr/>
            <p:nvPr/>
          </p:nvSpPr>
          <p:spPr>
            <a:xfrm>
              <a:off x="3353839" y="111722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" name="pt4607"/>
            <p:cNvSpPr/>
            <p:nvPr/>
          </p:nvSpPr>
          <p:spPr>
            <a:xfrm>
              <a:off x="3275956" y="111780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" name="pt4608"/>
            <p:cNvSpPr/>
            <p:nvPr/>
          </p:nvSpPr>
          <p:spPr>
            <a:xfrm>
              <a:off x="3292390" y="11199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" name="pt4609"/>
            <p:cNvSpPr/>
            <p:nvPr/>
          </p:nvSpPr>
          <p:spPr>
            <a:xfrm>
              <a:off x="3278814" y="111812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" name="pt4610"/>
            <p:cNvSpPr/>
            <p:nvPr/>
          </p:nvSpPr>
          <p:spPr>
            <a:xfrm>
              <a:off x="3250233" y="111897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" name="pt4611"/>
            <p:cNvSpPr/>
            <p:nvPr/>
          </p:nvSpPr>
          <p:spPr>
            <a:xfrm>
              <a:off x="3289532" y="111884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" name="pt4612"/>
            <p:cNvSpPr/>
            <p:nvPr/>
          </p:nvSpPr>
          <p:spPr>
            <a:xfrm>
              <a:off x="3230226" y="110717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" name="pt4613"/>
            <p:cNvSpPr/>
            <p:nvPr/>
          </p:nvSpPr>
          <p:spPr>
            <a:xfrm>
              <a:off x="3229511" y="111452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" name="pt4614"/>
            <p:cNvSpPr/>
            <p:nvPr/>
          </p:nvSpPr>
          <p:spPr>
            <a:xfrm>
              <a:off x="3182352" y="11151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" name="pt4615"/>
            <p:cNvSpPr/>
            <p:nvPr/>
          </p:nvSpPr>
          <p:spPr>
            <a:xfrm>
              <a:off x="5784671" y="108368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" name="pt4616"/>
            <p:cNvSpPr/>
            <p:nvPr/>
          </p:nvSpPr>
          <p:spPr>
            <a:xfrm>
              <a:off x="5631761" y="108960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" name="pt4617"/>
            <p:cNvSpPr/>
            <p:nvPr/>
          </p:nvSpPr>
          <p:spPr>
            <a:xfrm>
              <a:off x="3182352" y="111746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" name="pt4618"/>
            <p:cNvSpPr/>
            <p:nvPr/>
          </p:nvSpPr>
          <p:spPr>
            <a:xfrm>
              <a:off x="3237371" y="111730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" name="pt4619"/>
            <p:cNvSpPr/>
            <p:nvPr/>
          </p:nvSpPr>
          <p:spPr>
            <a:xfrm>
              <a:off x="3266667" y="111540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" name="pt4620"/>
            <p:cNvSpPr/>
            <p:nvPr/>
          </p:nvSpPr>
          <p:spPr>
            <a:xfrm>
              <a:off x="3218793" y="111706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" name="pt4621"/>
            <p:cNvSpPr/>
            <p:nvPr/>
          </p:nvSpPr>
          <p:spPr>
            <a:xfrm>
              <a:off x="3223795" y="111892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" name="pt4622"/>
            <p:cNvSpPr/>
            <p:nvPr/>
          </p:nvSpPr>
          <p:spPr>
            <a:xfrm>
              <a:off x="3288817" y="111955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" name="pt4623"/>
            <p:cNvSpPr/>
            <p:nvPr/>
          </p:nvSpPr>
          <p:spPr>
            <a:xfrm>
              <a:off x="4650711" y="111285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" name="pt4624"/>
            <p:cNvSpPr/>
            <p:nvPr/>
          </p:nvSpPr>
          <p:spPr>
            <a:xfrm>
              <a:off x="3279528" y="111690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" name="pt4625"/>
            <p:cNvSpPr/>
            <p:nvPr/>
          </p:nvSpPr>
          <p:spPr>
            <a:xfrm>
              <a:off x="3216650" y="11170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" name="pt4626"/>
            <p:cNvSpPr/>
            <p:nvPr/>
          </p:nvSpPr>
          <p:spPr>
            <a:xfrm>
              <a:off x="4475652" y="111391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" name="pt4627"/>
            <p:cNvSpPr/>
            <p:nvPr/>
          </p:nvSpPr>
          <p:spPr>
            <a:xfrm>
              <a:off x="4623559" y="111324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" name="pt4628"/>
            <p:cNvSpPr/>
            <p:nvPr/>
          </p:nvSpPr>
          <p:spPr>
            <a:xfrm>
              <a:off x="3315969" y="111592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" name="pt4629"/>
            <p:cNvSpPr/>
            <p:nvPr/>
          </p:nvSpPr>
          <p:spPr>
            <a:xfrm>
              <a:off x="3318113" y="108766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" name="pt4630"/>
            <p:cNvSpPr/>
            <p:nvPr/>
          </p:nvSpPr>
          <p:spPr>
            <a:xfrm>
              <a:off x="3249518" y="111715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" name="pt4631"/>
            <p:cNvSpPr/>
            <p:nvPr/>
          </p:nvSpPr>
          <p:spPr>
            <a:xfrm>
              <a:off x="3283101" y="111880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" name="pt4632"/>
            <p:cNvSpPr/>
            <p:nvPr/>
          </p:nvSpPr>
          <p:spPr>
            <a:xfrm>
              <a:off x="3233084" y="111785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" name="pt4633"/>
            <p:cNvSpPr/>
            <p:nvPr/>
          </p:nvSpPr>
          <p:spPr>
            <a:xfrm>
              <a:off x="3323829" y="111467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" name="pt4634"/>
            <p:cNvSpPr/>
            <p:nvPr/>
          </p:nvSpPr>
          <p:spPr>
            <a:xfrm>
              <a:off x="3234513" y="111572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" name="pt4635"/>
            <p:cNvSpPr/>
            <p:nvPr/>
          </p:nvSpPr>
          <p:spPr>
            <a:xfrm>
              <a:off x="3263809" y="111827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" name="pt4636"/>
            <p:cNvSpPr/>
            <p:nvPr/>
          </p:nvSpPr>
          <p:spPr>
            <a:xfrm>
              <a:off x="5417402" y="110844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" name="pt4637"/>
            <p:cNvSpPr/>
            <p:nvPr/>
          </p:nvSpPr>
          <p:spPr>
            <a:xfrm>
              <a:off x="5470277" y="10925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" name="pt4638"/>
            <p:cNvSpPr/>
            <p:nvPr/>
          </p:nvSpPr>
          <p:spPr>
            <a:xfrm>
              <a:off x="3526041" y="111687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" name="pt4639"/>
            <p:cNvSpPr/>
            <p:nvPr/>
          </p:nvSpPr>
          <p:spPr>
            <a:xfrm>
              <a:off x="3204503" y="111261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" name="pt4640"/>
            <p:cNvSpPr/>
            <p:nvPr/>
          </p:nvSpPr>
          <p:spPr>
            <a:xfrm>
              <a:off x="4527098" y="107499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" name="pt4641"/>
            <p:cNvSpPr/>
            <p:nvPr/>
          </p:nvSpPr>
          <p:spPr>
            <a:xfrm>
              <a:off x="4592120" y="109607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" name="pt4642"/>
            <p:cNvSpPr/>
            <p:nvPr/>
          </p:nvSpPr>
          <p:spPr>
            <a:xfrm>
              <a:off x="3580345" y="111670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" name="pt4643"/>
            <p:cNvSpPr/>
            <p:nvPr/>
          </p:nvSpPr>
          <p:spPr>
            <a:xfrm>
              <a:off x="3186639" y="111855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" name="pt4644"/>
            <p:cNvSpPr/>
            <p:nvPr/>
          </p:nvSpPr>
          <p:spPr>
            <a:xfrm>
              <a:off x="3216650" y="111835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" name="pt4645"/>
            <p:cNvSpPr/>
            <p:nvPr/>
          </p:nvSpPr>
          <p:spPr>
            <a:xfrm>
              <a:off x="3277385" y="111913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" name="pt4646"/>
            <p:cNvSpPr/>
            <p:nvPr/>
          </p:nvSpPr>
          <p:spPr>
            <a:xfrm>
              <a:off x="3275241" y="112013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" name="pt4647"/>
            <p:cNvSpPr/>
            <p:nvPr/>
          </p:nvSpPr>
          <p:spPr>
            <a:xfrm>
              <a:off x="3743973" y="111122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" name="pt4648"/>
            <p:cNvSpPr/>
            <p:nvPr/>
          </p:nvSpPr>
          <p:spPr>
            <a:xfrm>
              <a:off x="3870445" y="110184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" name="pt4649"/>
            <p:cNvSpPr/>
            <p:nvPr/>
          </p:nvSpPr>
          <p:spPr>
            <a:xfrm>
              <a:off x="3989057" y="110042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" name="pt4650"/>
            <p:cNvSpPr/>
            <p:nvPr/>
          </p:nvSpPr>
          <p:spPr>
            <a:xfrm>
              <a:off x="4176978" y="110933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" name="pt4651"/>
            <p:cNvSpPr/>
            <p:nvPr/>
          </p:nvSpPr>
          <p:spPr>
            <a:xfrm>
              <a:off x="4214848" y="110242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" name="pt4652"/>
            <p:cNvSpPr/>
            <p:nvPr/>
          </p:nvSpPr>
          <p:spPr>
            <a:xfrm>
              <a:off x="3319542" y="111688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" name="pt4653"/>
            <p:cNvSpPr/>
            <p:nvPr/>
          </p:nvSpPr>
          <p:spPr>
            <a:xfrm>
              <a:off x="3277385" y="111721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" name="pt4654"/>
            <p:cNvSpPr/>
            <p:nvPr/>
          </p:nvSpPr>
          <p:spPr>
            <a:xfrm>
              <a:off x="3260950" y="11176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" name="pt4655"/>
            <p:cNvSpPr/>
            <p:nvPr/>
          </p:nvSpPr>
          <p:spPr>
            <a:xfrm>
              <a:off x="3280957" y="111813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" name="pt4656"/>
            <p:cNvSpPr/>
            <p:nvPr/>
          </p:nvSpPr>
          <p:spPr>
            <a:xfrm>
              <a:off x="4103381" y="108856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" name="pt4657"/>
            <p:cNvSpPr/>
            <p:nvPr/>
          </p:nvSpPr>
          <p:spPr>
            <a:xfrm>
              <a:off x="3258092" y="111907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" name="pt4658"/>
            <p:cNvSpPr/>
            <p:nvPr/>
          </p:nvSpPr>
          <p:spPr>
            <a:xfrm>
              <a:off x="3262380" y="111650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" name="pt4659"/>
            <p:cNvSpPr/>
            <p:nvPr/>
          </p:nvSpPr>
          <p:spPr>
            <a:xfrm>
              <a:off x="3185925" y="111538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" name="pt4660"/>
            <p:cNvSpPr/>
            <p:nvPr/>
          </p:nvSpPr>
          <p:spPr>
            <a:xfrm>
              <a:off x="3210933" y="111469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" name="pt4661"/>
            <p:cNvSpPr/>
            <p:nvPr/>
          </p:nvSpPr>
          <p:spPr>
            <a:xfrm>
              <a:off x="3218793" y="111511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" name="pt4662"/>
            <p:cNvSpPr/>
            <p:nvPr/>
          </p:nvSpPr>
          <p:spPr>
            <a:xfrm>
              <a:off x="3273097" y="111047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" name="pt4663"/>
            <p:cNvSpPr/>
            <p:nvPr/>
          </p:nvSpPr>
          <p:spPr>
            <a:xfrm>
              <a:off x="3914745" y="107999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" name="pt4664"/>
            <p:cNvSpPr/>
            <p:nvPr/>
          </p:nvSpPr>
          <p:spPr>
            <a:xfrm>
              <a:off x="3961190" y="107168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" name="pt4665"/>
            <p:cNvSpPr/>
            <p:nvPr/>
          </p:nvSpPr>
          <p:spPr>
            <a:xfrm>
              <a:off x="3290961" y="111988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" name="pt4666"/>
            <p:cNvSpPr/>
            <p:nvPr/>
          </p:nvSpPr>
          <p:spPr>
            <a:xfrm>
              <a:off x="3074458" y="111743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" name="pt4667"/>
            <p:cNvSpPr/>
            <p:nvPr/>
          </p:nvSpPr>
          <p:spPr>
            <a:xfrm>
              <a:off x="3230226" y="111886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" name="pt4668"/>
            <p:cNvSpPr/>
            <p:nvPr/>
          </p:nvSpPr>
          <p:spPr>
            <a:xfrm>
              <a:off x="3207361" y="111506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" name="pt4669"/>
            <p:cNvSpPr/>
            <p:nvPr/>
          </p:nvSpPr>
          <p:spPr>
            <a:xfrm>
              <a:off x="3754691" y="110892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" name="pt4670"/>
            <p:cNvSpPr/>
            <p:nvPr/>
          </p:nvSpPr>
          <p:spPr>
            <a:xfrm>
              <a:off x="4069084" y="10903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" name="pt4671"/>
            <p:cNvSpPr/>
            <p:nvPr/>
          </p:nvSpPr>
          <p:spPr>
            <a:xfrm>
              <a:off x="4250575" y="109376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" name="pt4672"/>
            <p:cNvSpPr/>
            <p:nvPr/>
          </p:nvSpPr>
          <p:spPr>
            <a:xfrm>
              <a:off x="4192698" y="109568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" name="pt4673"/>
            <p:cNvSpPr/>
            <p:nvPr/>
          </p:nvSpPr>
          <p:spPr>
            <a:xfrm>
              <a:off x="3230226" y="110352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" name="pt4674"/>
            <p:cNvSpPr/>
            <p:nvPr/>
          </p:nvSpPr>
          <p:spPr>
            <a:xfrm>
              <a:off x="3238086" y="112191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" name="pt4675"/>
            <p:cNvSpPr/>
            <p:nvPr/>
          </p:nvSpPr>
          <p:spPr>
            <a:xfrm>
              <a:off x="3283815" y="111718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" name="pt4676"/>
            <p:cNvSpPr/>
            <p:nvPr/>
          </p:nvSpPr>
          <p:spPr>
            <a:xfrm>
              <a:off x="3304537" y="111229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" name="pt4677"/>
            <p:cNvSpPr/>
            <p:nvPr/>
          </p:nvSpPr>
          <p:spPr>
            <a:xfrm>
              <a:off x="4084804" y="111375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" name="pt4678"/>
            <p:cNvSpPr/>
            <p:nvPr/>
          </p:nvSpPr>
          <p:spPr>
            <a:xfrm>
              <a:off x="3232369" y="111952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" name="pt4679"/>
            <p:cNvSpPr/>
            <p:nvPr/>
          </p:nvSpPr>
          <p:spPr>
            <a:xfrm>
              <a:off x="3233798" y="111804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" name="pt4680"/>
            <p:cNvSpPr/>
            <p:nvPr/>
          </p:nvSpPr>
          <p:spPr>
            <a:xfrm>
              <a:off x="3250947" y="111723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" name="pt4681"/>
            <p:cNvSpPr/>
            <p:nvPr/>
          </p:nvSpPr>
          <p:spPr>
            <a:xfrm>
              <a:off x="3228797" y="111816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" name="pt4682"/>
            <p:cNvSpPr/>
            <p:nvPr/>
          </p:nvSpPr>
          <p:spPr>
            <a:xfrm>
              <a:off x="4677864" y="108901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" name="pt4683"/>
            <p:cNvSpPr/>
            <p:nvPr/>
          </p:nvSpPr>
          <p:spPr>
            <a:xfrm>
              <a:off x="3646797" y="110011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" name="pt4684"/>
            <p:cNvSpPr/>
            <p:nvPr/>
          </p:nvSpPr>
          <p:spPr>
            <a:xfrm>
              <a:off x="3664660" y="109060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" name="pt4685"/>
            <p:cNvSpPr/>
            <p:nvPr/>
          </p:nvSpPr>
          <p:spPr>
            <a:xfrm>
              <a:off x="3519610" y="108944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" name="pt4686"/>
            <p:cNvSpPr/>
            <p:nvPr/>
          </p:nvSpPr>
          <p:spPr>
            <a:xfrm>
              <a:off x="3323115" y="112155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" name="pt4687"/>
            <p:cNvSpPr/>
            <p:nvPr/>
          </p:nvSpPr>
          <p:spPr>
            <a:xfrm>
              <a:off x="3828287" y="107320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" name="pt4688"/>
            <p:cNvSpPr/>
            <p:nvPr/>
          </p:nvSpPr>
          <p:spPr>
            <a:xfrm>
              <a:off x="4360612" y="108756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" name="pt4689"/>
            <p:cNvSpPr/>
            <p:nvPr/>
          </p:nvSpPr>
          <p:spPr>
            <a:xfrm>
              <a:off x="4182694" y="109037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" name="pt4690"/>
            <p:cNvSpPr/>
            <p:nvPr/>
          </p:nvSpPr>
          <p:spPr>
            <a:xfrm>
              <a:off x="3399569" y="111819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" name="pt4691"/>
            <p:cNvSpPr/>
            <p:nvPr/>
          </p:nvSpPr>
          <p:spPr>
            <a:xfrm>
              <a:off x="3239515" y="11184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" name="pt4692"/>
            <p:cNvSpPr/>
            <p:nvPr/>
          </p:nvSpPr>
          <p:spPr>
            <a:xfrm>
              <a:off x="3269525" y="111927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" name="pt4693"/>
            <p:cNvSpPr/>
            <p:nvPr/>
          </p:nvSpPr>
          <p:spPr>
            <a:xfrm>
              <a:off x="3278099" y="111761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" name="pt4694"/>
            <p:cNvSpPr/>
            <p:nvPr/>
          </p:nvSpPr>
          <p:spPr>
            <a:xfrm>
              <a:off x="3217364" y="111072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" name="pt4695"/>
            <p:cNvSpPr/>
            <p:nvPr/>
          </p:nvSpPr>
          <p:spPr>
            <a:xfrm>
              <a:off x="5250202" y="110603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" name="pt4696"/>
            <p:cNvSpPr/>
            <p:nvPr/>
          </p:nvSpPr>
          <p:spPr>
            <a:xfrm>
              <a:off x="5230195" y="110042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" name="pt4697"/>
            <p:cNvSpPr/>
            <p:nvPr/>
          </p:nvSpPr>
          <p:spPr>
            <a:xfrm>
              <a:off x="5224479" y="109683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" name="pt4698"/>
            <p:cNvSpPr/>
            <p:nvPr/>
          </p:nvSpPr>
          <p:spPr>
            <a:xfrm>
              <a:off x="5149453" y="110067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" name="pt4699"/>
            <p:cNvSpPr/>
            <p:nvPr/>
          </p:nvSpPr>
          <p:spPr>
            <a:xfrm>
              <a:off x="4745744" y="110069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" name="pt4700"/>
            <p:cNvSpPr/>
            <p:nvPr/>
          </p:nvSpPr>
          <p:spPr>
            <a:xfrm>
              <a:off x="3258092" y="111538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" name="pt4701"/>
            <p:cNvSpPr/>
            <p:nvPr/>
          </p:nvSpPr>
          <p:spPr>
            <a:xfrm>
              <a:off x="3308824" y="111692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" name="pt4702"/>
            <p:cNvSpPr/>
            <p:nvPr/>
          </p:nvSpPr>
          <p:spPr>
            <a:xfrm>
              <a:off x="3314540" y="111634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" name="pt4703"/>
            <p:cNvSpPr/>
            <p:nvPr/>
          </p:nvSpPr>
          <p:spPr>
            <a:xfrm>
              <a:off x="5012264" y="10859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" name="pt4704"/>
            <p:cNvSpPr/>
            <p:nvPr/>
          </p:nvSpPr>
          <p:spPr>
            <a:xfrm>
              <a:off x="3534615" y="111394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" name="pt4705"/>
            <p:cNvSpPr/>
            <p:nvPr/>
          </p:nvSpPr>
          <p:spPr>
            <a:xfrm>
              <a:off x="3594636" y="111033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" name="pt4706"/>
            <p:cNvSpPr/>
            <p:nvPr/>
          </p:nvSpPr>
          <p:spPr>
            <a:xfrm>
              <a:off x="3444585" y="111481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" name="pt4707"/>
            <p:cNvSpPr/>
            <p:nvPr/>
          </p:nvSpPr>
          <p:spPr>
            <a:xfrm>
              <a:off x="3479597" y="11144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" name="pt4708"/>
            <p:cNvSpPr/>
            <p:nvPr/>
          </p:nvSpPr>
          <p:spPr>
            <a:xfrm>
              <a:off x="3556051" y="11133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" name="pt4709"/>
            <p:cNvSpPr/>
            <p:nvPr/>
          </p:nvSpPr>
          <p:spPr>
            <a:xfrm>
              <a:off x="3288103" y="110106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" name="pt4710"/>
            <p:cNvSpPr/>
            <p:nvPr/>
          </p:nvSpPr>
          <p:spPr>
            <a:xfrm>
              <a:off x="3290961" y="111945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" name="pt4711"/>
            <p:cNvSpPr/>
            <p:nvPr/>
          </p:nvSpPr>
          <p:spPr>
            <a:xfrm>
              <a:off x="3270954" y="111590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" name="pt4712"/>
            <p:cNvSpPr/>
            <p:nvPr/>
          </p:nvSpPr>
          <p:spPr>
            <a:xfrm>
              <a:off x="3703959" y="110846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" name="pt4713"/>
            <p:cNvSpPr/>
            <p:nvPr/>
          </p:nvSpPr>
          <p:spPr>
            <a:xfrm>
              <a:off x="3280957" y="111433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" name="pt4714"/>
            <p:cNvSpPr/>
            <p:nvPr/>
          </p:nvSpPr>
          <p:spPr>
            <a:xfrm>
              <a:off x="3264523" y="112245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" name="pt4715"/>
            <p:cNvSpPr/>
            <p:nvPr/>
          </p:nvSpPr>
          <p:spPr>
            <a:xfrm>
              <a:off x="3276670" y="111734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" name="pt4716"/>
            <p:cNvSpPr/>
            <p:nvPr/>
          </p:nvSpPr>
          <p:spPr>
            <a:xfrm>
              <a:off x="3230940" y="111373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" name="pt4717"/>
            <p:cNvSpPr/>
            <p:nvPr/>
          </p:nvSpPr>
          <p:spPr>
            <a:xfrm>
              <a:off x="3234513" y="11181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" name="pt4718"/>
            <p:cNvSpPr/>
            <p:nvPr/>
          </p:nvSpPr>
          <p:spPr>
            <a:xfrm>
              <a:off x="3270239" y="111542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" name="pt4719"/>
            <p:cNvSpPr/>
            <p:nvPr/>
          </p:nvSpPr>
          <p:spPr>
            <a:xfrm>
              <a:off x="3284530" y="111793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" name="pt4720"/>
            <p:cNvSpPr/>
            <p:nvPr/>
          </p:nvSpPr>
          <p:spPr>
            <a:xfrm>
              <a:off x="3310253" y="112009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" name="pt4721"/>
            <p:cNvSpPr/>
            <p:nvPr/>
          </p:nvSpPr>
          <p:spPr>
            <a:xfrm>
              <a:off x="3224509" y="111780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" name="pt4722"/>
            <p:cNvSpPr/>
            <p:nvPr/>
          </p:nvSpPr>
          <p:spPr>
            <a:xfrm>
              <a:off x="3266667" y="111256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" name="pt4723"/>
            <p:cNvSpPr/>
            <p:nvPr/>
          </p:nvSpPr>
          <p:spPr>
            <a:xfrm>
              <a:off x="3285959" y="111758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" name="pt4724"/>
            <p:cNvSpPr/>
            <p:nvPr/>
          </p:nvSpPr>
          <p:spPr>
            <a:xfrm>
              <a:off x="3279528" y="111727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" name="pt4725"/>
            <p:cNvSpPr/>
            <p:nvPr/>
          </p:nvSpPr>
          <p:spPr>
            <a:xfrm>
              <a:off x="3263809" y="111723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" name="pt4726"/>
            <p:cNvSpPr/>
            <p:nvPr/>
          </p:nvSpPr>
          <p:spPr>
            <a:xfrm>
              <a:off x="3224509" y="11131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" name="pt4727"/>
            <p:cNvSpPr/>
            <p:nvPr/>
          </p:nvSpPr>
          <p:spPr>
            <a:xfrm>
              <a:off x="3260950" y="111502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" name="pt4728"/>
            <p:cNvSpPr/>
            <p:nvPr/>
          </p:nvSpPr>
          <p:spPr>
            <a:xfrm>
              <a:off x="3224509" y="111678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" name="pt4729"/>
            <p:cNvSpPr/>
            <p:nvPr/>
          </p:nvSpPr>
          <p:spPr>
            <a:xfrm>
              <a:off x="3242373" y="111848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" name="pt4730"/>
            <p:cNvSpPr/>
            <p:nvPr/>
          </p:nvSpPr>
          <p:spPr>
            <a:xfrm>
              <a:off x="3202359" y="111682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" name="pt4731"/>
            <p:cNvSpPr/>
            <p:nvPr/>
          </p:nvSpPr>
          <p:spPr>
            <a:xfrm>
              <a:off x="3598923" y="109927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" name="pt4732"/>
            <p:cNvSpPr/>
            <p:nvPr/>
          </p:nvSpPr>
          <p:spPr>
            <a:xfrm>
              <a:off x="3626075" y="109706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" name="pt4733"/>
            <p:cNvSpPr/>
            <p:nvPr/>
          </p:nvSpPr>
          <p:spPr>
            <a:xfrm>
              <a:off x="3304537" y="112234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" name="pt4734"/>
            <p:cNvSpPr/>
            <p:nvPr/>
          </p:nvSpPr>
          <p:spPr>
            <a:xfrm>
              <a:off x="3340978" y="111694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" name="pt4735"/>
            <p:cNvSpPr/>
            <p:nvPr/>
          </p:nvSpPr>
          <p:spPr>
            <a:xfrm>
              <a:off x="3228797" y="111964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" name="pt4736"/>
            <p:cNvSpPr/>
            <p:nvPr/>
          </p:nvSpPr>
          <p:spPr>
            <a:xfrm>
              <a:off x="3356698" y="111806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" name="pt4737"/>
            <p:cNvSpPr/>
            <p:nvPr/>
          </p:nvSpPr>
          <p:spPr>
            <a:xfrm>
              <a:off x="3241658" y="111960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" name="pt4738"/>
            <p:cNvSpPr/>
            <p:nvPr/>
          </p:nvSpPr>
          <p:spPr>
            <a:xfrm>
              <a:off x="3240229" y="112162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" name="pt4739"/>
            <p:cNvSpPr/>
            <p:nvPr/>
          </p:nvSpPr>
          <p:spPr>
            <a:xfrm>
              <a:off x="3262380" y="111987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" name="pt4740"/>
            <p:cNvSpPr/>
            <p:nvPr/>
          </p:nvSpPr>
          <p:spPr>
            <a:xfrm>
              <a:off x="3276670" y="111878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" name="pt4741"/>
            <p:cNvSpPr/>
            <p:nvPr/>
          </p:nvSpPr>
          <p:spPr>
            <a:xfrm>
              <a:off x="3290961" y="111703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" name="pt4742"/>
            <p:cNvSpPr/>
            <p:nvPr/>
          </p:nvSpPr>
          <p:spPr>
            <a:xfrm>
              <a:off x="3412431" y="111494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" name="pt4743"/>
            <p:cNvSpPr/>
            <p:nvPr/>
          </p:nvSpPr>
          <p:spPr>
            <a:xfrm>
              <a:off x="3267381" y="11221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" name="pt4744"/>
            <p:cNvSpPr/>
            <p:nvPr/>
          </p:nvSpPr>
          <p:spPr>
            <a:xfrm>
              <a:off x="3350981" y="112010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" name="pt4745"/>
            <p:cNvSpPr/>
            <p:nvPr/>
          </p:nvSpPr>
          <p:spPr>
            <a:xfrm>
              <a:off x="6082630" y="108523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" name="pt4746"/>
            <p:cNvSpPr/>
            <p:nvPr/>
          </p:nvSpPr>
          <p:spPr>
            <a:xfrm>
              <a:off x="3266667" y="111743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" name="pt4747"/>
            <p:cNvSpPr/>
            <p:nvPr/>
          </p:nvSpPr>
          <p:spPr>
            <a:xfrm>
              <a:off x="3096609" y="111493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" name="pt4748"/>
            <p:cNvSpPr/>
            <p:nvPr/>
          </p:nvSpPr>
          <p:spPr>
            <a:xfrm>
              <a:off x="3258092" y="112138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" name="pt4749"/>
            <p:cNvSpPr/>
            <p:nvPr/>
          </p:nvSpPr>
          <p:spPr>
            <a:xfrm>
              <a:off x="4041217" y="109865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" name="pt4750"/>
            <p:cNvSpPr/>
            <p:nvPr/>
          </p:nvSpPr>
          <p:spPr>
            <a:xfrm>
              <a:off x="4046219" y="108372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" name="pt4751"/>
            <p:cNvSpPr/>
            <p:nvPr/>
          </p:nvSpPr>
          <p:spPr>
            <a:xfrm>
              <a:off x="4106954" y="109665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" name="pt4752"/>
            <p:cNvSpPr/>
            <p:nvPr/>
          </p:nvSpPr>
          <p:spPr>
            <a:xfrm>
              <a:off x="4111956" y="110019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" name="pt4753"/>
            <p:cNvSpPr/>
            <p:nvPr/>
          </p:nvSpPr>
          <p:spPr>
            <a:xfrm>
              <a:off x="4336318" y="111235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" name="pt4754"/>
            <p:cNvSpPr/>
            <p:nvPr/>
          </p:nvSpPr>
          <p:spPr>
            <a:xfrm>
              <a:off x="4653570" y="110923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" name="pt4755"/>
            <p:cNvSpPr/>
            <p:nvPr/>
          </p:nvSpPr>
          <p:spPr>
            <a:xfrm>
              <a:off x="3183067" y="111922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" name="pt4756"/>
            <p:cNvSpPr/>
            <p:nvPr/>
          </p:nvSpPr>
          <p:spPr>
            <a:xfrm>
              <a:off x="3215221" y="111931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" name="pt4757"/>
            <p:cNvSpPr/>
            <p:nvPr/>
          </p:nvSpPr>
          <p:spPr>
            <a:xfrm>
              <a:off x="3222366" y="111965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" name="pt4758"/>
            <p:cNvSpPr/>
            <p:nvPr/>
          </p:nvSpPr>
          <p:spPr>
            <a:xfrm>
              <a:off x="3288817" y="111436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" name="pt4759"/>
            <p:cNvSpPr/>
            <p:nvPr/>
          </p:nvSpPr>
          <p:spPr>
            <a:xfrm>
              <a:off x="3273097" y="111565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" name="pt4760"/>
            <p:cNvSpPr/>
            <p:nvPr/>
          </p:nvSpPr>
          <p:spPr>
            <a:xfrm>
              <a:off x="3258807" y="111488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" name="pt4761"/>
            <p:cNvSpPr/>
            <p:nvPr/>
          </p:nvSpPr>
          <p:spPr>
            <a:xfrm>
              <a:off x="4664287" y="107960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" name="pt4762"/>
            <p:cNvSpPr/>
            <p:nvPr/>
          </p:nvSpPr>
          <p:spPr>
            <a:xfrm>
              <a:off x="3260950" y="110933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" name="pt4763"/>
            <p:cNvSpPr/>
            <p:nvPr/>
          </p:nvSpPr>
          <p:spPr>
            <a:xfrm>
              <a:off x="3220937" y="110390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" name="pt4764"/>
            <p:cNvSpPr/>
            <p:nvPr/>
          </p:nvSpPr>
          <p:spPr>
            <a:xfrm>
              <a:off x="3233798" y="110729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" name="pt4765"/>
            <p:cNvSpPr/>
            <p:nvPr/>
          </p:nvSpPr>
          <p:spPr>
            <a:xfrm>
              <a:off x="3266667" y="111643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" name="pt4766"/>
            <p:cNvSpPr/>
            <p:nvPr/>
          </p:nvSpPr>
          <p:spPr>
            <a:xfrm>
              <a:off x="3285959" y="111801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" name="pt4767"/>
            <p:cNvSpPr/>
            <p:nvPr/>
          </p:nvSpPr>
          <p:spPr>
            <a:xfrm>
              <a:off x="3291675" y="111900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" name="pt4768"/>
            <p:cNvSpPr/>
            <p:nvPr/>
          </p:nvSpPr>
          <p:spPr>
            <a:xfrm>
              <a:off x="3393853" y="111724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" name="pt4769"/>
            <p:cNvSpPr/>
            <p:nvPr/>
          </p:nvSpPr>
          <p:spPr>
            <a:xfrm>
              <a:off x="3255949" y="111337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" name="pt4770"/>
            <p:cNvSpPr/>
            <p:nvPr/>
          </p:nvSpPr>
          <p:spPr>
            <a:xfrm>
              <a:off x="3279528" y="111469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" name="pt4771"/>
            <p:cNvSpPr/>
            <p:nvPr/>
          </p:nvSpPr>
          <p:spPr>
            <a:xfrm>
              <a:off x="3213077" y="111317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" name="pt4772"/>
            <p:cNvSpPr/>
            <p:nvPr/>
          </p:nvSpPr>
          <p:spPr>
            <a:xfrm>
              <a:off x="3195214" y="111218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" name="pt4773"/>
            <p:cNvSpPr/>
            <p:nvPr/>
          </p:nvSpPr>
          <p:spPr>
            <a:xfrm>
              <a:off x="3403142" y="111521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" name="pt4774"/>
            <p:cNvSpPr/>
            <p:nvPr/>
          </p:nvSpPr>
          <p:spPr>
            <a:xfrm>
              <a:off x="3271668" y="111756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" name="pt4775"/>
            <p:cNvSpPr/>
            <p:nvPr/>
          </p:nvSpPr>
          <p:spPr>
            <a:xfrm>
              <a:off x="3264523" y="111780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" name="pt4776"/>
            <p:cNvSpPr/>
            <p:nvPr/>
          </p:nvSpPr>
          <p:spPr>
            <a:xfrm>
              <a:off x="3752547" y="108476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" name="pt4777"/>
            <p:cNvSpPr/>
            <p:nvPr/>
          </p:nvSpPr>
          <p:spPr>
            <a:xfrm>
              <a:off x="3865443" y="108092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" name="pt4778"/>
            <p:cNvSpPr/>
            <p:nvPr/>
          </p:nvSpPr>
          <p:spPr>
            <a:xfrm>
              <a:off x="3786845" y="111448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" name="pt4779"/>
            <p:cNvSpPr/>
            <p:nvPr/>
          </p:nvSpPr>
          <p:spPr>
            <a:xfrm>
              <a:off x="3208790" y="110462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" name="pt4780"/>
            <p:cNvSpPr/>
            <p:nvPr/>
          </p:nvSpPr>
          <p:spPr>
            <a:xfrm>
              <a:off x="3172349" y="111856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" name="pt4781"/>
            <p:cNvSpPr/>
            <p:nvPr/>
          </p:nvSpPr>
          <p:spPr>
            <a:xfrm>
              <a:off x="3186639" y="111725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" name="pt4782"/>
            <p:cNvSpPr/>
            <p:nvPr/>
          </p:nvSpPr>
          <p:spPr>
            <a:xfrm>
              <a:off x="3149484" y="111508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" name="pt4783"/>
            <p:cNvSpPr/>
            <p:nvPr/>
          </p:nvSpPr>
          <p:spPr>
            <a:xfrm>
              <a:off x="5135877" y="109330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" name="pt4784"/>
            <p:cNvSpPr/>
            <p:nvPr/>
          </p:nvSpPr>
          <p:spPr>
            <a:xfrm>
              <a:off x="3225224" y="111005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" name="pt4785"/>
            <p:cNvSpPr/>
            <p:nvPr/>
          </p:nvSpPr>
          <p:spPr>
            <a:xfrm>
              <a:off x="3228797" y="111286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" name="pt4786"/>
            <p:cNvSpPr/>
            <p:nvPr/>
          </p:nvSpPr>
          <p:spPr>
            <a:xfrm>
              <a:off x="3334547" y="111163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" name="pt4787"/>
            <p:cNvSpPr/>
            <p:nvPr/>
          </p:nvSpPr>
          <p:spPr>
            <a:xfrm>
              <a:off x="3777556" y="110764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" name="pt4788"/>
            <p:cNvSpPr/>
            <p:nvPr/>
          </p:nvSpPr>
          <p:spPr>
            <a:xfrm>
              <a:off x="3262380" y="111617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" name="pt4789"/>
            <p:cNvSpPr/>
            <p:nvPr/>
          </p:nvSpPr>
          <p:spPr>
            <a:xfrm>
              <a:off x="3274527" y="111758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" name="pt4790"/>
            <p:cNvSpPr/>
            <p:nvPr/>
          </p:nvSpPr>
          <p:spPr>
            <a:xfrm>
              <a:off x="3175921" y="111908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" name="pt4791"/>
            <p:cNvSpPr/>
            <p:nvPr/>
          </p:nvSpPr>
          <p:spPr>
            <a:xfrm>
              <a:off x="3207361" y="111859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" name="pt4792"/>
            <p:cNvSpPr/>
            <p:nvPr/>
          </p:nvSpPr>
          <p:spPr>
            <a:xfrm>
              <a:off x="3248803" y="111566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" name="pt4793"/>
            <p:cNvSpPr/>
            <p:nvPr/>
          </p:nvSpPr>
          <p:spPr>
            <a:xfrm>
              <a:off x="4369187" y="108806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" name="pt4794"/>
            <p:cNvSpPr/>
            <p:nvPr/>
          </p:nvSpPr>
          <p:spPr>
            <a:xfrm>
              <a:off x="4180551" y="108001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" name="pt4795"/>
            <p:cNvSpPr/>
            <p:nvPr/>
          </p:nvSpPr>
          <p:spPr>
            <a:xfrm>
              <a:off x="3285959" y="111772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" name="pt4796"/>
            <p:cNvSpPr/>
            <p:nvPr/>
          </p:nvSpPr>
          <p:spPr>
            <a:xfrm>
              <a:off x="3281672" y="111727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" name="pt4797"/>
            <p:cNvSpPr/>
            <p:nvPr/>
          </p:nvSpPr>
          <p:spPr>
            <a:xfrm>
              <a:off x="3346694" y="111647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" name="pt4798"/>
            <p:cNvSpPr/>
            <p:nvPr/>
          </p:nvSpPr>
          <p:spPr>
            <a:xfrm>
              <a:off x="3421720" y="111479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" name="pt4799"/>
            <p:cNvSpPr/>
            <p:nvPr/>
          </p:nvSpPr>
          <p:spPr>
            <a:xfrm>
              <a:off x="3647511" y="109495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" name="pt4800"/>
            <p:cNvSpPr/>
            <p:nvPr/>
          </p:nvSpPr>
          <p:spPr>
            <a:xfrm>
              <a:off x="4956530" y="109913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" name="pt4801"/>
            <p:cNvSpPr/>
            <p:nvPr/>
          </p:nvSpPr>
          <p:spPr>
            <a:xfrm>
              <a:off x="5737512" y="110118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" name="pt4802"/>
            <p:cNvSpPr/>
            <p:nvPr/>
          </p:nvSpPr>
          <p:spPr>
            <a:xfrm>
              <a:off x="5443125" y="110405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" name="pt4803"/>
            <p:cNvSpPr/>
            <p:nvPr/>
          </p:nvSpPr>
          <p:spPr>
            <a:xfrm>
              <a:off x="5500288" y="109921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" name="pt4804"/>
            <p:cNvSpPr/>
            <p:nvPr/>
          </p:nvSpPr>
          <p:spPr>
            <a:xfrm>
              <a:off x="3529614" y="111701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" name="pt4805"/>
            <p:cNvSpPr/>
            <p:nvPr/>
          </p:nvSpPr>
          <p:spPr>
            <a:xfrm>
              <a:off x="3679665" y="111568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" name="pt4806"/>
            <p:cNvSpPr/>
            <p:nvPr/>
          </p:nvSpPr>
          <p:spPr>
            <a:xfrm>
              <a:off x="3208790" y="111493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" name="pt4807"/>
            <p:cNvSpPr/>
            <p:nvPr/>
          </p:nvSpPr>
          <p:spPr>
            <a:xfrm>
              <a:off x="3263094" y="112061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" name="pt4808"/>
            <p:cNvSpPr/>
            <p:nvPr/>
          </p:nvSpPr>
          <p:spPr>
            <a:xfrm>
              <a:off x="3401713" y="110856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" name="pt4809"/>
            <p:cNvSpPr/>
            <p:nvPr/>
          </p:nvSpPr>
          <p:spPr>
            <a:xfrm>
              <a:off x="3471022" y="108210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" name="pt4810"/>
            <p:cNvSpPr/>
            <p:nvPr/>
          </p:nvSpPr>
          <p:spPr>
            <a:xfrm>
              <a:off x="3112328" y="111869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" name="pt4811"/>
            <p:cNvSpPr/>
            <p:nvPr/>
          </p:nvSpPr>
          <p:spPr>
            <a:xfrm>
              <a:off x="3168776" y="111926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" name="pt4812"/>
            <p:cNvSpPr/>
            <p:nvPr/>
          </p:nvSpPr>
          <p:spPr>
            <a:xfrm>
              <a:off x="3161631" y="111774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" name="pt4813"/>
            <p:cNvSpPr/>
            <p:nvPr/>
          </p:nvSpPr>
          <p:spPr>
            <a:xfrm>
              <a:off x="3235942" y="111615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" name="pt4814"/>
            <p:cNvSpPr/>
            <p:nvPr/>
          </p:nvSpPr>
          <p:spPr>
            <a:xfrm>
              <a:off x="3178065" y="111468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" name="pt4815"/>
            <p:cNvSpPr/>
            <p:nvPr/>
          </p:nvSpPr>
          <p:spPr>
            <a:xfrm>
              <a:off x="3211648" y="11175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" name="pt4816"/>
            <p:cNvSpPr/>
            <p:nvPr/>
          </p:nvSpPr>
          <p:spPr>
            <a:xfrm>
              <a:off x="3208075" y="111738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" name="pt4817"/>
            <p:cNvSpPr/>
            <p:nvPr/>
          </p:nvSpPr>
          <p:spPr>
            <a:xfrm>
              <a:off x="3220937" y="108601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" name="pt4818"/>
            <p:cNvSpPr/>
            <p:nvPr/>
          </p:nvSpPr>
          <p:spPr>
            <a:xfrm>
              <a:off x="3304537" y="112073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" name="pt4819"/>
            <p:cNvSpPr/>
            <p:nvPr/>
          </p:nvSpPr>
          <p:spPr>
            <a:xfrm>
              <a:off x="3235227" y="111890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" name="pt4820"/>
            <p:cNvSpPr/>
            <p:nvPr/>
          </p:nvSpPr>
          <p:spPr>
            <a:xfrm>
              <a:off x="3666804" y="108257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" name="pt4821"/>
            <p:cNvSpPr/>
            <p:nvPr/>
          </p:nvSpPr>
          <p:spPr>
            <a:xfrm>
              <a:off x="3531757" y="111030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" name="pt4822"/>
            <p:cNvSpPr/>
            <p:nvPr/>
          </p:nvSpPr>
          <p:spPr>
            <a:xfrm>
              <a:off x="3613214" y="111501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" name="pt4823"/>
            <p:cNvSpPr/>
            <p:nvPr/>
          </p:nvSpPr>
          <p:spPr>
            <a:xfrm>
              <a:off x="3778985" y="111434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" name="pt4824"/>
            <p:cNvSpPr/>
            <p:nvPr/>
          </p:nvSpPr>
          <p:spPr>
            <a:xfrm>
              <a:off x="4349894" y="110515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" name="pt4825"/>
            <p:cNvSpPr/>
            <p:nvPr/>
          </p:nvSpPr>
          <p:spPr>
            <a:xfrm>
              <a:off x="3146626" y="112008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" name="pt4826"/>
            <p:cNvSpPr/>
            <p:nvPr/>
          </p:nvSpPr>
          <p:spPr>
            <a:xfrm>
              <a:off x="3382421" y="111322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" name="pt4827"/>
            <p:cNvSpPr/>
            <p:nvPr/>
          </p:nvSpPr>
          <p:spPr>
            <a:xfrm>
              <a:off x="3343836" y="111265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" name="pt4828"/>
            <p:cNvSpPr/>
            <p:nvPr/>
          </p:nvSpPr>
          <p:spPr>
            <a:xfrm>
              <a:off x="3198072" y="112115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" name="pt4829"/>
            <p:cNvSpPr/>
            <p:nvPr/>
          </p:nvSpPr>
          <p:spPr>
            <a:xfrm>
              <a:off x="4475652" y="111319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" name="pt4830"/>
            <p:cNvSpPr/>
            <p:nvPr/>
          </p:nvSpPr>
          <p:spPr>
            <a:xfrm>
              <a:off x="3218793" y="11179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" name="pt4831"/>
            <p:cNvSpPr/>
            <p:nvPr/>
          </p:nvSpPr>
          <p:spPr>
            <a:xfrm>
              <a:off x="3644653" y="109764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" name="pt4832"/>
            <p:cNvSpPr/>
            <p:nvPr/>
          </p:nvSpPr>
          <p:spPr>
            <a:xfrm>
              <a:off x="5074428" y="111270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" name="pt4833"/>
            <p:cNvSpPr/>
            <p:nvPr/>
          </p:nvSpPr>
          <p:spPr>
            <a:xfrm>
              <a:off x="5480995" y="111296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" name="pt4834"/>
            <p:cNvSpPr/>
            <p:nvPr/>
          </p:nvSpPr>
          <p:spPr>
            <a:xfrm>
              <a:off x="3223795" y="111904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" name="pt4835"/>
            <p:cNvSpPr/>
            <p:nvPr/>
          </p:nvSpPr>
          <p:spPr>
            <a:xfrm>
              <a:off x="3192356" y="11169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" name="pt4836"/>
            <p:cNvSpPr/>
            <p:nvPr/>
          </p:nvSpPr>
          <p:spPr>
            <a:xfrm>
              <a:off x="3111614" y="111812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" name="pt4837"/>
            <p:cNvSpPr/>
            <p:nvPr/>
          </p:nvSpPr>
          <p:spPr>
            <a:xfrm>
              <a:off x="3227368" y="111643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" name="pt4838"/>
            <p:cNvSpPr/>
            <p:nvPr/>
          </p:nvSpPr>
          <p:spPr>
            <a:xfrm>
              <a:off x="3214506" y="111867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" name="pt4839"/>
            <p:cNvSpPr/>
            <p:nvPr/>
          </p:nvSpPr>
          <p:spPr>
            <a:xfrm>
              <a:off x="3787559" y="111224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" name="pt4840"/>
            <p:cNvSpPr/>
            <p:nvPr/>
          </p:nvSpPr>
          <p:spPr>
            <a:xfrm>
              <a:off x="3283815" y="111746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" name="pt4841"/>
            <p:cNvSpPr/>
            <p:nvPr/>
          </p:nvSpPr>
          <p:spPr>
            <a:xfrm>
              <a:off x="3282386" y="111550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" name="pt4842"/>
            <p:cNvSpPr/>
            <p:nvPr/>
          </p:nvSpPr>
          <p:spPr>
            <a:xfrm>
              <a:off x="3090178" y="111452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" name="pt4843"/>
            <p:cNvSpPr/>
            <p:nvPr/>
          </p:nvSpPr>
          <p:spPr>
            <a:xfrm>
              <a:off x="3106612" y="11159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" name="pt4844"/>
            <p:cNvSpPr/>
            <p:nvPr/>
          </p:nvSpPr>
          <p:spPr>
            <a:xfrm>
              <a:off x="3206646" y="111958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" name="pt4845"/>
            <p:cNvSpPr/>
            <p:nvPr/>
          </p:nvSpPr>
          <p:spPr>
            <a:xfrm>
              <a:off x="3243087" y="111797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" name="pt4846"/>
            <p:cNvSpPr/>
            <p:nvPr/>
          </p:nvSpPr>
          <p:spPr>
            <a:xfrm>
              <a:off x="3235942" y="111807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" name="pt4847"/>
            <p:cNvSpPr/>
            <p:nvPr/>
          </p:nvSpPr>
          <p:spPr>
            <a:xfrm>
              <a:off x="3426007" y="111497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" name="pt4848"/>
            <p:cNvSpPr/>
            <p:nvPr/>
          </p:nvSpPr>
          <p:spPr>
            <a:xfrm>
              <a:off x="3477453" y="111616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" name="pt4849"/>
            <p:cNvSpPr/>
            <p:nvPr/>
          </p:nvSpPr>
          <p:spPr>
            <a:xfrm>
              <a:off x="3501033" y="111518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" name="pt4850"/>
            <p:cNvSpPr/>
            <p:nvPr/>
          </p:nvSpPr>
          <p:spPr>
            <a:xfrm>
              <a:off x="3616786" y="111687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" name="pt4851"/>
            <p:cNvSpPr/>
            <p:nvPr/>
          </p:nvSpPr>
          <p:spPr>
            <a:xfrm>
              <a:off x="3622503" y="111870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" name="pt4852"/>
            <p:cNvSpPr/>
            <p:nvPr/>
          </p:nvSpPr>
          <p:spPr>
            <a:xfrm>
              <a:off x="3276670" y="111864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" name="pt4853"/>
            <p:cNvSpPr/>
            <p:nvPr/>
          </p:nvSpPr>
          <p:spPr>
            <a:xfrm>
              <a:off x="3250947" y="111881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" name="pt4854"/>
            <p:cNvSpPr/>
            <p:nvPr/>
          </p:nvSpPr>
          <p:spPr>
            <a:xfrm>
              <a:off x="3175207" y="11183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" name="pt4855"/>
            <p:cNvSpPr/>
            <p:nvPr/>
          </p:nvSpPr>
          <p:spPr>
            <a:xfrm>
              <a:off x="3204503" y="111973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" name="pt4856"/>
            <p:cNvSpPr/>
            <p:nvPr/>
          </p:nvSpPr>
          <p:spPr>
            <a:xfrm>
              <a:off x="3221651" y="111876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" name="pt4857"/>
            <p:cNvSpPr/>
            <p:nvPr/>
          </p:nvSpPr>
          <p:spPr>
            <a:xfrm>
              <a:off x="3194499" y="111976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" name="pt4858"/>
            <p:cNvSpPr/>
            <p:nvPr/>
          </p:nvSpPr>
          <p:spPr>
            <a:xfrm>
              <a:off x="4463505" y="110537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" name="pt4859"/>
            <p:cNvSpPr/>
            <p:nvPr/>
          </p:nvSpPr>
          <p:spPr>
            <a:xfrm>
              <a:off x="3573200" y="110920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" name="pt4860"/>
            <p:cNvSpPr/>
            <p:nvPr/>
          </p:nvSpPr>
          <p:spPr>
            <a:xfrm>
              <a:off x="3162345" y="11171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" name="pt4861"/>
            <p:cNvSpPr/>
            <p:nvPr/>
          </p:nvSpPr>
          <p:spPr>
            <a:xfrm>
              <a:off x="3261665" y="111367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" name="pt4862"/>
            <p:cNvSpPr/>
            <p:nvPr/>
          </p:nvSpPr>
          <p:spPr>
            <a:xfrm>
              <a:off x="3238800" y="111213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" name="pt4863"/>
            <p:cNvSpPr/>
            <p:nvPr/>
          </p:nvSpPr>
          <p:spPr>
            <a:xfrm>
              <a:off x="3244516" y="111336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" name="pt4864"/>
            <p:cNvSpPr/>
            <p:nvPr/>
          </p:nvSpPr>
          <p:spPr>
            <a:xfrm>
              <a:off x="3831860" y="111626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" name="pt4865"/>
            <p:cNvSpPr/>
            <p:nvPr/>
          </p:nvSpPr>
          <p:spPr>
            <a:xfrm>
              <a:off x="3799706" y="110765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" name="pt4866"/>
            <p:cNvSpPr/>
            <p:nvPr/>
          </p:nvSpPr>
          <p:spPr>
            <a:xfrm>
              <a:off x="3183781" y="111862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" name="pt4867"/>
            <p:cNvSpPr/>
            <p:nvPr/>
          </p:nvSpPr>
          <p:spPr>
            <a:xfrm>
              <a:off x="3650369" y="11069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" name="pt4868"/>
            <p:cNvSpPr/>
            <p:nvPr/>
          </p:nvSpPr>
          <p:spPr>
            <a:xfrm>
              <a:off x="4680007" y="110215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" name="pt4869"/>
            <p:cNvSpPr/>
            <p:nvPr/>
          </p:nvSpPr>
          <p:spPr>
            <a:xfrm>
              <a:off x="3245231" y="112117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" name="pt4870"/>
            <p:cNvSpPr/>
            <p:nvPr/>
          </p:nvSpPr>
          <p:spPr>
            <a:xfrm>
              <a:off x="3149484" y="112148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" name="pt4871"/>
            <p:cNvSpPr/>
            <p:nvPr/>
          </p:nvSpPr>
          <p:spPr>
            <a:xfrm>
              <a:off x="3180923" y="112037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" name="pt4872"/>
            <p:cNvSpPr/>
            <p:nvPr/>
          </p:nvSpPr>
          <p:spPr>
            <a:xfrm>
              <a:off x="5290216" y="109551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" name="pt4873"/>
            <p:cNvSpPr/>
            <p:nvPr/>
          </p:nvSpPr>
          <p:spPr>
            <a:xfrm>
              <a:off x="3255234" y="111847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" name="pt4874"/>
            <p:cNvSpPr/>
            <p:nvPr/>
          </p:nvSpPr>
          <p:spPr>
            <a:xfrm>
              <a:off x="3225224" y="111787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" name="pt4875"/>
            <p:cNvSpPr/>
            <p:nvPr/>
          </p:nvSpPr>
          <p:spPr>
            <a:xfrm>
              <a:off x="3646082" y="111446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" name="pt4876"/>
            <p:cNvSpPr/>
            <p:nvPr/>
          </p:nvSpPr>
          <p:spPr>
            <a:xfrm>
              <a:off x="3318113" y="111543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" name="pt4877"/>
            <p:cNvSpPr/>
            <p:nvPr/>
          </p:nvSpPr>
          <p:spPr>
            <a:xfrm>
              <a:off x="3250233" y="112056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" name="pt4878"/>
            <p:cNvSpPr/>
            <p:nvPr/>
          </p:nvSpPr>
          <p:spPr>
            <a:xfrm>
              <a:off x="3195928" y="111951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" name="pt4879"/>
            <p:cNvSpPr/>
            <p:nvPr/>
          </p:nvSpPr>
          <p:spPr>
            <a:xfrm>
              <a:off x="3411002" y="111520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" name="pt4880"/>
            <p:cNvSpPr/>
            <p:nvPr/>
          </p:nvSpPr>
          <p:spPr>
            <a:xfrm>
              <a:off x="3235942" y="11126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" name="pt4881"/>
            <p:cNvSpPr/>
            <p:nvPr/>
          </p:nvSpPr>
          <p:spPr>
            <a:xfrm>
              <a:off x="4451358" y="108834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" name="pt4882"/>
            <p:cNvSpPr/>
            <p:nvPr/>
          </p:nvSpPr>
          <p:spPr>
            <a:xfrm>
              <a:off x="4751460" y="108563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" name="pt4883"/>
            <p:cNvSpPr/>
            <p:nvPr/>
          </p:nvSpPr>
          <p:spPr>
            <a:xfrm>
              <a:off x="5134448" y="106385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" name="pt4884"/>
            <p:cNvSpPr/>
            <p:nvPr/>
          </p:nvSpPr>
          <p:spPr>
            <a:xfrm>
              <a:off x="5037987" y="105555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" name="pt4885"/>
            <p:cNvSpPr/>
            <p:nvPr/>
          </p:nvSpPr>
          <p:spPr>
            <a:xfrm>
              <a:off x="3271668" y="109414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" name="pt4886"/>
            <p:cNvSpPr/>
            <p:nvPr/>
          </p:nvSpPr>
          <p:spPr>
            <a:xfrm>
              <a:off x="5460274" y="110838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" name="pt4887"/>
            <p:cNvSpPr/>
            <p:nvPr/>
          </p:nvSpPr>
          <p:spPr>
            <a:xfrm>
              <a:off x="3598923" y="109826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" name="pt4888"/>
            <p:cNvSpPr/>
            <p:nvPr/>
          </p:nvSpPr>
          <p:spPr>
            <a:xfrm>
              <a:off x="3737542" y="108253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" name="pt4889"/>
            <p:cNvSpPr/>
            <p:nvPr/>
          </p:nvSpPr>
          <p:spPr>
            <a:xfrm>
              <a:off x="3928322" y="108207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" name="pt4890"/>
            <p:cNvSpPr/>
            <p:nvPr/>
          </p:nvSpPr>
          <p:spPr>
            <a:xfrm>
              <a:off x="3236656" y="110992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" name="pt4891"/>
            <p:cNvSpPr/>
            <p:nvPr/>
          </p:nvSpPr>
          <p:spPr>
            <a:xfrm>
              <a:off x="3231655" y="111839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" name="pt4892"/>
            <p:cNvSpPr/>
            <p:nvPr/>
          </p:nvSpPr>
          <p:spPr>
            <a:xfrm>
              <a:off x="3261665" y="111805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" name="pt4893"/>
            <p:cNvSpPr/>
            <p:nvPr/>
          </p:nvSpPr>
          <p:spPr>
            <a:xfrm>
              <a:off x="3170205" y="111634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" name="pt4894"/>
            <p:cNvSpPr/>
            <p:nvPr/>
          </p:nvSpPr>
          <p:spPr>
            <a:xfrm>
              <a:off x="3193070" y="111289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" name="pt4895"/>
            <p:cNvSpPr/>
            <p:nvPr/>
          </p:nvSpPr>
          <p:spPr>
            <a:xfrm>
              <a:off x="3323115" y="111443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" name="pt4896"/>
            <p:cNvSpPr/>
            <p:nvPr/>
          </p:nvSpPr>
          <p:spPr>
            <a:xfrm>
              <a:off x="3320971" y="111543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" name="pt4897"/>
            <p:cNvSpPr/>
            <p:nvPr/>
          </p:nvSpPr>
          <p:spPr>
            <a:xfrm>
              <a:off x="3303822" y="11149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" name="pt4898"/>
            <p:cNvSpPr/>
            <p:nvPr/>
          </p:nvSpPr>
          <p:spPr>
            <a:xfrm>
              <a:off x="4131248" y="110059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" name="pt4899"/>
            <p:cNvSpPr/>
            <p:nvPr/>
          </p:nvSpPr>
          <p:spPr>
            <a:xfrm>
              <a:off x="4122674" y="110223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" name="pt4900"/>
            <p:cNvSpPr/>
            <p:nvPr/>
          </p:nvSpPr>
          <p:spPr>
            <a:xfrm>
              <a:off x="3742544" y="110462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" name="pt4901"/>
            <p:cNvSpPr/>
            <p:nvPr/>
          </p:nvSpPr>
          <p:spPr>
            <a:xfrm>
              <a:off x="3876161" y="109890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" name="pt4902"/>
            <p:cNvSpPr/>
            <p:nvPr/>
          </p:nvSpPr>
          <p:spPr>
            <a:xfrm>
              <a:off x="3919033" y="109918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" name="pt4903"/>
            <p:cNvSpPr/>
            <p:nvPr/>
          </p:nvSpPr>
          <p:spPr>
            <a:xfrm>
              <a:off x="3236656" y="111784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" name="pt4904"/>
            <p:cNvSpPr/>
            <p:nvPr/>
          </p:nvSpPr>
          <p:spPr>
            <a:xfrm>
              <a:off x="3866157" y="111647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" name="pt4905"/>
            <p:cNvSpPr/>
            <p:nvPr/>
          </p:nvSpPr>
          <p:spPr>
            <a:xfrm>
              <a:off x="3238800" y="111785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" name="pt4906"/>
            <p:cNvSpPr/>
            <p:nvPr/>
          </p:nvSpPr>
          <p:spPr>
            <a:xfrm>
              <a:off x="3209504" y="111590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" name="pt4907"/>
            <p:cNvSpPr/>
            <p:nvPr/>
          </p:nvSpPr>
          <p:spPr>
            <a:xfrm>
              <a:off x="4008349" y="111518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" name="pt4908"/>
            <p:cNvSpPr/>
            <p:nvPr/>
          </p:nvSpPr>
          <p:spPr>
            <a:xfrm>
              <a:off x="4284872" y="112074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" name="pt4909"/>
            <p:cNvSpPr/>
            <p:nvPr/>
          </p:nvSpPr>
          <p:spPr>
            <a:xfrm>
              <a:off x="3338120" y="112093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" name="pt4910"/>
            <p:cNvSpPr/>
            <p:nvPr/>
          </p:nvSpPr>
          <p:spPr>
            <a:xfrm>
              <a:off x="3815426" y="108987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" name="pt4911"/>
            <p:cNvSpPr/>
            <p:nvPr/>
          </p:nvSpPr>
          <p:spPr>
            <a:xfrm>
              <a:off x="3912602" y="108748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" name="pt4912"/>
            <p:cNvSpPr/>
            <p:nvPr/>
          </p:nvSpPr>
          <p:spPr>
            <a:xfrm>
              <a:off x="4113385" y="11140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" name="pt4913"/>
            <p:cNvSpPr/>
            <p:nvPr/>
          </p:nvSpPr>
          <p:spPr>
            <a:xfrm>
              <a:off x="4403484" y="107179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" name="pt4914"/>
            <p:cNvSpPr/>
            <p:nvPr/>
          </p:nvSpPr>
          <p:spPr>
            <a:xfrm>
              <a:off x="4519952" y="107004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" name="pt4915"/>
            <p:cNvSpPr/>
            <p:nvPr/>
          </p:nvSpPr>
          <p:spPr>
            <a:xfrm>
              <a:off x="4923662" y="106186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" name="pt4916"/>
            <p:cNvSpPr/>
            <p:nvPr/>
          </p:nvSpPr>
          <p:spPr>
            <a:xfrm>
              <a:off x="4606411" y="104724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" name="pt4917"/>
            <p:cNvSpPr/>
            <p:nvPr/>
          </p:nvSpPr>
          <p:spPr>
            <a:xfrm>
              <a:off x="3892595" y="11184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" name="pt4918"/>
            <p:cNvSpPr/>
            <p:nvPr/>
          </p:nvSpPr>
          <p:spPr>
            <a:xfrm>
              <a:off x="3891166" y="111014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" name="pt4919"/>
            <p:cNvSpPr/>
            <p:nvPr/>
          </p:nvSpPr>
          <p:spPr>
            <a:xfrm>
              <a:off x="3933323" y="11153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" name="pt4920"/>
            <p:cNvSpPr/>
            <p:nvPr/>
          </p:nvSpPr>
          <p:spPr>
            <a:xfrm>
              <a:off x="3904742" y="111423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" name="pt4921"/>
            <p:cNvSpPr/>
            <p:nvPr/>
          </p:nvSpPr>
          <p:spPr>
            <a:xfrm>
              <a:off x="3896168" y="111412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" name="pt4922"/>
            <p:cNvSpPr/>
            <p:nvPr/>
          </p:nvSpPr>
          <p:spPr>
            <a:xfrm>
              <a:off x="3912602" y="11104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" name="pt4923"/>
            <p:cNvSpPr/>
            <p:nvPr/>
          </p:nvSpPr>
          <p:spPr>
            <a:xfrm>
              <a:off x="3894024" y="110877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" name="pt4924"/>
            <p:cNvSpPr/>
            <p:nvPr/>
          </p:nvSpPr>
          <p:spPr>
            <a:xfrm>
              <a:off x="5950442" y="106417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" name="pt4925"/>
            <p:cNvSpPr/>
            <p:nvPr/>
          </p:nvSpPr>
          <p:spPr>
            <a:xfrm>
              <a:off x="5909713" y="104123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" name="pt4926"/>
            <p:cNvSpPr/>
            <p:nvPr/>
          </p:nvSpPr>
          <p:spPr>
            <a:xfrm>
              <a:off x="6249830" y="104325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" name="pt4927"/>
            <p:cNvSpPr/>
            <p:nvPr/>
          </p:nvSpPr>
          <p:spPr>
            <a:xfrm>
              <a:off x="3267381" y="111355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" name="pt4928"/>
            <p:cNvSpPr/>
            <p:nvPr/>
          </p:nvSpPr>
          <p:spPr>
            <a:xfrm>
              <a:off x="3255949" y="111413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" name="pt4929"/>
            <p:cNvSpPr/>
            <p:nvPr/>
          </p:nvSpPr>
          <p:spPr>
            <a:xfrm>
              <a:off x="3303822" y="111398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" name="pt4930"/>
            <p:cNvSpPr/>
            <p:nvPr/>
          </p:nvSpPr>
          <p:spPr>
            <a:xfrm>
              <a:off x="3353125" y="111574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" name="pt4931"/>
            <p:cNvSpPr/>
            <p:nvPr/>
          </p:nvSpPr>
          <p:spPr>
            <a:xfrm>
              <a:off x="3175921" y="112051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" name="pt4932"/>
            <p:cNvSpPr/>
            <p:nvPr/>
          </p:nvSpPr>
          <p:spPr>
            <a:xfrm>
              <a:off x="3255234" y="112122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" name="pt4933"/>
            <p:cNvSpPr/>
            <p:nvPr/>
          </p:nvSpPr>
          <p:spPr>
            <a:xfrm>
              <a:off x="3245231" y="111855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" name="pt4934"/>
            <p:cNvSpPr/>
            <p:nvPr/>
          </p:nvSpPr>
          <p:spPr>
            <a:xfrm>
              <a:off x="4119101" y="110217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" name="pt4935"/>
            <p:cNvSpPr/>
            <p:nvPr/>
          </p:nvSpPr>
          <p:spPr>
            <a:xfrm>
              <a:off x="4063368" y="11105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" name="pt4936"/>
            <p:cNvSpPr/>
            <p:nvPr/>
          </p:nvSpPr>
          <p:spPr>
            <a:xfrm>
              <a:off x="3308109" y="111775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" name="pt4937"/>
            <p:cNvSpPr/>
            <p:nvPr/>
          </p:nvSpPr>
          <p:spPr>
            <a:xfrm>
              <a:off x="3399569" y="11179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" name="pt4938"/>
            <p:cNvSpPr/>
            <p:nvPr/>
          </p:nvSpPr>
          <p:spPr>
            <a:xfrm>
              <a:off x="3853296" y="111568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" name="pt4939"/>
            <p:cNvSpPr/>
            <p:nvPr/>
          </p:nvSpPr>
          <p:spPr>
            <a:xfrm>
              <a:off x="3566769" y="110316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" name="pt4940"/>
            <p:cNvSpPr/>
            <p:nvPr/>
          </p:nvSpPr>
          <p:spPr>
            <a:xfrm>
              <a:off x="3213791" y="111733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" name="pt4941"/>
            <p:cNvSpPr/>
            <p:nvPr/>
          </p:nvSpPr>
          <p:spPr>
            <a:xfrm>
              <a:off x="3577487" y="111306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" name="pt4942"/>
            <p:cNvSpPr/>
            <p:nvPr/>
          </p:nvSpPr>
          <p:spPr>
            <a:xfrm>
              <a:off x="4429207" y="107930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" name="pt4943"/>
            <p:cNvSpPr/>
            <p:nvPr/>
          </p:nvSpPr>
          <p:spPr>
            <a:xfrm>
              <a:off x="3281672" y="112385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" name="pt4944"/>
            <p:cNvSpPr/>
            <p:nvPr/>
          </p:nvSpPr>
          <p:spPr>
            <a:xfrm>
              <a:off x="3235227" y="11207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" name="pt4945"/>
            <p:cNvSpPr/>
            <p:nvPr/>
          </p:nvSpPr>
          <p:spPr>
            <a:xfrm>
              <a:off x="3751118" y="11160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" name="pt4946"/>
            <p:cNvSpPr/>
            <p:nvPr/>
          </p:nvSpPr>
          <p:spPr>
            <a:xfrm>
              <a:off x="3733255" y="11096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" name="pt4947"/>
            <p:cNvSpPr/>
            <p:nvPr/>
          </p:nvSpPr>
          <p:spPr>
            <a:xfrm>
              <a:off x="4033357" y="11172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" name="pt4948"/>
            <p:cNvSpPr/>
            <p:nvPr/>
          </p:nvSpPr>
          <p:spPr>
            <a:xfrm>
              <a:off x="4001204" y="109913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" name="pt4949"/>
            <p:cNvSpPr/>
            <p:nvPr/>
          </p:nvSpPr>
          <p:spPr>
            <a:xfrm>
              <a:off x="4244858" y="109799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" name="pt4950"/>
            <p:cNvSpPr/>
            <p:nvPr/>
          </p:nvSpPr>
          <p:spPr>
            <a:xfrm>
              <a:off x="3656800" y="111400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" name="pt4951"/>
            <p:cNvSpPr/>
            <p:nvPr/>
          </p:nvSpPr>
          <p:spPr>
            <a:xfrm>
              <a:off x="3773983" y="110567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" name="pt4952"/>
            <p:cNvSpPr/>
            <p:nvPr/>
          </p:nvSpPr>
          <p:spPr>
            <a:xfrm>
              <a:off x="3238086" y="111783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" name="pt4953"/>
            <p:cNvSpPr/>
            <p:nvPr/>
          </p:nvSpPr>
          <p:spPr>
            <a:xfrm>
              <a:off x="3215935" y="111938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" name="pt4954"/>
            <p:cNvSpPr/>
            <p:nvPr/>
          </p:nvSpPr>
          <p:spPr>
            <a:xfrm>
              <a:off x="3219508" y="111829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" name="pt4955"/>
            <p:cNvSpPr/>
            <p:nvPr/>
          </p:nvSpPr>
          <p:spPr>
            <a:xfrm>
              <a:off x="3330260" y="111640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" name="pt4956"/>
            <p:cNvSpPr/>
            <p:nvPr/>
          </p:nvSpPr>
          <p:spPr>
            <a:xfrm>
              <a:off x="3285244" y="108145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" name="pt4957"/>
            <p:cNvSpPr/>
            <p:nvPr/>
          </p:nvSpPr>
          <p:spPr>
            <a:xfrm>
              <a:off x="3202359" y="111961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" name="pt4958"/>
            <p:cNvSpPr/>
            <p:nvPr/>
          </p:nvSpPr>
          <p:spPr>
            <a:xfrm>
              <a:off x="3223080" y="111870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" name="pt4959"/>
            <p:cNvSpPr/>
            <p:nvPr/>
          </p:nvSpPr>
          <p:spPr>
            <a:xfrm>
              <a:off x="3192356" y="112052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" name="pt4960"/>
            <p:cNvSpPr/>
            <p:nvPr/>
          </p:nvSpPr>
          <p:spPr>
            <a:xfrm>
              <a:off x="3197357" y="111891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" name="pt4961"/>
            <p:cNvSpPr/>
            <p:nvPr/>
          </p:nvSpPr>
          <p:spPr>
            <a:xfrm>
              <a:off x="3189497" y="111828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" name="pt4962"/>
            <p:cNvSpPr/>
            <p:nvPr/>
          </p:nvSpPr>
          <p:spPr>
            <a:xfrm>
              <a:off x="3260950" y="111605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" name="pt4963"/>
            <p:cNvSpPr/>
            <p:nvPr/>
          </p:nvSpPr>
          <p:spPr>
            <a:xfrm>
              <a:off x="3267381" y="11148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" name="pt4964"/>
            <p:cNvSpPr/>
            <p:nvPr/>
          </p:nvSpPr>
          <p:spPr>
            <a:xfrm>
              <a:off x="3203074" y="111299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" name="pt4965"/>
            <p:cNvSpPr/>
            <p:nvPr/>
          </p:nvSpPr>
          <p:spPr>
            <a:xfrm>
              <a:off x="3687525" y="111604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" name="pt4966"/>
            <p:cNvSpPr/>
            <p:nvPr/>
          </p:nvSpPr>
          <p:spPr>
            <a:xfrm>
              <a:off x="4185552" y="111302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" name="pt4967"/>
            <p:cNvSpPr/>
            <p:nvPr/>
          </p:nvSpPr>
          <p:spPr>
            <a:xfrm>
              <a:off x="4644281" y="111124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" name="pt4968"/>
            <p:cNvSpPr/>
            <p:nvPr/>
          </p:nvSpPr>
          <p:spPr>
            <a:xfrm>
              <a:off x="3178065" y="111417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" name="pt4969"/>
            <p:cNvSpPr/>
            <p:nvPr/>
          </p:nvSpPr>
          <p:spPr>
            <a:xfrm>
              <a:off x="3216650" y="111746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" name="pt4970"/>
            <p:cNvSpPr/>
            <p:nvPr/>
          </p:nvSpPr>
          <p:spPr>
            <a:xfrm>
              <a:off x="3300964" y="111851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" name="pt4971"/>
            <p:cNvSpPr/>
            <p:nvPr/>
          </p:nvSpPr>
          <p:spPr>
            <a:xfrm>
              <a:off x="3252376" y="111674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" name="pt4972"/>
            <p:cNvSpPr/>
            <p:nvPr/>
          </p:nvSpPr>
          <p:spPr>
            <a:xfrm>
              <a:off x="3211648" y="11121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" name="pt4973"/>
            <p:cNvSpPr/>
            <p:nvPr/>
          </p:nvSpPr>
          <p:spPr>
            <a:xfrm>
              <a:off x="3219508" y="111493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" name="pt4974"/>
            <p:cNvSpPr/>
            <p:nvPr/>
          </p:nvSpPr>
          <p:spPr>
            <a:xfrm>
              <a:off x="3269525" y="112045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" name="pt4975"/>
            <p:cNvSpPr/>
            <p:nvPr/>
          </p:nvSpPr>
          <p:spPr>
            <a:xfrm>
              <a:off x="3967621" y="108639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" name="pt4976"/>
            <p:cNvSpPr/>
            <p:nvPr/>
          </p:nvSpPr>
          <p:spPr>
            <a:xfrm>
              <a:off x="3233084" y="111862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" name="pt4977"/>
            <p:cNvSpPr/>
            <p:nvPr/>
          </p:nvSpPr>
          <p:spPr>
            <a:xfrm>
              <a:off x="4134821" y="111418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" name="pt4978"/>
            <p:cNvSpPr/>
            <p:nvPr/>
          </p:nvSpPr>
          <p:spPr>
            <a:xfrm>
              <a:off x="4159115" y="110913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" name="pt4979"/>
            <p:cNvSpPr/>
            <p:nvPr/>
          </p:nvSpPr>
          <p:spPr>
            <a:xfrm>
              <a:off x="3138766" y="111916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" name="pt4980"/>
            <p:cNvSpPr/>
            <p:nvPr/>
          </p:nvSpPr>
          <p:spPr>
            <a:xfrm>
              <a:off x="3251662" y="111051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" name="pt4981"/>
            <p:cNvSpPr/>
            <p:nvPr/>
          </p:nvSpPr>
          <p:spPr>
            <a:xfrm>
              <a:off x="3217364" y="110581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" name="pt4982"/>
            <p:cNvSpPr/>
            <p:nvPr/>
          </p:nvSpPr>
          <p:spPr>
            <a:xfrm>
              <a:off x="3195928" y="110794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" name="pt4983"/>
            <p:cNvSpPr/>
            <p:nvPr/>
          </p:nvSpPr>
          <p:spPr>
            <a:xfrm>
              <a:off x="3328831" y="111634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" name="pt4984"/>
            <p:cNvSpPr/>
            <p:nvPr/>
          </p:nvSpPr>
          <p:spPr>
            <a:xfrm>
              <a:off x="3329545" y="112102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" name="pt4985"/>
            <p:cNvSpPr/>
            <p:nvPr/>
          </p:nvSpPr>
          <p:spPr>
            <a:xfrm>
              <a:off x="3290961" y="11186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" name="pt4986"/>
            <p:cNvSpPr/>
            <p:nvPr/>
          </p:nvSpPr>
          <p:spPr>
            <a:xfrm>
              <a:off x="3282386" y="111822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" name="pt4987"/>
            <p:cNvSpPr/>
            <p:nvPr/>
          </p:nvSpPr>
          <p:spPr>
            <a:xfrm>
              <a:off x="3319542" y="111837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" name="pt4988"/>
            <p:cNvSpPr/>
            <p:nvPr/>
          </p:nvSpPr>
          <p:spPr>
            <a:xfrm>
              <a:off x="3307395" y="111360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" name="pt4989"/>
            <p:cNvSpPr/>
            <p:nvPr/>
          </p:nvSpPr>
          <p:spPr>
            <a:xfrm>
              <a:off x="3312397" y="111895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" name="pt4990"/>
            <p:cNvSpPr/>
            <p:nvPr/>
          </p:nvSpPr>
          <p:spPr>
            <a:xfrm>
              <a:off x="3302393" y="111797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" name="pt4991"/>
            <p:cNvSpPr/>
            <p:nvPr/>
          </p:nvSpPr>
          <p:spPr>
            <a:xfrm>
              <a:off x="4507805" y="109338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" name="pt4992"/>
            <p:cNvSpPr/>
            <p:nvPr/>
          </p:nvSpPr>
          <p:spPr>
            <a:xfrm>
              <a:off x="3964048" y="108004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" name="pt4993"/>
            <p:cNvSpPr/>
            <p:nvPr/>
          </p:nvSpPr>
          <p:spPr>
            <a:xfrm>
              <a:off x="4015494" y="107650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" name="pt4994"/>
            <p:cNvSpPr/>
            <p:nvPr/>
          </p:nvSpPr>
          <p:spPr>
            <a:xfrm>
              <a:off x="4011922" y="107273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" name="pt4995"/>
            <p:cNvSpPr/>
            <p:nvPr/>
          </p:nvSpPr>
          <p:spPr>
            <a:xfrm>
              <a:off x="3955474" y="110478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" name="pt4996"/>
            <p:cNvSpPr/>
            <p:nvPr/>
          </p:nvSpPr>
          <p:spPr>
            <a:xfrm>
              <a:off x="3347409" y="111720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" name="pt4997"/>
            <p:cNvSpPr/>
            <p:nvPr/>
          </p:nvSpPr>
          <p:spPr>
            <a:xfrm>
              <a:off x="4574257" y="110696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" name="pt4998"/>
            <p:cNvSpPr/>
            <p:nvPr/>
          </p:nvSpPr>
          <p:spPr>
            <a:xfrm>
              <a:off x="4088376" y="11089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" name="pt4999"/>
            <p:cNvSpPr/>
            <p:nvPr/>
          </p:nvSpPr>
          <p:spPr>
            <a:xfrm>
              <a:off x="3959046" y="110727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" name="pt5000"/>
            <p:cNvSpPr/>
            <p:nvPr/>
          </p:nvSpPr>
          <p:spPr>
            <a:xfrm>
              <a:off x="3961190" y="110631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" name="pt5001"/>
            <p:cNvSpPr/>
            <p:nvPr/>
          </p:nvSpPr>
          <p:spPr>
            <a:xfrm>
              <a:off x="3195214" y="111827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" name="pt5002"/>
            <p:cNvSpPr/>
            <p:nvPr/>
          </p:nvSpPr>
          <p:spPr>
            <a:xfrm>
              <a:off x="3253091" y="112078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" name="pt5003"/>
            <p:cNvSpPr/>
            <p:nvPr/>
          </p:nvSpPr>
          <p:spPr>
            <a:xfrm>
              <a:off x="3269525" y="111986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" name="pt5004"/>
            <p:cNvSpPr/>
            <p:nvPr/>
          </p:nvSpPr>
          <p:spPr>
            <a:xfrm>
              <a:off x="3223080" y="111475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" name="pt5005"/>
            <p:cNvSpPr/>
            <p:nvPr/>
          </p:nvSpPr>
          <p:spPr>
            <a:xfrm>
              <a:off x="3209504" y="111487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" name="pt5006"/>
            <p:cNvSpPr/>
            <p:nvPr/>
          </p:nvSpPr>
          <p:spPr>
            <a:xfrm>
              <a:off x="3172349" y="111297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" name="pt5007"/>
            <p:cNvSpPr/>
            <p:nvPr/>
          </p:nvSpPr>
          <p:spPr>
            <a:xfrm>
              <a:off x="3220937" y="111638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" name="pt5008"/>
            <p:cNvSpPr/>
            <p:nvPr/>
          </p:nvSpPr>
          <p:spPr>
            <a:xfrm>
              <a:off x="3922605" y="11148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" name="pt5009"/>
            <p:cNvSpPr/>
            <p:nvPr/>
          </p:nvSpPr>
          <p:spPr>
            <a:xfrm>
              <a:off x="4009063" y="111095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" name="pt5010"/>
            <p:cNvSpPr/>
            <p:nvPr/>
          </p:nvSpPr>
          <p:spPr>
            <a:xfrm>
              <a:off x="3395282" y="111839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" name="pt5011"/>
            <p:cNvSpPr/>
            <p:nvPr/>
          </p:nvSpPr>
          <p:spPr>
            <a:xfrm>
              <a:off x="4631419" y="108370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" name="pt5012"/>
            <p:cNvSpPr/>
            <p:nvPr/>
          </p:nvSpPr>
          <p:spPr>
            <a:xfrm>
              <a:off x="4854352" y="109274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" name="pt5013"/>
            <p:cNvSpPr/>
            <p:nvPr/>
          </p:nvSpPr>
          <p:spPr>
            <a:xfrm>
              <a:off x="3831145" y="111323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" name="pt5014"/>
            <p:cNvSpPr/>
            <p:nvPr/>
          </p:nvSpPr>
          <p:spPr>
            <a:xfrm>
              <a:off x="3215221" y="111881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" name="pt5015"/>
            <p:cNvSpPr/>
            <p:nvPr/>
          </p:nvSpPr>
          <p:spPr>
            <a:xfrm>
              <a:off x="3342407" y="111344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" name="pt5016"/>
            <p:cNvSpPr/>
            <p:nvPr/>
          </p:nvSpPr>
          <p:spPr>
            <a:xfrm>
              <a:off x="3283101" y="111697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" name="pt5017"/>
            <p:cNvSpPr/>
            <p:nvPr/>
          </p:nvSpPr>
          <p:spPr>
            <a:xfrm>
              <a:off x="3411716" y="111913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" name="pt5018"/>
            <p:cNvSpPr/>
            <p:nvPr/>
          </p:nvSpPr>
          <p:spPr>
            <a:xfrm>
              <a:off x="3232369" y="111706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" name="pt5019"/>
            <p:cNvSpPr/>
            <p:nvPr/>
          </p:nvSpPr>
          <p:spPr>
            <a:xfrm>
              <a:off x="3267381" y="111519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" name="pt5020"/>
            <p:cNvSpPr/>
            <p:nvPr/>
          </p:nvSpPr>
          <p:spPr>
            <a:xfrm>
              <a:off x="3138766" y="111435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" name="pt5021"/>
            <p:cNvSpPr/>
            <p:nvPr/>
          </p:nvSpPr>
          <p:spPr>
            <a:xfrm>
              <a:off x="3313826" y="111823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" name="pt5022"/>
            <p:cNvSpPr/>
            <p:nvPr/>
          </p:nvSpPr>
          <p:spPr>
            <a:xfrm>
              <a:off x="3359556" y="111783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" name="pt5023"/>
            <p:cNvSpPr/>
            <p:nvPr/>
          </p:nvSpPr>
          <p:spPr>
            <a:xfrm>
              <a:off x="3148769" y="11192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" name="pt5024"/>
            <p:cNvSpPr/>
            <p:nvPr/>
          </p:nvSpPr>
          <p:spPr>
            <a:xfrm>
              <a:off x="3129477" y="111747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" name="pt5025"/>
            <p:cNvSpPr/>
            <p:nvPr/>
          </p:nvSpPr>
          <p:spPr>
            <a:xfrm>
              <a:off x="3310253" y="111159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" name="pt5026"/>
            <p:cNvSpPr/>
            <p:nvPr/>
          </p:nvSpPr>
          <p:spPr>
            <a:xfrm>
              <a:off x="3183067" y="111711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" name="pt5027"/>
            <p:cNvSpPr/>
            <p:nvPr/>
          </p:nvSpPr>
          <p:spPr>
            <a:xfrm>
              <a:off x="3229511" y="111004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" name="pt5028"/>
            <p:cNvSpPr/>
            <p:nvPr/>
          </p:nvSpPr>
          <p:spPr>
            <a:xfrm>
              <a:off x="4722164" y="109992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" name="pt5029"/>
            <p:cNvSpPr/>
            <p:nvPr/>
          </p:nvSpPr>
          <p:spPr>
            <a:xfrm>
              <a:off x="4585689" y="109395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" name="pt5030"/>
            <p:cNvSpPr/>
            <p:nvPr/>
          </p:nvSpPr>
          <p:spPr>
            <a:xfrm>
              <a:off x="4984397" y="107876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" name="pt5031"/>
            <p:cNvSpPr/>
            <p:nvPr/>
          </p:nvSpPr>
          <p:spPr>
            <a:xfrm>
              <a:off x="4464934" y="110928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" name="pt5032"/>
            <p:cNvSpPr/>
            <p:nvPr/>
          </p:nvSpPr>
          <p:spPr>
            <a:xfrm>
              <a:off x="4194841" y="109537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" name="pt5033"/>
            <p:cNvSpPr/>
            <p:nvPr/>
          </p:nvSpPr>
          <p:spPr>
            <a:xfrm>
              <a:off x="3471737" y="111526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" name="pt5034"/>
            <p:cNvSpPr/>
            <p:nvPr/>
          </p:nvSpPr>
          <p:spPr>
            <a:xfrm>
              <a:off x="3599638" y="111372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" name="pt5035"/>
            <p:cNvSpPr/>
            <p:nvPr/>
          </p:nvSpPr>
          <p:spPr>
            <a:xfrm>
              <a:off x="3600352" y="11164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" name="pt5036"/>
            <p:cNvSpPr/>
            <p:nvPr/>
          </p:nvSpPr>
          <p:spPr>
            <a:xfrm>
              <a:off x="3651084" y="111495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" name="pt5037"/>
            <p:cNvSpPr/>
            <p:nvPr/>
          </p:nvSpPr>
          <p:spPr>
            <a:xfrm>
              <a:off x="4009063" y="109969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" name="pt5038"/>
            <p:cNvSpPr/>
            <p:nvPr/>
          </p:nvSpPr>
          <p:spPr>
            <a:xfrm>
              <a:off x="4348465" y="108672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" name="pt5039"/>
            <p:cNvSpPr/>
            <p:nvPr/>
          </p:nvSpPr>
          <p:spPr>
            <a:xfrm>
              <a:off x="3416003" y="111387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" name="pt5040"/>
            <p:cNvSpPr/>
            <p:nvPr/>
          </p:nvSpPr>
          <p:spPr>
            <a:xfrm>
              <a:off x="3506749" y="111624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" name="pt5041"/>
            <p:cNvSpPr/>
            <p:nvPr/>
          </p:nvSpPr>
          <p:spPr>
            <a:xfrm>
              <a:off x="3533901" y="111405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" name="pt5042"/>
            <p:cNvSpPr/>
            <p:nvPr/>
          </p:nvSpPr>
          <p:spPr>
            <a:xfrm>
              <a:off x="3314540" y="111687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" name="pt5043"/>
            <p:cNvSpPr/>
            <p:nvPr/>
          </p:nvSpPr>
          <p:spPr>
            <a:xfrm>
              <a:off x="3857583" y="10568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" name="pt5044"/>
            <p:cNvSpPr/>
            <p:nvPr/>
          </p:nvSpPr>
          <p:spPr>
            <a:xfrm>
              <a:off x="3804708" y="107174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" name="pt5045"/>
            <p:cNvSpPr/>
            <p:nvPr/>
          </p:nvSpPr>
          <p:spPr>
            <a:xfrm>
              <a:off x="3543904" y="11151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" name="pt5046"/>
            <p:cNvSpPr/>
            <p:nvPr/>
          </p:nvSpPr>
          <p:spPr>
            <a:xfrm>
              <a:off x="4038359" y="11055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" name="pt5047"/>
            <p:cNvSpPr/>
            <p:nvPr/>
          </p:nvSpPr>
          <p:spPr>
            <a:xfrm>
              <a:off x="3286674" y="111465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" name="pt5048"/>
            <p:cNvSpPr/>
            <p:nvPr/>
          </p:nvSpPr>
          <p:spPr>
            <a:xfrm>
              <a:off x="3227368" y="111622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" name="pt5049"/>
            <p:cNvSpPr/>
            <p:nvPr/>
          </p:nvSpPr>
          <p:spPr>
            <a:xfrm>
              <a:off x="3204503" y="111422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" name="pt5050"/>
            <p:cNvSpPr/>
            <p:nvPr/>
          </p:nvSpPr>
          <p:spPr>
            <a:xfrm>
              <a:off x="3228797" y="111755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" name="pt5051"/>
            <p:cNvSpPr/>
            <p:nvPr/>
          </p:nvSpPr>
          <p:spPr>
            <a:xfrm>
              <a:off x="3288103" y="111505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" name="pt5052"/>
            <p:cNvSpPr/>
            <p:nvPr/>
          </p:nvSpPr>
          <p:spPr>
            <a:xfrm>
              <a:off x="3233798" y="111968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" name="pt5053"/>
            <p:cNvSpPr/>
            <p:nvPr/>
          </p:nvSpPr>
          <p:spPr>
            <a:xfrm>
              <a:off x="3182352" y="111825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" name="pt5054"/>
            <p:cNvSpPr/>
            <p:nvPr/>
          </p:nvSpPr>
          <p:spPr>
            <a:xfrm>
              <a:off x="3233798" y="11173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" name="pt5055"/>
            <p:cNvSpPr/>
            <p:nvPr/>
          </p:nvSpPr>
          <p:spPr>
            <a:xfrm>
              <a:off x="3233798" y="11173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" name="pt5056"/>
            <p:cNvSpPr/>
            <p:nvPr/>
          </p:nvSpPr>
          <p:spPr>
            <a:xfrm>
              <a:off x="3218079" y="111950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" name="pt5057"/>
            <p:cNvSpPr/>
            <p:nvPr/>
          </p:nvSpPr>
          <p:spPr>
            <a:xfrm>
              <a:off x="3917604" y="111023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" name="pt5058"/>
            <p:cNvSpPr/>
            <p:nvPr/>
          </p:nvSpPr>
          <p:spPr>
            <a:xfrm>
              <a:off x="4141251" y="110853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" name="pt5059"/>
            <p:cNvSpPr/>
            <p:nvPr/>
          </p:nvSpPr>
          <p:spPr>
            <a:xfrm>
              <a:off x="3237371" y="112000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" name="pt5060"/>
            <p:cNvSpPr/>
            <p:nvPr/>
          </p:nvSpPr>
          <p:spPr>
            <a:xfrm>
              <a:off x="4866499" y="106681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" name="pt5061"/>
            <p:cNvSpPr/>
            <p:nvPr/>
          </p:nvSpPr>
          <p:spPr>
            <a:xfrm>
              <a:off x="4201272" y="111856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" name="pt5062"/>
            <p:cNvSpPr/>
            <p:nvPr/>
          </p:nvSpPr>
          <p:spPr>
            <a:xfrm>
              <a:off x="4670718" y="111853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" name="pt5063"/>
            <p:cNvSpPr/>
            <p:nvPr/>
          </p:nvSpPr>
          <p:spPr>
            <a:xfrm>
              <a:off x="3272383" y="111649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" name="pt5064"/>
            <p:cNvSpPr/>
            <p:nvPr/>
          </p:nvSpPr>
          <p:spPr>
            <a:xfrm>
              <a:off x="3278099" y="111682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" name="pt5065"/>
            <p:cNvSpPr/>
            <p:nvPr/>
          </p:nvSpPr>
          <p:spPr>
            <a:xfrm>
              <a:off x="3390280" y="111098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" name="pt5066"/>
            <p:cNvSpPr/>
            <p:nvPr/>
          </p:nvSpPr>
          <p:spPr>
            <a:xfrm>
              <a:off x="3733969" y="111310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" name="pt5067"/>
            <p:cNvSpPr/>
            <p:nvPr/>
          </p:nvSpPr>
          <p:spPr>
            <a:xfrm>
              <a:off x="3944756" y="111472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" name="pt5068"/>
            <p:cNvSpPr/>
            <p:nvPr/>
          </p:nvSpPr>
          <p:spPr>
            <a:xfrm>
              <a:off x="4202701" y="110939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" name="pt5069"/>
            <p:cNvSpPr/>
            <p:nvPr/>
          </p:nvSpPr>
          <p:spPr>
            <a:xfrm>
              <a:off x="3281672" y="111252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" name="pt5070"/>
            <p:cNvSpPr/>
            <p:nvPr/>
          </p:nvSpPr>
          <p:spPr>
            <a:xfrm>
              <a:off x="3412431" y="112085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" name="pt5071"/>
            <p:cNvSpPr/>
            <p:nvPr/>
          </p:nvSpPr>
          <p:spPr>
            <a:xfrm>
              <a:off x="3605354" y="111821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" name="pt5072"/>
            <p:cNvSpPr/>
            <p:nvPr/>
          </p:nvSpPr>
          <p:spPr>
            <a:xfrm>
              <a:off x="3917604" y="111559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" name="pt5073"/>
            <p:cNvSpPr/>
            <p:nvPr/>
          </p:nvSpPr>
          <p:spPr>
            <a:xfrm>
              <a:off x="4101952" y="109880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" name="pt5074"/>
            <p:cNvSpPr/>
            <p:nvPr/>
          </p:nvSpPr>
          <p:spPr>
            <a:xfrm>
              <a:off x="4731453" y="104337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" name="pt5075"/>
            <p:cNvSpPr/>
            <p:nvPr/>
          </p:nvSpPr>
          <p:spPr>
            <a:xfrm>
              <a:off x="4802192" y="108149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" name="pt5076"/>
            <p:cNvSpPr/>
            <p:nvPr/>
          </p:nvSpPr>
          <p:spPr>
            <a:xfrm>
              <a:off x="6405597" y="106285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" name="pt5077"/>
            <p:cNvSpPr/>
            <p:nvPr/>
          </p:nvSpPr>
          <p:spPr>
            <a:xfrm>
              <a:off x="5858267" y="110926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" name="pt5078"/>
            <p:cNvSpPr/>
            <p:nvPr/>
          </p:nvSpPr>
          <p:spPr>
            <a:xfrm>
              <a:off x="5574599" y="111110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" name="pt5079"/>
            <p:cNvSpPr/>
            <p:nvPr/>
          </p:nvSpPr>
          <p:spPr>
            <a:xfrm>
              <a:off x="5762520" y="110767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" name="pt5080"/>
            <p:cNvSpPr/>
            <p:nvPr/>
          </p:nvSpPr>
          <p:spPr>
            <a:xfrm>
              <a:off x="6193382" y="111259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" name="pt5081"/>
            <p:cNvSpPr/>
            <p:nvPr/>
          </p:nvSpPr>
          <p:spPr>
            <a:xfrm>
              <a:off x="3273097" y="112134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" name="pt5082"/>
            <p:cNvSpPr/>
            <p:nvPr/>
          </p:nvSpPr>
          <p:spPr>
            <a:xfrm>
              <a:off x="3253805" y="112301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" name="pt5083"/>
            <p:cNvSpPr/>
            <p:nvPr/>
          </p:nvSpPr>
          <p:spPr>
            <a:xfrm>
              <a:off x="3289532" y="11205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" name="pt5084"/>
            <p:cNvSpPr/>
            <p:nvPr/>
          </p:nvSpPr>
          <p:spPr>
            <a:xfrm>
              <a:off x="3253805" y="111892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" name="pt5085"/>
            <p:cNvSpPr/>
            <p:nvPr/>
          </p:nvSpPr>
          <p:spPr>
            <a:xfrm>
              <a:off x="3223795" y="111934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" name="pt5086"/>
            <p:cNvSpPr/>
            <p:nvPr/>
          </p:nvSpPr>
          <p:spPr>
            <a:xfrm>
              <a:off x="3123046" y="112120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" name="pt5087"/>
            <p:cNvSpPr/>
            <p:nvPr/>
          </p:nvSpPr>
          <p:spPr>
            <a:xfrm>
              <a:off x="3211648" y="11139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" name="pt5088"/>
            <p:cNvSpPr/>
            <p:nvPr/>
          </p:nvSpPr>
          <p:spPr>
            <a:xfrm>
              <a:off x="3339549" y="110980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" name="pt5089"/>
            <p:cNvSpPr/>
            <p:nvPr/>
          </p:nvSpPr>
          <p:spPr>
            <a:xfrm>
              <a:off x="3257378" y="111748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" name="pt5090"/>
            <p:cNvSpPr/>
            <p:nvPr/>
          </p:nvSpPr>
          <p:spPr>
            <a:xfrm>
              <a:off x="3279528" y="111790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" name="pt5091"/>
            <p:cNvSpPr/>
            <p:nvPr/>
          </p:nvSpPr>
          <p:spPr>
            <a:xfrm>
              <a:off x="3254520" y="107716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" name="pt5092"/>
            <p:cNvSpPr/>
            <p:nvPr/>
          </p:nvSpPr>
          <p:spPr>
            <a:xfrm>
              <a:off x="3265238" y="10727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" name="pt5093"/>
            <p:cNvSpPr/>
            <p:nvPr/>
          </p:nvSpPr>
          <p:spPr>
            <a:xfrm>
              <a:off x="3272383" y="111795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" name="pt5094"/>
            <p:cNvSpPr/>
            <p:nvPr/>
          </p:nvSpPr>
          <p:spPr>
            <a:xfrm>
              <a:off x="3319542" y="111876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" name="pt5095"/>
            <p:cNvSpPr/>
            <p:nvPr/>
          </p:nvSpPr>
          <p:spPr>
            <a:xfrm>
              <a:off x="3239515" y="110971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" name="pt5096"/>
            <p:cNvSpPr/>
            <p:nvPr/>
          </p:nvSpPr>
          <p:spPr>
            <a:xfrm>
              <a:off x="3518181" y="109564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" name="pt5097"/>
            <p:cNvSpPr/>
            <p:nvPr/>
          </p:nvSpPr>
          <p:spPr>
            <a:xfrm>
              <a:off x="3267381" y="111072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" name="pt5098"/>
            <p:cNvSpPr/>
            <p:nvPr/>
          </p:nvSpPr>
          <p:spPr>
            <a:xfrm>
              <a:off x="3262380" y="11175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" name="pt5099"/>
            <p:cNvSpPr/>
            <p:nvPr/>
          </p:nvSpPr>
          <p:spPr>
            <a:xfrm>
              <a:off x="4710017" y="110794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" name="pt5100"/>
            <p:cNvSpPr/>
            <p:nvPr/>
          </p:nvSpPr>
          <p:spPr>
            <a:xfrm>
              <a:off x="3534615" y="111345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" name="pt5101"/>
            <p:cNvSpPr/>
            <p:nvPr/>
          </p:nvSpPr>
          <p:spPr>
            <a:xfrm>
              <a:off x="3822571" y="111281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" name="pt5102"/>
            <p:cNvSpPr/>
            <p:nvPr/>
          </p:nvSpPr>
          <p:spPr>
            <a:xfrm>
              <a:off x="4162687" y="111341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" name="pt5103"/>
            <p:cNvSpPr/>
            <p:nvPr/>
          </p:nvSpPr>
          <p:spPr>
            <a:xfrm>
              <a:off x="3186639" y="11211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" name="pt5104"/>
            <p:cNvSpPr/>
            <p:nvPr/>
          </p:nvSpPr>
          <p:spPr>
            <a:xfrm>
              <a:off x="3211648" y="112006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" name="pt5105"/>
            <p:cNvSpPr/>
            <p:nvPr/>
          </p:nvSpPr>
          <p:spPr>
            <a:xfrm>
              <a:off x="3893310" y="111421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" name="pt5106"/>
            <p:cNvSpPr/>
            <p:nvPr/>
          </p:nvSpPr>
          <p:spPr>
            <a:xfrm>
              <a:off x="4792188" y="108270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" name="pt5107"/>
            <p:cNvSpPr/>
            <p:nvPr/>
          </p:nvSpPr>
          <p:spPr>
            <a:xfrm>
              <a:off x="4908657" y="107159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" name="pt5108"/>
            <p:cNvSpPr/>
            <p:nvPr/>
          </p:nvSpPr>
          <p:spPr>
            <a:xfrm>
              <a:off x="3198072" y="112064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" name="pt5109"/>
            <p:cNvSpPr/>
            <p:nvPr/>
          </p:nvSpPr>
          <p:spPr>
            <a:xfrm>
              <a:off x="3208790" y="111439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" name="pt5110"/>
            <p:cNvSpPr/>
            <p:nvPr/>
          </p:nvSpPr>
          <p:spPr>
            <a:xfrm>
              <a:off x="3164489" y="111829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" name="pt5111"/>
            <p:cNvSpPr/>
            <p:nvPr/>
          </p:nvSpPr>
          <p:spPr>
            <a:xfrm>
              <a:off x="3107327" y="111831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" name="pt5112"/>
            <p:cNvSpPr/>
            <p:nvPr/>
          </p:nvSpPr>
          <p:spPr>
            <a:xfrm>
              <a:off x="3166633" y="111807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" name="pt5113"/>
            <p:cNvSpPr/>
            <p:nvPr/>
          </p:nvSpPr>
          <p:spPr>
            <a:xfrm>
              <a:off x="3295962" y="111677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" name="pt5114"/>
            <p:cNvSpPr/>
            <p:nvPr/>
          </p:nvSpPr>
          <p:spPr>
            <a:xfrm>
              <a:off x="3224509" y="111610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" name="pt5115"/>
            <p:cNvSpPr/>
            <p:nvPr/>
          </p:nvSpPr>
          <p:spPr>
            <a:xfrm>
              <a:off x="4928664" y="110347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" name="pt5116"/>
            <p:cNvSpPr/>
            <p:nvPr/>
          </p:nvSpPr>
          <p:spPr>
            <a:xfrm>
              <a:off x="5207330" y="111156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" name="pt5117"/>
            <p:cNvSpPr/>
            <p:nvPr/>
          </p:nvSpPr>
          <p:spPr>
            <a:xfrm>
              <a:off x="5075857" y="110930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" name="pt5118"/>
            <p:cNvSpPr/>
            <p:nvPr/>
          </p:nvSpPr>
          <p:spPr>
            <a:xfrm>
              <a:off x="3298106" y="110746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" name="pt5119"/>
            <p:cNvSpPr/>
            <p:nvPr/>
          </p:nvSpPr>
          <p:spPr>
            <a:xfrm>
              <a:off x="5816824" y="107678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" name="pt5120"/>
            <p:cNvSpPr/>
            <p:nvPr/>
          </p:nvSpPr>
          <p:spPr>
            <a:xfrm>
              <a:off x="3255234" y="111994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" name="pt5121"/>
            <p:cNvSpPr/>
            <p:nvPr/>
          </p:nvSpPr>
          <p:spPr>
            <a:xfrm>
              <a:off x="3271668" y="112055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" name="pt5122"/>
            <p:cNvSpPr/>
            <p:nvPr/>
          </p:nvSpPr>
          <p:spPr>
            <a:xfrm>
              <a:off x="5037987" y="109570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" name="pt5123"/>
            <p:cNvSpPr/>
            <p:nvPr/>
          </p:nvSpPr>
          <p:spPr>
            <a:xfrm>
              <a:off x="4559252" y="111424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" name="pt5124"/>
            <p:cNvSpPr/>
            <p:nvPr/>
          </p:nvSpPr>
          <p:spPr>
            <a:xfrm>
              <a:off x="4728595" y="111204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" name="pt5125"/>
            <p:cNvSpPr/>
            <p:nvPr/>
          </p:nvSpPr>
          <p:spPr>
            <a:xfrm>
              <a:off x="3369559" y="111727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" name="pt5126"/>
            <p:cNvSpPr/>
            <p:nvPr/>
          </p:nvSpPr>
          <p:spPr>
            <a:xfrm>
              <a:off x="3321686" y="111481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" name="pt5127"/>
            <p:cNvSpPr/>
            <p:nvPr/>
          </p:nvSpPr>
          <p:spPr>
            <a:xfrm>
              <a:off x="3466021" y="107190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" name="pt5128"/>
            <p:cNvSpPr/>
            <p:nvPr/>
          </p:nvSpPr>
          <p:spPr>
            <a:xfrm>
              <a:off x="4247002" y="111049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" name="pt5129"/>
            <p:cNvSpPr/>
            <p:nvPr/>
          </p:nvSpPr>
          <p:spPr>
            <a:xfrm>
              <a:off x="3766123" y="111491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" name="pt5130"/>
            <p:cNvSpPr/>
            <p:nvPr/>
          </p:nvSpPr>
          <p:spPr>
            <a:xfrm>
              <a:off x="3302393" y="110446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" name="pt5131"/>
            <p:cNvSpPr/>
            <p:nvPr/>
          </p:nvSpPr>
          <p:spPr>
            <a:xfrm>
              <a:off x="3360270" y="110868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" name="pt5132"/>
            <p:cNvSpPr/>
            <p:nvPr/>
          </p:nvSpPr>
          <p:spPr>
            <a:xfrm>
              <a:off x="3279528" y="111905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" name="pt5133"/>
            <p:cNvSpPr/>
            <p:nvPr/>
          </p:nvSpPr>
          <p:spPr>
            <a:xfrm>
              <a:off x="7011519" y="110884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" name="pt5134"/>
            <p:cNvSpPr/>
            <p:nvPr/>
          </p:nvSpPr>
          <p:spPr>
            <a:xfrm>
              <a:off x="3259521" y="111147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" name="pt5135"/>
            <p:cNvSpPr/>
            <p:nvPr/>
          </p:nvSpPr>
          <p:spPr>
            <a:xfrm>
              <a:off x="3228797" y="111719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" name="pt5136"/>
            <p:cNvSpPr/>
            <p:nvPr/>
          </p:nvSpPr>
          <p:spPr>
            <a:xfrm>
              <a:off x="3196643" y="111781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" name="pt5137"/>
            <p:cNvSpPr/>
            <p:nvPr/>
          </p:nvSpPr>
          <p:spPr>
            <a:xfrm>
              <a:off x="3170920" y="111769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" name="pt5138"/>
            <p:cNvSpPr/>
            <p:nvPr/>
          </p:nvSpPr>
          <p:spPr>
            <a:xfrm>
              <a:off x="3183067" y="111741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" name="pt5139"/>
            <p:cNvSpPr/>
            <p:nvPr/>
          </p:nvSpPr>
          <p:spPr>
            <a:xfrm>
              <a:off x="3146626" y="111801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" name="pt5140"/>
            <p:cNvSpPr/>
            <p:nvPr/>
          </p:nvSpPr>
          <p:spPr>
            <a:xfrm>
              <a:off x="3177350" y="111866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" name="pt5141"/>
            <p:cNvSpPr/>
            <p:nvPr/>
          </p:nvSpPr>
          <p:spPr>
            <a:xfrm>
              <a:off x="4824342" y="110684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" name="pt5142"/>
            <p:cNvSpPr/>
            <p:nvPr/>
          </p:nvSpPr>
          <p:spPr>
            <a:xfrm>
              <a:off x="4696441" y="110161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" name="pt5143"/>
            <p:cNvSpPr/>
            <p:nvPr/>
          </p:nvSpPr>
          <p:spPr>
            <a:xfrm>
              <a:off x="4723593" y="110472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" name="pt5144"/>
            <p:cNvSpPr/>
            <p:nvPr/>
          </p:nvSpPr>
          <p:spPr>
            <a:xfrm>
              <a:off x="5148739" y="109027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" name="pt5145"/>
            <p:cNvSpPr/>
            <p:nvPr/>
          </p:nvSpPr>
          <p:spPr>
            <a:xfrm>
              <a:off x="3252376" y="111638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" name="pt5146"/>
            <p:cNvSpPr/>
            <p:nvPr/>
          </p:nvSpPr>
          <p:spPr>
            <a:xfrm>
              <a:off x="3240229" y="111881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" name="pt5147"/>
            <p:cNvSpPr/>
            <p:nvPr/>
          </p:nvSpPr>
          <p:spPr>
            <a:xfrm>
              <a:off x="3277385" y="11179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" name="pt5148"/>
            <p:cNvSpPr/>
            <p:nvPr/>
          </p:nvSpPr>
          <p:spPr>
            <a:xfrm>
              <a:off x="3218793" y="111849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" name="pt5149"/>
            <p:cNvSpPr/>
            <p:nvPr/>
          </p:nvSpPr>
          <p:spPr>
            <a:xfrm>
              <a:off x="4544246" y="108576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" name="pt5150"/>
            <p:cNvSpPr/>
            <p:nvPr/>
          </p:nvSpPr>
          <p:spPr>
            <a:xfrm>
              <a:off x="3270239" y="111483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" name="pt5151"/>
            <p:cNvSpPr/>
            <p:nvPr/>
          </p:nvSpPr>
          <p:spPr>
            <a:xfrm>
              <a:off x="3961190" y="109027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" name="pt5152"/>
            <p:cNvSpPr/>
            <p:nvPr/>
          </p:nvSpPr>
          <p:spPr>
            <a:xfrm>
              <a:off x="3579631" y="11171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" name="pt5153"/>
            <p:cNvSpPr/>
            <p:nvPr/>
          </p:nvSpPr>
          <p:spPr>
            <a:xfrm>
              <a:off x="3631792" y="111525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" name="pt5154"/>
            <p:cNvSpPr/>
            <p:nvPr/>
          </p:nvSpPr>
          <p:spPr>
            <a:xfrm>
              <a:off x="3834004" y="111751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" name="pt5155"/>
            <p:cNvSpPr/>
            <p:nvPr/>
          </p:nvSpPr>
          <p:spPr>
            <a:xfrm>
              <a:off x="3255234" y="110635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" name="pt5156"/>
            <p:cNvSpPr/>
            <p:nvPr/>
          </p:nvSpPr>
          <p:spPr>
            <a:xfrm>
              <a:off x="3235942" y="110537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" name="pt5157"/>
            <p:cNvSpPr/>
            <p:nvPr/>
          </p:nvSpPr>
          <p:spPr>
            <a:xfrm>
              <a:off x="3244516" y="109500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" name="pt5158"/>
            <p:cNvSpPr/>
            <p:nvPr/>
          </p:nvSpPr>
          <p:spPr>
            <a:xfrm>
              <a:off x="3252376" y="111559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" name="pt5159"/>
            <p:cNvSpPr/>
            <p:nvPr/>
          </p:nvSpPr>
          <p:spPr>
            <a:xfrm>
              <a:off x="3225224" y="112107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" name="pt5160"/>
            <p:cNvSpPr/>
            <p:nvPr/>
          </p:nvSpPr>
          <p:spPr>
            <a:xfrm>
              <a:off x="3290961" y="11207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" name="pt5161"/>
            <p:cNvSpPr/>
            <p:nvPr/>
          </p:nvSpPr>
          <p:spPr>
            <a:xfrm>
              <a:off x="3263809" y="111166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" name="pt5162"/>
            <p:cNvSpPr/>
            <p:nvPr/>
          </p:nvSpPr>
          <p:spPr>
            <a:xfrm>
              <a:off x="3327402" y="110839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" name="pt5163"/>
            <p:cNvSpPr/>
            <p:nvPr/>
          </p:nvSpPr>
          <p:spPr>
            <a:xfrm>
              <a:off x="3337405" y="111938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" name="pt5164"/>
            <p:cNvSpPr/>
            <p:nvPr/>
          </p:nvSpPr>
          <p:spPr>
            <a:xfrm>
              <a:off x="3374561" y="111912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" name="pt5165"/>
            <p:cNvSpPr/>
            <p:nvPr/>
          </p:nvSpPr>
          <p:spPr>
            <a:xfrm>
              <a:off x="5337375" y="110661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" name="pt5166"/>
            <p:cNvSpPr/>
            <p:nvPr/>
          </p:nvSpPr>
          <p:spPr>
            <a:xfrm>
              <a:off x="5322370" y="109421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" name="pt5167"/>
            <p:cNvSpPr/>
            <p:nvPr/>
          </p:nvSpPr>
          <p:spPr>
            <a:xfrm>
              <a:off x="5115156" y="110194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" name="pt5168"/>
            <p:cNvSpPr/>
            <p:nvPr/>
          </p:nvSpPr>
          <p:spPr>
            <a:xfrm>
              <a:off x="3235227" y="111804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" name="pt5169"/>
            <p:cNvSpPr/>
            <p:nvPr/>
          </p:nvSpPr>
          <p:spPr>
            <a:xfrm>
              <a:off x="3263809" y="112026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" name="pt5170"/>
            <p:cNvSpPr/>
            <p:nvPr/>
          </p:nvSpPr>
          <p:spPr>
            <a:xfrm>
              <a:off x="3315255" y="111804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" name="pt5171"/>
            <p:cNvSpPr/>
            <p:nvPr/>
          </p:nvSpPr>
          <p:spPr>
            <a:xfrm>
              <a:off x="3202359" y="111705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" name="pt5172"/>
            <p:cNvSpPr/>
            <p:nvPr/>
          </p:nvSpPr>
          <p:spPr>
            <a:xfrm>
              <a:off x="5798961" y="106579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" name="pt5173"/>
            <p:cNvSpPr/>
            <p:nvPr/>
          </p:nvSpPr>
          <p:spPr>
            <a:xfrm>
              <a:off x="3185210" y="111912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" name="pt5174"/>
            <p:cNvSpPr/>
            <p:nvPr/>
          </p:nvSpPr>
          <p:spPr>
            <a:xfrm>
              <a:off x="3367415" y="112659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" name="pt5175"/>
            <p:cNvSpPr/>
            <p:nvPr/>
          </p:nvSpPr>
          <p:spPr>
            <a:xfrm>
              <a:off x="3197357" y="111768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" name="pt5176"/>
            <p:cNvSpPr/>
            <p:nvPr/>
          </p:nvSpPr>
          <p:spPr>
            <a:xfrm>
              <a:off x="3158058" y="111668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" name="pt5177"/>
            <p:cNvSpPr/>
            <p:nvPr/>
          </p:nvSpPr>
          <p:spPr>
            <a:xfrm>
              <a:off x="3184496" y="111860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" name="pt5178"/>
            <p:cNvSpPr/>
            <p:nvPr/>
          </p:nvSpPr>
          <p:spPr>
            <a:xfrm>
              <a:off x="3212362" y="111643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" name="pt5179"/>
            <p:cNvSpPr/>
            <p:nvPr/>
          </p:nvSpPr>
          <p:spPr>
            <a:xfrm>
              <a:off x="3215221" y="111070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" name="pt5180"/>
            <p:cNvSpPr/>
            <p:nvPr/>
          </p:nvSpPr>
          <p:spPr>
            <a:xfrm>
              <a:off x="3218793" y="111059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" name="pt5181"/>
            <p:cNvSpPr/>
            <p:nvPr/>
          </p:nvSpPr>
          <p:spPr>
            <a:xfrm>
              <a:off x="3340978" y="11152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" name="pt5182"/>
            <p:cNvSpPr/>
            <p:nvPr/>
          </p:nvSpPr>
          <p:spPr>
            <a:xfrm>
              <a:off x="3270954" y="111975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" name="pt5183"/>
            <p:cNvSpPr/>
            <p:nvPr/>
          </p:nvSpPr>
          <p:spPr>
            <a:xfrm>
              <a:off x="3267381" y="108686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" name="pt5184"/>
            <p:cNvSpPr/>
            <p:nvPr/>
          </p:nvSpPr>
          <p:spPr>
            <a:xfrm>
              <a:off x="3262380" y="111817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" name="pt5185"/>
            <p:cNvSpPr/>
            <p:nvPr/>
          </p:nvSpPr>
          <p:spPr>
            <a:xfrm>
              <a:off x="3248803" y="111868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" name="pt5186"/>
            <p:cNvSpPr/>
            <p:nvPr/>
          </p:nvSpPr>
          <p:spPr>
            <a:xfrm>
              <a:off x="3228082" y="111534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" name="pt5187"/>
            <p:cNvSpPr/>
            <p:nvPr/>
          </p:nvSpPr>
          <p:spPr>
            <a:xfrm>
              <a:off x="3252376" y="111680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" name="pt5188"/>
            <p:cNvSpPr/>
            <p:nvPr/>
          </p:nvSpPr>
          <p:spPr>
            <a:xfrm>
              <a:off x="3203074" y="111687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" name="pt5189"/>
            <p:cNvSpPr/>
            <p:nvPr/>
          </p:nvSpPr>
          <p:spPr>
            <a:xfrm>
              <a:off x="3195928" y="111711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" name="pt5190"/>
            <p:cNvSpPr/>
            <p:nvPr/>
          </p:nvSpPr>
          <p:spPr>
            <a:xfrm>
              <a:off x="3268096" y="111851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" name="pt5191"/>
            <p:cNvSpPr/>
            <p:nvPr/>
          </p:nvSpPr>
          <p:spPr>
            <a:xfrm>
              <a:off x="3251662" y="11217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" name="pt5192"/>
            <p:cNvSpPr/>
            <p:nvPr/>
          </p:nvSpPr>
          <p:spPr>
            <a:xfrm>
              <a:off x="3723251" y="110917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" name="pt5193"/>
            <p:cNvSpPr/>
            <p:nvPr/>
          </p:nvSpPr>
          <p:spPr>
            <a:xfrm>
              <a:off x="3889737" y="110640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" name="pt5194"/>
            <p:cNvSpPr/>
            <p:nvPr/>
          </p:nvSpPr>
          <p:spPr>
            <a:xfrm>
              <a:off x="3255949" y="111938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" name="pt5195"/>
            <p:cNvSpPr/>
            <p:nvPr/>
          </p:nvSpPr>
          <p:spPr>
            <a:xfrm>
              <a:off x="3232369" y="112046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" name="pt5196"/>
            <p:cNvSpPr/>
            <p:nvPr/>
          </p:nvSpPr>
          <p:spPr>
            <a:xfrm>
              <a:off x="3919033" y="111434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" name="pt5197"/>
            <p:cNvSpPr/>
            <p:nvPr/>
          </p:nvSpPr>
          <p:spPr>
            <a:xfrm>
              <a:off x="3550335" y="111433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" name="pt5198"/>
            <p:cNvSpPr/>
            <p:nvPr/>
          </p:nvSpPr>
          <p:spPr>
            <a:xfrm>
              <a:off x="3632506" y="111337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" name="pt5199"/>
            <p:cNvSpPr/>
            <p:nvPr/>
          </p:nvSpPr>
          <p:spPr>
            <a:xfrm>
              <a:off x="4318455" y="109809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" name="pt5200"/>
            <p:cNvSpPr/>
            <p:nvPr/>
          </p:nvSpPr>
          <p:spPr>
            <a:xfrm>
              <a:off x="3265238" y="111993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" name="pt5201"/>
            <p:cNvSpPr/>
            <p:nvPr/>
          </p:nvSpPr>
          <p:spPr>
            <a:xfrm>
              <a:off x="3286674" y="112047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" name="pt5202"/>
            <p:cNvSpPr/>
            <p:nvPr/>
          </p:nvSpPr>
          <p:spPr>
            <a:xfrm>
              <a:off x="3266667" y="111743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" name="pt5203"/>
            <p:cNvSpPr/>
            <p:nvPr/>
          </p:nvSpPr>
          <p:spPr>
            <a:xfrm>
              <a:off x="3248803" y="111790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" name="pt5204"/>
            <p:cNvSpPr/>
            <p:nvPr/>
          </p:nvSpPr>
          <p:spPr>
            <a:xfrm>
              <a:off x="3290246" y="111894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" name="pt5205"/>
            <p:cNvSpPr/>
            <p:nvPr/>
          </p:nvSpPr>
          <p:spPr>
            <a:xfrm>
              <a:off x="3248089" y="111862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" name="pt5206"/>
            <p:cNvSpPr/>
            <p:nvPr/>
          </p:nvSpPr>
          <p:spPr>
            <a:xfrm>
              <a:off x="3311682" y="111823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" name="pt5207"/>
            <p:cNvSpPr/>
            <p:nvPr/>
          </p:nvSpPr>
          <p:spPr>
            <a:xfrm>
              <a:off x="3280243" y="11181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" name="pt5208"/>
            <p:cNvSpPr/>
            <p:nvPr/>
          </p:nvSpPr>
          <p:spPr>
            <a:xfrm>
              <a:off x="3315255" y="110850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" name="pt5209"/>
            <p:cNvSpPr/>
            <p:nvPr/>
          </p:nvSpPr>
          <p:spPr>
            <a:xfrm>
              <a:off x="3199501" y="112025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" name="pt5210"/>
            <p:cNvSpPr/>
            <p:nvPr/>
          </p:nvSpPr>
          <p:spPr>
            <a:xfrm>
              <a:off x="4808623" y="110810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" name="pt5211"/>
            <p:cNvSpPr/>
            <p:nvPr/>
          </p:nvSpPr>
          <p:spPr>
            <a:xfrm>
              <a:off x="3193785" y="111759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" name="pt5212"/>
            <p:cNvSpPr/>
            <p:nvPr/>
          </p:nvSpPr>
          <p:spPr>
            <a:xfrm>
              <a:off x="3132335" y="111727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" name="pt5213"/>
            <p:cNvSpPr/>
            <p:nvPr/>
          </p:nvSpPr>
          <p:spPr>
            <a:xfrm>
              <a:off x="3268096" y="111795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" name="pt5214"/>
            <p:cNvSpPr/>
            <p:nvPr/>
          </p:nvSpPr>
          <p:spPr>
            <a:xfrm>
              <a:off x="3278099" y="111917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" name="pt5215"/>
            <p:cNvSpPr/>
            <p:nvPr/>
          </p:nvSpPr>
          <p:spPr>
            <a:xfrm>
              <a:off x="3273812" y="111702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" name="pt5216"/>
            <p:cNvSpPr/>
            <p:nvPr/>
          </p:nvSpPr>
          <p:spPr>
            <a:xfrm>
              <a:off x="3298821" y="111833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" name="pt5217"/>
            <p:cNvSpPr/>
            <p:nvPr/>
          </p:nvSpPr>
          <p:spPr>
            <a:xfrm>
              <a:off x="4482082" y="109986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" name="pt5218"/>
            <p:cNvSpPr/>
            <p:nvPr/>
          </p:nvSpPr>
          <p:spPr>
            <a:xfrm>
              <a:off x="5410257" y="109210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" name="pt5219"/>
            <p:cNvSpPr/>
            <p:nvPr/>
          </p:nvSpPr>
          <p:spPr>
            <a:xfrm>
              <a:off x="3203074" y="111839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" name="pt5220"/>
            <p:cNvSpPr/>
            <p:nvPr/>
          </p:nvSpPr>
          <p:spPr>
            <a:xfrm>
              <a:off x="3223795" y="111782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" name="pt5221"/>
            <p:cNvSpPr/>
            <p:nvPr/>
          </p:nvSpPr>
          <p:spPr>
            <a:xfrm>
              <a:off x="3315255" y="11175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" name="pt5222"/>
            <p:cNvSpPr/>
            <p:nvPr/>
          </p:nvSpPr>
          <p:spPr>
            <a:xfrm>
              <a:off x="3248089" y="111688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" name="pt5223"/>
            <p:cNvSpPr/>
            <p:nvPr/>
          </p:nvSpPr>
          <p:spPr>
            <a:xfrm>
              <a:off x="3237371" y="111783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" name="pt5224"/>
            <p:cNvSpPr/>
            <p:nvPr/>
          </p:nvSpPr>
          <p:spPr>
            <a:xfrm>
              <a:off x="3681809" y="110989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" name="pt5225"/>
            <p:cNvSpPr/>
            <p:nvPr/>
          </p:nvSpPr>
          <p:spPr>
            <a:xfrm>
              <a:off x="4494229" y="110738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" name="pt5226"/>
            <p:cNvSpPr/>
            <p:nvPr/>
          </p:nvSpPr>
          <p:spPr>
            <a:xfrm>
              <a:off x="3211648" y="111354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" name="pt5227"/>
            <p:cNvSpPr/>
            <p:nvPr/>
          </p:nvSpPr>
          <p:spPr>
            <a:xfrm>
              <a:off x="3218079" y="111864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" name="pt5228"/>
            <p:cNvSpPr/>
            <p:nvPr/>
          </p:nvSpPr>
          <p:spPr>
            <a:xfrm>
              <a:off x="3192356" y="111599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" name="pt5229"/>
            <p:cNvSpPr/>
            <p:nvPr/>
          </p:nvSpPr>
          <p:spPr>
            <a:xfrm>
              <a:off x="3492458" y="111843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" name="pt5230"/>
            <p:cNvSpPr/>
            <p:nvPr/>
          </p:nvSpPr>
          <p:spPr>
            <a:xfrm>
              <a:off x="3313111" y="111958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" name="pt5231"/>
            <p:cNvSpPr/>
            <p:nvPr/>
          </p:nvSpPr>
          <p:spPr>
            <a:xfrm>
              <a:off x="3323829" y="111430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" name="pt5232"/>
            <p:cNvSpPr/>
            <p:nvPr/>
          </p:nvSpPr>
          <p:spPr>
            <a:xfrm>
              <a:off x="6105495" y="108240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" name="pt5233"/>
            <p:cNvSpPr/>
            <p:nvPr/>
          </p:nvSpPr>
          <p:spPr>
            <a:xfrm>
              <a:off x="3300964" y="111821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" name="pl5234"/>
            <p:cNvSpPr/>
            <p:nvPr/>
          </p:nvSpPr>
          <p:spPr>
            <a:xfrm>
              <a:off x="3327287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235" name="pl5235"/>
            <p:cNvSpPr/>
            <p:nvPr/>
          </p:nvSpPr>
          <p:spPr>
            <a:xfrm>
              <a:off x="2897501" y="11165199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236" name="pg5236"/>
            <p:cNvSpPr/>
            <p:nvPr/>
          </p:nvSpPr>
          <p:spPr>
            <a:xfrm>
              <a:off x="2897501" y="9974678"/>
              <a:ext cx="649366" cy="257331"/>
            </a:xfrm>
            <a:custGeom>
              <a:avLst/>
              <a:pathLst>
                <a:path w="649366" h="257331">
                  <a:moveTo>
                    <a:pt x="0" y="257331"/>
                  </a:moveTo>
                  <a:lnTo>
                    <a:pt x="624220" y="257331"/>
                  </a:lnTo>
                  <a:lnTo>
                    <a:pt x="623208" y="257311"/>
                  </a:lnTo>
                  <a:lnTo>
                    <a:pt x="627251" y="257148"/>
                  </a:lnTo>
                  <a:lnTo>
                    <a:pt x="631216" y="256339"/>
                  </a:lnTo>
                  <a:lnTo>
                    <a:pt x="635000" y="254904"/>
                  </a:lnTo>
                  <a:lnTo>
                    <a:pt x="638505" y="252880"/>
                  </a:lnTo>
                  <a:lnTo>
                    <a:pt x="641640" y="250321"/>
                  </a:lnTo>
                  <a:lnTo>
                    <a:pt x="644323" y="247292"/>
                  </a:lnTo>
                  <a:lnTo>
                    <a:pt x="646486" y="243871"/>
                  </a:lnTo>
                  <a:lnTo>
                    <a:pt x="648072" y="240148"/>
                  </a:lnTo>
                  <a:lnTo>
                    <a:pt x="649041" y="236219"/>
                  </a:lnTo>
                  <a:lnTo>
                    <a:pt x="649366" y="232185"/>
                  </a:lnTo>
                  <a:lnTo>
                    <a:pt x="64936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" name="tx5237"/>
            <p:cNvSpPr/>
            <p:nvPr/>
          </p:nvSpPr>
          <p:spPr>
            <a:xfrm>
              <a:off x="2635380" y="9887294"/>
              <a:ext cx="869577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</a:t>
              </a:r>
            </a:p>
          </p:txBody>
        </p:sp>
        <p:sp>
          <p:nvSpPr>
            <p:cNvPr id="5238" name="tx5238"/>
            <p:cNvSpPr/>
            <p:nvPr/>
          </p:nvSpPr>
          <p:spPr>
            <a:xfrm>
              <a:off x="2743906" y="10058994"/>
              <a:ext cx="76105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130 (13.8%)</a:t>
              </a:r>
            </a:p>
          </p:txBody>
        </p:sp>
        <p:sp>
          <p:nvSpPr>
            <p:cNvPr id="5239" name="pg5239"/>
            <p:cNvSpPr/>
            <p:nvPr/>
          </p:nvSpPr>
          <p:spPr>
            <a:xfrm>
              <a:off x="2897501" y="11143779"/>
              <a:ext cx="649366" cy="257331"/>
            </a:xfrm>
            <a:custGeom>
              <a:avLst/>
              <a:pathLst>
                <a:path w="649366" h="257331">
                  <a:moveTo>
                    <a:pt x="649366" y="257331"/>
                  </a:moveTo>
                  <a:lnTo>
                    <a:pt x="649366" y="25146"/>
                  </a:lnTo>
                  <a:lnTo>
                    <a:pt x="649041" y="21112"/>
                  </a:lnTo>
                  <a:lnTo>
                    <a:pt x="648072" y="17183"/>
                  </a:lnTo>
                  <a:lnTo>
                    <a:pt x="646486" y="13460"/>
                  </a:lnTo>
                  <a:lnTo>
                    <a:pt x="644323" y="10039"/>
                  </a:lnTo>
                  <a:lnTo>
                    <a:pt x="641640" y="7010"/>
                  </a:lnTo>
                  <a:lnTo>
                    <a:pt x="638505" y="4451"/>
                  </a:lnTo>
                  <a:lnTo>
                    <a:pt x="635000" y="2427"/>
                  </a:lnTo>
                  <a:lnTo>
                    <a:pt x="631216" y="992"/>
                  </a:lnTo>
                  <a:lnTo>
                    <a:pt x="627251" y="183"/>
                  </a:lnTo>
                  <a:lnTo>
                    <a:pt x="624220" y="0"/>
                  </a:lnTo>
                  <a:lnTo>
                    <a:pt x="0" y="0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" name="tx5240"/>
            <p:cNvSpPr/>
            <p:nvPr/>
          </p:nvSpPr>
          <p:spPr>
            <a:xfrm>
              <a:off x="2627535" y="11156289"/>
              <a:ext cx="877422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Negative</a:t>
              </a:r>
            </a:p>
          </p:txBody>
        </p:sp>
        <p:sp>
          <p:nvSpPr>
            <p:cNvPr id="5241" name="tx5241"/>
            <p:cNvSpPr/>
            <p:nvPr/>
          </p:nvSpPr>
          <p:spPr>
            <a:xfrm>
              <a:off x="2743906" y="11355752"/>
              <a:ext cx="76105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480 (50.9%)</a:t>
              </a:r>
            </a:p>
          </p:txBody>
        </p:sp>
        <p:sp>
          <p:nvSpPr>
            <p:cNvPr id="5242" name="pg5242"/>
            <p:cNvSpPr/>
            <p:nvPr/>
          </p:nvSpPr>
          <p:spPr>
            <a:xfrm>
              <a:off x="3973826" y="9974678"/>
              <a:ext cx="899032" cy="257331"/>
            </a:xfrm>
            <a:custGeom>
              <a:avLst/>
              <a:pathLst>
                <a:path w="899032" h="257331">
                  <a:moveTo>
                    <a:pt x="25146" y="257331"/>
                  </a:moveTo>
                  <a:lnTo>
                    <a:pt x="873886" y="257331"/>
                  </a:lnTo>
                  <a:lnTo>
                    <a:pt x="872873" y="257311"/>
                  </a:lnTo>
                  <a:lnTo>
                    <a:pt x="876917" y="257148"/>
                  </a:lnTo>
                  <a:lnTo>
                    <a:pt x="880882" y="256339"/>
                  </a:lnTo>
                  <a:lnTo>
                    <a:pt x="884666" y="254904"/>
                  </a:lnTo>
                  <a:lnTo>
                    <a:pt x="888170" y="252880"/>
                  </a:lnTo>
                  <a:lnTo>
                    <a:pt x="891305" y="250321"/>
                  </a:lnTo>
                  <a:lnTo>
                    <a:pt x="893989" y="247292"/>
                  </a:lnTo>
                  <a:lnTo>
                    <a:pt x="896151" y="243871"/>
                  </a:lnTo>
                  <a:lnTo>
                    <a:pt x="897738" y="240148"/>
                  </a:lnTo>
                  <a:lnTo>
                    <a:pt x="898706" y="236219"/>
                  </a:lnTo>
                  <a:lnTo>
                    <a:pt x="899032" y="232185"/>
                  </a:lnTo>
                  <a:lnTo>
                    <a:pt x="899032" y="0"/>
                  </a:lnTo>
                  <a:lnTo>
                    <a:pt x="0" y="0"/>
                  </a:lnTo>
                  <a:lnTo>
                    <a:pt x="0" y="232185"/>
                  </a:lnTo>
                  <a:lnTo>
                    <a:pt x="81" y="230162"/>
                  </a:lnTo>
                  <a:lnTo>
                    <a:pt x="81" y="234209"/>
                  </a:lnTo>
                  <a:lnTo>
                    <a:pt x="730" y="238203"/>
                  </a:lnTo>
                  <a:lnTo>
                    <a:pt x="2012" y="242042"/>
                  </a:lnTo>
                  <a:lnTo>
                    <a:pt x="3892" y="245625"/>
                  </a:lnTo>
                  <a:lnTo>
                    <a:pt x="6323" y="248860"/>
                  </a:lnTo>
                  <a:lnTo>
                    <a:pt x="9242" y="251664"/>
                  </a:lnTo>
                  <a:lnTo>
                    <a:pt x="12573" y="253962"/>
                  </a:lnTo>
                  <a:lnTo>
                    <a:pt x="16229" y="255697"/>
                  </a:lnTo>
                  <a:lnTo>
                    <a:pt x="20116" y="256823"/>
                  </a:lnTo>
                  <a:lnTo>
                    <a:pt x="24133" y="257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" name="tx5243"/>
            <p:cNvSpPr/>
            <p:nvPr/>
          </p:nvSpPr>
          <p:spPr>
            <a:xfrm>
              <a:off x="4015736" y="9887294"/>
              <a:ext cx="8152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</a:t>
              </a:r>
            </a:p>
          </p:txBody>
        </p:sp>
        <p:sp>
          <p:nvSpPr>
            <p:cNvPr id="5244" name="tx5244"/>
            <p:cNvSpPr/>
            <p:nvPr/>
          </p:nvSpPr>
          <p:spPr>
            <a:xfrm>
              <a:off x="4069897" y="10058994"/>
              <a:ext cx="76105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287 (30.4%)</a:t>
              </a:r>
            </a:p>
          </p:txBody>
        </p:sp>
        <p:sp>
          <p:nvSpPr>
            <p:cNvPr id="5245" name="pg5245"/>
            <p:cNvSpPr/>
            <p:nvPr/>
          </p:nvSpPr>
          <p:spPr>
            <a:xfrm>
              <a:off x="3857251" y="11143779"/>
              <a:ext cx="1015608" cy="257331"/>
            </a:xfrm>
            <a:custGeom>
              <a:avLst/>
              <a:pathLst>
                <a:path w="1015608" h="257331">
                  <a:moveTo>
                    <a:pt x="1015608" y="257331"/>
                  </a:moveTo>
                  <a:lnTo>
                    <a:pt x="1015608" y="25146"/>
                  </a:lnTo>
                  <a:lnTo>
                    <a:pt x="1015282" y="21112"/>
                  </a:lnTo>
                  <a:lnTo>
                    <a:pt x="1014313" y="17183"/>
                  </a:lnTo>
                  <a:lnTo>
                    <a:pt x="1012727" y="13460"/>
                  </a:lnTo>
                  <a:lnTo>
                    <a:pt x="1010564" y="10039"/>
                  </a:lnTo>
                  <a:lnTo>
                    <a:pt x="1007881" y="7010"/>
                  </a:lnTo>
                  <a:lnTo>
                    <a:pt x="1004746" y="4451"/>
                  </a:lnTo>
                  <a:lnTo>
                    <a:pt x="1001241" y="2427"/>
                  </a:lnTo>
                  <a:lnTo>
                    <a:pt x="997458" y="992"/>
                  </a:lnTo>
                  <a:lnTo>
                    <a:pt x="993493" y="183"/>
                  </a:lnTo>
                  <a:lnTo>
                    <a:pt x="990462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" name="tx5246"/>
            <p:cNvSpPr/>
            <p:nvPr/>
          </p:nvSpPr>
          <p:spPr>
            <a:xfrm>
              <a:off x="3899161" y="11156289"/>
              <a:ext cx="931788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Negative</a:t>
              </a:r>
            </a:p>
          </p:txBody>
        </p:sp>
        <p:sp>
          <p:nvSpPr>
            <p:cNvPr id="5247" name="tx5247"/>
            <p:cNvSpPr/>
            <p:nvPr/>
          </p:nvSpPr>
          <p:spPr>
            <a:xfrm>
              <a:off x="4225286" y="11355752"/>
              <a:ext cx="60566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46 (4.9%)</a:t>
              </a:r>
            </a:p>
          </p:txBody>
        </p:sp>
        <p:sp>
          <p:nvSpPr>
            <p:cNvPr id="5248" name="rc5248"/>
            <p:cNvSpPr/>
            <p:nvPr/>
          </p:nvSpPr>
          <p:spPr>
            <a:xfrm>
              <a:off x="2897501" y="9974678"/>
              <a:ext cx="4439232" cy="142643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" name="tx5249"/>
            <p:cNvSpPr/>
            <p:nvPr/>
          </p:nvSpPr>
          <p:spPr>
            <a:xfrm>
              <a:off x="2772715" y="11144955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5250" name="tx5250"/>
            <p:cNvSpPr/>
            <p:nvPr/>
          </p:nvSpPr>
          <p:spPr>
            <a:xfrm>
              <a:off x="2772715" y="10896998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251" name="tx5251"/>
            <p:cNvSpPr/>
            <p:nvPr/>
          </p:nvSpPr>
          <p:spPr>
            <a:xfrm>
              <a:off x="2710559" y="10646202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5252" name="tx5252"/>
            <p:cNvSpPr/>
            <p:nvPr/>
          </p:nvSpPr>
          <p:spPr>
            <a:xfrm>
              <a:off x="2710559" y="10396826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5253" name="tx5253"/>
            <p:cNvSpPr/>
            <p:nvPr/>
          </p:nvSpPr>
          <p:spPr>
            <a:xfrm>
              <a:off x="2710559" y="10147450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5254" name="pl5254"/>
            <p:cNvSpPr/>
            <p:nvPr/>
          </p:nvSpPr>
          <p:spPr>
            <a:xfrm>
              <a:off x="2862706" y="1118664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" name="pl5255"/>
            <p:cNvSpPr/>
            <p:nvPr/>
          </p:nvSpPr>
          <p:spPr>
            <a:xfrm>
              <a:off x="2862706" y="1093727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" name="pl5256"/>
            <p:cNvSpPr/>
            <p:nvPr/>
          </p:nvSpPr>
          <p:spPr>
            <a:xfrm>
              <a:off x="2862706" y="106878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" name="pl5257"/>
            <p:cNvSpPr/>
            <p:nvPr/>
          </p:nvSpPr>
          <p:spPr>
            <a:xfrm>
              <a:off x="2862706" y="1043851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" name="pl5258"/>
            <p:cNvSpPr/>
            <p:nvPr/>
          </p:nvSpPr>
          <p:spPr>
            <a:xfrm>
              <a:off x="2862706" y="1018914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" name="pl5259"/>
            <p:cNvSpPr/>
            <p:nvPr/>
          </p:nvSpPr>
          <p:spPr>
            <a:xfrm>
              <a:off x="3281669" y="114011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" name="pl5260"/>
            <p:cNvSpPr/>
            <p:nvPr/>
          </p:nvSpPr>
          <p:spPr>
            <a:xfrm>
              <a:off x="4342462" y="114011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" name="pl5261"/>
            <p:cNvSpPr/>
            <p:nvPr/>
          </p:nvSpPr>
          <p:spPr>
            <a:xfrm>
              <a:off x="5403255" y="114011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" name="pl5262"/>
            <p:cNvSpPr/>
            <p:nvPr/>
          </p:nvSpPr>
          <p:spPr>
            <a:xfrm>
              <a:off x="6464048" y="114011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" name="tx5263"/>
            <p:cNvSpPr/>
            <p:nvPr/>
          </p:nvSpPr>
          <p:spPr>
            <a:xfrm>
              <a:off x="3250592" y="1146204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5264" name="tx5264"/>
            <p:cNvSpPr/>
            <p:nvPr/>
          </p:nvSpPr>
          <p:spPr>
            <a:xfrm>
              <a:off x="4280307" y="114620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5265" name="tx5265"/>
            <p:cNvSpPr/>
            <p:nvPr/>
          </p:nvSpPr>
          <p:spPr>
            <a:xfrm>
              <a:off x="5341099" y="114620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5266" name="tx5266"/>
            <p:cNvSpPr/>
            <p:nvPr/>
          </p:nvSpPr>
          <p:spPr>
            <a:xfrm>
              <a:off x="6401892" y="11461995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5267" name="tx5267"/>
            <p:cNvSpPr/>
            <p:nvPr/>
          </p:nvSpPr>
          <p:spPr>
            <a:xfrm>
              <a:off x="4259306" y="11581730"/>
              <a:ext cx="171562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Centiloids, Amyloid PET (Z)</a:t>
              </a:r>
            </a:p>
          </p:txBody>
        </p:sp>
        <p:sp>
          <p:nvSpPr>
            <p:cNvPr id="5268" name="tx5268"/>
            <p:cNvSpPr/>
            <p:nvPr/>
          </p:nvSpPr>
          <p:spPr>
            <a:xfrm rot="-5400000">
              <a:off x="1668130" y="10622342"/>
              <a:ext cx="180893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Plasma pTau181 - Jucker (Z)</a:t>
              </a:r>
            </a:p>
          </p:txBody>
        </p:sp>
        <p:sp>
          <p:nvSpPr>
            <p:cNvPr id="5269" name="tx5269"/>
            <p:cNvSpPr/>
            <p:nvPr/>
          </p:nvSpPr>
          <p:spPr>
            <a:xfrm>
              <a:off x="2897501" y="9735529"/>
              <a:ext cx="176971" cy="1314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Q.</a:t>
              </a:r>
            </a:p>
          </p:txBody>
        </p:sp>
        <p:sp>
          <p:nvSpPr>
            <p:cNvPr id="5270" name="rc5270"/>
            <p:cNvSpPr/>
            <p:nvPr/>
          </p:nvSpPr>
          <p:spPr>
            <a:xfrm>
              <a:off x="8063227" y="9677400"/>
              <a:ext cx="1978029" cy="21335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71" name="pl5271"/>
            <p:cNvSpPr/>
            <p:nvPr/>
          </p:nvSpPr>
          <p:spPr>
            <a:xfrm>
              <a:off x="8707863" y="1109214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" name="pl5272"/>
            <p:cNvSpPr/>
            <p:nvPr/>
          </p:nvSpPr>
          <p:spPr>
            <a:xfrm>
              <a:off x="8707863" y="1080923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" name="pl5273"/>
            <p:cNvSpPr/>
            <p:nvPr/>
          </p:nvSpPr>
          <p:spPr>
            <a:xfrm>
              <a:off x="8707863" y="1052631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" name="pl5274"/>
            <p:cNvSpPr/>
            <p:nvPr/>
          </p:nvSpPr>
          <p:spPr>
            <a:xfrm>
              <a:off x="8707863" y="1024340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" name="pl5275"/>
            <p:cNvSpPr/>
            <p:nvPr/>
          </p:nvSpPr>
          <p:spPr>
            <a:xfrm>
              <a:off x="8905903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" name="pl5276"/>
            <p:cNvSpPr/>
            <p:nvPr/>
          </p:nvSpPr>
          <p:spPr>
            <a:xfrm>
              <a:off x="9188818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" name="pl5277"/>
            <p:cNvSpPr/>
            <p:nvPr/>
          </p:nvSpPr>
          <p:spPr>
            <a:xfrm>
              <a:off x="9471733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" name="pl5278"/>
            <p:cNvSpPr/>
            <p:nvPr/>
          </p:nvSpPr>
          <p:spPr>
            <a:xfrm>
              <a:off x="9754648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" name="pl5279"/>
            <p:cNvSpPr/>
            <p:nvPr/>
          </p:nvSpPr>
          <p:spPr>
            <a:xfrm>
              <a:off x="8707863" y="1123360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" name="pl5280"/>
            <p:cNvSpPr/>
            <p:nvPr/>
          </p:nvSpPr>
          <p:spPr>
            <a:xfrm>
              <a:off x="8707863" y="1095069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" name="pl5281"/>
            <p:cNvSpPr/>
            <p:nvPr/>
          </p:nvSpPr>
          <p:spPr>
            <a:xfrm>
              <a:off x="8707863" y="1066777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" name="pl5282"/>
            <p:cNvSpPr/>
            <p:nvPr/>
          </p:nvSpPr>
          <p:spPr>
            <a:xfrm>
              <a:off x="8707863" y="1038486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" name="pl5283"/>
            <p:cNvSpPr/>
            <p:nvPr/>
          </p:nvSpPr>
          <p:spPr>
            <a:xfrm>
              <a:off x="8707863" y="1010194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" name="pl5284"/>
            <p:cNvSpPr/>
            <p:nvPr/>
          </p:nvSpPr>
          <p:spPr>
            <a:xfrm>
              <a:off x="8764446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" name="pl5285"/>
            <p:cNvSpPr/>
            <p:nvPr/>
          </p:nvSpPr>
          <p:spPr>
            <a:xfrm>
              <a:off x="9047361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" name="pl5286"/>
            <p:cNvSpPr/>
            <p:nvPr/>
          </p:nvSpPr>
          <p:spPr>
            <a:xfrm>
              <a:off x="9330276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" name="pl5287"/>
            <p:cNvSpPr/>
            <p:nvPr/>
          </p:nvSpPr>
          <p:spPr>
            <a:xfrm>
              <a:off x="9613191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" name="pl5288"/>
            <p:cNvSpPr/>
            <p:nvPr/>
          </p:nvSpPr>
          <p:spPr>
            <a:xfrm>
              <a:off x="9896106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" name="pl5289"/>
            <p:cNvSpPr/>
            <p:nvPr/>
          </p:nvSpPr>
          <p:spPr>
            <a:xfrm>
              <a:off x="8764446" y="10101946"/>
              <a:ext cx="1131660" cy="1131660"/>
            </a:xfrm>
            <a:custGeom>
              <a:avLst/>
              <a:pathLst>
                <a:path w="1131660" h="1131660">
                  <a:moveTo>
                    <a:pt x="0" y="1131660"/>
                  </a:moveTo>
                  <a:lnTo>
                    <a:pt x="0" y="1128261"/>
                  </a:lnTo>
                  <a:lnTo>
                    <a:pt x="0" y="1124863"/>
                  </a:lnTo>
                  <a:lnTo>
                    <a:pt x="0" y="1121464"/>
                  </a:lnTo>
                  <a:lnTo>
                    <a:pt x="0" y="1118066"/>
                  </a:lnTo>
                  <a:lnTo>
                    <a:pt x="0" y="1114668"/>
                  </a:lnTo>
                  <a:lnTo>
                    <a:pt x="0" y="1111269"/>
                  </a:lnTo>
                  <a:lnTo>
                    <a:pt x="0" y="1107871"/>
                  </a:lnTo>
                  <a:lnTo>
                    <a:pt x="0" y="1104473"/>
                  </a:lnTo>
                  <a:lnTo>
                    <a:pt x="0" y="1101074"/>
                  </a:lnTo>
                  <a:lnTo>
                    <a:pt x="0" y="1097676"/>
                  </a:lnTo>
                  <a:lnTo>
                    <a:pt x="0" y="1094277"/>
                  </a:lnTo>
                  <a:lnTo>
                    <a:pt x="0" y="1090879"/>
                  </a:lnTo>
                  <a:lnTo>
                    <a:pt x="0" y="1087481"/>
                  </a:lnTo>
                  <a:lnTo>
                    <a:pt x="0" y="1084082"/>
                  </a:lnTo>
                  <a:lnTo>
                    <a:pt x="0" y="1080684"/>
                  </a:lnTo>
                  <a:lnTo>
                    <a:pt x="0" y="1077286"/>
                  </a:lnTo>
                  <a:lnTo>
                    <a:pt x="0" y="1073887"/>
                  </a:lnTo>
                  <a:lnTo>
                    <a:pt x="0" y="1070489"/>
                  </a:lnTo>
                  <a:lnTo>
                    <a:pt x="0" y="1067090"/>
                  </a:lnTo>
                  <a:lnTo>
                    <a:pt x="0" y="1063692"/>
                  </a:lnTo>
                  <a:lnTo>
                    <a:pt x="0" y="1060294"/>
                  </a:lnTo>
                  <a:lnTo>
                    <a:pt x="0" y="1056895"/>
                  </a:lnTo>
                  <a:lnTo>
                    <a:pt x="0" y="1053497"/>
                  </a:lnTo>
                  <a:lnTo>
                    <a:pt x="0" y="1050099"/>
                  </a:lnTo>
                  <a:lnTo>
                    <a:pt x="0" y="1046700"/>
                  </a:lnTo>
                  <a:lnTo>
                    <a:pt x="0" y="1043302"/>
                  </a:lnTo>
                  <a:lnTo>
                    <a:pt x="0" y="1039903"/>
                  </a:lnTo>
                  <a:lnTo>
                    <a:pt x="0" y="1036505"/>
                  </a:lnTo>
                  <a:lnTo>
                    <a:pt x="0" y="1033107"/>
                  </a:lnTo>
                  <a:lnTo>
                    <a:pt x="0" y="1029708"/>
                  </a:lnTo>
                  <a:lnTo>
                    <a:pt x="0" y="1026310"/>
                  </a:lnTo>
                  <a:lnTo>
                    <a:pt x="0" y="1022911"/>
                  </a:lnTo>
                  <a:lnTo>
                    <a:pt x="0" y="1019513"/>
                  </a:lnTo>
                  <a:lnTo>
                    <a:pt x="0" y="1016115"/>
                  </a:lnTo>
                  <a:lnTo>
                    <a:pt x="0" y="1012716"/>
                  </a:lnTo>
                  <a:lnTo>
                    <a:pt x="1855" y="1012716"/>
                  </a:lnTo>
                  <a:lnTo>
                    <a:pt x="3710" y="1012716"/>
                  </a:lnTo>
                  <a:lnTo>
                    <a:pt x="3710" y="1009318"/>
                  </a:lnTo>
                  <a:lnTo>
                    <a:pt x="3710" y="1005920"/>
                  </a:lnTo>
                  <a:lnTo>
                    <a:pt x="3710" y="1002521"/>
                  </a:lnTo>
                  <a:lnTo>
                    <a:pt x="3710" y="999123"/>
                  </a:lnTo>
                  <a:lnTo>
                    <a:pt x="3710" y="995724"/>
                  </a:lnTo>
                  <a:lnTo>
                    <a:pt x="3710" y="992326"/>
                  </a:lnTo>
                  <a:lnTo>
                    <a:pt x="3710" y="988928"/>
                  </a:lnTo>
                  <a:lnTo>
                    <a:pt x="3710" y="985529"/>
                  </a:lnTo>
                  <a:lnTo>
                    <a:pt x="3710" y="982131"/>
                  </a:lnTo>
                  <a:lnTo>
                    <a:pt x="3710" y="978733"/>
                  </a:lnTo>
                  <a:lnTo>
                    <a:pt x="3710" y="975334"/>
                  </a:lnTo>
                  <a:lnTo>
                    <a:pt x="5565" y="975334"/>
                  </a:lnTo>
                  <a:lnTo>
                    <a:pt x="5565" y="971936"/>
                  </a:lnTo>
                  <a:lnTo>
                    <a:pt x="5565" y="968537"/>
                  </a:lnTo>
                  <a:lnTo>
                    <a:pt x="5565" y="965139"/>
                  </a:lnTo>
                  <a:lnTo>
                    <a:pt x="5565" y="961741"/>
                  </a:lnTo>
                  <a:lnTo>
                    <a:pt x="5565" y="958342"/>
                  </a:lnTo>
                  <a:lnTo>
                    <a:pt x="5565" y="954944"/>
                  </a:lnTo>
                  <a:lnTo>
                    <a:pt x="5565" y="951546"/>
                  </a:lnTo>
                  <a:lnTo>
                    <a:pt x="5565" y="948147"/>
                  </a:lnTo>
                  <a:lnTo>
                    <a:pt x="5565" y="944749"/>
                  </a:lnTo>
                  <a:lnTo>
                    <a:pt x="7420" y="944749"/>
                  </a:lnTo>
                  <a:lnTo>
                    <a:pt x="7420" y="941350"/>
                  </a:lnTo>
                  <a:lnTo>
                    <a:pt x="7420" y="937952"/>
                  </a:lnTo>
                  <a:lnTo>
                    <a:pt x="9275" y="937952"/>
                  </a:lnTo>
                  <a:lnTo>
                    <a:pt x="9275" y="934554"/>
                  </a:lnTo>
                  <a:lnTo>
                    <a:pt x="9275" y="931155"/>
                  </a:lnTo>
                  <a:lnTo>
                    <a:pt x="9275" y="927757"/>
                  </a:lnTo>
                  <a:lnTo>
                    <a:pt x="9275" y="924358"/>
                  </a:lnTo>
                  <a:lnTo>
                    <a:pt x="9275" y="920960"/>
                  </a:lnTo>
                  <a:lnTo>
                    <a:pt x="9275" y="917562"/>
                  </a:lnTo>
                  <a:lnTo>
                    <a:pt x="9275" y="914163"/>
                  </a:lnTo>
                  <a:lnTo>
                    <a:pt x="9275" y="910765"/>
                  </a:lnTo>
                  <a:lnTo>
                    <a:pt x="9275" y="907367"/>
                  </a:lnTo>
                  <a:lnTo>
                    <a:pt x="9275" y="903968"/>
                  </a:lnTo>
                  <a:lnTo>
                    <a:pt x="9275" y="900570"/>
                  </a:lnTo>
                  <a:lnTo>
                    <a:pt x="9275" y="897171"/>
                  </a:lnTo>
                  <a:lnTo>
                    <a:pt x="9275" y="893773"/>
                  </a:lnTo>
                  <a:lnTo>
                    <a:pt x="9275" y="890375"/>
                  </a:lnTo>
                  <a:lnTo>
                    <a:pt x="9275" y="886976"/>
                  </a:lnTo>
                  <a:lnTo>
                    <a:pt x="9275" y="883578"/>
                  </a:lnTo>
                  <a:lnTo>
                    <a:pt x="9275" y="880180"/>
                  </a:lnTo>
                  <a:lnTo>
                    <a:pt x="9275" y="876781"/>
                  </a:lnTo>
                  <a:lnTo>
                    <a:pt x="11131" y="876781"/>
                  </a:lnTo>
                  <a:lnTo>
                    <a:pt x="11131" y="873383"/>
                  </a:lnTo>
                  <a:lnTo>
                    <a:pt x="11131" y="869984"/>
                  </a:lnTo>
                  <a:lnTo>
                    <a:pt x="12986" y="869984"/>
                  </a:lnTo>
                  <a:lnTo>
                    <a:pt x="12986" y="866586"/>
                  </a:lnTo>
                  <a:lnTo>
                    <a:pt x="12986" y="863188"/>
                  </a:lnTo>
                  <a:lnTo>
                    <a:pt x="12986" y="859789"/>
                  </a:lnTo>
                  <a:lnTo>
                    <a:pt x="12986" y="856391"/>
                  </a:lnTo>
                  <a:lnTo>
                    <a:pt x="12986" y="852993"/>
                  </a:lnTo>
                  <a:lnTo>
                    <a:pt x="14841" y="852993"/>
                  </a:lnTo>
                  <a:lnTo>
                    <a:pt x="14841" y="849594"/>
                  </a:lnTo>
                  <a:lnTo>
                    <a:pt x="14841" y="846196"/>
                  </a:lnTo>
                  <a:lnTo>
                    <a:pt x="14841" y="842797"/>
                  </a:lnTo>
                  <a:lnTo>
                    <a:pt x="14841" y="839399"/>
                  </a:lnTo>
                  <a:lnTo>
                    <a:pt x="14841" y="836001"/>
                  </a:lnTo>
                  <a:lnTo>
                    <a:pt x="14841" y="832602"/>
                  </a:lnTo>
                  <a:lnTo>
                    <a:pt x="14841" y="829204"/>
                  </a:lnTo>
                  <a:lnTo>
                    <a:pt x="16696" y="829204"/>
                  </a:lnTo>
                  <a:lnTo>
                    <a:pt x="16696" y="825806"/>
                  </a:lnTo>
                  <a:lnTo>
                    <a:pt x="16696" y="822407"/>
                  </a:lnTo>
                  <a:lnTo>
                    <a:pt x="16696" y="819009"/>
                  </a:lnTo>
                  <a:lnTo>
                    <a:pt x="16696" y="815610"/>
                  </a:lnTo>
                  <a:lnTo>
                    <a:pt x="16696" y="812212"/>
                  </a:lnTo>
                  <a:lnTo>
                    <a:pt x="16696" y="808814"/>
                  </a:lnTo>
                  <a:lnTo>
                    <a:pt x="16696" y="805415"/>
                  </a:lnTo>
                  <a:lnTo>
                    <a:pt x="16696" y="802017"/>
                  </a:lnTo>
                  <a:lnTo>
                    <a:pt x="16696" y="798618"/>
                  </a:lnTo>
                  <a:lnTo>
                    <a:pt x="16696" y="795220"/>
                  </a:lnTo>
                  <a:lnTo>
                    <a:pt x="16696" y="791822"/>
                  </a:lnTo>
                  <a:lnTo>
                    <a:pt x="16696" y="788423"/>
                  </a:lnTo>
                  <a:lnTo>
                    <a:pt x="16696" y="785025"/>
                  </a:lnTo>
                  <a:lnTo>
                    <a:pt x="16696" y="781627"/>
                  </a:lnTo>
                  <a:lnTo>
                    <a:pt x="16696" y="778228"/>
                  </a:lnTo>
                  <a:lnTo>
                    <a:pt x="16696" y="774830"/>
                  </a:lnTo>
                  <a:lnTo>
                    <a:pt x="18551" y="774830"/>
                  </a:lnTo>
                  <a:lnTo>
                    <a:pt x="18551" y="771431"/>
                  </a:lnTo>
                  <a:lnTo>
                    <a:pt x="18551" y="768033"/>
                  </a:lnTo>
                  <a:lnTo>
                    <a:pt x="18551" y="764635"/>
                  </a:lnTo>
                  <a:lnTo>
                    <a:pt x="20406" y="764635"/>
                  </a:lnTo>
                  <a:lnTo>
                    <a:pt x="20406" y="761236"/>
                  </a:lnTo>
                  <a:lnTo>
                    <a:pt x="20406" y="757838"/>
                  </a:lnTo>
                  <a:lnTo>
                    <a:pt x="20406" y="754440"/>
                  </a:lnTo>
                  <a:lnTo>
                    <a:pt x="20406" y="751041"/>
                  </a:lnTo>
                  <a:lnTo>
                    <a:pt x="20406" y="747643"/>
                  </a:lnTo>
                  <a:lnTo>
                    <a:pt x="22262" y="747643"/>
                  </a:lnTo>
                  <a:lnTo>
                    <a:pt x="22262" y="744244"/>
                  </a:lnTo>
                  <a:lnTo>
                    <a:pt x="22262" y="740846"/>
                  </a:lnTo>
                  <a:lnTo>
                    <a:pt x="22262" y="737448"/>
                  </a:lnTo>
                  <a:lnTo>
                    <a:pt x="22262" y="734049"/>
                  </a:lnTo>
                  <a:lnTo>
                    <a:pt x="24117" y="734049"/>
                  </a:lnTo>
                  <a:lnTo>
                    <a:pt x="24117" y="730651"/>
                  </a:lnTo>
                  <a:lnTo>
                    <a:pt x="24117" y="727253"/>
                  </a:lnTo>
                  <a:lnTo>
                    <a:pt x="24117" y="723854"/>
                  </a:lnTo>
                  <a:lnTo>
                    <a:pt x="24117" y="720456"/>
                  </a:lnTo>
                  <a:lnTo>
                    <a:pt x="24117" y="717057"/>
                  </a:lnTo>
                  <a:lnTo>
                    <a:pt x="24117" y="713659"/>
                  </a:lnTo>
                  <a:lnTo>
                    <a:pt x="24117" y="710261"/>
                  </a:lnTo>
                  <a:lnTo>
                    <a:pt x="24117" y="706862"/>
                  </a:lnTo>
                  <a:lnTo>
                    <a:pt x="24117" y="703464"/>
                  </a:lnTo>
                  <a:lnTo>
                    <a:pt x="24117" y="700066"/>
                  </a:lnTo>
                  <a:lnTo>
                    <a:pt x="24117" y="696667"/>
                  </a:lnTo>
                  <a:lnTo>
                    <a:pt x="24117" y="693269"/>
                  </a:lnTo>
                  <a:lnTo>
                    <a:pt x="24117" y="689870"/>
                  </a:lnTo>
                  <a:lnTo>
                    <a:pt x="24117" y="686472"/>
                  </a:lnTo>
                  <a:lnTo>
                    <a:pt x="24117" y="683074"/>
                  </a:lnTo>
                  <a:lnTo>
                    <a:pt x="24117" y="679675"/>
                  </a:lnTo>
                  <a:lnTo>
                    <a:pt x="24117" y="676277"/>
                  </a:lnTo>
                  <a:lnTo>
                    <a:pt x="25972" y="676277"/>
                  </a:lnTo>
                  <a:lnTo>
                    <a:pt x="25972" y="672878"/>
                  </a:lnTo>
                  <a:lnTo>
                    <a:pt x="25972" y="669480"/>
                  </a:lnTo>
                  <a:lnTo>
                    <a:pt x="25972" y="666082"/>
                  </a:lnTo>
                  <a:lnTo>
                    <a:pt x="25972" y="662683"/>
                  </a:lnTo>
                  <a:lnTo>
                    <a:pt x="25972" y="659285"/>
                  </a:lnTo>
                  <a:lnTo>
                    <a:pt x="25972" y="655887"/>
                  </a:lnTo>
                  <a:lnTo>
                    <a:pt x="25972" y="652488"/>
                  </a:lnTo>
                  <a:lnTo>
                    <a:pt x="25972" y="649090"/>
                  </a:lnTo>
                  <a:lnTo>
                    <a:pt x="25972" y="645691"/>
                  </a:lnTo>
                  <a:lnTo>
                    <a:pt x="25972" y="642293"/>
                  </a:lnTo>
                  <a:lnTo>
                    <a:pt x="25972" y="638895"/>
                  </a:lnTo>
                  <a:lnTo>
                    <a:pt x="25972" y="635496"/>
                  </a:lnTo>
                  <a:lnTo>
                    <a:pt x="27827" y="635496"/>
                  </a:lnTo>
                  <a:lnTo>
                    <a:pt x="27827" y="632098"/>
                  </a:lnTo>
                  <a:lnTo>
                    <a:pt x="27827" y="628700"/>
                  </a:lnTo>
                  <a:lnTo>
                    <a:pt x="27827" y="625301"/>
                  </a:lnTo>
                  <a:lnTo>
                    <a:pt x="27827" y="621903"/>
                  </a:lnTo>
                  <a:lnTo>
                    <a:pt x="27827" y="618504"/>
                  </a:lnTo>
                  <a:lnTo>
                    <a:pt x="27827" y="615106"/>
                  </a:lnTo>
                  <a:lnTo>
                    <a:pt x="29682" y="615106"/>
                  </a:lnTo>
                  <a:lnTo>
                    <a:pt x="29682" y="611708"/>
                  </a:lnTo>
                  <a:lnTo>
                    <a:pt x="29682" y="608309"/>
                  </a:lnTo>
                  <a:lnTo>
                    <a:pt x="29682" y="604911"/>
                  </a:lnTo>
                  <a:lnTo>
                    <a:pt x="29682" y="601513"/>
                  </a:lnTo>
                  <a:lnTo>
                    <a:pt x="29682" y="598114"/>
                  </a:lnTo>
                  <a:lnTo>
                    <a:pt x="29682" y="594716"/>
                  </a:lnTo>
                  <a:lnTo>
                    <a:pt x="29682" y="591317"/>
                  </a:lnTo>
                  <a:lnTo>
                    <a:pt x="29682" y="587919"/>
                  </a:lnTo>
                  <a:lnTo>
                    <a:pt x="29682" y="584521"/>
                  </a:lnTo>
                  <a:lnTo>
                    <a:pt x="29682" y="581122"/>
                  </a:lnTo>
                  <a:lnTo>
                    <a:pt x="29682" y="577724"/>
                  </a:lnTo>
                  <a:lnTo>
                    <a:pt x="29682" y="574325"/>
                  </a:lnTo>
                  <a:lnTo>
                    <a:pt x="31538" y="574325"/>
                  </a:lnTo>
                  <a:lnTo>
                    <a:pt x="31538" y="570927"/>
                  </a:lnTo>
                  <a:lnTo>
                    <a:pt x="31538" y="567529"/>
                  </a:lnTo>
                  <a:lnTo>
                    <a:pt x="33393" y="567529"/>
                  </a:lnTo>
                  <a:lnTo>
                    <a:pt x="33393" y="564130"/>
                  </a:lnTo>
                  <a:lnTo>
                    <a:pt x="35248" y="564130"/>
                  </a:lnTo>
                  <a:lnTo>
                    <a:pt x="35248" y="560732"/>
                  </a:lnTo>
                  <a:lnTo>
                    <a:pt x="37103" y="560732"/>
                  </a:lnTo>
                  <a:lnTo>
                    <a:pt x="37103" y="557334"/>
                  </a:lnTo>
                  <a:lnTo>
                    <a:pt x="37103" y="553935"/>
                  </a:lnTo>
                  <a:lnTo>
                    <a:pt x="37103" y="550537"/>
                  </a:lnTo>
                  <a:lnTo>
                    <a:pt x="37103" y="547138"/>
                  </a:lnTo>
                  <a:lnTo>
                    <a:pt x="38958" y="547138"/>
                  </a:lnTo>
                  <a:lnTo>
                    <a:pt x="40813" y="547138"/>
                  </a:lnTo>
                  <a:lnTo>
                    <a:pt x="40813" y="543740"/>
                  </a:lnTo>
                  <a:lnTo>
                    <a:pt x="40813" y="540342"/>
                  </a:lnTo>
                  <a:lnTo>
                    <a:pt x="40813" y="536943"/>
                  </a:lnTo>
                  <a:lnTo>
                    <a:pt x="40813" y="533545"/>
                  </a:lnTo>
                  <a:lnTo>
                    <a:pt x="42669" y="533545"/>
                  </a:lnTo>
                  <a:lnTo>
                    <a:pt x="42669" y="530147"/>
                  </a:lnTo>
                  <a:lnTo>
                    <a:pt x="42669" y="526748"/>
                  </a:lnTo>
                  <a:lnTo>
                    <a:pt x="44524" y="526748"/>
                  </a:lnTo>
                  <a:lnTo>
                    <a:pt x="44524" y="523350"/>
                  </a:lnTo>
                  <a:lnTo>
                    <a:pt x="44524" y="519951"/>
                  </a:lnTo>
                  <a:lnTo>
                    <a:pt x="44524" y="516553"/>
                  </a:lnTo>
                  <a:lnTo>
                    <a:pt x="46379" y="516553"/>
                  </a:lnTo>
                  <a:lnTo>
                    <a:pt x="46379" y="513155"/>
                  </a:lnTo>
                  <a:lnTo>
                    <a:pt x="46379" y="509756"/>
                  </a:lnTo>
                  <a:lnTo>
                    <a:pt x="46379" y="506358"/>
                  </a:lnTo>
                  <a:lnTo>
                    <a:pt x="46379" y="502960"/>
                  </a:lnTo>
                  <a:lnTo>
                    <a:pt x="48234" y="502960"/>
                  </a:lnTo>
                  <a:lnTo>
                    <a:pt x="48234" y="499561"/>
                  </a:lnTo>
                  <a:lnTo>
                    <a:pt x="50089" y="499561"/>
                  </a:lnTo>
                  <a:lnTo>
                    <a:pt x="50089" y="496163"/>
                  </a:lnTo>
                  <a:lnTo>
                    <a:pt x="51945" y="496163"/>
                  </a:lnTo>
                  <a:lnTo>
                    <a:pt x="51945" y="492764"/>
                  </a:lnTo>
                  <a:lnTo>
                    <a:pt x="51945" y="489366"/>
                  </a:lnTo>
                  <a:lnTo>
                    <a:pt x="51945" y="485968"/>
                  </a:lnTo>
                  <a:lnTo>
                    <a:pt x="51945" y="482569"/>
                  </a:lnTo>
                  <a:lnTo>
                    <a:pt x="53800" y="482569"/>
                  </a:lnTo>
                  <a:lnTo>
                    <a:pt x="53800" y="479171"/>
                  </a:lnTo>
                  <a:lnTo>
                    <a:pt x="53800" y="475773"/>
                  </a:lnTo>
                  <a:lnTo>
                    <a:pt x="53800" y="472374"/>
                  </a:lnTo>
                  <a:lnTo>
                    <a:pt x="53800" y="468976"/>
                  </a:lnTo>
                  <a:lnTo>
                    <a:pt x="53800" y="465577"/>
                  </a:lnTo>
                  <a:lnTo>
                    <a:pt x="53800" y="462179"/>
                  </a:lnTo>
                  <a:lnTo>
                    <a:pt x="53800" y="458781"/>
                  </a:lnTo>
                  <a:lnTo>
                    <a:pt x="55655" y="458781"/>
                  </a:lnTo>
                  <a:lnTo>
                    <a:pt x="55655" y="455382"/>
                  </a:lnTo>
                  <a:lnTo>
                    <a:pt x="55655" y="451984"/>
                  </a:lnTo>
                  <a:lnTo>
                    <a:pt x="57510" y="451984"/>
                  </a:lnTo>
                  <a:lnTo>
                    <a:pt x="57510" y="448585"/>
                  </a:lnTo>
                  <a:lnTo>
                    <a:pt x="59365" y="448585"/>
                  </a:lnTo>
                  <a:lnTo>
                    <a:pt x="61220" y="448585"/>
                  </a:lnTo>
                  <a:lnTo>
                    <a:pt x="61220" y="445187"/>
                  </a:lnTo>
                  <a:lnTo>
                    <a:pt x="61220" y="441789"/>
                  </a:lnTo>
                  <a:lnTo>
                    <a:pt x="61220" y="438390"/>
                  </a:lnTo>
                  <a:lnTo>
                    <a:pt x="61220" y="434992"/>
                  </a:lnTo>
                  <a:lnTo>
                    <a:pt x="63076" y="434992"/>
                  </a:lnTo>
                  <a:lnTo>
                    <a:pt x="63076" y="431594"/>
                  </a:lnTo>
                  <a:lnTo>
                    <a:pt x="64931" y="431594"/>
                  </a:lnTo>
                  <a:lnTo>
                    <a:pt x="66786" y="431594"/>
                  </a:lnTo>
                  <a:lnTo>
                    <a:pt x="66786" y="428195"/>
                  </a:lnTo>
                  <a:lnTo>
                    <a:pt x="66786" y="424797"/>
                  </a:lnTo>
                  <a:lnTo>
                    <a:pt x="66786" y="421398"/>
                  </a:lnTo>
                  <a:lnTo>
                    <a:pt x="66786" y="418000"/>
                  </a:lnTo>
                  <a:lnTo>
                    <a:pt x="66786" y="414602"/>
                  </a:lnTo>
                  <a:lnTo>
                    <a:pt x="66786" y="411203"/>
                  </a:lnTo>
                  <a:lnTo>
                    <a:pt x="66786" y="407805"/>
                  </a:lnTo>
                  <a:lnTo>
                    <a:pt x="66786" y="404407"/>
                  </a:lnTo>
                  <a:lnTo>
                    <a:pt x="68641" y="404407"/>
                  </a:lnTo>
                  <a:lnTo>
                    <a:pt x="70496" y="404407"/>
                  </a:lnTo>
                  <a:lnTo>
                    <a:pt x="70496" y="401008"/>
                  </a:lnTo>
                  <a:lnTo>
                    <a:pt x="70496" y="397610"/>
                  </a:lnTo>
                  <a:lnTo>
                    <a:pt x="72352" y="397610"/>
                  </a:lnTo>
                  <a:lnTo>
                    <a:pt x="72352" y="394211"/>
                  </a:lnTo>
                  <a:lnTo>
                    <a:pt x="74207" y="394211"/>
                  </a:lnTo>
                  <a:lnTo>
                    <a:pt x="74207" y="390813"/>
                  </a:lnTo>
                  <a:lnTo>
                    <a:pt x="76062" y="390813"/>
                  </a:lnTo>
                  <a:lnTo>
                    <a:pt x="77917" y="390813"/>
                  </a:lnTo>
                  <a:lnTo>
                    <a:pt x="79772" y="390813"/>
                  </a:lnTo>
                  <a:lnTo>
                    <a:pt x="81627" y="390813"/>
                  </a:lnTo>
                  <a:lnTo>
                    <a:pt x="81627" y="387415"/>
                  </a:lnTo>
                  <a:lnTo>
                    <a:pt x="83483" y="387415"/>
                  </a:lnTo>
                  <a:lnTo>
                    <a:pt x="85338" y="387415"/>
                  </a:lnTo>
                  <a:lnTo>
                    <a:pt x="87193" y="387415"/>
                  </a:lnTo>
                  <a:lnTo>
                    <a:pt x="87193" y="384016"/>
                  </a:lnTo>
                  <a:lnTo>
                    <a:pt x="89048" y="384016"/>
                  </a:lnTo>
                  <a:lnTo>
                    <a:pt x="89048" y="380618"/>
                  </a:lnTo>
                  <a:lnTo>
                    <a:pt x="90903" y="380618"/>
                  </a:lnTo>
                  <a:lnTo>
                    <a:pt x="90903" y="377220"/>
                  </a:lnTo>
                  <a:lnTo>
                    <a:pt x="92759" y="377220"/>
                  </a:lnTo>
                  <a:lnTo>
                    <a:pt x="92759" y="373821"/>
                  </a:lnTo>
                  <a:lnTo>
                    <a:pt x="92759" y="370423"/>
                  </a:lnTo>
                  <a:lnTo>
                    <a:pt x="94614" y="370423"/>
                  </a:lnTo>
                  <a:lnTo>
                    <a:pt x="94614" y="367024"/>
                  </a:lnTo>
                  <a:lnTo>
                    <a:pt x="96469" y="367024"/>
                  </a:lnTo>
                  <a:lnTo>
                    <a:pt x="98324" y="367024"/>
                  </a:lnTo>
                  <a:lnTo>
                    <a:pt x="100179" y="367024"/>
                  </a:lnTo>
                  <a:lnTo>
                    <a:pt x="102034" y="367024"/>
                  </a:lnTo>
                  <a:lnTo>
                    <a:pt x="103890" y="367024"/>
                  </a:lnTo>
                  <a:lnTo>
                    <a:pt x="105745" y="367024"/>
                  </a:lnTo>
                  <a:lnTo>
                    <a:pt x="107600" y="367024"/>
                  </a:lnTo>
                  <a:lnTo>
                    <a:pt x="107600" y="363626"/>
                  </a:lnTo>
                  <a:lnTo>
                    <a:pt x="109455" y="363626"/>
                  </a:lnTo>
                  <a:lnTo>
                    <a:pt x="109455" y="360228"/>
                  </a:lnTo>
                  <a:lnTo>
                    <a:pt x="109455" y="356829"/>
                  </a:lnTo>
                  <a:lnTo>
                    <a:pt x="111310" y="356829"/>
                  </a:lnTo>
                  <a:lnTo>
                    <a:pt x="111310" y="353431"/>
                  </a:lnTo>
                  <a:lnTo>
                    <a:pt x="111310" y="350033"/>
                  </a:lnTo>
                  <a:lnTo>
                    <a:pt x="113166" y="350033"/>
                  </a:lnTo>
                  <a:lnTo>
                    <a:pt x="115021" y="350033"/>
                  </a:lnTo>
                  <a:lnTo>
                    <a:pt x="115021" y="346634"/>
                  </a:lnTo>
                  <a:lnTo>
                    <a:pt x="115021" y="343236"/>
                  </a:lnTo>
                  <a:lnTo>
                    <a:pt x="115021" y="339837"/>
                  </a:lnTo>
                  <a:lnTo>
                    <a:pt x="116876" y="339837"/>
                  </a:lnTo>
                  <a:lnTo>
                    <a:pt x="116876" y="336439"/>
                  </a:lnTo>
                  <a:lnTo>
                    <a:pt x="116876" y="333041"/>
                  </a:lnTo>
                  <a:lnTo>
                    <a:pt x="118731" y="333041"/>
                  </a:lnTo>
                  <a:lnTo>
                    <a:pt x="120586" y="333041"/>
                  </a:lnTo>
                  <a:lnTo>
                    <a:pt x="120586" y="329642"/>
                  </a:lnTo>
                  <a:lnTo>
                    <a:pt x="122441" y="329642"/>
                  </a:lnTo>
                  <a:lnTo>
                    <a:pt x="124297" y="329642"/>
                  </a:lnTo>
                  <a:lnTo>
                    <a:pt x="126152" y="329642"/>
                  </a:lnTo>
                  <a:lnTo>
                    <a:pt x="128007" y="329642"/>
                  </a:lnTo>
                  <a:lnTo>
                    <a:pt x="129862" y="329642"/>
                  </a:lnTo>
                  <a:lnTo>
                    <a:pt x="131717" y="329642"/>
                  </a:lnTo>
                  <a:lnTo>
                    <a:pt x="133572" y="329642"/>
                  </a:lnTo>
                  <a:lnTo>
                    <a:pt x="133572" y="326244"/>
                  </a:lnTo>
                  <a:lnTo>
                    <a:pt x="133572" y="322845"/>
                  </a:lnTo>
                  <a:lnTo>
                    <a:pt x="133572" y="319447"/>
                  </a:lnTo>
                  <a:lnTo>
                    <a:pt x="133572" y="316049"/>
                  </a:lnTo>
                  <a:lnTo>
                    <a:pt x="133572" y="312650"/>
                  </a:lnTo>
                  <a:lnTo>
                    <a:pt x="135428" y="312650"/>
                  </a:lnTo>
                  <a:lnTo>
                    <a:pt x="137283" y="312650"/>
                  </a:lnTo>
                  <a:lnTo>
                    <a:pt x="139138" y="312650"/>
                  </a:lnTo>
                  <a:lnTo>
                    <a:pt x="139138" y="309252"/>
                  </a:lnTo>
                  <a:lnTo>
                    <a:pt x="139138" y="305854"/>
                  </a:lnTo>
                  <a:lnTo>
                    <a:pt x="140993" y="305854"/>
                  </a:lnTo>
                  <a:lnTo>
                    <a:pt x="142848" y="305854"/>
                  </a:lnTo>
                  <a:lnTo>
                    <a:pt x="142848" y="302455"/>
                  </a:lnTo>
                  <a:lnTo>
                    <a:pt x="144704" y="302455"/>
                  </a:lnTo>
                  <a:lnTo>
                    <a:pt x="146559" y="302455"/>
                  </a:lnTo>
                  <a:lnTo>
                    <a:pt x="148414" y="302455"/>
                  </a:lnTo>
                  <a:lnTo>
                    <a:pt x="150269" y="302455"/>
                  </a:lnTo>
                  <a:lnTo>
                    <a:pt x="150269" y="299057"/>
                  </a:lnTo>
                  <a:lnTo>
                    <a:pt x="152124" y="299057"/>
                  </a:lnTo>
                  <a:lnTo>
                    <a:pt x="153979" y="299057"/>
                  </a:lnTo>
                  <a:lnTo>
                    <a:pt x="155835" y="299057"/>
                  </a:lnTo>
                  <a:lnTo>
                    <a:pt x="157690" y="299057"/>
                  </a:lnTo>
                  <a:lnTo>
                    <a:pt x="157690" y="295658"/>
                  </a:lnTo>
                  <a:lnTo>
                    <a:pt x="157690" y="292260"/>
                  </a:lnTo>
                  <a:lnTo>
                    <a:pt x="159545" y="292260"/>
                  </a:lnTo>
                  <a:lnTo>
                    <a:pt x="159545" y="288862"/>
                  </a:lnTo>
                  <a:lnTo>
                    <a:pt x="161400" y="288862"/>
                  </a:lnTo>
                  <a:lnTo>
                    <a:pt x="161400" y="285463"/>
                  </a:lnTo>
                  <a:lnTo>
                    <a:pt x="163255" y="285463"/>
                  </a:lnTo>
                  <a:lnTo>
                    <a:pt x="163255" y="282065"/>
                  </a:lnTo>
                  <a:lnTo>
                    <a:pt x="165111" y="282065"/>
                  </a:lnTo>
                  <a:lnTo>
                    <a:pt x="165111" y="278667"/>
                  </a:lnTo>
                  <a:lnTo>
                    <a:pt x="165111" y="275268"/>
                  </a:lnTo>
                  <a:lnTo>
                    <a:pt x="165111" y="271870"/>
                  </a:lnTo>
                  <a:lnTo>
                    <a:pt x="166966" y="271870"/>
                  </a:lnTo>
                  <a:lnTo>
                    <a:pt x="168821" y="271870"/>
                  </a:lnTo>
                  <a:lnTo>
                    <a:pt x="168821" y="268471"/>
                  </a:lnTo>
                  <a:lnTo>
                    <a:pt x="168821" y="265073"/>
                  </a:lnTo>
                  <a:lnTo>
                    <a:pt x="168821" y="261675"/>
                  </a:lnTo>
                  <a:lnTo>
                    <a:pt x="168821" y="258276"/>
                  </a:lnTo>
                  <a:lnTo>
                    <a:pt x="170676" y="258276"/>
                  </a:lnTo>
                  <a:lnTo>
                    <a:pt x="170676" y="254878"/>
                  </a:lnTo>
                  <a:lnTo>
                    <a:pt x="170676" y="251480"/>
                  </a:lnTo>
                  <a:lnTo>
                    <a:pt x="172531" y="251480"/>
                  </a:lnTo>
                  <a:lnTo>
                    <a:pt x="172531" y="248081"/>
                  </a:lnTo>
                  <a:lnTo>
                    <a:pt x="174386" y="248081"/>
                  </a:lnTo>
                  <a:lnTo>
                    <a:pt x="174386" y="244683"/>
                  </a:lnTo>
                  <a:lnTo>
                    <a:pt x="174386" y="241284"/>
                  </a:lnTo>
                  <a:lnTo>
                    <a:pt x="174386" y="237886"/>
                  </a:lnTo>
                  <a:lnTo>
                    <a:pt x="176242" y="237886"/>
                  </a:lnTo>
                  <a:lnTo>
                    <a:pt x="176242" y="234488"/>
                  </a:lnTo>
                  <a:lnTo>
                    <a:pt x="178097" y="234488"/>
                  </a:lnTo>
                  <a:lnTo>
                    <a:pt x="178097" y="231089"/>
                  </a:lnTo>
                  <a:lnTo>
                    <a:pt x="178097" y="227691"/>
                  </a:lnTo>
                  <a:lnTo>
                    <a:pt x="178097" y="224292"/>
                  </a:lnTo>
                  <a:lnTo>
                    <a:pt x="179952" y="224292"/>
                  </a:lnTo>
                  <a:lnTo>
                    <a:pt x="181807" y="224292"/>
                  </a:lnTo>
                  <a:lnTo>
                    <a:pt x="183662" y="224292"/>
                  </a:lnTo>
                  <a:lnTo>
                    <a:pt x="185518" y="224292"/>
                  </a:lnTo>
                  <a:lnTo>
                    <a:pt x="187373" y="224292"/>
                  </a:lnTo>
                  <a:lnTo>
                    <a:pt x="189228" y="224292"/>
                  </a:lnTo>
                  <a:lnTo>
                    <a:pt x="191083" y="224292"/>
                  </a:lnTo>
                  <a:lnTo>
                    <a:pt x="192938" y="224292"/>
                  </a:lnTo>
                  <a:lnTo>
                    <a:pt x="192938" y="220894"/>
                  </a:lnTo>
                  <a:lnTo>
                    <a:pt x="194793" y="220894"/>
                  </a:lnTo>
                  <a:lnTo>
                    <a:pt x="194793" y="217496"/>
                  </a:lnTo>
                  <a:lnTo>
                    <a:pt x="196649" y="217496"/>
                  </a:lnTo>
                  <a:lnTo>
                    <a:pt x="198504" y="217496"/>
                  </a:lnTo>
                  <a:lnTo>
                    <a:pt x="200359" y="217496"/>
                  </a:lnTo>
                  <a:lnTo>
                    <a:pt x="202214" y="217496"/>
                  </a:lnTo>
                  <a:lnTo>
                    <a:pt x="204069" y="217496"/>
                  </a:lnTo>
                  <a:lnTo>
                    <a:pt x="204069" y="214097"/>
                  </a:lnTo>
                  <a:lnTo>
                    <a:pt x="204069" y="210699"/>
                  </a:lnTo>
                  <a:lnTo>
                    <a:pt x="205925" y="210699"/>
                  </a:lnTo>
                  <a:lnTo>
                    <a:pt x="207780" y="210699"/>
                  </a:lnTo>
                  <a:lnTo>
                    <a:pt x="209635" y="210699"/>
                  </a:lnTo>
                  <a:lnTo>
                    <a:pt x="211490" y="210699"/>
                  </a:lnTo>
                  <a:lnTo>
                    <a:pt x="213345" y="210699"/>
                  </a:lnTo>
                  <a:lnTo>
                    <a:pt x="213345" y="207301"/>
                  </a:lnTo>
                  <a:lnTo>
                    <a:pt x="213345" y="203902"/>
                  </a:lnTo>
                  <a:lnTo>
                    <a:pt x="215200" y="203902"/>
                  </a:lnTo>
                  <a:lnTo>
                    <a:pt x="215200" y="200504"/>
                  </a:lnTo>
                  <a:lnTo>
                    <a:pt x="217056" y="200504"/>
                  </a:lnTo>
                  <a:lnTo>
                    <a:pt x="217056" y="197105"/>
                  </a:lnTo>
                  <a:lnTo>
                    <a:pt x="218911" y="197105"/>
                  </a:lnTo>
                  <a:lnTo>
                    <a:pt x="218911" y="193707"/>
                  </a:lnTo>
                  <a:lnTo>
                    <a:pt x="220766" y="193707"/>
                  </a:lnTo>
                  <a:lnTo>
                    <a:pt x="220766" y="190309"/>
                  </a:lnTo>
                  <a:lnTo>
                    <a:pt x="222621" y="190309"/>
                  </a:lnTo>
                  <a:lnTo>
                    <a:pt x="224476" y="190309"/>
                  </a:lnTo>
                  <a:lnTo>
                    <a:pt x="224476" y="186910"/>
                  </a:lnTo>
                  <a:lnTo>
                    <a:pt x="224476" y="183512"/>
                  </a:lnTo>
                  <a:lnTo>
                    <a:pt x="226332" y="183512"/>
                  </a:lnTo>
                  <a:lnTo>
                    <a:pt x="226332" y="180114"/>
                  </a:lnTo>
                  <a:lnTo>
                    <a:pt x="228187" y="180114"/>
                  </a:lnTo>
                  <a:lnTo>
                    <a:pt x="230042" y="180114"/>
                  </a:lnTo>
                  <a:lnTo>
                    <a:pt x="230042" y="176715"/>
                  </a:lnTo>
                  <a:lnTo>
                    <a:pt x="230042" y="173317"/>
                  </a:lnTo>
                  <a:lnTo>
                    <a:pt x="231897" y="173317"/>
                  </a:lnTo>
                  <a:lnTo>
                    <a:pt x="233752" y="173317"/>
                  </a:lnTo>
                  <a:lnTo>
                    <a:pt x="233752" y="169918"/>
                  </a:lnTo>
                  <a:lnTo>
                    <a:pt x="233752" y="166520"/>
                  </a:lnTo>
                  <a:lnTo>
                    <a:pt x="235607" y="166520"/>
                  </a:lnTo>
                  <a:lnTo>
                    <a:pt x="237463" y="166520"/>
                  </a:lnTo>
                  <a:lnTo>
                    <a:pt x="239318" y="166520"/>
                  </a:lnTo>
                  <a:lnTo>
                    <a:pt x="239318" y="163122"/>
                  </a:lnTo>
                  <a:lnTo>
                    <a:pt x="241173" y="163122"/>
                  </a:lnTo>
                  <a:lnTo>
                    <a:pt x="241173" y="159723"/>
                  </a:lnTo>
                  <a:lnTo>
                    <a:pt x="241173" y="156325"/>
                  </a:lnTo>
                  <a:lnTo>
                    <a:pt x="243028" y="156325"/>
                  </a:lnTo>
                  <a:lnTo>
                    <a:pt x="244883" y="156325"/>
                  </a:lnTo>
                  <a:lnTo>
                    <a:pt x="246739" y="156325"/>
                  </a:lnTo>
                  <a:lnTo>
                    <a:pt x="248594" y="156325"/>
                  </a:lnTo>
                  <a:lnTo>
                    <a:pt x="250449" y="156325"/>
                  </a:lnTo>
                  <a:lnTo>
                    <a:pt x="252304" y="156325"/>
                  </a:lnTo>
                  <a:lnTo>
                    <a:pt x="254159" y="156325"/>
                  </a:lnTo>
                  <a:lnTo>
                    <a:pt x="256014" y="156325"/>
                  </a:lnTo>
                  <a:lnTo>
                    <a:pt x="257870" y="156325"/>
                  </a:lnTo>
                  <a:lnTo>
                    <a:pt x="257870" y="152927"/>
                  </a:lnTo>
                  <a:lnTo>
                    <a:pt x="259725" y="152927"/>
                  </a:lnTo>
                  <a:lnTo>
                    <a:pt x="261580" y="152927"/>
                  </a:lnTo>
                  <a:lnTo>
                    <a:pt x="263435" y="152927"/>
                  </a:lnTo>
                  <a:lnTo>
                    <a:pt x="265290" y="152927"/>
                  </a:lnTo>
                  <a:lnTo>
                    <a:pt x="267145" y="152927"/>
                  </a:lnTo>
                  <a:lnTo>
                    <a:pt x="269001" y="152927"/>
                  </a:lnTo>
                  <a:lnTo>
                    <a:pt x="269001" y="149528"/>
                  </a:lnTo>
                  <a:lnTo>
                    <a:pt x="270856" y="149528"/>
                  </a:lnTo>
                  <a:lnTo>
                    <a:pt x="272711" y="149528"/>
                  </a:lnTo>
                  <a:lnTo>
                    <a:pt x="274566" y="149528"/>
                  </a:lnTo>
                  <a:lnTo>
                    <a:pt x="276421" y="149528"/>
                  </a:lnTo>
                  <a:lnTo>
                    <a:pt x="276421" y="146130"/>
                  </a:lnTo>
                  <a:lnTo>
                    <a:pt x="276421" y="142731"/>
                  </a:lnTo>
                  <a:lnTo>
                    <a:pt x="278277" y="142731"/>
                  </a:lnTo>
                  <a:lnTo>
                    <a:pt x="280132" y="142731"/>
                  </a:lnTo>
                  <a:lnTo>
                    <a:pt x="281987" y="142731"/>
                  </a:lnTo>
                  <a:lnTo>
                    <a:pt x="283842" y="142731"/>
                  </a:lnTo>
                  <a:lnTo>
                    <a:pt x="283842" y="139333"/>
                  </a:lnTo>
                  <a:lnTo>
                    <a:pt x="285697" y="139333"/>
                  </a:lnTo>
                  <a:lnTo>
                    <a:pt x="287552" y="139333"/>
                  </a:lnTo>
                  <a:lnTo>
                    <a:pt x="289408" y="139333"/>
                  </a:lnTo>
                  <a:lnTo>
                    <a:pt x="291263" y="139333"/>
                  </a:lnTo>
                  <a:lnTo>
                    <a:pt x="293118" y="139333"/>
                  </a:lnTo>
                  <a:lnTo>
                    <a:pt x="293118" y="135935"/>
                  </a:lnTo>
                  <a:lnTo>
                    <a:pt x="294973" y="135935"/>
                  </a:lnTo>
                  <a:lnTo>
                    <a:pt x="296828" y="135935"/>
                  </a:lnTo>
                  <a:lnTo>
                    <a:pt x="298684" y="135935"/>
                  </a:lnTo>
                  <a:lnTo>
                    <a:pt x="300539" y="135935"/>
                  </a:lnTo>
                  <a:lnTo>
                    <a:pt x="300539" y="132536"/>
                  </a:lnTo>
                  <a:lnTo>
                    <a:pt x="302394" y="132536"/>
                  </a:lnTo>
                  <a:lnTo>
                    <a:pt x="304249" y="132536"/>
                  </a:lnTo>
                  <a:lnTo>
                    <a:pt x="306104" y="132536"/>
                  </a:lnTo>
                  <a:lnTo>
                    <a:pt x="307959" y="132536"/>
                  </a:lnTo>
                  <a:lnTo>
                    <a:pt x="309815" y="132536"/>
                  </a:lnTo>
                  <a:lnTo>
                    <a:pt x="309815" y="129138"/>
                  </a:lnTo>
                  <a:lnTo>
                    <a:pt x="311670" y="129138"/>
                  </a:lnTo>
                  <a:lnTo>
                    <a:pt x="311670" y="125740"/>
                  </a:lnTo>
                  <a:lnTo>
                    <a:pt x="313525" y="125740"/>
                  </a:lnTo>
                  <a:lnTo>
                    <a:pt x="315380" y="125740"/>
                  </a:lnTo>
                  <a:lnTo>
                    <a:pt x="317235" y="125740"/>
                  </a:lnTo>
                  <a:lnTo>
                    <a:pt x="319091" y="125740"/>
                  </a:lnTo>
                  <a:lnTo>
                    <a:pt x="319091" y="122341"/>
                  </a:lnTo>
                  <a:lnTo>
                    <a:pt x="320946" y="122341"/>
                  </a:lnTo>
                  <a:lnTo>
                    <a:pt x="322801" y="122341"/>
                  </a:lnTo>
                  <a:lnTo>
                    <a:pt x="324656" y="122341"/>
                  </a:lnTo>
                  <a:lnTo>
                    <a:pt x="326511" y="122341"/>
                  </a:lnTo>
                  <a:lnTo>
                    <a:pt x="328366" y="122341"/>
                  </a:lnTo>
                  <a:lnTo>
                    <a:pt x="328366" y="118943"/>
                  </a:lnTo>
                  <a:lnTo>
                    <a:pt x="330222" y="118943"/>
                  </a:lnTo>
                  <a:lnTo>
                    <a:pt x="332077" y="118943"/>
                  </a:lnTo>
                  <a:lnTo>
                    <a:pt x="332077" y="115544"/>
                  </a:lnTo>
                  <a:lnTo>
                    <a:pt x="333932" y="115544"/>
                  </a:lnTo>
                  <a:lnTo>
                    <a:pt x="335787" y="115544"/>
                  </a:lnTo>
                  <a:lnTo>
                    <a:pt x="337642" y="115544"/>
                  </a:lnTo>
                  <a:lnTo>
                    <a:pt x="339498" y="115544"/>
                  </a:lnTo>
                  <a:lnTo>
                    <a:pt x="341353" y="115544"/>
                  </a:lnTo>
                  <a:lnTo>
                    <a:pt x="343208" y="115544"/>
                  </a:lnTo>
                  <a:lnTo>
                    <a:pt x="345063" y="115544"/>
                  </a:lnTo>
                  <a:lnTo>
                    <a:pt x="346918" y="115544"/>
                  </a:lnTo>
                  <a:lnTo>
                    <a:pt x="348773" y="115544"/>
                  </a:lnTo>
                  <a:lnTo>
                    <a:pt x="350629" y="115544"/>
                  </a:lnTo>
                  <a:lnTo>
                    <a:pt x="350629" y="112146"/>
                  </a:lnTo>
                  <a:lnTo>
                    <a:pt x="352484" y="112146"/>
                  </a:lnTo>
                  <a:lnTo>
                    <a:pt x="354339" y="112146"/>
                  </a:lnTo>
                  <a:lnTo>
                    <a:pt x="356194" y="112146"/>
                  </a:lnTo>
                  <a:lnTo>
                    <a:pt x="356194" y="108748"/>
                  </a:lnTo>
                  <a:lnTo>
                    <a:pt x="358049" y="108748"/>
                  </a:lnTo>
                  <a:lnTo>
                    <a:pt x="359905" y="108748"/>
                  </a:lnTo>
                  <a:lnTo>
                    <a:pt x="359905" y="105349"/>
                  </a:lnTo>
                  <a:lnTo>
                    <a:pt x="359905" y="101951"/>
                  </a:lnTo>
                  <a:lnTo>
                    <a:pt x="359905" y="98552"/>
                  </a:lnTo>
                  <a:lnTo>
                    <a:pt x="361760" y="98552"/>
                  </a:lnTo>
                  <a:lnTo>
                    <a:pt x="363615" y="98552"/>
                  </a:lnTo>
                  <a:lnTo>
                    <a:pt x="363615" y="95154"/>
                  </a:lnTo>
                  <a:lnTo>
                    <a:pt x="365470" y="95154"/>
                  </a:lnTo>
                  <a:lnTo>
                    <a:pt x="367325" y="95154"/>
                  </a:lnTo>
                  <a:lnTo>
                    <a:pt x="369180" y="95154"/>
                  </a:lnTo>
                  <a:lnTo>
                    <a:pt x="371036" y="95154"/>
                  </a:lnTo>
                  <a:lnTo>
                    <a:pt x="372891" y="95154"/>
                  </a:lnTo>
                  <a:lnTo>
                    <a:pt x="374746" y="95154"/>
                  </a:lnTo>
                  <a:lnTo>
                    <a:pt x="376601" y="95154"/>
                  </a:lnTo>
                  <a:lnTo>
                    <a:pt x="378456" y="95154"/>
                  </a:lnTo>
                  <a:lnTo>
                    <a:pt x="380311" y="95154"/>
                  </a:lnTo>
                  <a:lnTo>
                    <a:pt x="382167" y="95154"/>
                  </a:lnTo>
                  <a:lnTo>
                    <a:pt x="384022" y="95154"/>
                  </a:lnTo>
                  <a:lnTo>
                    <a:pt x="385877" y="95154"/>
                  </a:lnTo>
                  <a:lnTo>
                    <a:pt x="387732" y="95154"/>
                  </a:lnTo>
                  <a:lnTo>
                    <a:pt x="389587" y="95154"/>
                  </a:lnTo>
                  <a:lnTo>
                    <a:pt x="389587" y="91756"/>
                  </a:lnTo>
                  <a:lnTo>
                    <a:pt x="391443" y="91756"/>
                  </a:lnTo>
                  <a:lnTo>
                    <a:pt x="391443" y="88357"/>
                  </a:lnTo>
                  <a:lnTo>
                    <a:pt x="393298" y="88357"/>
                  </a:lnTo>
                  <a:lnTo>
                    <a:pt x="395153" y="88357"/>
                  </a:lnTo>
                  <a:lnTo>
                    <a:pt x="397008" y="88357"/>
                  </a:lnTo>
                  <a:lnTo>
                    <a:pt x="398863" y="88357"/>
                  </a:lnTo>
                  <a:lnTo>
                    <a:pt x="400718" y="88357"/>
                  </a:lnTo>
                  <a:lnTo>
                    <a:pt x="402574" y="88357"/>
                  </a:lnTo>
                  <a:lnTo>
                    <a:pt x="404429" y="88357"/>
                  </a:lnTo>
                  <a:lnTo>
                    <a:pt x="406284" y="88357"/>
                  </a:lnTo>
                  <a:lnTo>
                    <a:pt x="408139" y="88357"/>
                  </a:lnTo>
                  <a:lnTo>
                    <a:pt x="409994" y="88357"/>
                  </a:lnTo>
                  <a:lnTo>
                    <a:pt x="411850" y="88357"/>
                  </a:lnTo>
                  <a:lnTo>
                    <a:pt x="413705" y="88357"/>
                  </a:lnTo>
                  <a:lnTo>
                    <a:pt x="413705" y="84959"/>
                  </a:lnTo>
                  <a:lnTo>
                    <a:pt x="415560" y="84959"/>
                  </a:lnTo>
                  <a:lnTo>
                    <a:pt x="417415" y="84959"/>
                  </a:lnTo>
                  <a:lnTo>
                    <a:pt x="419270" y="84959"/>
                  </a:lnTo>
                  <a:lnTo>
                    <a:pt x="421125" y="84959"/>
                  </a:lnTo>
                  <a:lnTo>
                    <a:pt x="422981" y="84959"/>
                  </a:lnTo>
                  <a:lnTo>
                    <a:pt x="424836" y="84959"/>
                  </a:lnTo>
                  <a:lnTo>
                    <a:pt x="426691" y="84959"/>
                  </a:lnTo>
                  <a:lnTo>
                    <a:pt x="428546" y="84959"/>
                  </a:lnTo>
                  <a:lnTo>
                    <a:pt x="430401" y="84959"/>
                  </a:lnTo>
                  <a:lnTo>
                    <a:pt x="432257" y="84959"/>
                  </a:lnTo>
                  <a:lnTo>
                    <a:pt x="434112" y="84959"/>
                  </a:lnTo>
                  <a:lnTo>
                    <a:pt x="435967" y="84959"/>
                  </a:lnTo>
                  <a:lnTo>
                    <a:pt x="437822" y="84959"/>
                  </a:lnTo>
                  <a:lnTo>
                    <a:pt x="439677" y="84959"/>
                  </a:lnTo>
                  <a:lnTo>
                    <a:pt x="441532" y="84959"/>
                  </a:lnTo>
                  <a:lnTo>
                    <a:pt x="443388" y="84959"/>
                  </a:lnTo>
                  <a:lnTo>
                    <a:pt x="443388" y="81561"/>
                  </a:lnTo>
                  <a:lnTo>
                    <a:pt x="445243" y="81561"/>
                  </a:lnTo>
                  <a:lnTo>
                    <a:pt x="445243" y="78162"/>
                  </a:lnTo>
                  <a:lnTo>
                    <a:pt x="447098" y="78162"/>
                  </a:lnTo>
                  <a:lnTo>
                    <a:pt x="448953" y="78162"/>
                  </a:lnTo>
                  <a:lnTo>
                    <a:pt x="450808" y="78162"/>
                  </a:lnTo>
                  <a:lnTo>
                    <a:pt x="452664" y="78162"/>
                  </a:lnTo>
                  <a:lnTo>
                    <a:pt x="454519" y="78162"/>
                  </a:lnTo>
                  <a:lnTo>
                    <a:pt x="456374" y="78162"/>
                  </a:lnTo>
                  <a:lnTo>
                    <a:pt x="456374" y="74764"/>
                  </a:lnTo>
                  <a:lnTo>
                    <a:pt x="458229" y="74764"/>
                  </a:lnTo>
                  <a:lnTo>
                    <a:pt x="460084" y="74764"/>
                  </a:lnTo>
                  <a:lnTo>
                    <a:pt x="461939" y="74764"/>
                  </a:lnTo>
                  <a:lnTo>
                    <a:pt x="463795" y="74764"/>
                  </a:lnTo>
                  <a:lnTo>
                    <a:pt x="465650" y="74764"/>
                  </a:lnTo>
                  <a:lnTo>
                    <a:pt x="467505" y="74764"/>
                  </a:lnTo>
                  <a:lnTo>
                    <a:pt x="467505" y="71365"/>
                  </a:lnTo>
                  <a:lnTo>
                    <a:pt x="469360" y="71365"/>
                  </a:lnTo>
                  <a:lnTo>
                    <a:pt x="471215" y="71365"/>
                  </a:lnTo>
                  <a:lnTo>
                    <a:pt x="473071" y="71365"/>
                  </a:lnTo>
                  <a:lnTo>
                    <a:pt x="474926" y="71365"/>
                  </a:lnTo>
                  <a:lnTo>
                    <a:pt x="476781" y="71365"/>
                  </a:lnTo>
                  <a:lnTo>
                    <a:pt x="478636" y="71365"/>
                  </a:lnTo>
                  <a:lnTo>
                    <a:pt x="480491" y="71365"/>
                  </a:lnTo>
                  <a:lnTo>
                    <a:pt x="482346" y="71365"/>
                  </a:lnTo>
                  <a:lnTo>
                    <a:pt x="484202" y="71365"/>
                  </a:lnTo>
                  <a:lnTo>
                    <a:pt x="484202" y="67967"/>
                  </a:lnTo>
                  <a:lnTo>
                    <a:pt x="486057" y="67967"/>
                  </a:lnTo>
                  <a:lnTo>
                    <a:pt x="487912" y="67967"/>
                  </a:lnTo>
                  <a:lnTo>
                    <a:pt x="489767" y="67967"/>
                  </a:lnTo>
                  <a:lnTo>
                    <a:pt x="491622" y="67967"/>
                  </a:lnTo>
                  <a:lnTo>
                    <a:pt x="493478" y="67967"/>
                  </a:lnTo>
                  <a:lnTo>
                    <a:pt x="495333" y="67967"/>
                  </a:lnTo>
                  <a:lnTo>
                    <a:pt x="497188" y="67967"/>
                  </a:lnTo>
                  <a:lnTo>
                    <a:pt x="499043" y="67967"/>
                  </a:lnTo>
                  <a:lnTo>
                    <a:pt x="500898" y="67967"/>
                  </a:lnTo>
                  <a:lnTo>
                    <a:pt x="502753" y="67967"/>
                  </a:lnTo>
                  <a:lnTo>
                    <a:pt x="504609" y="67967"/>
                  </a:lnTo>
                  <a:lnTo>
                    <a:pt x="506464" y="67967"/>
                  </a:lnTo>
                  <a:lnTo>
                    <a:pt x="508319" y="67967"/>
                  </a:lnTo>
                  <a:lnTo>
                    <a:pt x="510174" y="67967"/>
                  </a:lnTo>
                  <a:lnTo>
                    <a:pt x="512029" y="67967"/>
                  </a:lnTo>
                  <a:lnTo>
                    <a:pt x="513884" y="67967"/>
                  </a:lnTo>
                  <a:lnTo>
                    <a:pt x="515740" y="67967"/>
                  </a:lnTo>
                  <a:lnTo>
                    <a:pt x="517595" y="67967"/>
                  </a:lnTo>
                  <a:lnTo>
                    <a:pt x="519450" y="67967"/>
                  </a:lnTo>
                  <a:lnTo>
                    <a:pt x="521305" y="67967"/>
                  </a:lnTo>
                  <a:lnTo>
                    <a:pt x="523160" y="67967"/>
                  </a:lnTo>
                  <a:lnTo>
                    <a:pt x="525016" y="67967"/>
                  </a:lnTo>
                  <a:lnTo>
                    <a:pt x="526871" y="67967"/>
                  </a:lnTo>
                  <a:lnTo>
                    <a:pt x="528726" y="67967"/>
                  </a:lnTo>
                  <a:lnTo>
                    <a:pt x="530581" y="67967"/>
                  </a:lnTo>
                  <a:lnTo>
                    <a:pt x="532436" y="67967"/>
                  </a:lnTo>
                  <a:lnTo>
                    <a:pt x="532436" y="64569"/>
                  </a:lnTo>
                  <a:lnTo>
                    <a:pt x="534291" y="64569"/>
                  </a:lnTo>
                  <a:lnTo>
                    <a:pt x="536147" y="64569"/>
                  </a:lnTo>
                  <a:lnTo>
                    <a:pt x="538002" y="64569"/>
                  </a:lnTo>
                  <a:lnTo>
                    <a:pt x="539857" y="64569"/>
                  </a:lnTo>
                  <a:lnTo>
                    <a:pt x="541712" y="64569"/>
                  </a:lnTo>
                  <a:lnTo>
                    <a:pt x="543567" y="64569"/>
                  </a:lnTo>
                  <a:lnTo>
                    <a:pt x="545423" y="64569"/>
                  </a:lnTo>
                  <a:lnTo>
                    <a:pt x="547278" y="64569"/>
                  </a:lnTo>
                  <a:lnTo>
                    <a:pt x="549133" y="64569"/>
                  </a:lnTo>
                  <a:lnTo>
                    <a:pt x="550988" y="64569"/>
                  </a:lnTo>
                  <a:lnTo>
                    <a:pt x="552843" y="64569"/>
                  </a:lnTo>
                  <a:lnTo>
                    <a:pt x="554698" y="64569"/>
                  </a:lnTo>
                  <a:lnTo>
                    <a:pt x="556554" y="64569"/>
                  </a:lnTo>
                  <a:lnTo>
                    <a:pt x="558409" y="64569"/>
                  </a:lnTo>
                  <a:lnTo>
                    <a:pt x="558409" y="61170"/>
                  </a:lnTo>
                  <a:lnTo>
                    <a:pt x="560264" y="61170"/>
                  </a:lnTo>
                  <a:lnTo>
                    <a:pt x="562119" y="61170"/>
                  </a:lnTo>
                  <a:lnTo>
                    <a:pt x="563974" y="61170"/>
                  </a:lnTo>
                  <a:lnTo>
                    <a:pt x="567685" y="61170"/>
                  </a:lnTo>
                  <a:lnTo>
                    <a:pt x="569540" y="61170"/>
                  </a:lnTo>
                  <a:lnTo>
                    <a:pt x="571395" y="61170"/>
                  </a:lnTo>
                  <a:lnTo>
                    <a:pt x="573250" y="61170"/>
                  </a:lnTo>
                  <a:lnTo>
                    <a:pt x="573250" y="57772"/>
                  </a:lnTo>
                  <a:lnTo>
                    <a:pt x="575105" y="57772"/>
                  </a:lnTo>
                  <a:lnTo>
                    <a:pt x="576961" y="57772"/>
                  </a:lnTo>
                  <a:lnTo>
                    <a:pt x="578816" y="57772"/>
                  </a:lnTo>
                  <a:lnTo>
                    <a:pt x="580671" y="57772"/>
                  </a:lnTo>
                  <a:lnTo>
                    <a:pt x="582526" y="57772"/>
                  </a:lnTo>
                  <a:lnTo>
                    <a:pt x="584381" y="57772"/>
                  </a:lnTo>
                  <a:lnTo>
                    <a:pt x="586237" y="57772"/>
                  </a:lnTo>
                  <a:lnTo>
                    <a:pt x="588092" y="57772"/>
                  </a:lnTo>
                  <a:lnTo>
                    <a:pt x="589947" y="57772"/>
                  </a:lnTo>
                  <a:lnTo>
                    <a:pt x="591802" y="57772"/>
                  </a:lnTo>
                  <a:lnTo>
                    <a:pt x="593657" y="57772"/>
                  </a:lnTo>
                  <a:lnTo>
                    <a:pt x="595512" y="57772"/>
                  </a:lnTo>
                  <a:lnTo>
                    <a:pt x="595512" y="54374"/>
                  </a:lnTo>
                  <a:lnTo>
                    <a:pt x="597368" y="54374"/>
                  </a:lnTo>
                  <a:lnTo>
                    <a:pt x="599223" y="54374"/>
                  </a:lnTo>
                  <a:lnTo>
                    <a:pt x="601078" y="54374"/>
                  </a:lnTo>
                  <a:lnTo>
                    <a:pt x="602933" y="54374"/>
                  </a:lnTo>
                  <a:lnTo>
                    <a:pt x="604788" y="54374"/>
                  </a:lnTo>
                  <a:lnTo>
                    <a:pt x="606644" y="54374"/>
                  </a:lnTo>
                  <a:lnTo>
                    <a:pt x="608499" y="54374"/>
                  </a:lnTo>
                  <a:lnTo>
                    <a:pt x="610354" y="54374"/>
                  </a:lnTo>
                  <a:lnTo>
                    <a:pt x="612209" y="54374"/>
                  </a:lnTo>
                  <a:lnTo>
                    <a:pt x="614064" y="54374"/>
                  </a:lnTo>
                  <a:lnTo>
                    <a:pt x="615919" y="54374"/>
                  </a:lnTo>
                  <a:lnTo>
                    <a:pt x="615919" y="50975"/>
                  </a:lnTo>
                  <a:lnTo>
                    <a:pt x="617775" y="50975"/>
                  </a:lnTo>
                  <a:lnTo>
                    <a:pt x="619630" y="50975"/>
                  </a:lnTo>
                  <a:lnTo>
                    <a:pt x="621485" y="50975"/>
                  </a:lnTo>
                  <a:lnTo>
                    <a:pt x="621485" y="47577"/>
                  </a:lnTo>
                  <a:lnTo>
                    <a:pt x="623340" y="47577"/>
                  </a:lnTo>
                  <a:lnTo>
                    <a:pt x="625195" y="47577"/>
                  </a:lnTo>
                  <a:lnTo>
                    <a:pt x="625195" y="44178"/>
                  </a:lnTo>
                  <a:lnTo>
                    <a:pt x="627050" y="44178"/>
                  </a:lnTo>
                  <a:lnTo>
                    <a:pt x="628906" y="44178"/>
                  </a:lnTo>
                  <a:lnTo>
                    <a:pt x="630761" y="44178"/>
                  </a:lnTo>
                  <a:lnTo>
                    <a:pt x="632616" y="44178"/>
                  </a:lnTo>
                  <a:lnTo>
                    <a:pt x="634471" y="44178"/>
                  </a:lnTo>
                  <a:lnTo>
                    <a:pt x="636326" y="44178"/>
                  </a:lnTo>
                  <a:lnTo>
                    <a:pt x="638182" y="44178"/>
                  </a:lnTo>
                  <a:lnTo>
                    <a:pt x="640037" y="44178"/>
                  </a:lnTo>
                  <a:lnTo>
                    <a:pt x="641892" y="44178"/>
                  </a:lnTo>
                  <a:lnTo>
                    <a:pt x="643747" y="44178"/>
                  </a:lnTo>
                  <a:lnTo>
                    <a:pt x="645602" y="44178"/>
                  </a:lnTo>
                  <a:lnTo>
                    <a:pt x="647457" y="44178"/>
                  </a:lnTo>
                  <a:lnTo>
                    <a:pt x="649313" y="44178"/>
                  </a:lnTo>
                  <a:lnTo>
                    <a:pt x="651168" y="44178"/>
                  </a:lnTo>
                  <a:lnTo>
                    <a:pt x="653023" y="44178"/>
                  </a:lnTo>
                  <a:lnTo>
                    <a:pt x="654878" y="44178"/>
                  </a:lnTo>
                  <a:lnTo>
                    <a:pt x="656733" y="44178"/>
                  </a:lnTo>
                  <a:lnTo>
                    <a:pt x="658589" y="44178"/>
                  </a:lnTo>
                  <a:lnTo>
                    <a:pt x="660444" y="44178"/>
                  </a:lnTo>
                  <a:lnTo>
                    <a:pt x="662299" y="44178"/>
                  </a:lnTo>
                  <a:lnTo>
                    <a:pt x="664154" y="44178"/>
                  </a:lnTo>
                  <a:lnTo>
                    <a:pt x="666009" y="44178"/>
                  </a:lnTo>
                  <a:lnTo>
                    <a:pt x="667864" y="44178"/>
                  </a:lnTo>
                  <a:lnTo>
                    <a:pt x="669720" y="44178"/>
                  </a:lnTo>
                  <a:lnTo>
                    <a:pt x="671575" y="44178"/>
                  </a:lnTo>
                  <a:lnTo>
                    <a:pt x="673430" y="44178"/>
                  </a:lnTo>
                  <a:lnTo>
                    <a:pt x="675285" y="44178"/>
                  </a:lnTo>
                  <a:lnTo>
                    <a:pt x="677140" y="44178"/>
                  </a:lnTo>
                  <a:lnTo>
                    <a:pt x="678996" y="44178"/>
                  </a:lnTo>
                  <a:lnTo>
                    <a:pt x="680851" y="44178"/>
                  </a:lnTo>
                  <a:lnTo>
                    <a:pt x="682706" y="44178"/>
                  </a:lnTo>
                  <a:lnTo>
                    <a:pt x="684561" y="44178"/>
                  </a:lnTo>
                  <a:lnTo>
                    <a:pt x="686416" y="44178"/>
                  </a:lnTo>
                  <a:lnTo>
                    <a:pt x="688271" y="44178"/>
                  </a:lnTo>
                  <a:lnTo>
                    <a:pt x="690127" y="44178"/>
                  </a:lnTo>
                  <a:lnTo>
                    <a:pt x="691982" y="44178"/>
                  </a:lnTo>
                  <a:lnTo>
                    <a:pt x="693837" y="44178"/>
                  </a:lnTo>
                  <a:lnTo>
                    <a:pt x="695692" y="44178"/>
                  </a:lnTo>
                  <a:lnTo>
                    <a:pt x="697547" y="44178"/>
                  </a:lnTo>
                  <a:lnTo>
                    <a:pt x="699403" y="44178"/>
                  </a:lnTo>
                  <a:lnTo>
                    <a:pt x="701258" y="44178"/>
                  </a:lnTo>
                  <a:lnTo>
                    <a:pt x="703113" y="44178"/>
                  </a:lnTo>
                  <a:lnTo>
                    <a:pt x="704968" y="44178"/>
                  </a:lnTo>
                  <a:lnTo>
                    <a:pt x="706823" y="44178"/>
                  </a:lnTo>
                  <a:lnTo>
                    <a:pt x="708678" y="44178"/>
                  </a:lnTo>
                  <a:lnTo>
                    <a:pt x="710534" y="44178"/>
                  </a:lnTo>
                  <a:lnTo>
                    <a:pt x="712389" y="44178"/>
                  </a:lnTo>
                  <a:lnTo>
                    <a:pt x="714244" y="44178"/>
                  </a:lnTo>
                  <a:lnTo>
                    <a:pt x="716099" y="44178"/>
                  </a:lnTo>
                  <a:lnTo>
                    <a:pt x="717954" y="44178"/>
                  </a:lnTo>
                  <a:lnTo>
                    <a:pt x="719810" y="44178"/>
                  </a:lnTo>
                  <a:lnTo>
                    <a:pt x="721665" y="44178"/>
                  </a:lnTo>
                  <a:lnTo>
                    <a:pt x="723520" y="44178"/>
                  </a:lnTo>
                  <a:lnTo>
                    <a:pt x="725375" y="44178"/>
                  </a:lnTo>
                  <a:lnTo>
                    <a:pt x="727230" y="44178"/>
                  </a:lnTo>
                  <a:lnTo>
                    <a:pt x="729085" y="44178"/>
                  </a:lnTo>
                  <a:lnTo>
                    <a:pt x="729085" y="40780"/>
                  </a:lnTo>
                  <a:lnTo>
                    <a:pt x="729085" y="37382"/>
                  </a:lnTo>
                  <a:lnTo>
                    <a:pt x="730941" y="37382"/>
                  </a:lnTo>
                  <a:lnTo>
                    <a:pt x="732796" y="37382"/>
                  </a:lnTo>
                  <a:lnTo>
                    <a:pt x="734651" y="37382"/>
                  </a:lnTo>
                  <a:lnTo>
                    <a:pt x="736506" y="37382"/>
                  </a:lnTo>
                  <a:lnTo>
                    <a:pt x="738361" y="37382"/>
                  </a:lnTo>
                  <a:lnTo>
                    <a:pt x="740217" y="37382"/>
                  </a:lnTo>
                  <a:lnTo>
                    <a:pt x="742072" y="37382"/>
                  </a:lnTo>
                  <a:lnTo>
                    <a:pt x="743927" y="37382"/>
                  </a:lnTo>
                  <a:lnTo>
                    <a:pt x="745782" y="37382"/>
                  </a:lnTo>
                  <a:lnTo>
                    <a:pt x="747637" y="37382"/>
                  </a:lnTo>
                  <a:lnTo>
                    <a:pt x="749492" y="37382"/>
                  </a:lnTo>
                  <a:lnTo>
                    <a:pt x="751348" y="37382"/>
                  </a:lnTo>
                  <a:lnTo>
                    <a:pt x="753203" y="37382"/>
                  </a:lnTo>
                  <a:lnTo>
                    <a:pt x="755058" y="37382"/>
                  </a:lnTo>
                  <a:lnTo>
                    <a:pt x="756913" y="37382"/>
                  </a:lnTo>
                  <a:lnTo>
                    <a:pt x="758768" y="37382"/>
                  </a:lnTo>
                  <a:lnTo>
                    <a:pt x="760623" y="37382"/>
                  </a:lnTo>
                  <a:lnTo>
                    <a:pt x="762479" y="37382"/>
                  </a:lnTo>
                  <a:lnTo>
                    <a:pt x="764334" y="37382"/>
                  </a:lnTo>
                  <a:lnTo>
                    <a:pt x="766189" y="37382"/>
                  </a:lnTo>
                  <a:lnTo>
                    <a:pt x="768044" y="37382"/>
                  </a:lnTo>
                  <a:lnTo>
                    <a:pt x="769899" y="37382"/>
                  </a:lnTo>
                  <a:lnTo>
                    <a:pt x="771755" y="37382"/>
                  </a:lnTo>
                  <a:lnTo>
                    <a:pt x="771755" y="33983"/>
                  </a:lnTo>
                  <a:lnTo>
                    <a:pt x="773610" y="33983"/>
                  </a:lnTo>
                  <a:lnTo>
                    <a:pt x="775465" y="33983"/>
                  </a:lnTo>
                  <a:lnTo>
                    <a:pt x="777320" y="33983"/>
                  </a:lnTo>
                  <a:lnTo>
                    <a:pt x="779175" y="33983"/>
                  </a:lnTo>
                  <a:lnTo>
                    <a:pt x="781030" y="33983"/>
                  </a:lnTo>
                  <a:lnTo>
                    <a:pt x="782886" y="33983"/>
                  </a:lnTo>
                  <a:lnTo>
                    <a:pt x="784741" y="33983"/>
                  </a:lnTo>
                  <a:lnTo>
                    <a:pt x="786596" y="33983"/>
                  </a:lnTo>
                  <a:lnTo>
                    <a:pt x="788451" y="33983"/>
                  </a:lnTo>
                  <a:lnTo>
                    <a:pt x="790306" y="33983"/>
                  </a:lnTo>
                  <a:lnTo>
                    <a:pt x="792162" y="33983"/>
                  </a:lnTo>
                  <a:lnTo>
                    <a:pt x="794017" y="33983"/>
                  </a:lnTo>
                  <a:lnTo>
                    <a:pt x="795872" y="33983"/>
                  </a:lnTo>
                  <a:lnTo>
                    <a:pt x="795872" y="30585"/>
                  </a:lnTo>
                  <a:lnTo>
                    <a:pt x="797727" y="30585"/>
                  </a:lnTo>
                  <a:lnTo>
                    <a:pt x="799582" y="30585"/>
                  </a:lnTo>
                  <a:lnTo>
                    <a:pt x="801437" y="30585"/>
                  </a:lnTo>
                  <a:lnTo>
                    <a:pt x="801437" y="27187"/>
                  </a:lnTo>
                  <a:lnTo>
                    <a:pt x="803293" y="27187"/>
                  </a:lnTo>
                  <a:lnTo>
                    <a:pt x="805148" y="27187"/>
                  </a:lnTo>
                  <a:lnTo>
                    <a:pt x="807003" y="27187"/>
                  </a:lnTo>
                  <a:lnTo>
                    <a:pt x="808858" y="27187"/>
                  </a:lnTo>
                  <a:lnTo>
                    <a:pt x="810713" y="27187"/>
                  </a:lnTo>
                  <a:lnTo>
                    <a:pt x="812569" y="27187"/>
                  </a:lnTo>
                  <a:lnTo>
                    <a:pt x="814424" y="27187"/>
                  </a:lnTo>
                  <a:lnTo>
                    <a:pt x="816279" y="27187"/>
                  </a:lnTo>
                  <a:lnTo>
                    <a:pt x="818134" y="27187"/>
                  </a:lnTo>
                  <a:lnTo>
                    <a:pt x="819989" y="27187"/>
                  </a:lnTo>
                  <a:lnTo>
                    <a:pt x="821844" y="27187"/>
                  </a:lnTo>
                  <a:lnTo>
                    <a:pt x="823700" y="27187"/>
                  </a:lnTo>
                  <a:lnTo>
                    <a:pt x="825555" y="27187"/>
                  </a:lnTo>
                  <a:lnTo>
                    <a:pt x="827410" y="27187"/>
                  </a:lnTo>
                  <a:lnTo>
                    <a:pt x="829265" y="27187"/>
                  </a:lnTo>
                  <a:lnTo>
                    <a:pt x="829265" y="23788"/>
                  </a:lnTo>
                  <a:lnTo>
                    <a:pt x="831120" y="23788"/>
                  </a:lnTo>
                  <a:lnTo>
                    <a:pt x="832976" y="23788"/>
                  </a:lnTo>
                  <a:lnTo>
                    <a:pt x="834831" y="23788"/>
                  </a:lnTo>
                  <a:lnTo>
                    <a:pt x="836686" y="23788"/>
                  </a:lnTo>
                  <a:lnTo>
                    <a:pt x="838541" y="23788"/>
                  </a:lnTo>
                  <a:lnTo>
                    <a:pt x="840396" y="23788"/>
                  </a:lnTo>
                  <a:lnTo>
                    <a:pt x="842251" y="23788"/>
                  </a:lnTo>
                  <a:lnTo>
                    <a:pt x="844107" y="23788"/>
                  </a:lnTo>
                  <a:lnTo>
                    <a:pt x="845962" y="23788"/>
                  </a:lnTo>
                  <a:lnTo>
                    <a:pt x="847817" y="23788"/>
                  </a:lnTo>
                  <a:lnTo>
                    <a:pt x="849672" y="23788"/>
                  </a:lnTo>
                  <a:lnTo>
                    <a:pt x="851527" y="23788"/>
                  </a:lnTo>
                  <a:lnTo>
                    <a:pt x="853383" y="23788"/>
                  </a:lnTo>
                  <a:lnTo>
                    <a:pt x="855238" y="23788"/>
                  </a:lnTo>
                  <a:lnTo>
                    <a:pt x="857093" y="23788"/>
                  </a:lnTo>
                  <a:lnTo>
                    <a:pt x="858948" y="23788"/>
                  </a:lnTo>
                  <a:lnTo>
                    <a:pt x="860803" y="23788"/>
                  </a:lnTo>
                  <a:lnTo>
                    <a:pt x="862658" y="23788"/>
                  </a:lnTo>
                  <a:lnTo>
                    <a:pt x="864514" y="23788"/>
                  </a:lnTo>
                  <a:lnTo>
                    <a:pt x="866369" y="23788"/>
                  </a:lnTo>
                  <a:lnTo>
                    <a:pt x="868224" y="23788"/>
                  </a:lnTo>
                  <a:lnTo>
                    <a:pt x="870079" y="23788"/>
                  </a:lnTo>
                  <a:lnTo>
                    <a:pt x="871934" y="23788"/>
                  </a:lnTo>
                  <a:lnTo>
                    <a:pt x="873790" y="23788"/>
                  </a:lnTo>
                  <a:lnTo>
                    <a:pt x="875645" y="23788"/>
                  </a:lnTo>
                  <a:lnTo>
                    <a:pt x="877500" y="23788"/>
                  </a:lnTo>
                  <a:lnTo>
                    <a:pt x="879355" y="23788"/>
                  </a:lnTo>
                  <a:lnTo>
                    <a:pt x="881210" y="23788"/>
                  </a:lnTo>
                  <a:lnTo>
                    <a:pt x="883065" y="23788"/>
                  </a:lnTo>
                  <a:lnTo>
                    <a:pt x="884921" y="23788"/>
                  </a:lnTo>
                  <a:lnTo>
                    <a:pt x="886776" y="23788"/>
                  </a:lnTo>
                  <a:lnTo>
                    <a:pt x="888631" y="23788"/>
                  </a:lnTo>
                  <a:lnTo>
                    <a:pt x="890486" y="23788"/>
                  </a:lnTo>
                  <a:lnTo>
                    <a:pt x="892341" y="23788"/>
                  </a:lnTo>
                  <a:lnTo>
                    <a:pt x="894196" y="23788"/>
                  </a:lnTo>
                  <a:lnTo>
                    <a:pt x="896052" y="23788"/>
                  </a:lnTo>
                  <a:lnTo>
                    <a:pt x="896052" y="20390"/>
                  </a:lnTo>
                  <a:lnTo>
                    <a:pt x="897907" y="20390"/>
                  </a:lnTo>
                  <a:lnTo>
                    <a:pt x="899762" y="20390"/>
                  </a:lnTo>
                  <a:lnTo>
                    <a:pt x="899762" y="16991"/>
                  </a:lnTo>
                  <a:lnTo>
                    <a:pt x="901617" y="16991"/>
                  </a:lnTo>
                  <a:lnTo>
                    <a:pt x="903472" y="16991"/>
                  </a:lnTo>
                  <a:lnTo>
                    <a:pt x="905328" y="16991"/>
                  </a:lnTo>
                  <a:lnTo>
                    <a:pt x="907183" y="16991"/>
                  </a:lnTo>
                  <a:lnTo>
                    <a:pt x="909038" y="16991"/>
                  </a:lnTo>
                  <a:lnTo>
                    <a:pt x="910893" y="16991"/>
                  </a:lnTo>
                  <a:lnTo>
                    <a:pt x="912748" y="16991"/>
                  </a:lnTo>
                  <a:lnTo>
                    <a:pt x="914603" y="16991"/>
                  </a:lnTo>
                  <a:lnTo>
                    <a:pt x="916459" y="16991"/>
                  </a:lnTo>
                  <a:lnTo>
                    <a:pt x="918314" y="16991"/>
                  </a:lnTo>
                  <a:lnTo>
                    <a:pt x="920169" y="16991"/>
                  </a:lnTo>
                  <a:lnTo>
                    <a:pt x="922024" y="16991"/>
                  </a:lnTo>
                  <a:lnTo>
                    <a:pt x="923879" y="16991"/>
                  </a:lnTo>
                  <a:lnTo>
                    <a:pt x="925735" y="16991"/>
                  </a:lnTo>
                  <a:lnTo>
                    <a:pt x="927590" y="16991"/>
                  </a:lnTo>
                  <a:lnTo>
                    <a:pt x="929445" y="16991"/>
                  </a:lnTo>
                  <a:lnTo>
                    <a:pt x="931300" y="16991"/>
                  </a:lnTo>
                  <a:lnTo>
                    <a:pt x="933155" y="16991"/>
                  </a:lnTo>
                  <a:lnTo>
                    <a:pt x="935010" y="16991"/>
                  </a:lnTo>
                  <a:lnTo>
                    <a:pt x="936866" y="16991"/>
                  </a:lnTo>
                  <a:lnTo>
                    <a:pt x="938721" y="16991"/>
                  </a:lnTo>
                  <a:lnTo>
                    <a:pt x="940576" y="16991"/>
                  </a:lnTo>
                  <a:lnTo>
                    <a:pt x="940576" y="13593"/>
                  </a:lnTo>
                  <a:lnTo>
                    <a:pt x="942431" y="13593"/>
                  </a:lnTo>
                  <a:lnTo>
                    <a:pt x="944286" y="13593"/>
                  </a:lnTo>
                  <a:lnTo>
                    <a:pt x="946142" y="13593"/>
                  </a:lnTo>
                  <a:lnTo>
                    <a:pt x="947997" y="13593"/>
                  </a:lnTo>
                  <a:lnTo>
                    <a:pt x="947997" y="10195"/>
                  </a:lnTo>
                  <a:lnTo>
                    <a:pt x="949852" y="10195"/>
                  </a:lnTo>
                  <a:lnTo>
                    <a:pt x="951707" y="10195"/>
                  </a:lnTo>
                  <a:lnTo>
                    <a:pt x="953562" y="10195"/>
                  </a:lnTo>
                  <a:lnTo>
                    <a:pt x="955417" y="10195"/>
                  </a:lnTo>
                  <a:lnTo>
                    <a:pt x="957273" y="10195"/>
                  </a:lnTo>
                  <a:lnTo>
                    <a:pt x="959128" y="10195"/>
                  </a:lnTo>
                  <a:lnTo>
                    <a:pt x="960983" y="10195"/>
                  </a:lnTo>
                  <a:lnTo>
                    <a:pt x="962838" y="10195"/>
                  </a:lnTo>
                  <a:lnTo>
                    <a:pt x="964693" y="10195"/>
                  </a:lnTo>
                  <a:lnTo>
                    <a:pt x="966549" y="10195"/>
                  </a:lnTo>
                  <a:lnTo>
                    <a:pt x="968404" y="10195"/>
                  </a:lnTo>
                  <a:lnTo>
                    <a:pt x="970259" y="10195"/>
                  </a:lnTo>
                  <a:lnTo>
                    <a:pt x="972114" y="10195"/>
                  </a:lnTo>
                  <a:lnTo>
                    <a:pt x="973969" y="10195"/>
                  </a:lnTo>
                  <a:lnTo>
                    <a:pt x="975824" y="10195"/>
                  </a:lnTo>
                  <a:lnTo>
                    <a:pt x="977680" y="10195"/>
                  </a:lnTo>
                  <a:lnTo>
                    <a:pt x="979535" y="10195"/>
                  </a:lnTo>
                  <a:lnTo>
                    <a:pt x="981390" y="10195"/>
                  </a:lnTo>
                  <a:lnTo>
                    <a:pt x="983245" y="10195"/>
                  </a:lnTo>
                  <a:lnTo>
                    <a:pt x="985100" y="10195"/>
                  </a:lnTo>
                  <a:lnTo>
                    <a:pt x="986956" y="10195"/>
                  </a:lnTo>
                  <a:lnTo>
                    <a:pt x="988811" y="10195"/>
                  </a:lnTo>
                  <a:lnTo>
                    <a:pt x="990666" y="10195"/>
                  </a:lnTo>
                  <a:lnTo>
                    <a:pt x="992521" y="10195"/>
                  </a:lnTo>
                  <a:lnTo>
                    <a:pt x="994376" y="10195"/>
                  </a:lnTo>
                  <a:lnTo>
                    <a:pt x="996231" y="10195"/>
                  </a:lnTo>
                  <a:lnTo>
                    <a:pt x="998087" y="10195"/>
                  </a:lnTo>
                  <a:lnTo>
                    <a:pt x="999942" y="10195"/>
                  </a:lnTo>
                  <a:lnTo>
                    <a:pt x="1001797" y="10195"/>
                  </a:lnTo>
                  <a:lnTo>
                    <a:pt x="1003652" y="10195"/>
                  </a:lnTo>
                  <a:lnTo>
                    <a:pt x="1005507" y="10195"/>
                  </a:lnTo>
                  <a:lnTo>
                    <a:pt x="1007362" y="10195"/>
                  </a:lnTo>
                  <a:lnTo>
                    <a:pt x="1009218" y="10195"/>
                  </a:lnTo>
                  <a:lnTo>
                    <a:pt x="1011073" y="10195"/>
                  </a:lnTo>
                  <a:lnTo>
                    <a:pt x="1012928" y="10195"/>
                  </a:lnTo>
                  <a:lnTo>
                    <a:pt x="1014783" y="10195"/>
                  </a:lnTo>
                  <a:lnTo>
                    <a:pt x="1016638" y="10195"/>
                  </a:lnTo>
                  <a:lnTo>
                    <a:pt x="1018494" y="10195"/>
                  </a:lnTo>
                  <a:lnTo>
                    <a:pt x="1020349" y="10195"/>
                  </a:lnTo>
                  <a:lnTo>
                    <a:pt x="1022204" y="10195"/>
                  </a:lnTo>
                  <a:lnTo>
                    <a:pt x="1024059" y="10195"/>
                  </a:lnTo>
                  <a:lnTo>
                    <a:pt x="1025914" y="10195"/>
                  </a:lnTo>
                  <a:lnTo>
                    <a:pt x="1027769" y="10195"/>
                  </a:lnTo>
                  <a:lnTo>
                    <a:pt x="1029625" y="10195"/>
                  </a:lnTo>
                  <a:lnTo>
                    <a:pt x="1031480" y="10195"/>
                  </a:lnTo>
                  <a:lnTo>
                    <a:pt x="1033335" y="10195"/>
                  </a:lnTo>
                  <a:lnTo>
                    <a:pt x="1035190" y="10195"/>
                  </a:lnTo>
                  <a:lnTo>
                    <a:pt x="1037045" y="10195"/>
                  </a:lnTo>
                  <a:lnTo>
                    <a:pt x="1038901" y="10195"/>
                  </a:lnTo>
                  <a:lnTo>
                    <a:pt x="1040756" y="10195"/>
                  </a:lnTo>
                  <a:lnTo>
                    <a:pt x="1042611" y="10195"/>
                  </a:lnTo>
                  <a:lnTo>
                    <a:pt x="1044466" y="10195"/>
                  </a:lnTo>
                  <a:lnTo>
                    <a:pt x="1046321" y="10195"/>
                  </a:lnTo>
                  <a:lnTo>
                    <a:pt x="1048176" y="10195"/>
                  </a:lnTo>
                  <a:lnTo>
                    <a:pt x="1048176" y="6796"/>
                  </a:lnTo>
                  <a:lnTo>
                    <a:pt x="1050032" y="6796"/>
                  </a:lnTo>
                  <a:lnTo>
                    <a:pt x="1050032" y="3398"/>
                  </a:lnTo>
                  <a:lnTo>
                    <a:pt x="1051887" y="3398"/>
                  </a:lnTo>
                  <a:lnTo>
                    <a:pt x="1053742" y="3398"/>
                  </a:lnTo>
                  <a:lnTo>
                    <a:pt x="1055597" y="3398"/>
                  </a:lnTo>
                  <a:lnTo>
                    <a:pt x="1057452" y="3398"/>
                  </a:lnTo>
                  <a:lnTo>
                    <a:pt x="1059308" y="3398"/>
                  </a:lnTo>
                  <a:lnTo>
                    <a:pt x="1061163" y="3398"/>
                  </a:lnTo>
                  <a:lnTo>
                    <a:pt x="1063018" y="3398"/>
                  </a:lnTo>
                  <a:lnTo>
                    <a:pt x="1064873" y="3398"/>
                  </a:lnTo>
                  <a:lnTo>
                    <a:pt x="1066728" y="3398"/>
                  </a:lnTo>
                  <a:lnTo>
                    <a:pt x="1068583" y="3398"/>
                  </a:lnTo>
                  <a:lnTo>
                    <a:pt x="1070439" y="3398"/>
                  </a:lnTo>
                  <a:lnTo>
                    <a:pt x="1072294" y="3398"/>
                  </a:lnTo>
                  <a:lnTo>
                    <a:pt x="1074149" y="3398"/>
                  </a:lnTo>
                  <a:lnTo>
                    <a:pt x="1076004" y="3398"/>
                  </a:lnTo>
                  <a:lnTo>
                    <a:pt x="1077859" y="3398"/>
                  </a:lnTo>
                  <a:lnTo>
                    <a:pt x="1079715" y="3398"/>
                  </a:lnTo>
                  <a:lnTo>
                    <a:pt x="1081570" y="3398"/>
                  </a:lnTo>
                  <a:lnTo>
                    <a:pt x="1083425" y="3398"/>
                  </a:lnTo>
                  <a:lnTo>
                    <a:pt x="1085280" y="3398"/>
                  </a:lnTo>
                  <a:lnTo>
                    <a:pt x="1087135" y="3398"/>
                  </a:lnTo>
                  <a:lnTo>
                    <a:pt x="1088990" y="3398"/>
                  </a:lnTo>
                  <a:lnTo>
                    <a:pt x="1090846" y="3398"/>
                  </a:lnTo>
                  <a:lnTo>
                    <a:pt x="1092701" y="3398"/>
                  </a:lnTo>
                  <a:lnTo>
                    <a:pt x="1094556" y="3398"/>
                  </a:lnTo>
                  <a:lnTo>
                    <a:pt x="1096411" y="3398"/>
                  </a:lnTo>
                  <a:lnTo>
                    <a:pt x="1098266" y="3398"/>
                  </a:lnTo>
                  <a:lnTo>
                    <a:pt x="1100122" y="3398"/>
                  </a:lnTo>
                  <a:lnTo>
                    <a:pt x="1100122" y="0"/>
                  </a:lnTo>
                  <a:lnTo>
                    <a:pt x="1101977" y="0"/>
                  </a:lnTo>
                  <a:lnTo>
                    <a:pt x="1103832" y="0"/>
                  </a:lnTo>
                  <a:lnTo>
                    <a:pt x="1105687" y="0"/>
                  </a:lnTo>
                  <a:lnTo>
                    <a:pt x="1107542" y="0"/>
                  </a:lnTo>
                  <a:lnTo>
                    <a:pt x="1109397" y="0"/>
                  </a:lnTo>
                  <a:lnTo>
                    <a:pt x="1111253" y="0"/>
                  </a:lnTo>
                  <a:lnTo>
                    <a:pt x="1113108" y="0"/>
                  </a:lnTo>
                  <a:lnTo>
                    <a:pt x="1114963" y="0"/>
                  </a:lnTo>
                  <a:lnTo>
                    <a:pt x="1116818" y="0"/>
                  </a:lnTo>
                  <a:lnTo>
                    <a:pt x="1118673" y="0"/>
                  </a:lnTo>
                  <a:lnTo>
                    <a:pt x="1120529" y="0"/>
                  </a:lnTo>
                  <a:lnTo>
                    <a:pt x="1122384" y="0"/>
                  </a:lnTo>
                  <a:lnTo>
                    <a:pt x="1124239" y="0"/>
                  </a:lnTo>
                  <a:lnTo>
                    <a:pt x="1126094" y="0"/>
                  </a:lnTo>
                  <a:lnTo>
                    <a:pt x="1127949" y="0"/>
                  </a:lnTo>
                  <a:lnTo>
                    <a:pt x="1129804" y="0"/>
                  </a:lnTo>
                  <a:lnTo>
                    <a:pt x="1131660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" name="pl5290"/>
            <p:cNvSpPr/>
            <p:nvPr/>
          </p:nvSpPr>
          <p:spPr>
            <a:xfrm>
              <a:off x="8707863" y="10045363"/>
              <a:ext cx="1244826" cy="1244826"/>
            </a:xfrm>
            <a:custGeom>
              <a:avLst/>
              <a:pathLst>
                <a:path w="1244826" h="1244826">
                  <a:moveTo>
                    <a:pt x="0" y="1244826"/>
                  </a:moveTo>
                  <a:lnTo>
                    <a:pt x="0" y="1244826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291" name="pg5291"/>
            <p:cNvSpPr/>
            <p:nvPr/>
          </p:nvSpPr>
          <p:spPr>
            <a:xfrm>
              <a:off x="9047361" y="10579608"/>
              <a:ext cx="905328" cy="710580"/>
            </a:xfrm>
            <a:custGeom>
              <a:avLst/>
              <a:pathLst>
                <a:path w="905328" h="710580">
                  <a:moveTo>
                    <a:pt x="905328" y="710580"/>
                  </a:moveTo>
                  <a:lnTo>
                    <a:pt x="905328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710580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8623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" name="tx5292"/>
            <p:cNvSpPr/>
            <p:nvPr/>
          </p:nvSpPr>
          <p:spPr>
            <a:xfrm>
              <a:off x="9092891" y="10594533"/>
              <a:ext cx="2113622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0.36 [0.340, 0.555]</a:t>
              </a:r>
            </a:p>
          </p:txBody>
        </p:sp>
        <p:sp>
          <p:nvSpPr>
            <p:cNvPr id="5293" name="tx5293"/>
            <p:cNvSpPr/>
            <p:nvPr/>
          </p:nvSpPr>
          <p:spPr>
            <a:xfrm>
              <a:off x="9092891" y="10839977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0.891</a:t>
              </a:r>
            </a:p>
          </p:txBody>
        </p:sp>
        <p:sp>
          <p:nvSpPr>
            <p:cNvPr id="5294" name="tx5294"/>
            <p:cNvSpPr/>
            <p:nvPr/>
          </p:nvSpPr>
          <p:spPr>
            <a:xfrm>
              <a:off x="9092891" y="11059930"/>
              <a:ext cx="1176935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0.688</a:t>
              </a:r>
            </a:p>
          </p:txBody>
        </p:sp>
        <p:sp>
          <p:nvSpPr>
            <p:cNvPr id="5295" name="tx5295"/>
            <p:cNvSpPr/>
            <p:nvPr/>
          </p:nvSpPr>
          <p:spPr>
            <a:xfrm>
              <a:off x="9092891" y="11278474"/>
              <a:ext cx="974480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0.862</a:t>
              </a:r>
            </a:p>
          </p:txBody>
        </p:sp>
        <p:sp>
          <p:nvSpPr>
            <p:cNvPr id="5296" name="tx5296"/>
            <p:cNvSpPr/>
            <p:nvPr/>
          </p:nvSpPr>
          <p:spPr>
            <a:xfrm>
              <a:off x="8351312" y="1118054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5297" name="tx5297"/>
            <p:cNvSpPr/>
            <p:nvPr/>
          </p:nvSpPr>
          <p:spPr>
            <a:xfrm>
              <a:off x="8351312" y="1089762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5298" name="tx5298"/>
            <p:cNvSpPr/>
            <p:nvPr/>
          </p:nvSpPr>
          <p:spPr>
            <a:xfrm>
              <a:off x="8351312" y="1061471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5299" name="tx5299"/>
            <p:cNvSpPr/>
            <p:nvPr/>
          </p:nvSpPr>
          <p:spPr>
            <a:xfrm>
              <a:off x="8351312" y="1033179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5300" name="tx5300"/>
            <p:cNvSpPr/>
            <p:nvPr/>
          </p:nvSpPr>
          <p:spPr>
            <a:xfrm>
              <a:off x="8351312" y="10048883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5301" name="tx5301"/>
            <p:cNvSpPr/>
            <p:nvPr/>
          </p:nvSpPr>
          <p:spPr>
            <a:xfrm>
              <a:off x="8626026" y="113677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5302" name="tx5302"/>
            <p:cNvSpPr/>
            <p:nvPr/>
          </p:nvSpPr>
          <p:spPr>
            <a:xfrm>
              <a:off x="8908941" y="113677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5303" name="tx5303"/>
            <p:cNvSpPr/>
            <p:nvPr/>
          </p:nvSpPr>
          <p:spPr>
            <a:xfrm>
              <a:off x="9191856" y="113677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5304" name="tx5304"/>
            <p:cNvSpPr/>
            <p:nvPr/>
          </p:nvSpPr>
          <p:spPr>
            <a:xfrm>
              <a:off x="9474771" y="113677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5305" name="tx5305"/>
            <p:cNvSpPr/>
            <p:nvPr/>
          </p:nvSpPr>
          <p:spPr>
            <a:xfrm>
              <a:off x="9757686" y="113677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5306" name="tx5306"/>
            <p:cNvSpPr/>
            <p:nvPr/>
          </p:nvSpPr>
          <p:spPr>
            <a:xfrm>
              <a:off x="7951892" y="11517470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5307" name="tx5307"/>
            <p:cNvSpPr/>
            <p:nvPr/>
          </p:nvSpPr>
          <p:spPr>
            <a:xfrm rot="-5400000">
              <a:off x="6980294" y="10584345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5308" name="tx5308"/>
            <p:cNvSpPr/>
            <p:nvPr/>
          </p:nvSpPr>
          <p:spPr>
            <a:xfrm>
              <a:off x="8707863" y="9765967"/>
              <a:ext cx="213360" cy="1527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R.</a:t>
              </a:r>
            </a:p>
          </p:txBody>
        </p:sp>
        <p:sp>
          <p:nvSpPr>
            <p:cNvPr id="5309" name="rc5309"/>
            <p:cNvSpPr/>
            <p:nvPr/>
          </p:nvSpPr>
          <p:spPr>
            <a:xfrm>
              <a:off x="10698162" y="9677400"/>
              <a:ext cx="4937759" cy="21335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" name="rc5310"/>
            <p:cNvSpPr/>
            <p:nvPr/>
          </p:nvSpPr>
          <p:spPr>
            <a:xfrm>
              <a:off x="11193776" y="9974678"/>
              <a:ext cx="4372557" cy="142643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11" name="pl5311"/>
            <p:cNvSpPr/>
            <p:nvPr/>
          </p:nvSpPr>
          <p:spPr>
            <a:xfrm>
              <a:off x="11193776" y="11109340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" name="pl5312"/>
            <p:cNvSpPr/>
            <p:nvPr/>
          </p:nvSpPr>
          <p:spPr>
            <a:xfrm>
              <a:off x="11193776" y="10785151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" name="pl5313"/>
            <p:cNvSpPr/>
            <p:nvPr/>
          </p:nvSpPr>
          <p:spPr>
            <a:xfrm>
              <a:off x="11193776" y="10460962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" name="pl5314"/>
            <p:cNvSpPr/>
            <p:nvPr/>
          </p:nvSpPr>
          <p:spPr>
            <a:xfrm>
              <a:off x="11193776" y="10136772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" name="pl5315"/>
            <p:cNvSpPr/>
            <p:nvPr/>
          </p:nvSpPr>
          <p:spPr>
            <a:xfrm>
              <a:off x="12094605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" name="pl5316"/>
            <p:cNvSpPr/>
            <p:nvPr/>
          </p:nvSpPr>
          <p:spPr>
            <a:xfrm>
              <a:off x="13139465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" name="pl5317"/>
            <p:cNvSpPr/>
            <p:nvPr/>
          </p:nvSpPr>
          <p:spPr>
            <a:xfrm>
              <a:off x="14184325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" name="pl5318"/>
            <p:cNvSpPr/>
            <p:nvPr/>
          </p:nvSpPr>
          <p:spPr>
            <a:xfrm>
              <a:off x="15229185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" name="pl5319"/>
            <p:cNvSpPr/>
            <p:nvPr/>
          </p:nvSpPr>
          <p:spPr>
            <a:xfrm>
              <a:off x="11193776" y="11271435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" name="pl5320"/>
            <p:cNvSpPr/>
            <p:nvPr/>
          </p:nvSpPr>
          <p:spPr>
            <a:xfrm>
              <a:off x="11193776" y="10947246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" name="pl5321"/>
            <p:cNvSpPr/>
            <p:nvPr/>
          </p:nvSpPr>
          <p:spPr>
            <a:xfrm>
              <a:off x="11193776" y="10623056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" name="pl5322"/>
            <p:cNvSpPr/>
            <p:nvPr/>
          </p:nvSpPr>
          <p:spPr>
            <a:xfrm>
              <a:off x="11193776" y="10298867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" name="pl5323"/>
            <p:cNvSpPr/>
            <p:nvPr/>
          </p:nvSpPr>
          <p:spPr>
            <a:xfrm>
              <a:off x="11193776" y="9974678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" name="pl5324"/>
            <p:cNvSpPr/>
            <p:nvPr/>
          </p:nvSpPr>
          <p:spPr>
            <a:xfrm>
              <a:off x="11572174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" name="pl5325"/>
            <p:cNvSpPr/>
            <p:nvPr/>
          </p:nvSpPr>
          <p:spPr>
            <a:xfrm>
              <a:off x="12617035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" name="pl5326"/>
            <p:cNvSpPr/>
            <p:nvPr/>
          </p:nvSpPr>
          <p:spPr>
            <a:xfrm>
              <a:off x="13661895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" name="pl5327"/>
            <p:cNvSpPr/>
            <p:nvPr/>
          </p:nvSpPr>
          <p:spPr>
            <a:xfrm>
              <a:off x="14706755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" name="pt5328"/>
            <p:cNvSpPr/>
            <p:nvPr/>
          </p:nvSpPr>
          <p:spPr>
            <a:xfrm>
              <a:off x="11991268" y="108773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" name="pt5329"/>
            <p:cNvSpPr/>
            <p:nvPr/>
          </p:nvSpPr>
          <p:spPr>
            <a:xfrm>
              <a:off x="12170032" y="110693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" name="pt5330"/>
            <p:cNvSpPr/>
            <p:nvPr/>
          </p:nvSpPr>
          <p:spPr>
            <a:xfrm>
              <a:off x="11782943" y="11099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" name="pt5331"/>
            <p:cNvSpPr/>
            <p:nvPr/>
          </p:nvSpPr>
          <p:spPr>
            <a:xfrm>
              <a:off x="12711253" y="107496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" name="pt5332"/>
            <p:cNvSpPr/>
            <p:nvPr/>
          </p:nvSpPr>
          <p:spPr>
            <a:xfrm>
              <a:off x="12716884" y="107473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" name="pt5333"/>
            <p:cNvSpPr/>
            <p:nvPr/>
          </p:nvSpPr>
          <p:spPr>
            <a:xfrm>
              <a:off x="12888610" y="107256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" name="pt5334"/>
            <p:cNvSpPr/>
            <p:nvPr/>
          </p:nvSpPr>
          <p:spPr>
            <a:xfrm>
              <a:off x="12139769" y="109082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" name="pt5335"/>
            <p:cNvSpPr/>
            <p:nvPr/>
          </p:nvSpPr>
          <p:spPr>
            <a:xfrm>
              <a:off x="11969450" y="109127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" name="pt5336"/>
            <p:cNvSpPr/>
            <p:nvPr/>
          </p:nvSpPr>
          <p:spPr>
            <a:xfrm>
              <a:off x="11861065" y="109425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" name="pt5337"/>
            <p:cNvSpPr/>
            <p:nvPr/>
          </p:nvSpPr>
          <p:spPr>
            <a:xfrm>
              <a:off x="13232064" y="110090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" name="pt5338"/>
            <p:cNvSpPr/>
            <p:nvPr/>
          </p:nvSpPr>
          <p:spPr>
            <a:xfrm>
              <a:off x="11972969" y="108412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" name="pt5339"/>
            <p:cNvSpPr/>
            <p:nvPr/>
          </p:nvSpPr>
          <p:spPr>
            <a:xfrm>
              <a:off x="12410028" y="109043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" name="pt5340"/>
            <p:cNvSpPr/>
            <p:nvPr/>
          </p:nvSpPr>
          <p:spPr>
            <a:xfrm>
              <a:off x="12193961" y="107525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" name="pt5341"/>
            <p:cNvSpPr/>
            <p:nvPr/>
          </p:nvSpPr>
          <p:spPr>
            <a:xfrm>
              <a:off x="11535206" y="109930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" name="pt5342"/>
            <p:cNvSpPr/>
            <p:nvPr/>
          </p:nvSpPr>
          <p:spPr>
            <a:xfrm>
              <a:off x="11510573" y="109715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" name="pt5343"/>
            <p:cNvSpPr/>
            <p:nvPr/>
          </p:nvSpPr>
          <p:spPr>
            <a:xfrm>
              <a:off x="13136347" y="107557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" name="pt5344"/>
            <p:cNvSpPr/>
            <p:nvPr/>
          </p:nvSpPr>
          <p:spPr>
            <a:xfrm>
              <a:off x="13350302" y="110149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" name="pt5345"/>
            <p:cNvSpPr/>
            <p:nvPr/>
          </p:nvSpPr>
          <p:spPr>
            <a:xfrm>
              <a:off x="13404494" y="110339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" name="pt5346"/>
            <p:cNvSpPr/>
            <p:nvPr/>
          </p:nvSpPr>
          <p:spPr>
            <a:xfrm>
              <a:off x="11761126" y="111289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" name="pt5347"/>
            <p:cNvSpPr/>
            <p:nvPr/>
          </p:nvSpPr>
          <p:spPr>
            <a:xfrm>
              <a:off x="12113025" y="111054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" name="pt5348"/>
            <p:cNvSpPr/>
            <p:nvPr/>
          </p:nvSpPr>
          <p:spPr>
            <a:xfrm>
              <a:off x="12017308" y="107157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" name="pt5349"/>
            <p:cNvSpPr/>
            <p:nvPr/>
          </p:nvSpPr>
          <p:spPr>
            <a:xfrm>
              <a:off x="12044052" y="107260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" name="pt5350"/>
            <p:cNvSpPr/>
            <p:nvPr/>
          </p:nvSpPr>
          <p:spPr>
            <a:xfrm>
              <a:off x="12110913" y="109092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" name="pt5351"/>
            <p:cNvSpPr/>
            <p:nvPr/>
          </p:nvSpPr>
          <p:spPr>
            <a:xfrm>
              <a:off x="12483223" y="109575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" name="pt5352"/>
            <p:cNvSpPr/>
            <p:nvPr/>
          </p:nvSpPr>
          <p:spPr>
            <a:xfrm>
              <a:off x="12524043" y="108545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" name="pt5353"/>
            <p:cNvSpPr/>
            <p:nvPr/>
          </p:nvSpPr>
          <p:spPr>
            <a:xfrm>
              <a:off x="12405805" y="105276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" name="pt5354"/>
            <p:cNvSpPr/>
            <p:nvPr/>
          </p:nvSpPr>
          <p:spPr>
            <a:xfrm>
              <a:off x="12321349" y="10466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" name="pt5355"/>
            <p:cNvSpPr/>
            <p:nvPr/>
          </p:nvSpPr>
          <p:spPr>
            <a:xfrm>
              <a:off x="13666307" y="107743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" name="pt5356"/>
            <p:cNvSpPr/>
            <p:nvPr/>
          </p:nvSpPr>
          <p:spPr>
            <a:xfrm>
              <a:off x="14262424" y="107199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" name="pt5357"/>
            <p:cNvSpPr/>
            <p:nvPr/>
          </p:nvSpPr>
          <p:spPr>
            <a:xfrm>
              <a:off x="13280626" y="107015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" name="pt5358"/>
            <p:cNvSpPr/>
            <p:nvPr/>
          </p:nvSpPr>
          <p:spPr>
            <a:xfrm>
              <a:off x="13019517" y="106611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" name="pt5359"/>
            <p:cNvSpPr/>
            <p:nvPr/>
          </p:nvSpPr>
          <p:spPr>
            <a:xfrm>
              <a:off x="13240509" y="108644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" name="pt5360"/>
            <p:cNvSpPr/>
            <p:nvPr/>
          </p:nvSpPr>
          <p:spPr>
            <a:xfrm>
              <a:off x="13225026" y="108855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" name="pt5361"/>
            <p:cNvSpPr/>
            <p:nvPr/>
          </p:nvSpPr>
          <p:spPr>
            <a:xfrm>
              <a:off x="12492372" y="110210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" name="pt5362"/>
            <p:cNvSpPr/>
            <p:nvPr/>
          </p:nvSpPr>
          <p:spPr>
            <a:xfrm>
              <a:off x="14079437" y="106706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" name="pt5363"/>
            <p:cNvSpPr/>
            <p:nvPr/>
          </p:nvSpPr>
          <p:spPr>
            <a:xfrm>
              <a:off x="14511569" y="105711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" name="pt5364"/>
            <p:cNvSpPr/>
            <p:nvPr/>
          </p:nvSpPr>
          <p:spPr>
            <a:xfrm>
              <a:off x="12031384" y="110179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" name="pt5365"/>
            <p:cNvSpPr/>
            <p:nvPr/>
          </p:nvSpPr>
          <p:spPr>
            <a:xfrm>
              <a:off x="12317126" y="110290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" name="pt5366"/>
            <p:cNvSpPr/>
            <p:nvPr/>
          </p:nvSpPr>
          <p:spPr>
            <a:xfrm>
              <a:off x="11744938" y="107095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" name="pt5367"/>
            <p:cNvSpPr/>
            <p:nvPr/>
          </p:nvSpPr>
          <p:spPr>
            <a:xfrm>
              <a:off x="11570396" y="107189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" name="pt5368"/>
            <p:cNvSpPr/>
            <p:nvPr/>
          </p:nvSpPr>
          <p:spPr>
            <a:xfrm>
              <a:off x="12886499" y="108055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" name="pt5369"/>
            <p:cNvSpPr/>
            <p:nvPr/>
          </p:nvSpPr>
          <p:spPr>
            <a:xfrm>
              <a:off x="13002626" y="105670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" name="pt5370"/>
            <p:cNvSpPr/>
            <p:nvPr/>
          </p:nvSpPr>
          <p:spPr>
            <a:xfrm>
              <a:off x="13296813" y="105556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" name="pt5371"/>
            <p:cNvSpPr/>
            <p:nvPr/>
          </p:nvSpPr>
          <p:spPr>
            <a:xfrm>
              <a:off x="13423497" y="106019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" name="pt5372"/>
            <p:cNvSpPr/>
            <p:nvPr/>
          </p:nvSpPr>
          <p:spPr>
            <a:xfrm>
              <a:off x="13500211" y="105483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" name="pt5373"/>
            <p:cNvSpPr/>
            <p:nvPr/>
          </p:nvSpPr>
          <p:spPr>
            <a:xfrm>
              <a:off x="13503730" y="105779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" name="pt5374"/>
            <p:cNvSpPr/>
            <p:nvPr/>
          </p:nvSpPr>
          <p:spPr>
            <a:xfrm>
              <a:off x="14135037" y="105323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" name="pt5375"/>
            <p:cNvSpPr/>
            <p:nvPr/>
          </p:nvSpPr>
          <p:spPr>
            <a:xfrm>
              <a:off x="14447523" y="105386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" name="pt5376"/>
            <p:cNvSpPr/>
            <p:nvPr/>
          </p:nvSpPr>
          <p:spPr>
            <a:xfrm>
              <a:off x="12269972" y="107092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" name="pt5377"/>
            <p:cNvSpPr/>
            <p:nvPr/>
          </p:nvSpPr>
          <p:spPr>
            <a:xfrm>
              <a:off x="11638665" y="11246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" name="pt5378"/>
            <p:cNvSpPr/>
            <p:nvPr/>
          </p:nvSpPr>
          <p:spPr>
            <a:xfrm>
              <a:off x="11828690" y="110500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" name="pt5379"/>
            <p:cNvSpPr/>
            <p:nvPr/>
          </p:nvSpPr>
          <p:spPr>
            <a:xfrm>
              <a:off x="11647110" y="108568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" name="pt5380"/>
            <p:cNvSpPr/>
            <p:nvPr/>
          </p:nvSpPr>
          <p:spPr>
            <a:xfrm>
              <a:off x="11642888" y="109272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" name="pt5381"/>
            <p:cNvSpPr/>
            <p:nvPr/>
          </p:nvSpPr>
          <p:spPr>
            <a:xfrm>
              <a:off x="14037209" y="107605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" name="pt5382"/>
            <p:cNvSpPr/>
            <p:nvPr/>
          </p:nvSpPr>
          <p:spPr>
            <a:xfrm>
              <a:off x="13886596" y="107364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" name="pt5383"/>
            <p:cNvSpPr/>
            <p:nvPr/>
          </p:nvSpPr>
          <p:spPr>
            <a:xfrm>
              <a:off x="13675457" y="109966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" name="pt5384"/>
            <p:cNvSpPr/>
            <p:nvPr/>
          </p:nvSpPr>
          <p:spPr>
            <a:xfrm>
              <a:off x="12027161" y="109364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" name="pt5385"/>
            <p:cNvSpPr/>
            <p:nvPr/>
          </p:nvSpPr>
          <p:spPr>
            <a:xfrm>
              <a:off x="12151734" y="108322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" name="pt5386"/>
            <p:cNvSpPr/>
            <p:nvPr/>
          </p:nvSpPr>
          <p:spPr>
            <a:xfrm>
              <a:off x="12268564" y="108157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" name="pt5387"/>
            <p:cNvSpPr/>
            <p:nvPr/>
          </p:nvSpPr>
          <p:spPr>
            <a:xfrm>
              <a:off x="12453663" y="103447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" name="pt5388"/>
            <p:cNvSpPr/>
            <p:nvPr/>
          </p:nvSpPr>
          <p:spPr>
            <a:xfrm>
              <a:off x="12490964" y="108682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" name="pt5389"/>
            <p:cNvSpPr/>
            <p:nvPr/>
          </p:nvSpPr>
          <p:spPr>
            <a:xfrm>
              <a:off x="12195369" y="106577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" name="pt5390"/>
            <p:cNvSpPr/>
            <p:nvPr/>
          </p:nvSpPr>
          <p:spPr>
            <a:xfrm>
              <a:off x="12241116" y="10578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" name="pt5391"/>
            <p:cNvSpPr/>
            <p:nvPr/>
          </p:nvSpPr>
          <p:spPr>
            <a:xfrm>
              <a:off x="12347389" y="107992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" name="pt5392"/>
            <p:cNvSpPr/>
            <p:nvPr/>
          </p:nvSpPr>
          <p:spPr>
            <a:xfrm>
              <a:off x="12526154" y="107979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" name="pt5393"/>
            <p:cNvSpPr/>
            <p:nvPr/>
          </p:nvSpPr>
          <p:spPr>
            <a:xfrm>
              <a:off x="12362873" y="109237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" name="pt5394"/>
            <p:cNvSpPr/>
            <p:nvPr/>
          </p:nvSpPr>
          <p:spPr>
            <a:xfrm>
              <a:off x="13510768" y="109819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" name="pt5395"/>
            <p:cNvSpPr/>
            <p:nvPr/>
          </p:nvSpPr>
          <p:spPr>
            <a:xfrm>
              <a:off x="13491061" y="107847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" name="pt5396"/>
            <p:cNvSpPr/>
            <p:nvPr/>
          </p:nvSpPr>
          <p:spPr>
            <a:xfrm>
              <a:off x="13485431" y="108142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" name="pt5397"/>
            <p:cNvSpPr/>
            <p:nvPr/>
          </p:nvSpPr>
          <p:spPr>
            <a:xfrm>
              <a:off x="11732270" y="108103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" name="pt5398"/>
            <p:cNvSpPr/>
            <p:nvPr/>
          </p:nvSpPr>
          <p:spPr>
            <a:xfrm>
              <a:off x="11766756" y="109974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" name="pt5399"/>
            <p:cNvSpPr/>
            <p:nvPr/>
          </p:nvSpPr>
          <p:spPr>
            <a:xfrm>
              <a:off x="11842062" y="109793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" name="pt5400"/>
            <p:cNvSpPr/>
            <p:nvPr/>
          </p:nvSpPr>
          <p:spPr>
            <a:xfrm>
              <a:off x="14014687" y="108061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" name="pt5401"/>
            <p:cNvSpPr/>
            <p:nvPr/>
          </p:nvSpPr>
          <p:spPr>
            <a:xfrm>
              <a:off x="14379959" y="107553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" name="pt5402"/>
            <p:cNvSpPr/>
            <p:nvPr/>
          </p:nvSpPr>
          <p:spPr>
            <a:xfrm>
              <a:off x="14197675" y="108315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" name="pt5403"/>
            <p:cNvSpPr/>
            <p:nvPr/>
          </p:nvSpPr>
          <p:spPr>
            <a:xfrm>
              <a:off x="14206824" y="108366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" name="pt5404"/>
            <p:cNvSpPr/>
            <p:nvPr/>
          </p:nvSpPr>
          <p:spPr>
            <a:xfrm>
              <a:off x="11991268" y="109359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" name="pt5405"/>
            <p:cNvSpPr/>
            <p:nvPr/>
          </p:nvSpPr>
          <p:spPr>
            <a:xfrm>
              <a:off x="11987749" y="108924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" name="pt5406"/>
            <p:cNvSpPr/>
            <p:nvPr/>
          </p:nvSpPr>
          <p:spPr>
            <a:xfrm>
              <a:off x="11809688" y="108539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" name="pt5407"/>
            <p:cNvSpPr/>
            <p:nvPr/>
          </p:nvSpPr>
          <p:spPr>
            <a:xfrm>
              <a:off x="11884290" y="108310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" name="pt5408"/>
            <p:cNvSpPr/>
            <p:nvPr/>
          </p:nvSpPr>
          <p:spPr>
            <a:xfrm>
              <a:off x="11911035" y="107735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" name="pt5409"/>
            <p:cNvSpPr/>
            <p:nvPr/>
          </p:nvSpPr>
          <p:spPr>
            <a:xfrm>
              <a:off x="12610610" y="110164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" name="pt5410"/>
            <p:cNvSpPr/>
            <p:nvPr/>
          </p:nvSpPr>
          <p:spPr>
            <a:xfrm>
              <a:off x="12923096" y="108901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" name="pt5411"/>
            <p:cNvSpPr/>
            <p:nvPr/>
          </p:nvSpPr>
          <p:spPr>
            <a:xfrm>
              <a:off x="12035607" y="108712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" name="pt5412"/>
            <p:cNvSpPr/>
            <p:nvPr/>
          </p:nvSpPr>
          <p:spPr>
            <a:xfrm>
              <a:off x="12146807" y="106353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" name="pt5413"/>
            <p:cNvSpPr/>
            <p:nvPr/>
          </p:nvSpPr>
          <p:spPr>
            <a:xfrm>
              <a:off x="13398160" y="107697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" name="pt5414"/>
            <p:cNvSpPr/>
            <p:nvPr/>
          </p:nvSpPr>
          <p:spPr>
            <a:xfrm>
              <a:off x="12060240" y="109548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" name="pt5415"/>
            <p:cNvSpPr/>
            <p:nvPr/>
          </p:nvSpPr>
          <p:spPr>
            <a:xfrm>
              <a:off x="12642985" y="107289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" name="pt5416"/>
            <p:cNvSpPr/>
            <p:nvPr/>
          </p:nvSpPr>
          <p:spPr>
            <a:xfrm>
              <a:off x="12457182" y="106830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" name="pt5417"/>
            <p:cNvSpPr/>
            <p:nvPr/>
          </p:nvSpPr>
          <p:spPr>
            <a:xfrm>
              <a:off x="13221507" y="108217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" name="pt5418"/>
            <p:cNvSpPr/>
            <p:nvPr/>
          </p:nvSpPr>
          <p:spPr>
            <a:xfrm>
              <a:off x="13990758" y="108252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" name="pt5419"/>
            <p:cNvSpPr/>
            <p:nvPr/>
          </p:nvSpPr>
          <p:spPr>
            <a:xfrm>
              <a:off x="13700793" y="108445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" name="pt5420"/>
            <p:cNvSpPr/>
            <p:nvPr/>
          </p:nvSpPr>
          <p:spPr>
            <a:xfrm>
              <a:off x="13757097" y="108424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" name="pt5421"/>
            <p:cNvSpPr/>
            <p:nvPr/>
          </p:nvSpPr>
          <p:spPr>
            <a:xfrm>
              <a:off x="11963819" y="11103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" name="pt5422"/>
            <p:cNvSpPr/>
            <p:nvPr/>
          </p:nvSpPr>
          <p:spPr>
            <a:xfrm>
              <a:off x="11951151" y="107034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" name="pt5423"/>
            <p:cNvSpPr/>
            <p:nvPr/>
          </p:nvSpPr>
          <p:spPr>
            <a:xfrm>
              <a:off x="11818133" y="109724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" name="pt5424"/>
            <p:cNvSpPr/>
            <p:nvPr/>
          </p:nvSpPr>
          <p:spPr>
            <a:xfrm>
              <a:off x="11898366" y="108939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" name="pt5425"/>
            <p:cNvSpPr/>
            <p:nvPr/>
          </p:nvSpPr>
          <p:spPr>
            <a:xfrm>
              <a:off x="12061647" y="110280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" name="pt5426"/>
            <p:cNvSpPr/>
            <p:nvPr/>
          </p:nvSpPr>
          <p:spPr>
            <a:xfrm>
              <a:off x="12305162" y="110465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" name="pt5427"/>
            <p:cNvSpPr/>
            <p:nvPr/>
          </p:nvSpPr>
          <p:spPr>
            <a:xfrm>
              <a:off x="12082058" y="105845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" name="pt5428"/>
            <p:cNvSpPr/>
            <p:nvPr/>
          </p:nvSpPr>
          <p:spPr>
            <a:xfrm>
              <a:off x="11934964" y="109416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" name="pt5429"/>
            <p:cNvSpPr/>
            <p:nvPr/>
          </p:nvSpPr>
          <p:spPr>
            <a:xfrm>
              <a:off x="12949137" y="107969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" name="pt5430"/>
            <p:cNvSpPr/>
            <p:nvPr/>
          </p:nvSpPr>
          <p:spPr>
            <a:xfrm>
              <a:off x="13392530" y="109773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" name="pt5431"/>
            <p:cNvSpPr/>
            <p:nvPr/>
          </p:nvSpPr>
          <p:spPr>
            <a:xfrm>
              <a:off x="13717684" y="109496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" name="pt5432"/>
            <p:cNvSpPr/>
            <p:nvPr/>
          </p:nvSpPr>
          <p:spPr>
            <a:xfrm>
              <a:off x="11610513" y="108158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" name="pt5433"/>
            <p:cNvSpPr/>
            <p:nvPr/>
          </p:nvSpPr>
          <p:spPr>
            <a:xfrm>
              <a:off x="12287567" y="110427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" name="pt5434"/>
            <p:cNvSpPr/>
            <p:nvPr/>
          </p:nvSpPr>
          <p:spPr>
            <a:xfrm>
              <a:off x="12559937" y="11063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" name="pt5435"/>
            <p:cNvSpPr/>
            <p:nvPr/>
          </p:nvSpPr>
          <p:spPr>
            <a:xfrm>
              <a:off x="12391025" y="110865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" name="pt5436"/>
            <p:cNvSpPr/>
            <p:nvPr/>
          </p:nvSpPr>
          <p:spPr>
            <a:xfrm>
              <a:off x="12676767" y="106347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" name="pt5437"/>
            <p:cNvSpPr/>
            <p:nvPr/>
          </p:nvSpPr>
          <p:spPr>
            <a:xfrm>
              <a:off x="12791486" y="106479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" name="pt5438"/>
            <p:cNvSpPr/>
            <p:nvPr/>
          </p:nvSpPr>
          <p:spPr>
            <a:xfrm>
              <a:off x="13189132" y="105804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" name="pt5439"/>
            <p:cNvSpPr/>
            <p:nvPr/>
          </p:nvSpPr>
          <p:spPr>
            <a:xfrm>
              <a:off x="12876646" y="105539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" name="pt5440"/>
            <p:cNvSpPr/>
            <p:nvPr/>
          </p:nvSpPr>
          <p:spPr>
            <a:xfrm>
              <a:off x="12173551" y="108914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" name="pt5441"/>
            <p:cNvSpPr/>
            <p:nvPr/>
          </p:nvSpPr>
          <p:spPr>
            <a:xfrm>
              <a:off x="12172144" y="108403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" name="pt5442"/>
            <p:cNvSpPr/>
            <p:nvPr/>
          </p:nvSpPr>
          <p:spPr>
            <a:xfrm>
              <a:off x="12213668" y="109450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" name="pt5443"/>
            <p:cNvSpPr/>
            <p:nvPr/>
          </p:nvSpPr>
          <p:spPr>
            <a:xfrm>
              <a:off x="12185516" y="110119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" name="pt5444"/>
            <p:cNvSpPr/>
            <p:nvPr/>
          </p:nvSpPr>
          <p:spPr>
            <a:xfrm>
              <a:off x="12177070" y="108851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" name="pt5445"/>
            <p:cNvSpPr/>
            <p:nvPr/>
          </p:nvSpPr>
          <p:spPr>
            <a:xfrm>
              <a:off x="12193258" y="11006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" name="pt5446"/>
            <p:cNvSpPr/>
            <p:nvPr/>
          </p:nvSpPr>
          <p:spPr>
            <a:xfrm>
              <a:off x="12174959" y="109748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" name="pt5447"/>
            <p:cNvSpPr/>
            <p:nvPr/>
          </p:nvSpPr>
          <p:spPr>
            <a:xfrm>
              <a:off x="14200490" y="10626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" name="pt5448"/>
            <p:cNvSpPr/>
            <p:nvPr/>
          </p:nvSpPr>
          <p:spPr>
            <a:xfrm>
              <a:off x="14160374" y="105210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" name="pt5449"/>
            <p:cNvSpPr/>
            <p:nvPr/>
          </p:nvSpPr>
          <p:spPr>
            <a:xfrm>
              <a:off x="14495381" y="104993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" name="pt5450"/>
            <p:cNvSpPr/>
            <p:nvPr/>
          </p:nvSpPr>
          <p:spPr>
            <a:xfrm>
              <a:off x="11597844" y="109629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" name="pt5451"/>
            <p:cNvSpPr/>
            <p:nvPr/>
          </p:nvSpPr>
          <p:spPr>
            <a:xfrm>
              <a:off x="11687931" y="108079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" name="pt5452"/>
            <p:cNvSpPr/>
            <p:nvPr/>
          </p:nvSpPr>
          <p:spPr>
            <a:xfrm>
              <a:off x="12134842" y="110215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" name="pt5453"/>
            <p:cNvSpPr/>
            <p:nvPr/>
          </p:nvSpPr>
          <p:spPr>
            <a:xfrm>
              <a:off x="11852619" y="10848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" name="pt5454"/>
            <p:cNvSpPr/>
            <p:nvPr/>
          </p:nvSpPr>
          <p:spPr>
            <a:xfrm>
              <a:off x="11863176" y="110693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" name="pt5455"/>
            <p:cNvSpPr/>
            <p:nvPr/>
          </p:nvSpPr>
          <p:spPr>
            <a:xfrm>
              <a:off x="12280529" y="107994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" name="pt5456"/>
            <p:cNvSpPr/>
            <p:nvPr/>
          </p:nvSpPr>
          <p:spPr>
            <a:xfrm>
              <a:off x="12520524" y="108020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" name="pt5457"/>
            <p:cNvSpPr/>
            <p:nvPr/>
          </p:nvSpPr>
          <p:spPr>
            <a:xfrm>
              <a:off x="11941298" y="110095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" name="pt5458"/>
            <p:cNvSpPr/>
            <p:nvPr/>
          </p:nvSpPr>
          <p:spPr>
            <a:xfrm>
              <a:off x="12056721" y="108615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" name="pt5459"/>
            <p:cNvSpPr/>
            <p:nvPr/>
          </p:nvSpPr>
          <p:spPr>
            <a:xfrm>
              <a:off x="12412139" y="109667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" name="pt5460"/>
            <p:cNvSpPr/>
            <p:nvPr/>
          </p:nvSpPr>
          <p:spPr>
            <a:xfrm>
              <a:off x="12436068" y="103953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" name="pt5461"/>
            <p:cNvSpPr/>
            <p:nvPr/>
          </p:nvSpPr>
          <p:spPr>
            <a:xfrm>
              <a:off x="13099750" y="108615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" name="pt5462"/>
            <p:cNvSpPr/>
            <p:nvPr/>
          </p:nvSpPr>
          <p:spPr>
            <a:xfrm>
              <a:off x="13156757" y="108847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" name="pt5463"/>
            <p:cNvSpPr/>
            <p:nvPr/>
          </p:nvSpPr>
          <p:spPr>
            <a:xfrm>
              <a:off x="11602067" y="109824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" name="pt5464"/>
            <p:cNvSpPr/>
            <p:nvPr/>
          </p:nvSpPr>
          <p:spPr>
            <a:xfrm>
              <a:off x="11592214" y="109750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" name="pt5465"/>
            <p:cNvSpPr/>
            <p:nvPr/>
          </p:nvSpPr>
          <p:spPr>
            <a:xfrm>
              <a:off x="12779522" y="107950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" name="pt5466"/>
            <p:cNvSpPr/>
            <p:nvPr/>
          </p:nvSpPr>
          <p:spPr>
            <a:xfrm>
              <a:off x="12243931" y="106765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" name="pt5467"/>
            <p:cNvSpPr/>
            <p:nvPr/>
          </p:nvSpPr>
          <p:spPr>
            <a:xfrm>
              <a:off x="12294605" y="106634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" name="pt5468"/>
            <p:cNvSpPr/>
            <p:nvPr/>
          </p:nvSpPr>
          <p:spPr>
            <a:xfrm>
              <a:off x="12291086" y="106255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" name="pt5469"/>
            <p:cNvSpPr/>
            <p:nvPr/>
          </p:nvSpPr>
          <p:spPr>
            <a:xfrm>
              <a:off x="12117247" y="110274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" name="pt5470"/>
            <p:cNvSpPr/>
            <p:nvPr/>
          </p:nvSpPr>
          <p:spPr>
            <a:xfrm>
              <a:off x="12235486" y="10926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" name="pt5471"/>
            <p:cNvSpPr/>
            <p:nvPr/>
          </p:nvSpPr>
          <p:spPr>
            <a:xfrm>
              <a:off x="12366392" y="109374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" name="pt5472"/>
            <p:cNvSpPr/>
            <p:nvPr/>
          </p:nvSpPr>
          <p:spPr>
            <a:xfrm>
              <a:off x="12239005" y="109441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" name="pt5473"/>
            <p:cNvSpPr/>
            <p:nvPr/>
          </p:nvSpPr>
          <p:spPr>
            <a:xfrm>
              <a:off x="12241116" y="109424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" name="pt5474"/>
            <p:cNvSpPr/>
            <p:nvPr/>
          </p:nvSpPr>
          <p:spPr>
            <a:xfrm>
              <a:off x="12203111" y="107869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" name="pt5475"/>
            <p:cNvSpPr/>
            <p:nvPr/>
          </p:nvSpPr>
          <p:spPr>
            <a:xfrm>
              <a:off x="12288270" y="106706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" name="pt5476"/>
            <p:cNvSpPr/>
            <p:nvPr/>
          </p:nvSpPr>
          <p:spPr>
            <a:xfrm>
              <a:off x="13120864" y="108025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" name="pt5477"/>
            <p:cNvSpPr/>
            <p:nvPr/>
          </p:nvSpPr>
          <p:spPr>
            <a:xfrm>
              <a:off x="12990661" y="108112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" name="pt5478"/>
            <p:cNvSpPr/>
            <p:nvPr/>
          </p:nvSpPr>
          <p:spPr>
            <a:xfrm>
              <a:off x="12856236" y="108321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" name="pt5479"/>
            <p:cNvSpPr/>
            <p:nvPr/>
          </p:nvSpPr>
          <p:spPr>
            <a:xfrm>
              <a:off x="13248955" y="10649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" name="pt5480"/>
            <p:cNvSpPr/>
            <p:nvPr/>
          </p:nvSpPr>
          <p:spPr>
            <a:xfrm>
              <a:off x="12737294" y="109808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" name="pt5481"/>
            <p:cNvSpPr/>
            <p:nvPr/>
          </p:nvSpPr>
          <p:spPr>
            <a:xfrm>
              <a:off x="11704118" y="107129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" name="pt5482"/>
            <p:cNvSpPr/>
            <p:nvPr/>
          </p:nvSpPr>
          <p:spPr>
            <a:xfrm>
              <a:off x="11793500" y="108891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" name="pt5483"/>
            <p:cNvSpPr/>
            <p:nvPr/>
          </p:nvSpPr>
          <p:spPr>
            <a:xfrm>
              <a:off x="11820245" y="107599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" name="pt5484"/>
            <p:cNvSpPr/>
            <p:nvPr/>
          </p:nvSpPr>
          <p:spPr>
            <a:xfrm>
              <a:off x="11604179" y="109576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" name="pt5485"/>
            <p:cNvSpPr/>
            <p:nvPr/>
          </p:nvSpPr>
          <p:spPr>
            <a:xfrm>
              <a:off x="11830098" y="110382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" name="pt5486"/>
            <p:cNvSpPr/>
            <p:nvPr/>
          </p:nvSpPr>
          <p:spPr>
            <a:xfrm>
              <a:off x="12317126" y="108797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" name="pt5487"/>
            <p:cNvSpPr/>
            <p:nvPr/>
          </p:nvSpPr>
          <p:spPr>
            <a:xfrm>
              <a:off x="12198184" y="109534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" name="pt5488"/>
            <p:cNvSpPr/>
            <p:nvPr/>
          </p:nvSpPr>
          <p:spPr>
            <a:xfrm>
              <a:off x="12999810" y="104991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" name="pt5489"/>
            <p:cNvSpPr/>
            <p:nvPr/>
          </p:nvSpPr>
          <p:spPr>
            <a:xfrm>
              <a:off x="13069486" y="106429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" name="pt5490"/>
            <p:cNvSpPr/>
            <p:nvPr/>
          </p:nvSpPr>
          <p:spPr>
            <a:xfrm>
              <a:off x="14109700" y="108858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" name="pt5491"/>
            <p:cNvSpPr/>
            <p:nvPr/>
          </p:nvSpPr>
          <p:spPr>
            <a:xfrm>
              <a:off x="13830292" y="109336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" name="pt5492"/>
            <p:cNvSpPr/>
            <p:nvPr/>
          </p:nvSpPr>
          <p:spPr>
            <a:xfrm>
              <a:off x="14015391" y="109202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" name="pt5493"/>
            <p:cNvSpPr/>
            <p:nvPr/>
          </p:nvSpPr>
          <p:spPr>
            <a:xfrm>
              <a:off x="14439781" y="110134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" name="pt5494"/>
            <p:cNvSpPr/>
            <p:nvPr/>
          </p:nvSpPr>
          <p:spPr>
            <a:xfrm>
              <a:off x="11562655" y="110182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" name="pt5495"/>
            <p:cNvSpPr/>
            <p:nvPr/>
          </p:nvSpPr>
          <p:spPr>
            <a:xfrm>
              <a:off x="11609105" y="111294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" name="pt5496"/>
            <p:cNvSpPr/>
            <p:nvPr/>
          </p:nvSpPr>
          <p:spPr>
            <a:xfrm>
              <a:off x="11804761" y="107494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" name="pt5497"/>
            <p:cNvSpPr/>
            <p:nvPr/>
          </p:nvSpPr>
          <p:spPr>
            <a:xfrm>
              <a:off x="13059633" y="106901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" name="pt5498"/>
            <p:cNvSpPr/>
            <p:nvPr/>
          </p:nvSpPr>
          <p:spPr>
            <a:xfrm>
              <a:off x="13194059" y="109219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" name="pt5499"/>
            <p:cNvSpPr/>
            <p:nvPr/>
          </p:nvSpPr>
          <p:spPr>
            <a:xfrm>
              <a:off x="13468540" y="109930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" name="pt5500"/>
            <p:cNvSpPr/>
            <p:nvPr/>
          </p:nvSpPr>
          <p:spPr>
            <a:xfrm>
              <a:off x="13339041" y="109193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" name="pt5501"/>
            <p:cNvSpPr/>
            <p:nvPr/>
          </p:nvSpPr>
          <p:spPr>
            <a:xfrm>
              <a:off x="14068880" y="107136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" name="pt5502"/>
            <p:cNvSpPr/>
            <p:nvPr/>
          </p:nvSpPr>
          <p:spPr>
            <a:xfrm>
              <a:off x="13301740" y="107726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" name="pt5503"/>
            <p:cNvSpPr/>
            <p:nvPr/>
          </p:nvSpPr>
          <p:spPr>
            <a:xfrm>
              <a:off x="12522635" y="105851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" name="pt5504"/>
            <p:cNvSpPr/>
            <p:nvPr/>
          </p:nvSpPr>
          <p:spPr>
            <a:xfrm>
              <a:off x="11549986" y="107079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" name="pt5505"/>
            <p:cNvSpPr/>
            <p:nvPr/>
          </p:nvSpPr>
          <p:spPr>
            <a:xfrm>
              <a:off x="13091304" y="109183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" name="pt5506"/>
            <p:cNvSpPr/>
            <p:nvPr/>
          </p:nvSpPr>
          <p:spPr>
            <a:xfrm>
              <a:off x="12965324" y="108418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" name="pt5507"/>
            <p:cNvSpPr/>
            <p:nvPr/>
          </p:nvSpPr>
          <p:spPr>
            <a:xfrm>
              <a:off x="12992069" y="108999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" name="pt5508"/>
            <p:cNvSpPr/>
            <p:nvPr/>
          </p:nvSpPr>
          <p:spPr>
            <a:xfrm>
              <a:off x="13410828" y="107921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" name="pt5509"/>
            <p:cNvSpPr/>
            <p:nvPr/>
          </p:nvSpPr>
          <p:spPr>
            <a:xfrm>
              <a:off x="11863880" y="109871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" name="pt5510"/>
            <p:cNvSpPr/>
            <p:nvPr/>
          </p:nvSpPr>
          <p:spPr>
            <a:xfrm>
              <a:off x="12815415" y="107690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" name="pt5511"/>
            <p:cNvSpPr/>
            <p:nvPr/>
          </p:nvSpPr>
          <p:spPr>
            <a:xfrm>
              <a:off x="11560543" y="107666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" name="pt5512"/>
            <p:cNvSpPr/>
            <p:nvPr/>
          </p:nvSpPr>
          <p:spPr>
            <a:xfrm>
              <a:off x="11626700" y="109778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" name="pt5513"/>
            <p:cNvSpPr/>
            <p:nvPr/>
          </p:nvSpPr>
          <p:spPr>
            <a:xfrm>
              <a:off x="11663298" y="111134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" name="pt5514"/>
            <p:cNvSpPr/>
            <p:nvPr/>
          </p:nvSpPr>
          <p:spPr>
            <a:xfrm>
              <a:off x="13596631" y="109180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" name="pt5515"/>
            <p:cNvSpPr/>
            <p:nvPr/>
          </p:nvSpPr>
          <p:spPr>
            <a:xfrm>
              <a:off x="13581851" y="107872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" name="pt5516"/>
            <p:cNvSpPr/>
            <p:nvPr/>
          </p:nvSpPr>
          <p:spPr>
            <a:xfrm>
              <a:off x="13377750" y="108117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" name="pt5517"/>
            <p:cNvSpPr/>
            <p:nvPr/>
          </p:nvSpPr>
          <p:spPr>
            <a:xfrm>
              <a:off x="14051285" y="106517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" name="pt5518"/>
            <p:cNvSpPr/>
            <p:nvPr/>
          </p:nvSpPr>
          <p:spPr>
            <a:xfrm>
              <a:off x="11503536" y="109042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" name="pt5519"/>
            <p:cNvSpPr/>
            <p:nvPr/>
          </p:nvSpPr>
          <p:spPr>
            <a:xfrm>
              <a:off x="11506351" y="106543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" name="pt5520"/>
            <p:cNvSpPr/>
            <p:nvPr/>
          </p:nvSpPr>
          <p:spPr>
            <a:xfrm>
              <a:off x="11509870" y="106580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" name="pt5521"/>
            <p:cNvSpPr/>
            <p:nvPr/>
          </p:nvSpPr>
          <p:spPr>
            <a:xfrm>
              <a:off x="12199592" y="110392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" name="pt5522"/>
            <p:cNvSpPr/>
            <p:nvPr/>
          </p:nvSpPr>
          <p:spPr>
            <a:xfrm>
              <a:off x="13075821" y="109544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" name="pt5523"/>
            <p:cNvSpPr/>
            <p:nvPr/>
          </p:nvSpPr>
          <p:spPr>
            <a:xfrm>
              <a:off x="11965931" y="110641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" name="pt5524"/>
            <p:cNvSpPr/>
            <p:nvPr/>
          </p:nvSpPr>
          <p:spPr>
            <a:xfrm>
              <a:off x="12766149" y="109509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" name="pl5525"/>
            <p:cNvSpPr/>
            <p:nvPr/>
          </p:nvSpPr>
          <p:spPr>
            <a:xfrm>
              <a:off x="11583311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526" name="pl5526"/>
            <p:cNvSpPr/>
            <p:nvPr/>
          </p:nvSpPr>
          <p:spPr>
            <a:xfrm>
              <a:off x="11193776" y="10933425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527" name="pg5527"/>
            <p:cNvSpPr/>
            <p:nvPr/>
          </p:nvSpPr>
          <p:spPr>
            <a:xfrm>
              <a:off x="11193776" y="9974678"/>
              <a:ext cx="639613" cy="257331"/>
            </a:xfrm>
            <a:custGeom>
              <a:avLst/>
              <a:pathLst>
                <a:path w="639613" h="257331">
                  <a:moveTo>
                    <a:pt x="0" y="257331"/>
                  </a:moveTo>
                  <a:lnTo>
                    <a:pt x="614467" y="257331"/>
                  </a:lnTo>
                  <a:lnTo>
                    <a:pt x="613455" y="257311"/>
                  </a:lnTo>
                  <a:lnTo>
                    <a:pt x="617498" y="257148"/>
                  </a:lnTo>
                  <a:lnTo>
                    <a:pt x="621463" y="256339"/>
                  </a:lnTo>
                  <a:lnTo>
                    <a:pt x="625247" y="254904"/>
                  </a:lnTo>
                  <a:lnTo>
                    <a:pt x="628752" y="252880"/>
                  </a:lnTo>
                  <a:lnTo>
                    <a:pt x="631886" y="250321"/>
                  </a:lnTo>
                  <a:lnTo>
                    <a:pt x="634570" y="247292"/>
                  </a:lnTo>
                  <a:lnTo>
                    <a:pt x="636733" y="243871"/>
                  </a:lnTo>
                  <a:lnTo>
                    <a:pt x="638319" y="240148"/>
                  </a:lnTo>
                  <a:lnTo>
                    <a:pt x="639288" y="236219"/>
                  </a:lnTo>
                  <a:lnTo>
                    <a:pt x="639613" y="232185"/>
                  </a:lnTo>
                  <a:lnTo>
                    <a:pt x="6396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" name="tx5528"/>
            <p:cNvSpPr/>
            <p:nvPr/>
          </p:nvSpPr>
          <p:spPr>
            <a:xfrm>
              <a:off x="10921902" y="9887294"/>
              <a:ext cx="869577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</a:t>
              </a:r>
            </a:p>
          </p:txBody>
        </p:sp>
        <p:sp>
          <p:nvSpPr>
            <p:cNvPr id="5529" name="tx5529"/>
            <p:cNvSpPr/>
            <p:nvPr/>
          </p:nvSpPr>
          <p:spPr>
            <a:xfrm>
              <a:off x="11185817" y="10058994"/>
              <a:ext cx="60566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17 (8.6%)</a:t>
              </a:r>
            </a:p>
          </p:txBody>
        </p:sp>
        <p:sp>
          <p:nvSpPr>
            <p:cNvPr id="5530" name="pg5530"/>
            <p:cNvSpPr/>
            <p:nvPr/>
          </p:nvSpPr>
          <p:spPr>
            <a:xfrm>
              <a:off x="11193776" y="11143779"/>
              <a:ext cx="639613" cy="257331"/>
            </a:xfrm>
            <a:custGeom>
              <a:avLst/>
              <a:pathLst>
                <a:path w="639613" h="257331">
                  <a:moveTo>
                    <a:pt x="639613" y="257331"/>
                  </a:moveTo>
                  <a:lnTo>
                    <a:pt x="639613" y="25146"/>
                  </a:lnTo>
                  <a:lnTo>
                    <a:pt x="639288" y="21112"/>
                  </a:lnTo>
                  <a:lnTo>
                    <a:pt x="638319" y="17183"/>
                  </a:lnTo>
                  <a:lnTo>
                    <a:pt x="636733" y="13460"/>
                  </a:lnTo>
                  <a:lnTo>
                    <a:pt x="634570" y="10039"/>
                  </a:lnTo>
                  <a:lnTo>
                    <a:pt x="631886" y="7010"/>
                  </a:lnTo>
                  <a:lnTo>
                    <a:pt x="628752" y="4451"/>
                  </a:lnTo>
                  <a:lnTo>
                    <a:pt x="625247" y="2427"/>
                  </a:lnTo>
                  <a:lnTo>
                    <a:pt x="621463" y="992"/>
                  </a:lnTo>
                  <a:lnTo>
                    <a:pt x="617498" y="183"/>
                  </a:lnTo>
                  <a:lnTo>
                    <a:pt x="614467" y="0"/>
                  </a:lnTo>
                  <a:lnTo>
                    <a:pt x="0" y="0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" name="tx5531"/>
            <p:cNvSpPr/>
            <p:nvPr/>
          </p:nvSpPr>
          <p:spPr>
            <a:xfrm>
              <a:off x="10914057" y="11156289"/>
              <a:ext cx="877422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Negative</a:t>
              </a:r>
            </a:p>
          </p:txBody>
        </p:sp>
        <p:sp>
          <p:nvSpPr>
            <p:cNvPr id="5532" name="tx5532"/>
            <p:cNvSpPr/>
            <p:nvPr/>
          </p:nvSpPr>
          <p:spPr>
            <a:xfrm>
              <a:off x="11185817" y="11355752"/>
              <a:ext cx="60566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16 (8.1%)</a:t>
              </a:r>
            </a:p>
          </p:txBody>
        </p:sp>
        <p:sp>
          <p:nvSpPr>
            <p:cNvPr id="5533" name="pg5533"/>
            <p:cNvSpPr/>
            <p:nvPr/>
          </p:nvSpPr>
          <p:spPr>
            <a:xfrm>
              <a:off x="12240433" y="9974678"/>
              <a:ext cx="899032" cy="257331"/>
            </a:xfrm>
            <a:custGeom>
              <a:avLst/>
              <a:pathLst>
                <a:path w="899032" h="257331">
                  <a:moveTo>
                    <a:pt x="25145" y="257331"/>
                  </a:moveTo>
                  <a:lnTo>
                    <a:pt x="873886" y="257331"/>
                  </a:lnTo>
                  <a:lnTo>
                    <a:pt x="872873" y="257311"/>
                  </a:lnTo>
                  <a:lnTo>
                    <a:pt x="876917" y="257148"/>
                  </a:lnTo>
                  <a:lnTo>
                    <a:pt x="880882" y="256339"/>
                  </a:lnTo>
                  <a:lnTo>
                    <a:pt x="884666" y="254904"/>
                  </a:lnTo>
                  <a:lnTo>
                    <a:pt x="888170" y="252880"/>
                  </a:lnTo>
                  <a:lnTo>
                    <a:pt x="891305" y="250321"/>
                  </a:lnTo>
                  <a:lnTo>
                    <a:pt x="893989" y="247292"/>
                  </a:lnTo>
                  <a:lnTo>
                    <a:pt x="896151" y="243871"/>
                  </a:lnTo>
                  <a:lnTo>
                    <a:pt x="897738" y="240148"/>
                  </a:lnTo>
                  <a:lnTo>
                    <a:pt x="898706" y="236219"/>
                  </a:lnTo>
                  <a:lnTo>
                    <a:pt x="899032" y="232185"/>
                  </a:lnTo>
                  <a:lnTo>
                    <a:pt x="899032" y="0"/>
                  </a:lnTo>
                  <a:lnTo>
                    <a:pt x="0" y="0"/>
                  </a:lnTo>
                  <a:lnTo>
                    <a:pt x="0" y="232185"/>
                  </a:lnTo>
                  <a:lnTo>
                    <a:pt x="81" y="230162"/>
                  </a:lnTo>
                  <a:lnTo>
                    <a:pt x="81" y="234209"/>
                  </a:lnTo>
                  <a:lnTo>
                    <a:pt x="730" y="238203"/>
                  </a:lnTo>
                  <a:lnTo>
                    <a:pt x="2012" y="242042"/>
                  </a:lnTo>
                  <a:lnTo>
                    <a:pt x="3892" y="245625"/>
                  </a:lnTo>
                  <a:lnTo>
                    <a:pt x="6323" y="248860"/>
                  </a:lnTo>
                  <a:lnTo>
                    <a:pt x="9242" y="251664"/>
                  </a:lnTo>
                  <a:lnTo>
                    <a:pt x="12573" y="253962"/>
                  </a:lnTo>
                  <a:lnTo>
                    <a:pt x="16229" y="255697"/>
                  </a:lnTo>
                  <a:lnTo>
                    <a:pt x="20116" y="256823"/>
                  </a:lnTo>
                  <a:lnTo>
                    <a:pt x="24133" y="257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" name="tx5534"/>
            <p:cNvSpPr/>
            <p:nvPr/>
          </p:nvSpPr>
          <p:spPr>
            <a:xfrm>
              <a:off x="12282343" y="9887294"/>
              <a:ext cx="8152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</a:t>
              </a:r>
            </a:p>
          </p:txBody>
        </p:sp>
        <p:sp>
          <p:nvSpPr>
            <p:cNvPr id="5535" name="tx5535"/>
            <p:cNvSpPr/>
            <p:nvPr/>
          </p:nvSpPr>
          <p:spPr>
            <a:xfrm>
              <a:off x="12453011" y="10058994"/>
              <a:ext cx="644543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130 (66%)</a:t>
              </a:r>
            </a:p>
          </p:txBody>
        </p:sp>
        <p:sp>
          <p:nvSpPr>
            <p:cNvPr id="5536" name="pg5536"/>
            <p:cNvSpPr/>
            <p:nvPr/>
          </p:nvSpPr>
          <p:spPr>
            <a:xfrm>
              <a:off x="12123857" y="11143779"/>
              <a:ext cx="1015608" cy="257331"/>
            </a:xfrm>
            <a:custGeom>
              <a:avLst/>
              <a:pathLst>
                <a:path w="1015608" h="257331">
                  <a:moveTo>
                    <a:pt x="1015608" y="257331"/>
                  </a:moveTo>
                  <a:lnTo>
                    <a:pt x="1015608" y="25146"/>
                  </a:lnTo>
                  <a:lnTo>
                    <a:pt x="1015282" y="21112"/>
                  </a:lnTo>
                  <a:lnTo>
                    <a:pt x="1014313" y="17183"/>
                  </a:lnTo>
                  <a:lnTo>
                    <a:pt x="1012727" y="13460"/>
                  </a:lnTo>
                  <a:lnTo>
                    <a:pt x="1010564" y="10039"/>
                  </a:lnTo>
                  <a:lnTo>
                    <a:pt x="1007881" y="7010"/>
                  </a:lnTo>
                  <a:lnTo>
                    <a:pt x="1004746" y="4451"/>
                  </a:lnTo>
                  <a:lnTo>
                    <a:pt x="1001241" y="2427"/>
                  </a:lnTo>
                  <a:lnTo>
                    <a:pt x="997458" y="992"/>
                  </a:lnTo>
                  <a:lnTo>
                    <a:pt x="993493" y="183"/>
                  </a:lnTo>
                  <a:lnTo>
                    <a:pt x="990462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" name="tx5537"/>
            <p:cNvSpPr/>
            <p:nvPr/>
          </p:nvSpPr>
          <p:spPr>
            <a:xfrm>
              <a:off x="12165767" y="11156289"/>
              <a:ext cx="931788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Negative</a:t>
              </a:r>
            </a:p>
          </p:txBody>
        </p:sp>
        <p:sp>
          <p:nvSpPr>
            <p:cNvPr id="5538" name="tx5538"/>
            <p:cNvSpPr/>
            <p:nvPr/>
          </p:nvSpPr>
          <p:spPr>
            <a:xfrm>
              <a:off x="12414198" y="11355752"/>
              <a:ext cx="683356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34 (17.3%)</a:t>
              </a:r>
            </a:p>
          </p:txBody>
        </p:sp>
        <p:sp>
          <p:nvSpPr>
            <p:cNvPr id="5539" name="rc5539"/>
            <p:cNvSpPr/>
            <p:nvPr/>
          </p:nvSpPr>
          <p:spPr>
            <a:xfrm>
              <a:off x="11193776" y="9974678"/>
              <a:ext cx="4372557" cy="142643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" name="tx5540"/>
            <p:cNvSpPr/>
            <p:nvPr/>
          </p:nvSpPr>
          <p:spPr>
            <a:xfrm>
              <a:off x="10938567" y="11229743"/>
              <a:ext cx="19257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-2.5</a:t>
              </a:r>
            </a:p>
          </p:txBody>
        </p:sp>
        <p:sp>
          <p:nvSpPr>
            <p:cNvPr id="5541" name="tx5541"/>
            <p:cNvSpPr/>
            <p:nvPr/>
          </p:nvSpPr>
          <p:spPr>
            <a:xfrm>
              <a:off x="10975784" y="10905554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5542" name="tx5542"/>
            <p:cNvSpPr/>
            <p:nvPr/>
          </p:nvSpPr>
          <p:spPr>
            <a:xfrm>
              <a:off x="10975784" y="10581365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2.5</a:t>
              </a:r>
            </a:p>
          </p:txBody>
        </p:sp>
        <p:sp>
          <p:nvSpPr>
            <p:cNvPr id="5543" name="tx5543"/>
            <p:cNvSpPr/>
            <p:nvPr/>
          </p:nvSpPr>
          <p:spPr>
            <a:xfrm>
              <a:off x="10975784" y="10257175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5.0</a:t>
              </a:r>
            </a:p>
          </p:txBody>
        </p:sp>
        <p:sp>
          <p:nvSpPr>
            <p:cNvPr id="5544" name="tx5544"/>
            <p:cNvSpPr/>
            <p:nvPr/>
          </p:nvSpPr>
          <p:spPr>
            <a:xfrm>
              <a:off x="10975784" y="9934350"/>
              <a:ext cx="155361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7.5</a:t>
              </a:r>
            </a:p>
          </p:txBody>
        </p:sp>
        <p:sp>
          <p:nvSpPr>
            <p:cNvPr id="5545" name="pl5545"/>
            <p:cNvSpPr/>
            <p:nvPr/>
          </p:nvSpPr>
          <p:spPr>
            <a:xfrm>
              <a:off x="11158981" y="1127143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" name="pl5546"/>
            <p:cNvSpPr/>
            <p:nvPr/>
          </p:nvSpPr>
          <p:spPr>
            <a:xfrm>
              <a:off x="11158981" y="1094724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" name="pl5547"/>
            <p:cNvSpPr/>
            <p:nvPr/>
          </p:nvSpPr>
          <p:spPr>
            <a:xfrm>
              <a:off x="11158981" y="1062305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" name="pl5548"/>
            <p:cNvSpPr/>
            <p:nvPr/>
          </p:nvSpPr>
          <p:spPr>
            <a:xfrm>
              <a:off x="11158981" y="1029886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" name="pl5549"/>
            <p:cNvSpPr/>
            <p:nvPr/>
          </p:nvSpPr>
          <p:spPr>
            <a:xfrm>
              <a:off x="11158981" y="997467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" name="pl5550"/>
            <p:cNvSpPr/>
            <p:nvPr/>
          </p:nvSpPr>
          <p:spPr>
            <a:xfrm>
              <a:off x="11572174" y="114011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" name="pl5551"/>
            <p:cNvSpPr/>
            <p:nvPr/>
          </p:nvSpPr>
          <p:spPr>
            <a:xfrm>
              <a:off x="12617035" y="114011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" name="pl5552"/>
            <p:cNvSpPr/>
            <p:nvPr/>
          </p:nvSpPr>
          <p:spPr>
            <a:xfrm>
              <a:off x="13661895" y="114011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" name="pl5553"/>
            <p:cNvSpPr/>
            <p:nvPr/>
          </p:nvSpPr>
          <p:spPr>
            <a:xfrm>
              <a:off x="14706755" y="114011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" name="tx5554"/>
            <p:cNvSpPr/>
            <p:nvPr/>
          </p:nvSpPr>
          <p:spPr>
            <a:xfrm>
              <a:off x="11541097" y="1146204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5555" name="tx5555"/>
            <p:cNvSpPr/>
            <p:nvPr/>
          </p:nvSpPr>
          <p:spPr>
            <a:xfrm>
              <a:off x="12554879" y="114620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5556" name="tx5556"/>
            <p:cNvSpPr/>
            <p:nvPr/>
          </p:nvSpPr>
          <p:spPr>
            <a:xfrm>
              <a:off x="13599739" y="114620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5557" name="tx5557"/>
            <p:cNvSpPr/>
            <p:nvPr/>
          </p:nvSpPr>
          <p:spPr>
            <a:xfrm>
              <a:off x="14644600" y="11461995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5558" name="tx5558"/>
            <p:cNvSpPr/>
            <p:nvPr/>
          </p:nvSpPr>
          <p:spPr>
            <a:xfrm>
              <a:off x="12522243" y="11581730"/>
              <a:ext cx="171562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Centiloids, Amyloid PET (Z)</a:t>
              </a:r>
            </a:p>
          </p:txBody>
        </p:sp>
        <p:sp>
          <p:nvSpPr>
            <p:cNvPr id="5559" name="tx5559"/>
            <p:cNvSpPr/>
            <p:nvPr/>
          </p:nvSpPr>
          <p:spPr>
            <a:xfrm rot="-5400000">
              <a:off x="10177198" y="10622342"/>
              <a:ext cx="125000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Alamar pTau181 (Z)</a:t>
              </a:r>
            </a:p>
          </p:txBody>
        </p:sp>
        <p:sp>
          <p:nvSpPr>
            <p:cNvPr id="5560" name="tx5560"/>
            <p:cNvSpPr/>
            <p:nvPr/>
          </p:nvSpPr>
          <p:spPr>
            <a:xfrm>
              <a:off x="11193776" y="9742896"/>
              <a:ext cx="158390" cy="1240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S.</a:t>
              </a:r>
            </a:p>
          </p:txBody>
        </p:sp>
        <p:sp>
          <p:nvSpPr>
            <p:cNvPr id="5561" name="rc5561"/>
            <p:cNvSpPr/>
            <p:nvPr/>
          </p:nvSpPr>
          <p:spPr>
            <a:xfrm>
              <a:off x="16292827" y="9677400"/>
              <a:ext cx="1978029" cy="21335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62" name="pl5562"/>
            <p:cNvSpPr/>
            <p:nvPr/>
          </p:nvSpPr>
          <p:spPr>
            <a:xfrm>
              <a:off x="16937463" y="1109214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" name="pl5563"/>
            <p:cNvSpPr/>
            <p:nvPr/>
          </p:nvSpPr>
          <p:spPr>
            <a:xfrm>
              <a:off x="16937463" y="1080923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" name="pl5564"/>
            <p:cNvSpPr/>
            <p:nvPr/>
          </p:nvSpPr>
          <p:spPr>
            <a:xfrm>
              <a:off x="16937463" y="1052631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" name="pl5565"/>
            <p:cNvSpPr/>
            <p:nvPr/>
          </p:nvSpPr>
          <p:spPr>
            <a:xfrm>
              <a:off x="16937463" y="1024340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" name="pl5566"/>
            <p:cNvSpPr/>
            <p:nvPr/>
          </p:nvSpPr>
          <p:spPr>
            <a:xfrm>
              <a:off x="17135503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" name="pl5567"/>
            <p:cNvSpPr/>
            <p:nvPr/>
          </p:nvSpPr>
          <p:spPr>
            <a:xfrm>
              <a:off x="17418418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" name="pl5568"/>
            <p:cNvSpPr/>
            <p:nvPr/>
          </p:nvSpPr>
          <p:spPr>
            <a:xfrm>
              <a:off x="17701333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" name="pl5569"/>
            <p:cNvSpPr/>
            <p:nvPr/>
          </p:nvSpPr>
          <p:spPr>
            <a:xfrm>
              <a:off x="17984248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" name="pl5570"/>
            <p:cNvSpPr/>
            <p:nvPr/>
          </p:nvSpPr>
          <p:spPr>
            <a:xfrm>
              <a:off x="16937463" y="1123360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" name="pl5571"/>
            <p:cNvSpPr/>
            <p:nvPr/>
          </p:nvSpPr>
          <p:spPr>
            <a:xfrm>
              <a:off x="16937463" y="1095069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" name="pl5572"/>
            <p:cNvSpPr/>
            <p:nvPr/>
          </p:nvSpPr>
          <p:spPr>
            <a:xfrm>
              <a:off x="16937463" y="1066777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" name="pl5573"/>
            <p:cNvSpPr/>
            <p:nvPr/>
          </p:nvSpPr>
          <p:spPr>
            <a:xfrm>
              <a:off x="16937463" y="1038486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" name="pl5574"/>
            <p:cNvSpPr/>
            <p:nvPr/>
          </p:nvSpPr>
          <p:spPr>
            <a:xfrm>
              <a:off x="16937463" y="1010194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" name="pl5575"/>
            <p:cNvSpPr/>
            <p:nvPr/>
          </p:nvSpPr>
          <p:spPr>
            <a:xfrm>
              <a:off x="16994046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" name="pl5576"/>
            <p:cNvSpPr/>
            <p:nvPr/>
          </p:nvSpPr>
          <p:spPr>
            <a:xfrm>
              <a:off x="17276961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" name="pl5577"/>
            <p:cNvSpPr/>
            <p:nvPr/>
          </p:nvSpPr>
          <p:spPr>
            <a:xfrm>
              <a:off x="17559876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" name="pl5578"/>
            <p:cNvSpPr/>
            <p:nvPr/>
          </p:nvSpPr>
          <p:spPr>
            <a:xfrm>
              <a:off x="17842791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" name="pl5579"/>
            <p:cNvSpPr/>
            <p:nvPr/>
          </p:nvSpPr>
          <p:spPr>
            <a:xfrm>
              <a:off x="18125706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" name="pl5580"/>
            <p:cNvSpPr/>
            <p:nvPr/>
          </p:nvSpPr>
          <p:spPr>
            <a:xfrm>
              <a:off x="16994046" y="10101946"/>
              <a:ext cx="1131660" cy="1131660"/>
            </a:xfrm>
            <a:custGeom>
              <a:avLst/>
              <a:pathLst>
                <a:path w="1131660" h="1131660">
                  <a:moveTo>
                    <a:pt x="0" y="1131660"/>
                  </a:moveTo>
                  <a:lnTo>
                    <a:pt x="0" y="1124759"/>
                  </a:lnTo>
                  <a:lnTo>
                    <a:pt x="0" y="1117859"/>
                  </a:lnTo>
                  <a:lnTo>
                    <a:pt x="0" y="1110958"/>
                  </a:lnTo>
                  <a:lnTo>
                    <a:pt x="0" y="1104058"/>
                  </a:lnTo>
                  <a:lnTo>
                    <a:pt x="0" y="1097158"/>
                  </a:lnTo>
                  <a:lnTo>
                    <a:pt x="0" y="1090257"/>
                  </a:lnTo>
                  <a:lnTo>
                    <a:pt x="0" y="1083357"/>
                  </a:lnTo>
                  <a:lnTo>
                    <a:pt x="0" y="1076457"/>
                  </a:lnTo>
                  <a:lnTo>
                    <a:pt x="0" y="1069556"/>
                  </a:lnTo>
                  <a:lnTo>
                    <a:pt x="0" y="1062656"/>
                  </a:lnTo>
                  <a:lnTo>
                    <a:pt x="0" y="1055756"/>
                  </a:lnTo>
                  <a:lnTo>
                    <a:pt x="0" y="1048855"/>
                  </a:lnTo>
                  <a:lnTo>
                    <a:pt x="0" y="1041955"/>
                  </a:lnTo>
                  <a:lnTo>
                    <a:pt x="0" y="1035054"/>
                  </a:lnTo>
                  <a:lnTo>
                    <a:pt x="0" y="1028154"/>
                  </a:lnTo>
                  <a:lnTo>
                    <a:pt x="0" y="1021254"/>
                  </a:lnTo>
                  <a:lnTo>
                    <a:pt x="0" y="1014353"/>
                  </a:lnTo>
                  <a:lnTo>
                    <a:pt x="0" y="1007453"/>
                  </a:lnTo>
                  <a:lnTo>
                    <a:pt x="0" y="1000553"/>
                  </a:lnTo>
                  <a:lnTo>
                    <a:pt x="0" y="993652"/>
                  </a:lnTo>
                  <a:lnTo>
                    <a:pt x="0" y="986752"/>
                  </a:lnTo>
                  <a:lnTo>
                    <a:pt x="0" y="979852"/>
                  </a:lnTo>
                  <a:lnTo>
                    <a:pt x="0" y="972951"/>
                  </a:lnTo>
                  <a:lnTo>
                    <a:pt x="0" y="966051"/>
                  </a:lnTo>
                  <a:lnTo>
                    <a:pt x="0" y="959150"/>
                  </a:lnTo>
                  <a:lnTo>
                    <a:pt x="0" y="952250"/>
                  </a:lnTo>
                  <a:lnTo>
                    <a:pt x="0" y="945350"/>
                  </a:lnTo>
                  <a:lnTo>
                    <a:pt x="0" y="938449"/>
                  </a:lnTo>
                  <a:lnTo>
                    <a:pt x="34292" y="938449"/>
                  </a:lnTo>
                  <a:lnTo>
                    <a:pt x="34292" y="931549"/>
                  </a:lnTo>
                  <a:lnTo>
                    <a:pt x="68585" y="931549"/>
                  </a:lnTo>
                  <a:lnTo>
                    <a:pt x="68585" y="924649"/>
                  </a:lnTo>
                  <a:lnTo>
                    <a:pt x="68585" y="917748"/>
                  </a:lnTo>
                  <a:lnTo>
                    <a:pt x="68585" y="910848"/>
                  </a:lnTo>
                  <a:lnTo>
                    <a:pt x="68585" y="903947"/>
                  </a:lnTo>
                  <a:lnTo>
                    <a:pt x="68585" y="897047"/>
                  </a:lnTo>
                  <a:lnTo>
                    <a:pt x="68585" y="890147"/>
                  </a:lnTo>
                  <a:lnTo>
                    <a:pt x="68585" y="883246"/>
                  </a:lnTo>
                  <a:lnTo>
                    <a:pt x="68585" y="876346"/>
                  </a:lnTo>
                  <a:lnTo>
                    <a:pt x="68585" y="869446"/>
                  </a:lnTo>
                  <a:lnTo>
                    <a:pt x="102878" y="869446"/>
                  </a:lnTo>
                  <a:lnTo>
                    <a:pt x="102878" y="862545"/>
                  </a:lnTo>
                  <a:lnTo>
                    <a:pt x="137170" y="862545"/>
                  </a:lnTo>
                  <a:lnTo>
                    <a:pt x="171463" y="862545"/>
                  </a:lnTo>
                  <a:lnTo>
                    <a:pt x="171463" y="855645"/>
                  </a:lnTo>
                  <a:lnTo>
                    <a:pt x="171463" y="848745"/>
                  </a:lnTo>
                  <a:lnTo>
                    <a:pt x="205756" y="848745"/>
                  </a:lnTo>
                  <a:lnTo>
                    <a:pt x="205756" y="841844"/>
                  </a:lnTo>
                  <a:lnTo>
                    <a:pt x="205756" y="834944"/>
                  </a:lnTo>
                  <a:lnTo>
                    <a:pt x="205756" y="828043"/>
                  </a:lnTo>
                  <a:lnTo>
                    <a:pt x="205756" y="821143"/>
                  </a:lnTo>
                  <a:lnTo>
                    <a:pt x="205756" y="814243"/>
                  </a:lnTo>
                  <a:lnTo>
                    <a:pt x="205756" y="807342"/>
                  </a:lnTo>
                  <a:lnTo>
                    <a:pt x="240049" y="807342"/>
                  </a:lnTo>
                  <a:lnTo>
                    <a:pt x="240049" y="800442"/>
                  </a:lnTo>
                  <a:lnTo>
                    <a:pt x="240049" y="793542"/>
                  </a:lnTo>
                  <a:lnTo>
                    <a:pt x="240049" y="786641"/>
                  </a:lnTo>
                  <a:lnTo>
                    <a:pt x="240049" y="779741"/>
                  </a:lnTo>
                  <a:lnTo>
                    <a:pt x="274341" y="779741"/>
                  </a:lnTo>
                  <a:lnTo>
                    <a:pt x="274341" y="772841"/>
                  </a:lnTo>
                  <a:lnTo>
                    <a:pt x="308634" y="772841"/>
                  </a:lnTo>
                  <a:lnTo>
                    <a:pt x="308634" y="765940"/>
                  </a:lnTo>
                  <a:lnTo>
                    <a:pt x="308634" y="759040"/>
                  </a:lnTo>
                  <a:lnTo>
                    <a:pt x="308634" y="752139"/>
                  </a:lnTo>
                  <a:lnTo>
                    <a:pt x="308634" y="745239"/>
                  </a:lnTo>
                  <a:lnTo>
                    <a:pt x="308634" y="738339"/>
                  </a:lnTo>
                  <a:lnTo>
                    <a:pt x="308634" y="731438"/>
                  </a:lnTo>
                  <a:lnTo>
                    <a:pt x="308634" y="724538"/>
                  </a:lnTo>
                  <a:lnTo>
                    <a:pt x="308634" y="717638"/>
                  </a:lnTo>
                  <a:lnTo>
                    <a:pt x="308634" y="710737"/>
                  </a:lnTo>
                  <a:lnTo>
                    <a:pt x="308634" y="703837"/>
                  </a:lnTo>
                  <a:lnTo>
                    <a:pt x="308634" y="696937"/>
                  </a:lnTo>
                  <a:lnTo>
                    <a:pt x="308634" y="690036"/>
                  </a:lnTo>
                  <a:lnTo>
                    <a:pt x="308634" y="683136"/>
                  </a:lnTo>
                  <a:lnTo>
                    <a:pt x="308634" y="676235"/>
                  </a:lnTo>
                  <a:lnTo>
                    <a:pt x="308634" y="669335"/>
                  </a:lnTo>
                  <a:lnTo>
                    <a:pt x="308634" y="662435"/>
                  </a:lnTo>
                  <a:lnTo>
                    <a:pt x="308634" y="655534"/>
                  </a:lnTo>
                  <a:lnTo>
                    <a:pt x="308634" y="648634"/>
                  </a:lnTo>
                  <a:lnTo>
                    <a:pt x="342927" y="648634"/>
                  </a:lnTo>
                  <a:lnTo>
                    <a:pt x="377220" y="648634"/>
                  </a:lnTo>
                  <a:lnTo>
                    <a:pt x="377220" y="641734"/>
                  </a:lnTo>
                  <a:lnTo>
                    <a:pt x="377220" y="634833"/>
                  </a:lnTo>
                  <a:lnTo>
                    <a:pt x="377220" y="627933"/>
                  </a:lnTo>
                  <a:lnTo>
                    <a:pt x="377220" y="621032"/>
                  </a:lnTo>
                  <a:lnTo>
                    <a:pt x="411512" y="621032"/>
                  </a:lnTo>
                  <a:lnTo>
                    <a:pt x="411512" y="614132"/>
                  </a:lnTo>
                  <a:lnTo>
                    <a:pt x="411512" y="607232"/>
                  </a:lnTo>
                  <a:lnTo>
                    <a:pt x="411512" y="600331"/>
                  </a:lnTo>
                  <a:lnTo>
                    <a:pt x="411512" y="593431"/>
                  </a:lnTo>
                  <a:lnTo>
                    <a:pt x="411512" y="586531"/>
                  </a:lnTo>
                  <a:lnTo>
                    <a:pt x="411512" y="579630"/>
                  </a:lnTo>
                  <a:lnTo>
                    <a:pt x="411512" y="572730"/>
                  </a:lnTo>
                  <a:lnTo>
                    <a:pt x="411512" y="565830"/>
                  </a:lnTo>
                  <a:lnTo>
                    <a:pt x="411512" y="558929"/>
                  </a:lnTo>
                  <a:lnTo>
                    <a:pt x="411512" y="552029"/>
                  </a:lnTo>
                  <a:lnTo>
                    <a:pt x="411512" y="545128"/>
                  </a:lnTo>
                  <a:lnTo>
                    <a:pt x="411512" y="538228"/>
                  </a:lnTo>
                  <a:lnTo>
                    <a:pt x="411512" y="531328"/>
                  </a:lnTo>
                  <a:lnTo>
                    <a:pt x="445805" y="531328"/>
                  </a:lnTo>
                  <a:lnTo>
                    <a:pt x="445805" y="524427"/>
                  </a:lnTo>
                  <a:lnTo>
                    <a:pt x="480098" y="524427"/>
                  </a:lnTo>
                  <a:lnTo>
                    <a:pt x="480098" y="517527"/>
                  </a:lnTo>
                  <a:lnTo>
                    <a:pt x="480098" y="510627"/>
                  </a:lnTo>
                  <a:lnTo>
                    <a:pt x="480098" y="503726"/>
                  </a:lnTo>
                  <a:lnTo>
                    <a:pt x="480098" y="496826"/>
                  </a:lnTo>
                  <a:lnTo>
                    <a:pt x="480098" y="489926"/>
                  </a:lnTo>
                  <a:lnTo>
                    <a:pt x="480098" y="483025"/>
                  </a:lnTo>
                  <a:lnTo>
                    <a:pt x="480098" y="476125"/>
                  </a:lnTo>
                  <a:lnTo>
                    <a:pt x="480098" y="469224"/>
                  </a:lnTo>
                  <a:lnTo>
                    <a:pt x="480098" y="462324"/>
                  </a:lnTo>
                  <a:lnTo>
                    <a:pt x="480098" y="455424"/>
                  </a:lnTo>
                  <a:lnTo>
                    <a:pt x="480098" y="448523"/>
                  </a:lnTo>
                  <a:lnTo>
                    <a:pt x="514390" y="448523"/>
                  </a:lnTo>
                  <a:lnTo>
                    <a:pt x="514390" y="441623"/>
                  </a:lnTo>
                  <a:lnTo>
                    <a:pt x="514390" y="434723"/>
                  </a:lnTo>
                  <a:lnTo>
                    <a:pt x="514390" y="427822"/>
                  </a:lnTo>
                  <a:lnTo>
                    <a:pt x="514390" y="420922"/>
                  </a:lnTo>
                  <a:lnTo>
                    <a:pt x="514390" y="414021"/>
                  </a:lnTo>
                  <a:lnTo>
                    <a:pt x="548683" y="414021"/>
                  </a:lnTo>
                  <a:lnTo>
                    <a:pt x="548683" y="407121"/>
                  </a:lnTo>
                  <a:lnTo>
                    <a:pt x="548683" y="400221"/>
                  </a:lnTo>
                  <a:lnTo>
                    <a:pt x="548683" y="393320"/>
                  </a:lnTo>
                  <a:lnTo>
                    <a:pt x="548683" y="386420"/>
                  </a:lnTo>
                  <a:lnTo>
                    <a:pt x="548683" y="379520"/>
                  </a:lnTo>
                  <a:lnTo>
                    <a:pt x="548683" y="372619"/>
                  </a:lnTo>
                  <a:lnTo>
                    <a:pt x="548683" y="365719"/>
                  </a:lnTo>
                  <a:lnTo>
                    <a:pt x="548683" y="358819"/>
                  </a:lnTo>
                  <a:lnTo>
                    <a:pt x="548683" y="351918"/>
                  </a:lnTo>
                  <a:lnTo>
                    <a:pt x="548683" y="345018"/>
                  </a:lnTo>
                  <a:lnTo>
                    <a:pt x="548683" y="338117"/>
                  </a:lnTo>
                  <a:lnTo>
                    <a:pt x="582976" y="338117"/>
                  </a:lnTo>
                  <a:lnTo>
                    <a:pt x="582976" y="331217"/>
                  </a:lnTo>
                  <a:lnTo>
                    <a:pt x="582976" y="324317"/>
                  </a:lnTo>
                  <a:lnTo>
                    <a:pt x="582976" y="317416"/>
                  </a:lnTo>
                  <a:lnTo>
                    <a:pt x="582976" y="310516"/>
                  </a:lnTo>
                  <a:lnTo>
                    <a:pt x="582976" y="303616"/>
                  </a:lnTo>
                  <a:lnTo>
                    <a:pt x="582976" y="296715"/>
                  </a:lnTo>
                  <a:lnTo>
                    <a:pt x="582976" y="289815"/>
                  </a:lnTo>
                  <a:lnTo>
                    <a:pt x="582976" y="282915"/>
                  </a:lnTo>
                  <a:lnTo>
                    <a:pt x="582976" y="276014"/>
                  </a:lnTo>
                  <a:lnTo>
                    <a:pt x="582976" y="269114"/>
                  </a:lnTo>
                  <a:lnTo>
                    <a:pt x="582976" y="262213"/>
                  </a:lnTo>
                  <a:lnTo>
                    <a:pt x="582976" y="255313"/>
                  </a:lnTo>
                  <a:lnTo>
                    <a:pt x="582976" y="248413"/>
                  </a:lnTo>
                  <a:lnTo>
                    <a:pt x="582976" y="241512"/>
                  </a:lnTo>
                  <a:lnTo>
                    <a:pt x="582976" y="234612"/>
                  </a:lnTo>
                  <a:lnTo>
                    <a:pt x="617269" y="234612"/>
                  </a:lnTo>
                  <a:lnTo>
                    <a:pt x="651561" y="234612"/>
                  </a:lnTo>
                  <a:lnTo>
                    <a:pt x="651561" y="227712"/>
                  </a:lnTo>
                  <a:lnTo>
                    <a:pt x="685854" y="227712"/>
                  </a:lnTo>
                  <a:lnTo>
                    <a:pt x="720147" y="227712"/>
                  </a:lnTo>
                  <a:lnTo>
                    <a:pt x="720147" y="220811"/>
                  </a:lnTo>
                  <a:lnTo>
                    <a:pt x="754440" y="220811"/>
                  </a:lnTo>
                  <a:lnTo>
                    <a:pt x="754440" y="213911"/>
                  </a:lnTo>
                  <a:lnTo>
                    <a:pt x="788732" y="213911"/>
                  </a:lnTo>
                  <a:lnTo>
                    <a:pt x="788732" y="207010"/>
                  </a:lnTo>
                  <a:lnTo>
                    <a:pt x="788732" y="200110"/>
                  </a:lnTo>
                  <a:lnTo>
                    <a:pt x="788732" y="193210"/>
                  </a:lnTo>
                  <a:lnTo>
                    <a:pt x="823025" y="193210"/>
                  </a:lnTo>
                  <a:lnTo>
                    <a:pt x="823025" y="186309"/>
                  </a:lnTo>
                  <a:lnTo>
                    <a:pt x="823025" y="179409"/>
                  </a:lnTo>
                  <a:lnTo>
                    <a:pt x="857318" y="179409"/>
                  </a:lnTo>
                  <a:lnTo>
                    <a:pt x="857318" y="172509"/>
                  </a:lnTo>
                  <a:lnTo>
                    <a:pt x="891610" y="172509"/>
                  </a:lnTo>
                  <a:lnTo>
                    <a:pt x="891610" y="165608"/>
                  </a:lnTo>
                  <a:lnTo>
                    <a:pt x="891610" y="158708"/>
                  </a:lnTo>
                  <a:lnTo>
                    <a:pt x="891610" y="151808"/>
                  </a:lnTo>
                  <a:lnTo>
                    <a:pt x="891610" y="144907"/>
                  </a:lnTo>
                  <a:lnTo>
                    <a:pt x="891610" y="138007"/>
                  </a:lnTo>
                  <a:lnTo>
                    <a:pt x="891610" y="131106"/>
                  </a:lnTo>
                  <a:lnTo>
                    <a:pt x="891610" y="124206"/>
                  </a:lnTo>
                  <a:lnTo>
                    <a:pt x="891610" y="117306"/>
                  </a:lnTo>
                  <a:lnTo>
                    <a:pt x="925903" y="117306"/>
                  </a:lnTo>
                  <a:lnTo>
                    <a:pt x="925903" y="110405"/>
                  </a:lnTo>
                  <a:lnTo>
                    <a:pt x="925903" y="103505"/>
                  </a:lnTo>
                  <a:lnTo>
                    <a:pt x="925903" y="96605"/>
                  </a:lnTo>
                  <a:lnTo>
                    <a:pt x="925903" y="89704"/>
                  </a:lnTo>
                  <a:lnTo>
                    <a:pt x="925903" y="82804"/>
                  </a:lnTo>
                  <a:lnTo>
                    <a:pt x="925903" y="75904"/>
                  </a:lnTo>
                  <a:lnTo>
                    <a:pt x="925903" y="69003"/>
                  </a:lnTo>
                  <a:lnTo>
                    <a:pt x="925903" y="62103"/>
                  </a:lnTo>
                  <a:lnTo>
                    <a:pt x="925903" y="55202"/>
                  </a:lnTo>
                  <a:lnTo>
                    <a:pt x="925903" y="48302"/>
                  </a:lnTo>
                  <a:lnTo>
                    <a:pt x="960196" y="48302"/>
                  </a:lnTo>
                  <a:lnTo>
                    <a:pt x="960196" y="41402"/>
                  </a:lnTo>
                  <a:lnTo>
                    <a:pt x="960196" y="34501"/>
                  </a:lnTo>
                  <a:lnTo>
                    <a:pt x="960196" y="27601"/>
                  </a:lnTo>
                  <a:lnTo>
                    <a:pt x="960196" y="20701"/>
                  </a:lnTo>
                  <a:lnTo>
                    <a:pt x="960196" y="13800"/>
                  </a:lnTo>
                  <a:lnTo>
                    <a:pt x="994489" y="13800"/>
                  </a:lnTo>
                  <a:lnTo>
                    <a:pt x="994489" y="6900"/>
                  </a:lnTo>
                  <a:lnTo>
                    <a:pt x="994489" y="0"/>
                  </a:lnTo>
                  <a:lnTo>
                    <a:pt x="1028781" y="0"/>
                  </a:lnTo>
                  <a:lnTo>
                    <a:pt x="1063074" y="0"/>
                  </a:lnTo>
                  <a:lnTo>
                    <a:pt x="1097367" y="0"/>
                  </a:lnTo>
                  <a:lnTo>
                    <a:pt x="1131660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" name="pl5581"/>
            <p:cNvSpPr/>
            <p:nvPr/>
          </p:nvSpPr>
          <p:spPr>
            <a:xfrm>
              <a:off x="16937463" y="10045363"/>
              <a:ext cx="1244826" cy="1244826"/>
            </a:xfrm>
            <a:custGeom>
              <a:avLst/>
              <a:pathLst>
                <a:path w="1244826" h="1244826">
                  <a:moveTo>
                    <a:pt x="0" y="1244826"/>
                  </a:moveTo>
                  <a:lnTo>
                    <a:pt x="0" y="1244826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582" name="pg5582"/>
            <p:cNvSpPr/>
            <p:nvPr/>
          </p:nvSpPr>
          <p:spPr>
            <a:xfrm>
              <a:off x="17276961" y="10579608"/>
              <a:ext cx="905328" cy="710580"/>
            </a:xfrm>
            <a:custGeom>
              <a:avLst/>
              <a:pathLst>
                <a:path w="905328" h="710580">
                  <a:moveTo>
                    <a:pt x="905328" y="710580"/>
                  </a:moveTo>
                  <a:lnTo>
                    <a:pt x="905328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710580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8623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" name="tx5583"/>
            <p:cNvSpPr/>
            <p:nvPr/>
          </p:nvSpPr>
          <p:spPr>
            <a:xfrm>
              <a:off x="17322491" y="10594533"/>
              <a:ext cx="2214701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-0.25 [-0.342, 2.087]</a:t>
              </a:r>
            </a:p>
          </p:txBody>
        </p:sp>
        <p:sp>
          <p:nvSpPr>
            <p:cNvPr id="5584" name="tx5584"/>
            <p:cNvSpPr/>
            <p:nvPr/>
          </p:nvSpPr>
          <p:spPr>
            <a:xfrm>
              <a:off x="17322491" y="10839977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0.627</a:t>
              </a:r>
            </a:p>
          </p:txBody>
        </p:sp>
        <p:sp>
          <p:nvSpPr>
            <p:cNvPr id="5585" name="tx5585"/>
            <p:cNvSpPr/>
            <p:nvPr/>
          </p:nvSpPr>
          <p:spPr>
            <a:xfrm>
              <a:off x="17322491" y="11059930"/>
              <a:ext cx="1176935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0.884</a:t>
              </a:r>
            </a:p>
          </p:txBody>
        </p:sp>
        <p:sp>
          <p:nvSpPr>
            <p:cNvPr id="5586" name="tx5586"/>
            <p:cNvSpPr/>
            <p:nvPr/>
          </p:nvSpPr>
          <p:spPr>
            <a:xfrm>
              <a:off x="17322491" y="11278400"/>
              <a:ext cx="974480" cy="1110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0.793</a:t>
              </a:r>
            </a:p>
          </p:txBody>
        </p:sp>
        <p:sp>
          <p:nvSpPr>
            <p:cNvPr id="5587" name="tx5587"/>
            <p:cNvSpPr/>
            <p:nvPr/>
          </p:nvSpPr>
          <p:spPr>
            <a:xfrm>
              <a:off x="16580912" y="1118054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5588" name="tx5588"/>
            <p:cNvSpPr/>
            <p:nvPr/>
          </p:nvSpPr>
          <p:spPr>
            <a:xfrm>
              <a:off x="16580912" y="1089762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5589" name="tx5589"/>
            <p:cNvSpPr/>
            <p:nvPr/>
          </p:nvSpPr>
          <p:spPr>
            <a:xfrm>
              <a:off x="16580912" y="1061471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5590" name="tx5590"/>
            <p:cNvSpPr/>
            <p:nvPr/>
          </p:nvSpPr>
          <p:spPr>
            <a:xfrm>
              <a:off x="16580912" y="1033179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5591" name="tx5591"/>
            <p:cNvSpPr/>
            <p:nvPr/>
          </p:nvSpPr>
          <p:spPr>
            <a:xfrm>
              <a:off x="16580912" y="10048883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5592" name="tx5592"/>
            <p:cNvSpPr/>
            <p:nvPr/>
          </p:nvSpPr>
          <p:spPr>
            <a:xfrm>
              <a:off x="16855626" y="113677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5593" name="tx5593"/>
            <p:cNvSpPr/>
            <p:nvPr/>
          </p:nvSpPr>
          <p:spPr>
            <a:xfrm>
              <a:off x="17138541" y="113677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5594" name="tx5594"/>
            <p:cNvSpPr/>
            <p:nvPr/>
          </p:nvSpPr>
          <p:spPr>
            <a:xfrm>
              <a:off x="17421456" y="113677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5595" name="tx5595"/>
            <p:cNvSpPr/>
            <p:nvPr/>
          </p:nvSpPr>
          <p:spPr>
            <a:xfrm>
              <a:off x="17704371" y="113677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5596" name="tx5596"/>
            <p:cNvSpPr/>
            <p:nvPr/>
          </p:nvSpPr>
          <p:spPr>
            <a:xfrm>
              <a:off x="17987286" y="113677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5597" name="tx5597"/>
            <p:cNvSpPr/>
            <p:nvPr/>
          </p:nvSpPr>
          <p:spPr>
            <a:xfrm>
              <a:off x="16181492" y="11517470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5598" name="tx5598"/>
            <p:cNvSpPr/>
            <p:nvPr/>
          </p:nvSpPr>
          <p:spPr>
            <a:xfrm rot="-5400000">
              <a:off x="15209894" y="10584345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5599" name="tx5599"/>
            <p:cNvSpPr/>
            <p:nvPr/>
          </p:nvSpPr>
          <p:spPr>
            <a:xfrm>
              <a:off x="16937463" y="9765967"/>
              <a:ext cx="189607" cy="1527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T.</a:t>
              </a:r>
            </a:p>
          </p:txBody>
        </p:sp>
        <p:sp>
          <p:nvSpPr>
            <p:cNvPr id="5600" name="rc5600"/>
            <p:cNvSpPr/>
            <p:nvPr/>
          </p:nvSpPr>
          <p:spPr>
            <a:xfrm>
              <a:off x="2468562" y="11811000"/>
              <a:ext cx="493775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" name="rc5601"/>
            <p:cNvSpPr/>
            <p:nvPr/>
          </p:nvSpPr>
          <p:spPr>
            <a:xfrm>
              <a:off x="2964176" y="12108278"/>
              <a:ext cx="4372557" cy="142643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02" name="pl5602"/>
            <p:cNvSpPr/>
            <p:nvPr/>
          </p:nvSpPr>
          <p:spPr>
            <a:xfrm>
              <a:off x="2964176" y="13294149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" name="pl5603"/>
            <p:cNvSpPr/>
            <p:nvPr/>
          </p:nvSpPr>
          <p:spPr>
            <a:xfrm>
              <a:off x="2964176" y="13033443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" name="pl5604"/>
            <p:cNvSpPr/>
            <p:nvPr/>
          </p:nvSpPr>
          <p:spPr>
            <a:xfrm>
              <a:off x="2964176" y="12772738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" name="pl5605"/>
            <p:cNvSpPr/>
            <p:nvPr/>
          </p:nvSpPr>
          <p:spPr>
            <a:xfrm>
              <a:off x="2964176" y="12512033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" name="pl5606"/>
            <p:cNvSpPr/>
            <p:nvPr/>
          </p:nvSpPr>
          <p:spPr>
            <a:xfrm>
              <a:off x="2964176" y="12251327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" name="pl5607"/>
            <p:cNvSpPr/>
            <p:nvPr/>
          </p:nvSpPr>
          <p:spPr>
            <a:xfrm>
              <a:off x="3865005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" name="pl5608"/>
            <p:cNvSpPr/>
            <p:nvPr/>
          </p:nvSpPr>
          <p:spPr>
            <a:xfrm>
              <a:off x="4909865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" name="pl5609"/>
            <p:cNvSpPr/>
            <p:nvPr/>
          </p:nvSpPr>
          <p:spPr>
            <a:xfrm>
              <a:off x="5954725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" name="pl5610"/>
            <p:cNvSpPr/>
            <p:nvPr/>
          </p:nvSpPr>
          <p:spPr>
            <a:xfrm>
              <a:off x="6999585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" name="pl5611"/>
            <p:cNvSpPr/>
            <p:nvPr/>
          </p:nvSpPr>
          <p:spPr>
            <a:xfrm>
              <a:off x="2964176" y="13424502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" name="pl5612"/>
            <p:cNvSpPr/>
            <p:nvPr/>
          </p:nvSpPr>
          <p:spPr>
            <a:xfrm>
              <a:off x="2964176" y="13163796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" name="pl5613"/>
            <p:cNvSpPr/>
            <p:nvPr/>
          </p:nvSpPr>
          <p:spPr>
            <a:xfrm>
              <a:off x="2964176" y="12903091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" name="pl5614"/>
            <p:cNvSpPr/>
            <p:nvPr/>
          </p:nvSpPr>
          <p:spPr>
            <a:xfrm>
              <a:off x="2964176" y="12642385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" name="pl5615"/>
            <p:cNvSpPr/>
            <p:nvPr/>
          </p:nvSpPr>
          <p:spPr>
            <a:xfrm>
              <a:off x="2964176" y="12381680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" name="pl5616"/>
            <p:cNvSpPr/>
            <p:nvPr/>
          </p:nvSpPr>
          <p:spPr>
            <a:xfrm>
              <a:off x="2964176" y="12120974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" name="pl5617"/>
            <p:cNvSpPr/>
            <p:nvPr/>
          </p:nvSpPr>
          <p:spPr>
            <a:xfrm>
              <a:off x="3342574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" name="pl5618"/>
            <p:cNvSpPr/>
            <p:nvPr/>
          </p:nvSpPr>
          <p:spPr>
            <a:xfrm>
              <a:off x="4387435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" name="pl5619"/>
            <p:cNvSpPr/>
            <p:nvPr/>
          </p:nvSpPr>
          <p:spPr>
            <a:xfrm>
              <a:off x="5432295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" name="pl5620"/>
            <p:cNvSpPr/>
            <p:nvPr/>
          </p:nvSpPr>
          <p:spPr>
            <a:xfrm>
              <a:off x="6477155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" name="pt5621"/>
            <p:cNvSpPr/>
            <p:nvPr/>
          </p:nvSpPr>
          <p:spPr>
            <a:xfrm>
              <a:off x="3261971" y="130012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" name="pt5622"/>
            <p:cNvSpPr/>
            <p:nvPr/>
          </p:nvSpPr>
          <p:spPr>
            <a:xfrm>
              <a:off x="3422437" y="128443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" name="pt5623"/>
            <p:cNvSpPr/>
            <p:nvPr/>
          </p:nvSpPr>
          <p:spPr>
            <a:xfrm>
              <a:off x="3675804" y="127728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" name="pt5624"/>
            <p:cNvSpPr/>
            <p:nvPr/>
          </p:nvSpPr>
          <p:spPr>
            <a:xfrm>
              <a:off x="3222558" y="130078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" name="pt5625"/>
            <p:cNvSpPr/>
            <p:nvPr/>
          </p:nvSpPr>
          <p:spPr>
            <a:xfrm>
              <a:off x="3358391" y="129932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" name="pt5626"/>
            <p:cNvSpPr/>
            <p:nvPr/>
          </p:nvSpPr>
          <p:spPr>
            <a:xfrm>
              <a:off x="4008701" y="12792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" name="pt5627"/>
            <p:cNvSpPr/>
            <p:nvPr/>
          </p:nvSpPr>
          <p:spPr>
            <a:xfrm>
              <a:off x="3495632" y="128402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" name="pt5628"/>
            <p:cNvSpPr/>
            <p:nvPr/>
          </p:nvSpPr>
          <p:spPr>
            <a:xfrm>
              <a:off x="3733516" y="129370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" name="pt5629"/>
            <p:cNvSpPr/>
            <p:nvPr/>
          </p:nvSpPr>
          <p:spPr>
            <a:xfrm>
              <a:off x="4176205" y="128425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" name="pt5630"/>
            <p:cNvSpPr/>
            <p:nvPr/>
          </p:nvSpPr>
          <p:spPr>
            <a:xfrm>
              <a:off x="3882721" y="124410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" name="pt5631"/>
            <p:cNvSpPr/>
            <p:nvPr/>
          </p:nvSpPr>
          <p:spPr>
            <a:xfrm>
              <a:off x="3820787" y="124113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" name="pt5632"/>
            <p:cNvSpPr/>
            <p:nvPr/>
          </p:nvSpPr>
          <p:spPr>
            <a:xfrm>
              <a:off x="4150868" y="125252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" name="pt5633"/>
            <p:cNvSpPr/>
            <p:nvPr/>
          </p:nvSpPr>
          <p:spPr>
            <a:xfrm>
              <a:off x="3969992" y="125240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" name="pt5634"/>
            <p:cNvSpPr/>
            <p:nvPr/>
          </p:nvSpPr>
          <p:spPr>
            <a:xfrm>
              <a:off x="4053040" y="125088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" name="pt5635"/>
            <p:cNvSpPr/>
            <p:nvPr/>
          </p:nvSpPr>
          <p:spPr>
            <a:xfrm>
              <a:off x="3394285" y="129141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" name="pt5636"/>
            <p:cNvSpPr/>
            <p:nvPr/>
          </p:nvSpPr>
          <p:spPr>
            <a:xfrm>
              <a:off x="3791227" y="125240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" name="pt5637"/>
            <p:cNvSpPr/>
            <p:nvPr/>
          </p:nvSpPr>
          <p:spPr>
            <a:xfrm>
              <a:off x="3760964" y="125388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" name="pt5638"/>
            <p:cNvSpPr/>
            <p:nvPr/>
          </p:nvSpPr>
          <p:spPr>
            <a:xfrm>
              <a:off x="3887647" y="125273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" name="pt5639"/>
            <p:cNvSpPr/>
            <p:nvPr/>
          </p:nvSpPr>
          <p:spPr>
            <a:xfrm>
              <a:off x="3299272" y="129286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" name="pt5640"/>
            <p:cNvSpPr/>
            <p:nvPr/>
          </p:nvSpPr>
          <p:spPr>
            <a:xfrm>
              <a:off x="3267601" y="12904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" name="pt5641"/>
            <p:cNvSpPr/>
            <p:nvPr/>
          </p:nvSpPr>
          <p:spPr>
            <a:xfrm>
              <a:off x="3354872" y="130550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" name="pt5642"/>
            <p:cNvSpPr/>
            <p:nvPr/>
          </p:nvSpPr>
          <p:spPr>
            <a:xfrm>
              <a:off x="5892768" y="125659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" name="pt5643"/>
            <p:cNvSpPr/>
            <p:nvPr/>
          </p:nvSpPr>
          <p:spPr>
            <a:xfrm>
              <a:off x="6162323" y="124695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" name="pt5644"/>
            <p:cNvSpPr/>
            <p:nvPr/>
          </p:nvSpPr>
          <p:spPr>
            <a:xfrm>
              <a:off x="3966473" y="127678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" name="pt5645"/>
            <p:cNvSpPr/>
            <p:nvPr/>
          </p:nvSpPr>
          <p:spPr>
            <a:xfrm>
              <a:off x="4514028" y="126268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" name="pt5646"/>
            <p:cNvSpPr/>
            <p:nvPr/>
          </p:nvSpPr>
          <p:spPr>
            <a:xfrm>
              <a:off x="3637095" y="12962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" name="pt5647"/>
            <p:cNvSpPr/>
            <p:nvPr/>
          </p:nvSpPr>
          <p:spPr>
            <a:xfrm>
              <a:off x="3744776" y="134450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" name="pt5648"/>
            <p:cNvSpPr/>
            <p:nvPr/>
          </p:nvSpPr>
          <p:spPr>
            <a:xfrm>
              <a:off x="7113154" y="124886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" name="pt5649"/>
            <p:cNvSpPr/>
            <p:nvPr/>
          </p:nvSpPr>
          <p:spPr>
            <a:xfrm>
              <a:off x="3575161" y="128436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" name="pt5650"/>
            <p:cNvSpPr/>
            <p:nvPr/>
          </p:nvSpPr>
          <p:spPr>
            <a:xfrm>
              <a:off x="3320386" y="129428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" name="pt5651"/>
            <p:cNvSpPr/>
            <p:nvPr/>
          </p:nvSpPr>
          <p:spPr>
            <a:xfrm>
              <a:off x="3240857" y="129125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" name="pt5652"/>
            <p:cNvSpPr/>
            <p:nvPr/>
          </p:nvSpPr>
          <p:spPr>
            <a:xfrm>
              <a:off x="4005886" y="127290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" name="pt5653"/>
            <p:cNvSpPr/>
            <p:nvPr/>
          </p:nvSpPr>
          <p:spPr>
            <a:xfrm>
              <a:off x="3409065" y="128140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" name="pt5654"/>
            <p:cNvSpPr/>
            <p:nvPr/>
          </p:nvSpPr>
          <p:spPr>
            <a:xfrm>
              <a:off x="3356984" y="128782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" name="pt5655"/>
            <p:cNvSpPr/>
            <p:nvPr/>
          </p:nvSpPr>
          <p:spPr>
            <a:xfrm>
              <a:off x="4128346" y="126251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" name="pt5656"/>
            <p:cNvSpPr/>
            <p:nvPr/>
          </p:nvSpPr>
          <p:spPr>
            <a:xfrm>
              <a:off x="3943951" y="134160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" name="pt5657"/>
            <p:cNvSpPr/>
            <p:nvPr/>
          </p:nvSpPr>
          <p:spPr>
            <a:xfrm>
              <a:off x="4000959" y="126257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" name="pt5658"/>
            <p:cNvSpPr/>
            <p:nvPr/>
          </p:nvSpPr>
          <p:spPr>
            <a:xfrm>
              <a:off x="3984772" y="126215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" name="pt5659"/>
            <p:cNvSpPr/>
            <p:nvPr/>
          </p:nvSpPr>
          <p:spPr>
            <a:xfrm>
              <a:off x="4108640" y="126134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" name="pt5660"/>
            <p:cNvSpPr/>
            <p:nvPr/>
          </p:nvSpPr>
          <p:spPr>
            <a:xfrm>
              <a:off x="3677916" y="127912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" name="pt5661"/>
            <p:cNvSpPr/>
            <p:nvPr/>
          </p:nvSpPr>
          <p:spPr>
            <a:xfrm>
              <a:off x="3318979" y="130029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" name="pt5662"/>
            <p:cNvSpPr/>
            <p:nvPr/>
          </p:nvSpPr>
          <p:spPr>
            <a:xfrm>
              <a:off x="3138102" y="129243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" name="pt5663"/>
            <p:cNvSpPr/>
            <p:nvPr/>
          </p:nvSpPr>
          <p:spPr>
            <a:xfrm>
              <a:off x="3291530" y="12912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" name="pt5664"/>
            <p:cNvSpPr/>
            <p:nvPr/>
          </p:nvSpPr>
          <p:spPr>
            <a:xfrm>
              <a:off x="3841901" y="128630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" name="pt5665"/>
            <p:cNvSpPr/>
            <p:nvPr/>
          </p:nvSpPr>
          <p:spPr>
            <a:xfrm>
              <a:off x="3299272" y="129290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" name="pt5666"/>
            <p:cNvSpPr/>
            <p:nvPr/>
          </p:nvSpPr>
          <p:spPr>
            <a:xfrm>
              <a:off x="3701845" y="126008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" name="pt5667"/>
            <p:cNvSpPr/>
            <p:nvPr/>
          </p:nvSpPr>
          <p:spPr>
            <a:xfrm>
              <a:off x="3719440" y="125340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" name="pt5668"/>
            <p:cNvSpPr/>
            <p:nvPr/>
          </p:nvSpPr>
          <p:spPr>
            <a:xfrm>
              <a:off x="3880610" y="125129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" name="pt5669"/>
            <p:cNvSpPr/>
            <p:nvPr/>
          </p:nvSpPr>
          <p:spPr>
            <a:xfrm>
              <a:off x="4404939" y="125272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" name="pt5670"/>
            <p:cNvSpPr/>
            <p:nvPr/>
          </p:nvSpPr>
          <p:spPr>
            <a:xfrm>
              <a:off x="4229693" y="125304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" name="pt5671"/>
            <p:cNvSpPr/>
            <p:nvPr/>
          </p:nvSpPr>
          <p:spPr>
            <a:xfrm>
              <a:off x="3300680" y="129791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" name="pt5672"/>
            <p:cNvSpPr/>
            <p:nvPr/>
          </p:nvSpPr>
          <p:spPr>
            <a:xfrm>
              <a:off x="5181932" y="128222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" name="pt5673"/>
            <p:cNvSpPr/>
            <p:nvPr/>
          </p:nvSpPr>
          <p:spPr>
            <a:xfrm>
              <a:off x="3282381" y="128358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" name="pt5674"/>
            <p:cNvSpPr/>
            <p:nvPr/>
          </p:nvSpPr>
          <p:spPr>
            <a:xfrm>
              <a:off x="4090341" y="125088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" name="pt5675"/>
            <p:cNvSpPr/>
            <p:nvPr/>
          </p:nvSpPr>
          <p:spPr>
            <a:xfrm>
              <a:off x="4160017" y="125891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" name="pt5676"/>
            <p:cNvSpPr/>
            <p:nvPr/>
          </p:nvSpPr>
          <p:spPr>
            <a:xfrm>
              <a:off x="3327424" y="129599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" name="pt5677"/>
            <p:cNvSpPr/>
            <p:nvPr/>
          </p:nvSpPr>
          <p:spPr>
            <a:xfrm>
              <a:off x="3346427" y="129261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" name="pt5678"/>
            <p:cNvSpPr/>
            <p:nvPr/>
          </p:nvSpPr>
          <p:spPr>
            <a:xfrm>
              <a:off x="3586422" y="126438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" name="pt5679"/>
            <p:cNvSpPr/>
            <p:nvPr/>
          </p:nvSpPr>
          <p:spPr>
            <a:xfrm>
              <a:off x="3231004" y="129537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" name="pt5680"/>
            <p:cNvSpPr/>
            <p:nvPr/>
          </p:nvSpPr>
          <p:spPr>
            <a:xfrm>
              <a:off x="3296457" y="12926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" name="pt5681"/>
            <p:cNvSpPr/>
            <p:nvPr/>
          </p:nvSpPr>
          <p:spPr>
            <a:xfrm>
              <a:off x="3721551" y="123825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" name="pt5682"/>
            <p:cNvSpPr/>
            <p:nvPr/>
          </p:nvSpPr>
          <p:spPr>
            <a:xfrm>
              <a:off x="3699733" y="125344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" name="pt5683"/>
            <p:cNvSpPr/>
            <p:nvPr/>
          </p:nvSpPr>
          <p:spPr>
            <a:xfrm>
              <a:off x="3840493" y="127120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" name="pt5684"/>
            <p:cNvSpPr/>
            <p:nvPr/>
          </p:nvSpPr>
          <p:spPr>
            <a:xfrm>
              <a:off x="3284492" y="129338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" name="pt5685"/>
            <p:cNvSpPr/>
            <p:nvPr/>
          </p:nvSpPr>
          <p:spPr>
            <a:xfrm>
              <a:off x="3337277" y="130248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" name="pt5686"/>
            <p:cNvSpPr/>
            <p:nvPr/>
          </p:nvSpPr>
          <p:spPr>
            <a:xfrm>
              <a:off x="3311941" y="130061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" name="pt5687"/>
            <p:cNvSpPr/>
            <p:nvPr/>
          </p:nvSpPr>
          <p:spPr>
            <a:xfrm>
              <a:off x="3701141" y="128165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" name="pt5688"/>
            <p:cNvSpPr/>
            <p:nvPr/>
          </p:nvSpPr>
          <p:spPr>
            <a:xfrm>
              <a:off x="3791227" y="124679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" name="pt5689"/>
            <p:cNvSpPr/>
            <p:nvPr/>
          </p:nvSpPr>
          <p:spPr>
            <a:xfrm>
              <a:off x="3297865" y="129229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" name="pt5690"/>
            <p:cNvSpPr/>
            <p:nvPr/>
          </p:nvSpPr>
          <p:spPr>
            <a:xfrm>
              <a:off x="3364022" y="128790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" name="pt5691"/>
            <p:cNvSpPr/>
            <p:nvPr/>
          </p:nvSpPr>
          <p:spPr>
            <a:xfrm>
              <a:off x="4179020" y="125442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" name="pt5692"/>
            <p:cNvSpPr/>
            <p:nvPr/>
          </p:nvSpPr>
          <p:spPr>
            <a:xfrm>
              <a:off x="3796154" y="127226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" name="pt5693"/>
            <p:cNvSpPr/>
            <p:nvPr/>
          </p:nvSpPr>
          <p:spPr>
            <a:xfrm>
              <a:off x="3297865" y="127934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" name="pt5694"/>
            <p:cNvSpPr/>
            <p:nvPr/>
          </p:nvSpPr>
          <p:spPr>
            <a:xfrm>
              <a:off x="3917911" y="126862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" name="pt5695"/>
            <p:cNvSpPr/>
            <p:nvPr/>
          </p:nvSpPr>
          <p:spPr>
            <a:xfrm>
              <a:off x="3397804" y="128964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" name="pt5696"/>
            <p:cNvSpPr/>
            <p:nvPr/>
          </p:nvSpPr>
          <p:spPr>
            <a:xfrm>
              <a:off x="4167055" y="125527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" name="pt5697"/>
            <p:cNvSpPr/>
            <p:nvPr/>
          </p:nvSpPr>
          <p:spPr>
            <a:xfrm>
              <a:off x="4112159" y="125752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" name="pt5698"/>
            <p:cNvSpPr/>
            <p:nvPr/>
          </p:nvSpPr>
          <p:spPr>
            <a:xfrm>
              <a:off x="4472504" y="125710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" name="pt5699"/>
            <p:cNvSpPr/>
            <p:nvPr/>
          </p:nvSpPr>
          <p:spPr>
            <a:xfrm>
              <a:off x="3787004" y="129049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" name="pt5700"/>
            <p:cNvSpPr/>
            <p:nvPr/>
          </p:nvSpPr>
          <p:spPr>
            <a:xfrm>
              <a:off x="3741961" y="127910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" name="pt5701"/>
            <p:cNvSpPr/>
            <p:nvPr/>
          </p:nvSpPr>
          <p:spPr>
            <a:xfrm>
              <a:off x="4232509" y="12730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" name="pt5702"/>
            <p:cNvSpPr/>
            <p:nvPr/>
          </p:nvSpPr>
          <p:spPr>
            <a:xfrm>
              <a:off x="3294346" y="128513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" name="pt5703"/>
            <p:cNvSpPr/>
            <p:nvPr/>
          </p:nvSpPr>
          <p:spPr>
            <a:xfrm>
              <a:off x="4058670" y="125083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" name="pt5704"/>
            <p:cNvSpPr/>
            <p:nvPr/>
          </p:nvSpPr>
          <p:spPr>
            <a:xfrm>
              <a:off x="4392975" y="124795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" name="pt5705"/>
            <p:cNvSpPr/>
            <p:nvPr/>
          </p:nvSpPr>
          <p:spPr>
            <a:xfrm>
              <a:off x="3857384" y="126439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" name="pt5706"/>
            <p:cNvSpPr/>
            <p:nvPr/>
          </p:nvSpPr>
          <p:spPr>
            <a:xfrm>
              <a:off x="3787708" y="128120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" name="pt5707"/>
            <p:cNvSpPr/>
            <p:nvPr/>
          </p:nvSpPr>
          <p:spPr>
            <a:xfrm>
              <a:off x="4249400" y="127774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" name="pt5708"/>
            <p:cNvSpPr/>
            <p:nvPr/>
          </p:nvSpPr>
          <p:spPr>
            <a:xfrm>
              <a:off x="6210181" y="125184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" name="pt5709"/>
            <p:cNvSpPr/>
            <p:nvPr/>
          </p:nvSpPr>
          <p:spPr>
            <a:xfrm>
              <a:off x="3591348" y="127866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" name="pt5710"/>
            <p:cNvSpPr/>
            <p:nvPr/>
          </p:nvSpPr>
          <p:spPr>
            <a:xfrm>
              <a:off x="3170477" y="129819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" name="pt5711"/>
            <p:cNvSpPr/>
            <p:nvPr/>
          </p:nvSpPr>
          <p:spPr>
            <a:xfrm>
              <a:off x="3358391" y="129462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" name="pt5712"/>
            <p:cNvSpPr/>
            <p:nvPr/>
          </p:nvSpPr>
          <p:spPr>
            <a:xfrm>
              <a:off x="4600595" y="12656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" name="pt5713"/>
            <p:cNvSpPr/>
            <p:nvPr/>
          </p:nvSpPr>
          <p:spPr>
            <a:xfrm>
              <a:off x="4767395" y="12633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" name="pt5714"/>
            <p:cNvSpPr/>
            <p:nvPr/>
          </p:nvSpPr>
          <p:spPr>
            <a:xfrm>
              <a:off x="3635688" y="128720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" name="pt5715"/>
            <p:cNvSpPr/>
            <p:nvPr/>
          </p:nvSpPr>
          <p:spPr>
            <a:xfrm>
              <a:off x="3687065" y="128031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" name="pt5716"/>
            <p:cNvSpPr/>
            <p:nvPr/>
          </p:nvSpPr>
          <p:spPr>
            <a:xfrm>
              <a:off x="3387247" y="128814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" name="pt5717"/>
            <p:cNvSpPr/>
            <p:nvPr/>
          </p:nvSpPr>
          <p:spPr>
            <a:xfrm>
              <a:off x="3296457" y="129361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" name="pt5718"/>
            <p:cNvSpPr/>
            <p:nvPr/>
          </p:nvSpPr>
          <p:spPr>
            <a:xfrm>
              <a:off x="3280270" y="129868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" name="pt5719"/>
            <p:cNvSpPr/>
            <p:nvPr/>
          </p:nvSpPr>
          <p:spPr>
            <a:xfrm>
              <a:off x="3325313" y="130043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" name="pt5720"/>
            <p:cNvSpPr/>
            <p:nvPr/>
          </p:nvSpPr>
          <p:spPr>
            <a:xfrm>
              <a:off x="3347131" y="129657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" name="pt5721"/>
            <p:cNvSpPr/>
            <p:nvPr/>
          </p:nvSpPr>
          <p:spPr>
            <a:xfrm>
              <a:off x="3328832" y="129163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" name="pt5722"/>
            <p:cNvSpPr/>
            <p:nvPr/>
          </p:nvSpPr>
          <p:spPr>
            <a:xfrm>
              <a:off x="3338685" y="128912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" name="pl5723"/>
            <p:cNvSpPr/>
            <p:nvPr/>
          </p:nvSpPr>
          <p:spPr>
            <a:xfrm>
              <a:off x="3405482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24" name="pl5724"/>
            <p:cNvSpPr/>
            <p:nvPr/>
          </p:nvSpPr>
          <p:spPr>
            <a:xfrm>
              <a:off x="2964176" y="12840306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25" name="pg5725"/>
            <p:cNvSpPr/>
            <p:nvPr/>
          </p:nvSpPr>
          <p:spPr>
            <a:xfrm>
              <a:off x="2964176" y="12108278"/>
              <a:ext cx="639613" cy="257331"/>
            </a:xfrm>
            <a:custGeom>
              <a:avLst/>
              <a:pathLst>
                <a:path w="639613" h="257331">
                  <a:moveTo>
                    <a:pt x="0" y="257331"/>
                  </a:moveTo>
                  <a:lnTo>
                    <a:pt x="614467" y="257331"/>
                  </a:lnTo>
                  <a:lnTo>
                    <a:pt x="613455" y="257311"/>
                  </a:lnTo>
                  <a:lnTo>
                    <a:pt x="617498" y="257148"/>
                  </a:lnTo>
                  <a:lnTo>
                    <a:pt x="621463" y="256339"/>
                  </a:lnTo>
                  <a:lnTo>
                    <a:pt x="625247" y="254904"/>
                  </a:lnTo>
                  <a:lnTo>
                    <a:pt x="628752" y="252880"/>
                  </a:lnTo>
                  <a:lnTo>
                    <a:pt x="631886" y="250321"/>
                  </a:lnTo>
                  <a:lnTo>
                    <a:pt x="634570" y="247292"/>
                  </a:lnTo>
                  <a:lnTo>
                    <a:pt x="636733" y="243871"/>
                  </a:lnTo>
                  <a:lnTo>
                    <a:pt x="638319" y="240148"/>
                  </a:lnTo>
                  <a:lnTo>
                    <a:pt x="639288" y="236219"/>
                  </a:lnTo>
                  <a:lnTo>
                    <a:pt x="639613" y="232185"/>
                  </a:lnTo>
                  <a:lnTo>
                    <a:pt x="6396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" name="tx5726"/>
            <p:cNvSpPr/>
            <p:nvPr/>
          </p:nvSpPr>
          <p:spPr>
            <a:xfrm>
              <a:off x="2692302" y="12020894"/>
              <a:ext cx="869577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</a:t>
              </a:r>
            </a:p>
          </p:txBody>
        </p:sp>
        <p:sp>
          <p:nvSpPr>
            <p:cNvPr id="5727" name="tx5727"/>
            <p:cNvSpPr/>
            <p:nvPr/>
          </p:nvSpPr>
          <p:spPr>
            <a:xfrm>
              <a:off x="3033912" y="12192594"/>
              <a:ext cx="52796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 (3.9%)</a:t>
              </a:r>
            </a:p>
          </p:txBody>
        </p:sp>
        <p:sp>
          <p:nvSpPr>
            <p:cNvPr id="5728" name="pg5728"/>
            <p:cNvSpPr/>
            <p:nvPr/>
          </p:nvSpPr>
          <p:spPr>
            <a:xfrm>
              <a:off x="2964176" y="13023443"/>
              <a:ext cx="639613" cy="384988"/>
            </a:xfrm>
            <a:custGeom>
              <a:avLst/>
              <a:pathLst>
                <a:path w="639613" h="384988">
                  <a:moveTo>
                    <a:pt x="0" y="384988"/>
                  </a:moveTo>
                  <a:lnTo>
                    <a:pt x="614467" y="384988"/>
                  </a:lnTo>
                  <a:lnTo>
                    <a:pt x="613455" y="384967"/>
                  </a:lnTo>
                  <a:lnTo>
                    <a:pt x="617498" y="384804"/>
                  </a:lnTo>
                  <a:lnTo>
                    <a:pt x="621463" y="383995"/>
                  </a:lnTo>
                  <a:lnTo>
                    <a:pt x="625247" y="382560"/>
                  </a:lnTo>
                  <a:lnTo>
                    <a:pt x="628752" y="380536"/>
                  </a:lnTo>
                  <a:lnTo>
                    <a:pt x="631886" y="377977"/>
                  </a:lnTo>
                  <a:lnTo>
                    <a:pt x="634570" y="374948"/>
                  </a:lnTo>
                  <a:lnTo>
                    <a:pt x="636733" y="371528"/>
                  </a:lnTo>
                  <a:lnTo>
                    <a:pt x="638319" y="367805"/>
                  </a:lnTo>
                  <a:lnTo>
                    <a:pt x="639288" y="363875"/>
                  </a:lnTo>
                  <a:lnTo>
                    <a:pt x="639613" y="359842"/>
                  </a:lnTo>
                  <a:lnTo>
                    <a:pt x="639613" y="25146"/>
                  </a:lnTo>
                  <a:lnTo>
                    <a:pt x="639288" y="21112"/>
                  </a:lnTo>
                  <a:lnTo>
                    <a:pt x="638319" y="17183"/>
                  </a:lnTo>
                  <a:lnTo>
                    <a:pt x="636733" y="13460"/>
                  </a:lnTo>
                  <a:lnTo>
                    <a:pt x="634570" y="10039"/>
                  </a:lnTo>
                  <a:lnTo>
                    <a:pt x="631886" y="7010"/>
                  </a:lnTo>
                  <a:lnTo>
                    <a:pt x="628752" y="4451"/>
                  </a:lnTo>
                  <a:lnTo>
                    <a:pt x="625247" y="2427"/>
                  </a:lnTo>
                  <a:lnTo>
                    <a:pt x="621463" y="992"/>
                  </a:lnTo>
                  <a:lnTo>
                    <a:pt x="617498" y="183"/>
                  </a:lnTo>
                  <a:lnTo>
                    <a:pt x="6144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" name="tx5729"/>
            <p:cNvSpPr/>
            <p:nvPr/>
          </p:nvSpPr>
          <p:spPr>
            <a:xfrm>
              <a:off x="2684457" y="13035953"/>
              <a:ext cx="877422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Negative</a:t>
              </a:r>
            </a:p>
          </p:txBody>
        </p:sp>
        <p:sp>
          <p:nvSpPr>
            <p:cNvPr id="5730" name="tx5730"/>
            <p:cNvSpPr/>
            <p:nvPr/>
          </p:nvSpPr>
          <p:spPr>
            <a:xfrm>
              <a:off x="2878523" y="13235416"/>
              <a:ext cx="683356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39 (38.2%)</a:t>
              </a:r>
            </a:p>
          </p:txBody>
        </p:sp>
        <p:sp>
          <p:nvSpPr>
            <p:cNvPr id="5731" name="pg5731"/>
            <p:cNvSpPr/>
            <p:nvPr/>
          </p:nvSpPr>
          <p:spPr>
            <a:xfrm>
              <a:off x="4010833" y="12108278"/>
              <a:ext cx="899032" cy="257331"/>
            </a:xfrm>
            <a:custGeom>
              <a:avLst/>
              <a:pathLst>
                <a:path w="899032" h="257331">
                  <a:moveTo>
                    <a:pt x="25146" y="257331"/>
                  </a:moveTo>
                  <a:lnTo>
                    <a:pt x="873886" y="257331"/>
                  </a:lnTo>
                  <a:lnTo>
                    <a:pt x="872873" y="257311"/>
                  </a:lnTo>
                  <a:lnTo>
                    <a:pt x="876917" y="257148"/>
                  </a:lnTo>
                  <a:lnTo>
                    <a:pt x="880882" y="256339"/>
                  </a:lnTo>
                  <a:lnTo>
                    <a:pt x="884666" y="254904"/>
                  </a:lnTo>
                  <a:lnTo>
                    <a:pt x="888170" y="252880"/>
                  </a:lnTo>
                  <a:lnTo>
                    <a:pt x="891305" y="250321"/>
                  </a:lnTo>
                  <a:lnTo>
                    <a:pt x="893989" y="247292"/>
                  </a:lnTo>
                  <a:lnTo>
                    <a:pt x="896151" y="243871"/>
                  </a:lnTo>
                  <a:lnTo>
                    <a:pt x="897738" y="240148"/>
                  </a:lnTo>
                  <a:lnTo>
                    <a:pt x="898706" y="236219"/>
                  </a:lnTo>
                  <a:lnTo>
                    <a:pt x="899032" y="232185"/>
                  </a:lnTo>
                  <a:lnTo>
                    <a:pt x="899032" y="0"/>
                  </a:lnTo>
                  <a:lnTo>
                    <a:pt x="0" y="0"/>
                  </a:lnTo>
                  <a:lnTo>
                    <a:pt x="0" y="232185"/>
                  </a:lnTo>
                  <a:lnTo>
                    <a:pt x="81" y="230162"/>
                  </a:lnTo>
                  <a:lnTo>
                    <a:pt x="81" y="234209"/>
                  </a:lnTo>
                  <a:lnTo>
                    <a:pt x="730" y="238203"/>
                  </a:lnTo>
                  <a:lnTo>
                    <a:pt x="2012" y="242042"/>
                  </a:lnTo>
                  <a:lnTo>
                    <a:pt x="3892" y="245625"/>
                  </a:lnTo>
                  <a:lnTo>
                    <a:pt x="6323" y="248860"/>
                  </a:lnTo>
                  <a:lnTo>
                    <a:pt x="9242" y="251664"/>
                  </a:lnTo>
                  <a:lnTo>
                    <a:pt x="12573" y="253962"/>
                  </a:lnTo>
                  <a:lnTo>
                    <a:pt x="16229" y="255697"/>
                  </a:lnTo>
                  <a:lnTo>
                    <a:pt x="20116" y="256823"/>
                  </a:lnTo>
                  <a:lnTo>
                    <a:pt x="24133" y="257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" name="tx5732"/>
            <p:cNvSpPr/>
            <p:nvPr/>
          </p:nvSpPr>
          <p:spPr>
            <a:xfrm>
              <a:off x="4052743" y="12020894"/>
              <a:ext cx="8152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</a:t>
              </a:r>
            </a:p>
          </p:txBody>
        </p:sp>
        <p:sp>
          <p:nvSpPr>
            <p:cNvPr id="5733" name="tx5733"/>
            <p:cNvSpPr/>
            <p:nvPr/>
          </p:nvSpPr>
          <p:spPr>
            <a:xfrm>
              <a:off x="4301106" y="12192594"/>
              <a:ext cx="566849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51 (50%)</a:t>
              </a:r>
            </a:p>
          </p:txBody>
        </p:sp>
        <p:sp>
          <p:nvSpPr>
            <p:cNvPr id="5734" name="pg5734"/>
            <p:cNvSpPr/>
            <p:nvPr/>
          </p:nvSpPr>
          <p:spPr>
            <a:xfrm>
              <a:off x="3894257" y="13023443"/>
              <a:ext cx="1015608" cy="384988"/>
            </a:xfrm>
            <a:custGeom>
              <a:avLst/>
              <a:pathLst>
                <a:path w="1015608" h="384988">
                  <a:moveTo>
                    <a:pt x="25146" y="384988"/>
                  </a:moveTo>
                  <a:lnTo>
                    <a:pt x="990462" y="384988"/>
                  </a:lnTo>
                  <a:lnTo>
                    <a:pt x="989449" y="384967"/>
                  </a:lnTo>
                  <a:lnTo>
                    <a:pt x="993493" y="384804"/>
                  </a:lnTo>
                  <a:lnTo>
                    <a:pt x="997458" y="383995"/>
                  </a:lnTo>
                  <a:lnTo>
                    <a:pt x="1001241" y="382560"/>
                  </a:lnTo>
                  <a:lnTo>
                    <a:pt x="1004746" y="380536"/>
                  </a:lnTo>
                  <a:lnTo>
                    <a:pt x="1007881" y="377977"/>
                  </a:lnTo>
                  <a:lnTo>
                    <a:pt x="1010564" y="374948"/>
                  </a:lnTo>
                  <a:lnTo>
                    <a:pt x="1012727" y="371528"/>
                  </a:lnTo>
                  <a:lnTo>
                    <a:pt x="1014313" y="367805"/>
                  </a:lnTo>
                  <a:lnTo>
                    <a:pt x="1015282" y="363875"/>
                  </a:lnTo>
                  <a:lnTo>
                    <a:pt x="1015608" y="359842"/>
                  </a:lnTo>
                  <a:lnTo>
                    <a:pt x="1015608" y="25146"/>
                  </a:lnTo>
                  <a:lnTo>
                    <a:pt x="1015282" y="21112"/>
                  </a:lnTo>
                  <a:lnTo>
                    <a:pt x="1014313" y="17183"/>
                  </a:lnTo>
                  <a:lnTo>
                    <a:pt x="1012727" y="13460"/>
                  </a:lnTo>
                  <a:lnTo>
                    <a:pt x="1010564" y="10039"/>
                  </a:lnTo>
                  <a:lnTo>
                    <a:pt x="1007881" y="7010"/>
                  </a:lnTo>
                  <a:lnTo>
                    <a:pt x="1004746" y="4451"/>
                  </a:lnTo>
                  <a:lnTo>
                    <a:pt x="1001241" y="2427"/>
                  </a:lnTo>
                  <a:lnTo>
                    <a:pt x="997458" y="992"/>
                  </a:lnTo>
                  <a:lnTo>
                    <a:pt x="993493" y="183"/>
                  </a:lnTo>
                  <a:lnTo>
                    <a:pt x="990462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359842"/>
                  </a:lnTo>
                  <a:lnTo>
                    <a:pt x="81" y="357818"/>
                  </a:lnTo>
                  <a:lnTo>
                    <a:pt x="81" y="361865"/>
                  </a:lnTo>
                  <a:lnTo>
                    <a:pt x="730" y="365859"/>
                  </a:lnTo>
                  <a:lnTo>
                    <a:pt x="2012" y="369698"/>
                  </a:lnTo>
                  <a:lnTo>
                    <a:pt x="3892" y="373281"/>
                  </a:lnTo>
                  <a:lnTo>
                    <a:pt x="6323" y="376516"/>
                  </a:lnTo>
                  <a:lnTo>
                    <a:pt x="9242" y="379320"/>
                  </a:lnTo>
                  <a:lnTo>
                    <a:pt x="12573" y="381619"/>
                  </a:lnTo>
                  <a:lnTo>
                    <a:pt x="16229" y="383354"/>
                  </a:lnTo>
                  <a:lnTo>
                    <a:pt x="20116" y="384479"/>
                  </a:lnTo>
                  <a:lnTo>
                    <a:pt x="24133" y="3849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" name="tx5735"/>
            <p:cNvSpPr/>
            <p:nvPr/>
          </p:nvSpPr>
          <p:spPr>
            <a:xfrm>
              <a:off x="3936167" y="13035953"/>
              <a:ext cx="931788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Negative</a:t>
              </a:r>
            </a:p>
          </p:txBody>
        </p:sp>
        <p:sp>
          <p:nvSpPr>
            <p:cNvPr id="5736" name="tx5736"/>
            <p:cNvSpPr/>
            <p:nvPr/>
          </p:nvSpPr>
          <p:spPr>
            <a:xfrm>
              <a:off x="4339987" y="13235416"/>
              <a:ext cx="52796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 (7.8%)</a:t>
              </a:r>
            </a:p>
          </p:txBody>
        </p:sp>
        <p:sp>
          <p:nvSpPr>
            <p:cNvPr id="5737" name="rc5737"/>
            <p:cNvSpPr/>
            <p:nvPr/>
          </p:nvSpPr>
          <p:spPr>
            <a:xfrm>
              <a:off x="2964176" y="12108278"/>
              <a:ext cx="4372557" cy="142643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" name="tx5738"/>
            <p:cNvSpPr/>
            <p:nvPr/>
          </p:nvSpPr>
          <p:spPr>
            <a:xfrm>
              <a:off x="2708967" y="13382810"/>
              <a:ext cx="19257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-5.0</a:t>
              </a:r>
            </a:p>
          </p:txBody>
        </p:sp>
        <p:sp>
          <p:nvSpPr>
            <p:cNvPr id="5739" name="tx5739"/>
            <p:cNvSpPr/>
            <p:nvPr/>
          </p:nvSpPr>
          <p:spPr>
            <a:xfrm>
              <a:off x="2708967" y="13122104"/>
              <a:ext cx="19257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-2.5</a:t>
              </a:r>
            </a:p>
          </p:txBody>
        </p:sp>
        <p:sp>
          <p:nvSpPr>
            <p:cNvPr id="5740" name="tx5740"/>
            <p:cNvSpPr/>
            <p:nvPr/>
          </p:nvSpPr>
          <p:spPr>
            <a:xfrm>
              <a:off x="2746184" y="12861399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5741" name="tx5741"/>
            <p:cNvSpPr/>
            <p:nvPr/>
          </p:nvSpPr>
          <p:spPr>
            <a:xfrm>
              <a:off x="2746184" y="12600694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2.5</a:t>
              </a:r>
            </a:p>
          </p:txBody>
        </p:sp>
        <p:sp>
          <p:nvSpPr>
            <p:cNvPr id="5742" name="tx5742"/>
            <p:cNvSpPr/>
            <p:nvPr/>
          </p:nvSpPr>
          <p:spPr>
            <a:xfrm>
              <a:off x="2746184" y="12339988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5.0</a:t>
              </a:r>
            </a:p>
          </p:txBody>
        </p:sp>
        <p:sp>
          <p:nvSpPr>
            <p:cNvPr id="5743" name="tx5743"/>
            <p:cNvSpPr/>
            <p:nvPr/>
          </p:nvSpPr>
          <p:spPr>
            <a:xfrm>
              <a:off x="2746184" y="12080647"/>
              <a:ext cx="155361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7.5</a:t>
              </a:r>
            </a:p>
          </p:txBody>
        </p:sp>
        <p:sp>
          <p:nvSpPr>
            <p:cNvPr id="5744" name="pl5744"/>
            <p:cNvSpPr/>
            <p:nvPr/>
          </p:nvSpPr>
          <p:spPr>
            <a:xfrm>
              <a:off x="2929381" y="1342450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" name="pl5745"/>
            <p:cNvSpPr/>
            <p:nvPr/>
          </p:nvSpPr>
          <p:spPr>
            <a:xfrm>
              <a:off x="2929381" y="1316379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" name="pl5746"/>
            <p:cNvSpPr/>
            <p:nvPr/>
          </p:nvSpPr>
          <p:spPr>
            <a:xfrm>
              <a:off x="2929381" y="1290309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" name="pl5747"/>
            <p:cNvSpPr/>
            <p:nvPr/>
          </p:nvSpPr>
          <p:spPr>
            <a:xfrm>
              <a:off x="2929381" y="1264238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" name="pl5748"/>
            <p:cNvSpPr/>
            <p:nvPr/>
          </p:nvSpPr>
          <p:spPr>
            <a:xfrm>
              <a:off x="2929381" y="1238168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" name="pl5749"/>
            <p:cNvSpPr/>
            <p:nvPr/>
          </p:nvSpPr>
          <p:spPr>
            <a:xfrm>
              <a:off x="2929381" y="1212097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" name="pl5750"/>
            <p:cNvSpPr/>
            <p:nvPr/>
          </p:nvSpPr>
          <p:spPr>
            <a:xfrm>
              <a:off x="3342574" y="13534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" name="pl5751"/>
            <p:cNvSpPr/>
            <p:nvPr/>
          </p:nvSpPr>
          <p:spPr>
            <a:xfrm>
              <a:off x="4387435" y="13534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" name="pl5752"/>
            <p:cNvSpPr/>
            <p:nvPr/>
          </p:nvSpPr>
          <p:spPr>
            <a:xfrm>
              <a:off x="5432295" y="13534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" name="pl5753"/>
            <p:cNvSpPr/>
            <p:nvPr/>
          </p:nvSpPr>
          <p:spPr>
            <a:xfrm>
              <a:off x="6477155" y="13534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" name="tx5754"/>
            <p:cNvSpPr/>
            <p:nvPr/>
          </p:nvSpPr>
          <p:spPr>
            <a:xfrm>
              <a:off x="3311497" y="1359564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5755" name="tx5755"/>
            <p:cNvSpPr/>
            <p:nvPr/>
          </p:nvSpPr>
          <p:spPr>
            <a:xfrm>
              <a:off x="4325279" y="135956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5756" name="tx5756"/>
            <p:cNvSpPr/>
            <p:nvPr/>
          </p:nvSpPr>
          <p:spPr>
            <a:xfrm>
              <a:off x="5370139" y="135956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5757" name="tx5757"/>
            <p:cNvSpPr/>
            <p:nvPr/>
          </p:nvSpPr>
          <p:spPr>
            <a:xfrm>
              <a:off x="6415000" y="13595595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5758" name="tx5758"/>
            <p:cNvSpPr/>
            <p:nvPr/>
          </p:nvSpPr>
          <p:spPr>
            <a:xfrm>
              <a:off x="4292643" y="13715330"/>
              <a:ext cx="171562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Centiloids, Amyloid PET (Z)</a:t>
              </a:r>
            </a:p>
          </p:txBody>
        </p:sp>
        <p:sp>
          <p:nvSpPr>
            <p:cNvPr id="5759" name="tx5759"/>
            <p:cNvSpPr/>
            <p:nvPr/>
          </p:nvSpPr>
          <p:spPr>
            <a:xfrm rot="-5400000">
              <a:off x="1672052" y="12755942"/>
              <a:ext cx="1801093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 Alamar BD pTau217 (Z)</a:t>
              </a:r>
            </a:p>
          </p:txBody>
        </p:sp>
        <p:sp>
          <p:nvSpPr>
            <p:cNvPr id="5760" name="tx5760"/>
            <p:cNvSpPr/>
            <p:nvPr/>
          </p:nvSpPr>
          <p:spPr>
            <a:xfrm>
              <a:off x="2964176" y="11878542"/>
              <a:ext cx="167640" cy="1220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U.</a:t>
              </a:r>
            </a:p>
          </p:txBody>
        </p:sp>
        <p:sp>
          <p:nvSpPr>
            <p:cNvPr id="5761" name="rc5761"/>
            <p:cNvSpPr/>
            <p:nvPr/>
          </p:nvSpPr>
          <p:spPr>
            <a:xfrm>
              <a:off x="8063227" y="11811000"/>
              <a:ext cx="197802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62" name="pl5762"/>
            <p:cNvSpPr/>
            <p:nvPr/>
          </p:nvSpPr>
          <p:spPr>
            <a:xfrm>
              <a:off x="8707863" y="1322574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" name="pl5763"/>
            <p:cNvSpPr/>
            <p:nvPr/>
          </p:nvSpPr>
          <p:spPr>
            <a:xfrm>
              <a:off x="8707863" y="1294283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" name="pl5764"/>
            <p:cNvSpPr/>
            <p:nvPr/>
          </p:nvSpPr>
          <p:spPr>
            <a:xfrm>
              <a:off x="8707863" y="1265991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" name="pl5765"/>
            <p:cNvSpPr/>
            <p:nvPr/>
          </p:nvSpPr>
          <p:spPr>
            <a:xfrm>
              <a:off x="8707863" y="1237700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" name="pl5766"/>
            <p:cNvSpPr/>
            <p:nvPr/>
          </p:nvSpPr>
          <p:spPr>
            <a:xfrm>
              <a:off x="8905903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" name="pl5767"/>
            <p:cNvSpPr/>
            <p:nvPr/>
          </p:nvSpPr>
          <p:spPr>
            <a:xfrm>
              <a:off x="9188818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" name="pl5768"/>
            <p:cNvSpPr/>
            <p:nvPr/>
          </p:nvSpPr>
          <p:spPr>
            <a:xfrm>
              <a:off x="9471733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" name="pl5769"/>
            <p:cNvSpPr/>
            <p:nvPr/>
          </p:nvSpPr>
          <p:spPr>
            <a:xfrm>
              <a:off x="9754648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" name="pl5770"/>
            <p:cNvSpPr/>
            <p:nvPr/>
          </p:nvSpPr>
          <p:spPr>
            <a:xfrm>
              <a:off x="8707863" y="1336720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" name="pl5771"/>
            <p:cNvSpPr/>
            <p:nvPr/>
          </p:nvSpPr>
          <p:spPr>
            <a:xfrm>
              <a:off x="8707863" y="1308429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" name="pl5772"/>
            <p:cNvSpPr/>
            <p:nvPr/>
          </p:nvSpPr>
          <p:spPr>
            <a:xfrm>
              <a:off x="8707863" y="1280137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" name="pl5773"/>
            <p:cNvSpPr/>
            <p:nvPr/>
          </p:nvSpPr>
          <p:spPr>
            <a:xfrm>
              <a:off x="8707863" y="1251846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" name="pl5774"/>
            <p:cNvSpPr/>
            <p:nvPr/>
          </p:nvSpPr>
          <p:spPr>
            <a:xfrm>
              <a:off x="8707863" y="1223554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" name="pl5775"/>
            <p:cNvSpPr/>
            <p:nvPr/>
          </p:nvSpPr>
          <p:spPr>
            <a:xfrm>
              <a:off x="8764446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" name="pl5776"/>
            <p:cNvSpPr/>
            <p:nvPr/>
          </p:nvSpPr>
          <p:spPr>
            <a:xfrm>
              <a:off x="9047361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" name="pl5777"/>
            <p:cNvSpPr/>
            <p:nvPr/>
          </p:nvSpPr>
          <p:spPr>
            <a:xfrm>
              <a:off x="9330276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" name="pl5778"/>
            <p:cNvSpPr/>
            <p:nvPr/>
          </p:nvSpPr>
          <p:spPr>
            <a:xfrm>
              <a:off x="9613191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" name="pl5779"/>
            <p:cNvSpPr/>
            <p:nvPr/>
          </p:nvSpPr>
          <p:spPr>
            <a:xfrm>
              <a:off x="9896106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" name="pl5780"/>
            <p:cNvSpPr/>
            <p:nvPr/>
          </p:nvSpPr>
          <p:spPr>
            <a:xfrm>
              <a:off x="8764446" y="12235546"/>
              <a:ext cx="1131660" cy="1131660"/>
            </a:xfrm>
            <a:custGeom>
              <a:avLst/>
              <a:pathLst>
                <a:path w="1131660" h="1131660">
                  <a:moveTo>
                    <a:pt x="0" y="1131660"/>
                  </a:moveTo>
                  <a:lnTo>
                    <a:pt x="0" y="1112479"/>
                  </a:lnTo>
                  <a:lnTo>
                    <a:pt x="0" y="1093298"/>
                  </a:lnTo>
                  <a:lnTo>
                    <a:pt x="0" y="1074118"/>
                  </a:lnTo>
                  <a:lnTo>
                    <a:pt x="0" y="1054937"/>
                  </a:lnTo>
                  <a:lnTo>
                    <a:pt x="0" y="1035756"/>
                  </a:lnTo>
                  <a:lnTo>
                    <a:pt x="0" y="1016576"/>
                  </a:lnTo>
                  <a:lnTo>
                    <a:pt x="0" y="997395"/>
                  </a:lnTo>
                  <a:lnTo>
                    <a:pt x="0" y="978214"/>
                  </a:lnTo>
                  <a:lnTo>
                    <a:pt x="0" y="959033"/>
                  </a:lnTo>
                  <a:lnTo>
                    <a:pt x="0" y="939853"/>
                  </a:lnTo>
                  <a:lnTo>
                    <a:pt x="0" y="920672"/>
                  </a:lnTo>
                  <a:lnTo>
                    <a:pt x="0" y="901491"/>
                  </a:lnTo>
                  <a:lnTo>
                    <a:pt x="0" y="882311"/>
                  </a:lnTo>
                  <a:lnTo>
                    <a:pt x="0" y="863130"/>
                  </a:lnTo>
                  <a:lnTo>
                    <a:pt x="0" y="843949"/>
                  </a:lnTo>
                  <a:lnTo>
                    <a:pt x="0" y="824769"/>
                  </a:lnTo>
                  <a:lnTo>
                    <a:pt x="0" y="805588"/>
                  </a:lnTo>
                  <a:lnTo>
                    <a:pt x="0" y="786407"/>
                  </a:lnTo>
                  <a:lnTo>
                    <a:pt x="0" y="767227"/>
                  </a:lnTo>
                  <a:lnTo>
                    <a:pt x="0" y="748046"/>
                  </a:lnTo>
                  <a:lnTo>
                    <a:pt x="0" y="728865"/>
                  </a:lnTo>
                  <a:lnTo>
                    <a:pt x="0" y="709685"/>
                  </a:lnTo>
                  <a:lnTo>
                    <a:pt x="0" y="690504"/>
                  </a:lnTo>
                  <a:lnTo>
                    <a:pt x="0" y="671323"/>
                  </a:lnTo>
                  <a:lnTo>
                    <a:pt x="0" y="652143"/>
                  </a:lnTo>
                  <a:lnTo>
                    <a:pt x="0" y="632962"/>
                  </a:lnTo>
                  <a:lnTo>
                    <a:pt x="0" y="613781"/>
                  </a:lnTo>
                  <a:lnTo>
                    <a:pt x="0" y="594601"/>
                  </a:lnTo>
                  <a:lnTo>
                    <a:pt x="0" y="575420"/>
                  </a:lnTo>
                  <a:lnTo>
                    <a:pt x="0" y="556239"/>
                  </a:lnTo>
                  <a:lnTo>
                    <a:pt x="0" y="537059"/>
                  </a:lnTo>
                  <a:lnTo>
                    <a:pt x="0" y="517878"/>
                  </a:lnTo>
                  <a:lnTo>
                    <a:pt x="0" y="498697"/>
                  </a:lnTo>
                  <a:lnTo>
                    <a:pt x="0" y="479516"/>
                  </a:lnTo>
                  <a:lnTo>
                    <a:pt x="26317" y="479516"/>
                  </a:lnTo>
                  <a:lnTo>
                    <a:pt x="26317" y="460336"/>
                  </a:lnTo>
                  <a:lnTo>
                    <a:pt x="26317" y="441155"/>
                  </a:lnTo>
                  <a:lnTo>
                    <a:pt x="26317" y="421974"/>
                  </a:lnTo>
                  <a:lnTo>
                    <a:pt x="26317" y="402794"/>
                  </a:lnTo>
                  <a:lnTo>
                    <a:pt x="26317" y="383613"/>
                  </a:lnTo>
                  <a:lnTo>
                    <a:pt x="26317" y="364432"/>
                  </a:lnTo>
                  <a:lnTo>
                    <a:pt x="26317" y="345252"/>
                  </a:lnTo>
                  <a:lnTo>
                    <a:pt x="26317" y="326071"/>
                  </a:lnTo>
                  <a:lnTo>
                    <a:pt x="26317" y="306890"/>
                  </a:lnTo>
                  <a:lnTo>
                    <a:pt x="26317" y="287710"/>
                  </a:lnTo>
                  <a:lnTo>
                    <a:pt x="52635" y="287710"/>
                  </a:lnTo>
                  <a:lnTo>
                    <a:pt x="52635" y="268529"/>
                  </a:lnTo>
                  <a:lnTo>
                    <a:pt x="52635" y="249348"/>
                  </a:lnTo>
                  <a:lnTo>
                    <a:pt x="52635" y="230168"/>
                  </a:lnTo>
                  <a:lnTo>
                    <a:pt x="78953" y="230168"/>
                  </a:lnTo>
                  <a:lnTo>
                    <a:pt x="78953" y="210987"/>
                  </a:lnTo>
                  <a:lnTo>
                    <a:pt x="78953" y="191806"/>
                  </a:lnTo>
                  <a:lnTo>
                    <a:pt x="105270" y="191806"/>
                  </a:lnTo>
                  <a:lnTo>
                    <a:pt x="105270" y="172626"/>
                  </a:lnTo>
                  <a:lnTo>
                    <a:pt x="105270" y="153445"/>
                  </a:lnTo>
                  <a:lnTo>
                    <a:pt x="131588" y="153445"/>
                  </a:lnTo>
                  <a:lnTo>
                    <a:pt x="157906" y="153445"/>
                  </a:lnTo>
                  <a:lnTo>
                    <a:pt x="157906" y="134264"/>
                  </a:lnTo>
                  <a:lnTo>
                    <a:pt x="184223" y="134264"/>
                  </a:lnTo>
                  <a:lnTo>
                    <a:pt x="210541" y="134264"/>
                  </a:lnTo>
                  <a:lnTo>
                    <a:pt x="236859" y="134264"/>
                  </a:lnTo>
                  <a:lnTo>
                    <a:pt x="236859" y="115084"/>
                  </a:lnTo>
                  <a:lnTo>
                    <a:pt x="236859" y="95903"/>
                  </a:lnTo>
                  <a:lnTo>
                    <a:pt x="263176" y="95903"/>
                  </a:lnTo>
                  <a:lnTo>
                    <a:pt x="289494" y="95903"/>
                  </a:lnTo>
                  <a:lnTo>
                    <a:pt x="315812" y="95903"/>
                  </a:lnTo>
                  <a:lnTo>
                    <a:pt x="342129" y="95903"/>
                  </a:lnTo>
                  <a:lnTo>
                    <a:pt x="368447" y="95903"/>
                  </a:lnTo>
                  <a:lnTo>
                    <a:pt x="394765" y="95903"/>
                  </a:lnTo>
                  <a:lnTo>
                    <a:pt x="394765" y="76722"/>
                  </a:lnTo>
                  <a:lnTo>
                    <a:pt x="421082" y="76722"/>
                  </a:lnTo>
                  <a:lnTo>
                    <a:pt x="447400" y="76722"/>
                  </a:lnTo>
                  <a:lnTo>
                    <a:pt x="473718" y="76722"/>
                  </a:lnTo>
                  <a:lnTo>
                    <a:pt x="500035" y="76722"/>
                  </a:lnTo>
                  <a:lnTo>
                    <a:pt x="526353" y="76722"/>
                  </a:lnTo>
                  <a:lnTo>
                    <a:pt x="552671" y="76722"/>
                  </a:lnTo>
                  <a:lnTo>
                    <a:pt x="578988" y="76722"/>
                  </a:lnTo>
                  <a:lnTo>
                    <a:pt x="605306" y="76722"/>
                  </a:lnTo>
                  <a:lnTo>
                    <a:pt x="631624" y="76722"/>
                  </a:lnTo>
                  <a:lnTo>
                    <a:pt x="657941" y="76722"/>
                  </a:lnTo>
                  <a:lnTo>
                    <a:pt x="684259" y="76722"/>
                  </a:lnTo>
                  <a:lnTo>
                    <a:pt x="710577" y="76722"/>
                  </a:lnTo>
                  <a:lnTo>
                    <a:pt x="710577" y="57542"/>
                  </a:lnTo>
                  <a:lnTo>
                    <a:pt x="736894" y="57542"/>
                  </a:lnTo>
                  <a:lnTo>
                    <a:pt x="763212" y="57542"/>
                  </a:lnTo>
                  <a:lnTo>
                    <a:pt x="789530" y="57542"/>
                  </a:lnTo>
                  <a:lnTo>
                    <a:pt x="815847" y="57542"/>
                  </a:lnTo>
                  <a:lnTo>
                    <a:pt x="815847" y="38361"/>
                  </a:lnTo>
                  <a:lnTo>
                    <a:pt x="842165" y="38361"/>
                  </a:lnTo>
                  <a:lnTo>
                    <a:pt x="868483" y="38361"/>
                  </a:lnTo>
                  <a:lnTo>
                    <a:pt x="894800" y="38361"/>
                  </a:lnTo>
                  <a:lnTo>
                    <a:pt x="921118" y="38361"/>
                  </a:lnTo>
                  <a:lnTo>
                    <a:pt x="947436" y="38361"/>
                  </a:lnTo>
                  <a:lnTo>
                    <a:pt x="973754" y="38361"/>
                  </a:lnTo>
                  <a:lnTo>
                    <a:pt x="1000071" y="38361"/>
                  </a:lnTo>
                  <a:lnTo>
                    <a:pt x="1026389" y="38361"/>
                  </a:lnTo>
                  <a:lnTo>
                    <a:pt x="1052707" y="38361"/>
                  </a:lnTo>
                  <a:lnTo>
                    <a:pt x="1079024" y="38361"/>
                  </a:lnTo>
                  <a:lnTo>
                    <a:pt x="1105342" y="38361"/>
                  </a:lnTo>
                  <a:lnTo>
                    <a:pt x="1131660" y="38361"/>
                  </a:lnTo>
                  <a:lnTo>
                    <a:pt x="1131660" y="19180"/>
                  </a:lnTo>
                  <a:lnTo>
                    <a:pt x="1131660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" name="pl5781"/>
            <p:cNvSpPr/>
            <p:nvPr/>
          </p:nvSpPr>
          <p:spPr>
            <a:xfrm>
              <a:off x="8707863" y="12178963"/>
              <a:ext cx="1244826" cy="1244826"/>
            </a:xfrm>
            <a:custGeom>
              <a:avLst/>
              <a:pathLst>
                <a:path w="1244826" h="1244826">
                  <a:moveTo>
                    <a:pt x="0" y="1244826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82" name="pg5782"/>
            <p:cNvSpPr/>
            <p:nvPr/>
          </p:nvSpPr>
          <p:spPr>
            <a:xfrm>
              <a:off x="9047361" y="12713208"/>
              <a:ext cx="905328" cy="710580"/>
            </a:xfrm>
            <a:custGeom>
              <a:avLst/>
              <a:pathLst>
                <a:path w="905328" h="710580">
                  <a:moveTo>
                    <a:pt x="905328" y="710580"/>
                  </a:moveTo>
                  <a:lnTo>
                    <a:pt x="905328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710580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8623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" name="tx5783"/>
            <p:cNvSpPr/>
            <p:nvPr/>
          </p:nvSpPr>
          <p:spPr>
            <a:xfrm>
              <a:off x="9092891" y="12728133"/>
              <a:ext cx="2113622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0.59 [0.060, 0.966]</a:t>
              </a:r>
            </a:p>
          </p:txBody>
        </p:sp>
        <p:sp>
          <p:nvSpPr>
            <p:cNvPr id="5784" name="tx5784"/>
            <p:cNvSpPr/>
            <p:nvPr/>
          </p:nvSpPr>
          <p:spPr>
            <a:xfrm>
              <a:off x="9092891" y="12973577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0.916</a:t>
              </a:r>
            </a:p>
          </p:txBody>
        </p:sp>
        <p:sp>
          <p:nvSpPr>
            <p:cNvPr id="5785" name="tx5785"/>
            <p:cNvSpPr/>
            <p:nvPr/>
          </p:nvSpPr>
          <p:spPr>
            <a:xfrm>
              <a:off x="9092891" y="13193530"/>
              <a:ext cx="1176935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0.927</a:t>
              </a:r>
            </a:p>
          </p:txBody>
        </p:sp>
        <p:sp>
          <p:nvSpPr>
            <p:cNvPr id="5786" name="tx5786"/>
            <p:cNvSpPr/>
            <p:nvPr/>
          </p:nvSpPr>
          <p:spPr>
            <a:xfrm>
              <a:off x="9092891" y="13412074"/>
              <a:ext cx="974480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0.864</a:t>
              </a:r>
            </a:p>
          </p:txBody>
        </p:sp>
        <p:sp>
          <p:nvSpPr>
            <p:cNvPr id="5787" name="tx5787"/>
            <p:cNvSpPr/>
            <p:nvPr/>
          </p:nvSpPr>
          <p:spPr>
            <a:xfrm>
              <a:off x="8351312" y="1331414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5788" name="tx5788"/>
            <p:cNvSpPr/>
            <p:nvPr/>
          </p:nvSpPr>
          <p:spPr>
            <a:xfrm>
              <a:off x="8351312" y="1303122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5789" name="tx5789"/>
            <p:cNvSpPr/>
            <p:nvPr/>
          </p:nvSpPr>
          <p:spPr>
            <a:xfrm>
              <a:off x="8351312" y="1274831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5790" name="tx5790"/>
            <p:cNvSpPr/>
            <p:nvPr/>
          </p:nvSpPr>
          <p:spPr>
            <a:xfrm>
              <a:off x="8351312" y="1246539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5791" name="tx5791"/>
            <p:cNvSpPr/>
            <p:nvPr/>
          </p:nvSpPr>
          <p:spPr>
            <a:xfrm>
              <a:off x="8351312" y="12182483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5792" name="tx5792"/>
            <p:cNvSpPr/>
            <p:nvPr/>
          </p:nvSpPr>
          <p:spPr>
            <a:xfrm>
              <a:off x="8626026" y="13501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5793" name="tx5793"/>
            <p:cNvSpPr/>
            <p:nvPr/>
          </p:nvSpPr>
          <p:spPr>
            <a:xfrm>
              <a:off x="8908941" y="13501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5794" name="tx5794"/>
            <p:cNvSpPr/>
            <p:nvPr/>
          </p:nvSpPr>
          <p:spPr>
            <a:xfrm>
              <a:off x="9191856" y="13501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5795" name="tx5795"/>
            <p:cNvSpPr/>
            <p:nvPr/>
          </p:nvSpPr>
          <p:spPr>
            <a:xfrm>
              <a:off x="9474771" y="13501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5796" name="tx5796"/>
            <p:cNvSpPr/>
            <p:nvPr/>
          </p:nvSpPr>
          <p:spPr>
            <a:xfrm>
              <a:off x="9757686" y="13501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5797" name="tx5797"/>
            <p:cNvSpPr/>
            <p:nvPr/>
          </p:nvSpPr>
          <p:spPr>
            <a:xfrm>
              <a:off x="7951892" y="13651070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5798" name="tx5798"/>
            <p:cNvSpPr/>
            <p:nvPr/>
          </p:nvSpPr>
          <p:spPr>
            <a:xfrm rot="-5400000">
              <a:off x="6980294" y="12717945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5799" name="tx5799"/>
            <p:cNvSpPr/>
            <p:nvPr/>
          </p:nvSpPr>
          <p:spPr>
            <a:xfrm>
              <a:off x="8707863" y="11899567"/>
              <a:ext cx="201587" cy="1527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V.</a:t>
              </a:r>
            </a:p>
          </p:txBody>
        </p:sp>
        <p:sp>
          <p:nvSpPr>
            <p:cNvPr id="5800" name="rc5800"/>
            <p:cNvSpPr/>
            <p:nvPr/>
          </p:nvSpPr>
          <p:spPr>
            <a:xfrm>
              <a:off x="10698162" y="11811000"/>
              <a:ext cx="493775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" name="rc5801"/>
            <p:cNvSpPr/>
            <p:nvPr/>
          </p:nvSpPr>
          <p:spPr>
            <a:xfrm>
              <a:off x="11193776" y="12108278"/>
              <a:ext cx="4372557" cy="142643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02" name="pl5802"/>
            <p:cNvSpPr/>
            <p:nvPr/>
          </p:nvSpPr>
          <p:spPr>
            <a:xfrm>
              <a:off x="11193776" y="13242940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" name="pl5803"/>
            <p:cNvSpPr/>
            <p:nvPr/>
          </p:nvSpPr>
          <p:spPr>
            <a:xfrm>
              <a:off x="11193776" y="12918751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" name="pl5804"/>
            <p:cNvSpPr/>
            <p:nvPr/>
          </p:nvSpPr>
          <p:spPr>
            <a:xfrm>
              <a:off x="11193776" y="12594562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" name="pl5805"/>
            <p:cNvSpPr/>
            <p:nvPr/>
          </p:nvSpPr>
          <p:spPr>
            <a:xfrm>
              <a:off x="11193776" y="12270372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" name="pl5806"/>
            <p:cNvSpPr/>
            <p:nvPr/>
          </p:nvSpPr>
          <p:spPr>
            <a:xfrm>
              <a:off x="12094605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" name="pl5807"/>
            <p:cNvSpPr/>
            <p:nvPr/>
          </p:nvSpPr>
          <p:spPr>
            <a:xfrm>
              <a:off x="13139465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" name="pl5808"/>
            <p:cNvSpPr/>
            <p:nvPr/>
          </p:nvSpPr>
          <p:spPr>
            <a:xfrm>
              <a:off x="14184325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" name="pl5809"/>
            <p:cNvSpPr/>
            <p:nvPr/>
          </p:nvSpPr>
          <p:spPr>
            <a:xfrm>
              <a:off x="15229185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" name="pl5810"/>
            <p:cNvSpPr/>
            <p:nvPr/>
          </p:nvSpPr>
          <p:spPr>
            <a:xfrm>
              <a:off x="11193776" y="13405035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" name="pl5811"/>
            <p:cNvSpPr/>
            <p:nvPr/>
          </p:nvSpPr>
          <p:spPr>
            <a:xfrm>
              <a:off x="11193776" y="13080846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" name="pl5812"/>
            <p:cNvSpPr/>
            <p:nvPr/>
          </p:nvSpPr>
          <p:spPr>
            <a:xfrm>
              <a:off x="11193776" y="12756656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" name="pl5813"/>
            <p:cNvSpPr/>
            <p:nvPr/>
          </p:nvSpPr>
          <p:spPr>
            <a:xfrm>
              <a:off x="11193776" y="12432467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" name="pl5814"/>
            <p:cNvSpPr/>
            <p:nvPr/>
          </p:nvSpPr>
          <p:spPr>
            <a:xfrm>
              <a:off x="11193776" y="12108278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" name="pl5815"/>
            <p:cNvSpPr/>
            <p:nvPr/>
          </p:nvSpPr>
          <p:spPr>
            <a:xfrm>
              <a:off x="11572174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" name="pl5816"/>
            <p:cNvSpPr/>
            <p:nvPr/>
          </p:nvSpPr>
          <p:spPr>
            <a:xfrm>
              <a:off x="12617035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" name="pl5817"/>
            <p:cNvSpPr/>
            <p:nvPr/>
          </p:nvSpPr>
          <p:spPr>
            <a:xfrm>
              <a:off x="13661895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" name="pl5818"/>
            <p:cNvSpPr/>
            <p:nvPr/>
          </p:nvSpPr>
          <p:spPr>
            <a:xfrm>
              <a:off x="14706755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" name="pt5819"/>
            <p:cNvSpPr/>
            <p:nvPr/>
          </p:nvSpPr>
          <p:spPr>
            <a:xfrm>
              <a:off x="11491571" y="132386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" name="pt5820"/>
            <p:cNvSpPr/>
            <p:nvPr/>
          </p:nvSpPr>
          <p:spPr>
            <a:xfrm>
              <a:off x="11652037" y="129835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" name="pt5821"/>
            <p:cNvSpPr/>
            <p:nvPr/>
          </p:nvSpPr>
          <p:spPr>
            <a:xfrm>
              <a:off x="11905404" y="129797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" name="pt5822"/>
            <p:cNvSpPr/>
            <p:nvPr/>
          </p:nvSpPr>
          <p:spPr>
            <a:xfrm>
              <a:off x="11452158" y="131794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" name="pt5823"/>
            <p:cNvSpPr/>
            <p:nvPr/>
          </p:nvSpPr>
          <p:spPr>
            <a:xfrm>
              <a:off x="11587991" y="132409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" name="pt5824"/>
            <p:cNvSpPr/>
            <p:nvPr/>
          </p:nvSpPr>
          <p:spPr>
            <a:xfrm>
              <a:off x="12238301" y="129745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" name="pt5825"/>
            <p:cNvSpPr/>
            <p:nvPr/>
          </p:nvSpPr>
          <p:spPr>
            <a:xfrm>
              <a:off x="11725232" y="129972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" name="pt5826"/>
            <p:cNvSpPr/>
            <p:nvPr/>
          </p:nvSpPr>
          <p:spPr>
            <a:xfrm>
              <a:off x="11963116" y="130845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" name="pt5827"/>
            <p:cNvSpPr/>
            <p:nvPr/>
          </p:nvSpPr>
          <p:spPr>
            <a:xfrm>
              <a:off x="12405805" y="130616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" name="pt5828"/>
            <p:cNvSpPr/>
            <p:nvPr/>
          </p:nvSpPr>
          <p:spPr>
            <a:xfrm>
              <a:off x="12112321" y="125259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" name="pt5829"/>
            <p:cNvSpPr/>
            <p:nvPr/>
          </p:nvSpPr>
          <p:spPr>
            <a:xfrm>
              <a:off x="12050387" y="124825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" name="pt5830"/>
            <p:cNvSpPr/>
            <p:nvPr/>
          </p:nvSpPr>
          <p:spPr>
            <a:xfrm>
              <a:off x="12380468" y="125866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" name="pt5831"/>
            <p:cNvSpPr/>
            <p:nvPr/>
          </p:nvSpPr>
          <p:spPr>
            <a:xfrm>
              <a:off x="12199592" y="126306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" name="pt5832"/>
            <p:cNvSpPr/>
            <p:nvPr/>
          </p:nvSpPr>
          <p:spPr>
            <a:xfrm>
              <a:off x="12282640" y="125798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" name="pt5833"/>
            <p:cNvSpPr/>
            <p:nvPr/>
          </p:nvSpPr>
          <p:spPr>
            <a:xfrm>
              <a:off x="11623885" y="131154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" name="pt5834"/>
            <p:cNvSpPr/>
            <p:nvPr/>
          </p:nvSpPr>
          <p:spPr>
            <a:xfrm>
              <a:off x="12020827" y="126020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" name="pt5835"/>
            <p:cNvSpPr/>
            <p:nvPr/>
          </p:nvSpPr>
          <p:spPr>
            <a:xfrm>
              <a:off x="11990564" y="126370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" name="pt5836"/>
            <p:cNvSpPr/>
            <p:nvPr/>
          </p:nvSpPr>
          <p:spPr>
            <a:xfrm>
              <a:off x="12117247" y="126512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" name="pt5837"/>
            <p:cNvSpPr/>
            <p:nvPr/>
          </p:nvSpPr>
          <p:spPr>
            <a:xfrm>
              <a:off x="11528872" y="130709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" name="pt5838"/>
            <p:cNvSpPr/>
            <p:nvPr/>
          </p:nvSpPr>
          <p:spPr>
            <a:xfrm>
              <a:off x="11497201" y="130760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" name="pt5839"/>
            <p:cNvSpPr/>
            <p:nvPr/>
          </p:nvSpPr>
          <p:spPr>
            <a:xfrm>
              <a:off x="11584472" y="132485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" name="pt5840"/>
            <p:cNvSpPr/>
            <p:nvPr/>
          </p:nvSpPr>
          <p:spPr>
            <a:xfrm>
              <a:off x="14122368" y="12635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" name="pt5841"/>
            <p:cNvSpPr/>
            <p:nvPr/>
          </p:nvSpPr>
          <p:spPr>
            <a:xfrm>
              <a:off x="14391923" y="124899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" name="pt5842"/>
            <p:cNvSpPr/>
            <p:nvPr/>
          </p:nvSpPr>
          <p:spPr>
            <a:xfrm>
              <a:off x="12196073" y="129660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" name="pt5843"/>
            <p:cNvSpPr/>
            <p:nvPr/>
          </p:nvSpPr>
          <p:spPr>
            <a:xfrm>
              <a:off x="12743628" y="127852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" name="pt5844"/>
            <p:cNvSpPr/>
            <p:nvPr/>
          </p:nvSpPr>
          <p:spPr>
            <a:xfrm>
              <a:off x="11866695" y="132913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" name="pt5845"/>
            <p:cNvSpPr/>
            <p:nvPr/>
          </p:nvSpPr>
          <p:spPr>
            <a:xfrm>
              <a:off x="15342754" y="12527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" name="pt5846"/>
            <p:cNvSpPr/>
            <p:nvPr/>
          </p:nvSpPr>
          <p:spPr>
            <a:xfrm>
              <a:off x="11804761" y="130490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" name="pt5847"/>
            <p:cNvSpPr/>
            <p:nvPr/>
          </p:nvSpPr>
          <p:spPr>
            <a:xfrm>
              <a:off x="11549986" y="13084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" name="pt5848"/>
            <p:cNvSpPr/>
            <p:nvPr/>
          </p:nvSpPr>
          <p:spPr>
            <a:xfrm>
              <a:off x="11470457" y="130529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" name="pt5849"/>
            <p:cNvSpPr/>
            <p:nvPr/>
          </p:nvSpPr>
          <p:spPr>
            <a:xfrm>
              <a:off x="12235486" y="128648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" name="pt5850"/>
            <p:cNvSpPr/>
            <p:nvPr/>
          </p:nvSpPr>
          <p:spPr>
            <a:xfrm>
              <a:off x="11638665" y="12976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" name="pt5851"/>
            <p:cNvSpPr/>
            <p:nvPr/>
          </p:nvSpPr>
          <p:spPr>
            <a:xfrm>
              <a:off x="11586584" y="130657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" name="pt5852"/>
            <p:cNvSpPr/>
            <p:nvPr/>
          </p:nvSpPr>
          <p:spPr>
            <a:xfrm>
              <a:off x="12357946" y="127797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" name="pt5853"/>
            <p:cNvSpPr/>
            <p:nvPr/>
          </p:nvSpPr>
          <p:spPr>
            <a:xfrm>
              <a:off x="12230559" y="127502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" name="pt5854"/>
            <p:cNvSpPr/>
            <p:nvPr/>
          </p:nvSpPr>
          <p:spPr>
            <a:xfrm>
              <a:off x="12214372" y="127318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" name="pt5855"/>
            <p:cNvSpPr/>
            <p:nvPr/>
          </p:nvSpPr>
          <p:spPr>
            <a:xfrm>
              <a:off x="12338240" y="127154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" name="pt5856"/>
            <p:cNvSpPr/>
            <p:nvPr/>
          </p:nvSpPr>
          <p:spPr>
            <a:xfrm>
              <a:off x="11907516" y="129680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" name="pt5857"/>
            <p:cNvSpPr/>
            <p:nvPr/>
          </p:nvSpPr>
          <p:spPr>
            <a:xfrm>
              <a:off x="11548579" y="131833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" name="pt5858"/>
            <p:cNvSpPr/>
            <p:nvPr/>
          </p:nvSpPr>
          <p:spPr>
            <a:xfrm>
              <a:off x="11367702" y="131146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" name="pt5859"/>
            <p:cNvSpPr/>
            <p:nvPr/>
          </p:nvSpPr>
          <p:spPr>
            <a:xfrm>
              <a:off x="11521130" y="130265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" name="pt5860"/>
            <p:cNvSpPr/>
            <p:nvPr/>
          </p:nvSpPr>
          <p:spPr>
            <a:xfrm>
              <a:off x="12071501" y="130730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" name="pt5861"/>
            <p:cNvSpPr/>
            <p:nvPr/>
          </p:nvSpPr>
          <p:spPr>
            <a:xfrm>
              <a:off x="11528872" y="130541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" name="pt5862"/>
            <p:cNvSpPr/>
            <p:nvPr/>
          </p:nvSpPr>
          <p:spPr>
            <a:xfrm>
              <a:off x="11931445" y="127242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" name="pt5863"/>
            <p:cNvSpPr/>
            <p:nvPr/>
          </p:nvSpPr>
          <p:spPr>
            <a:xfrm>
              <a:off x="11949040" y="126733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" name="pt5864"/>
            <p:cNvSpPr/>
            <p:nvPr/>
          </p:nvSpPr>
          <p:spPr>
            <a:xfrm>
              <a:off x="12110210" y="125843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" name="pt5865"/>
            <p:cNvSpPr/>
            <p:nvPr/>
          </p:nvSpPr>
          <p:spPr>
            <a:xfrm>
              <a:off x="12634539" y="12587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" name="pt5866"/>
            <p:cNvSpPr/>
            <p:nvPr/>
          </p:nvSpPr>
          <p:spPr>
            <a:xfrm>
              <a:off x="12459293" y="126269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" name="pt5867"/>
            <p:cNvSpPr/>
            <p:nvPr/>
          </p:nvSpPr>
          <p:spPr>
            <a:xfrm>
              <a:off x="11530280" y="131468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" name="pt5868"/>
            <p:cNvSpPr/>
            <p:nvPr/>
          </p:nvSpPr>
          <p:spPr>
            <a:xfrm>
              <a:off x="13411532" y="130540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" name="pt5869"/>
            <p:cNvSpPr/>
            <p:nvPr/>
          </p:nvSpPr>
          <p:spPr>
            <a:xfrm>
              <a:off x="11511981" y="130416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" name="pt5870"/>
            <p:cNvSpPr/>
            <p:nvPr/>
          </p:nvSpPr>
          <p:spPr>
            <a:xfrm>
              <a:off x="12319941" y="125922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" name="pt5871"/>
            <p:cNvSpPr/>
            <p:nvPr/>
          </p:nvSpPr>
          <p:spPr>
            <a:xfrm>
              <a:off x="12389617" y="127343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" name="pt5872"/>
            <p:cNvSpPr/>
            <p:nvPr/>
          </p:nvSpPr>
          <p:spPr>
            <a:xfrm>
              <a:off x="11557024" y="131464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" name="pt5873"/>
            <p:cNvSpPr/>
            <p:nvPr/>
          </p:nvSpPr>
          <p:spPr>
            <a:xfrm>
              <a:off x="11576027" y="130686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" name="pt5874"/>
            <p:cNvSpPr/>
            <p:nvPr/>
          </p:nvSpPr>
          <p:spPr>
            <a:xfrm>
              <a:off x="11816022" y="127826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" name="pt5875"/>
            <p:cNvSpPr/>
            <p:nvPr/>
          </p:nvSpPr>
          <p:spPr>
            <a:xfrm>
              <a:off x="11460604" y="130961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" name="pt5876"/>
            <p:cNvSpPr/>
            <p:nvPr/>
          </p:nvSpPr>
          <p:spPr>
            <a:xfrm>
              <a:off x="11526057" y="130357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" name="pt5877"/>
            <p:cNvSpPr/>
            <p:nvPr/>
          </p:nvSpPr>
          <p:spPr>
            <a:xfrm>
              <a:off x="11951151" y="123785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" name="pt5878"/>
            <p:cNvSpPr/>
            <p:nvPr/>
          </p:nvSpPr>
          <p:spPr>
            <a:xfrm>
              <a:off x="11929333" y="126035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" name="pt5879"/>
            <p:cNvSpPr/>
            <p:nvPr/>
          </p:nvSpPr>
          <p:spPr>
            <a:xfrm>
              <a:off x="12070093" y="128750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" name="pt5880"/>
            <p:cNvSpPr/>
            <p:nvPr/>
          </p:nvSpPr>
          <p:spPr>
            <a:xfrm>
              <a:off x="11514092" y="131067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" name="pt5881"/>
            <p:cNvSpPr/>
            <p:nvPr/>
          </p:nvSpPr>
          <p:spPr>
            <a:xfrm>
              <a:off x="11566877" y="13221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" name="pt5882"/>
            <p:cNvSpPr/>
            <p:nvPr/>
          </p:nvSpPr>
          <p:spPr>
            <a:xfrm>
              <a:off x="11541541" y="132371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" name="pt5883"/>
            <p:cNvSpPr/>
            <p:nvPr/>
          </p:nvSpPr>
          <p:spPr>
            <a:xfrm>
              <a:off x="11930741" y="129305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" name="pt5884"/>
            <p:cNvSpPr/>
            <p:nvPr/>
          </p:nvSpPr>
          <p:spPr>
            <a:xfrm>
              <a:off x="12020827" y="125221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" name="pt5885"/>
            <p:cNvSpPr/>
            <p:nvPr/>
          </p:nvSpPr>
          <p:spPr>
            <a:xfrm>
              <a:off x="11527465" y="130887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" name="pt5886"/>
            <p:cNvSpPr/>
            <p:nvPr/>
          </p:nvSpPr>
          <p:spPr>
            <a:xfrm>
              <a:off x="11593622" y="131163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" name="pt5887"/>
            <p:cNvSpPr/>
            <p:nvPr/>
          </p:nvSpPr>
          <p:spPr>
            <a:xfrm>
              <a:off x="12408620" y="126168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" name="pt5888"/>
            <p:cNvSpPr/>
            <p:nvPr/>
          </p:nvSpPr>
          <p:spPr>
            <a:xfrm>
              <a:off x="12025754" y="129006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" name="pt5889"/>
            <p:cNvSpPr/>
            <p:nvPr/>
          </p:nvSpPr>
          <p:spPr>
            <a:xfrm>
              <a:off x="11527465" y="129632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" name="pt5890"/>
            <p:cNvSpPr/>
            <p:nvPr/>
          </p:nvSpPr>
          <p:spPr>
            <a:xfrm>
              <a:off x="12147511" y="128832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" name="pt5891"/>
            <p:cNvSpPr/>
            <p:nvPr/>
          </p:nvSpPr>
          <p:spPr>
            <a:xfrm>
              <a:off x="11627404" y="13045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" name="pt5892"/>
            <p:cNvSpPr/>
            <p:nvPr/>
          </p:nvSpPr>
          <p:spPr>
            <a:xfrm>
              <a:off x="12396655" y="126187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" name="pt5893"/>
            <p:cNvSpPr/>
            <p:nvPr/>
          </p:nvSpPr>
          <p:spPr>
            <a:xfrm>
              <a:off x="12341759" y="126653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" name="pt5894"/>
            <p:cNvSpPr/>
            <p:nvPr/>
          </p:nvSpPr>
          <p:spPr>
            <a:xfrm>
              <a:off x="12702104" y="126799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" name="pt5895"/>
            <p:cNvSpPr/>
            <p:nvPr/>
          </p:nvSpPr>
          <p:spPr>
            <a:xfrm>
              <a:off x="12016604" y="131464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" name="pt5896"/>
            <p:cNvSpPr/>
            <p:nvPr/>
          </p:nvSpPr>
          <p:spPr>
            <a:xfrm>
              <a:off x="11971561" y="129199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" name="pt5897"/>
            <p:cNvSpPr/>
            <p:nvPr/>
          </p:nvSpPr>
          <p:spPr>
            <a:xfrm>
              <a:off x="12462109" y="128617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" name="pt5898"/>
            <p:cNvSpPr/>
            <p:nvPr/>
          </p:nvSpPr>
          <p:spPr>
            <a:xfrm>
              <a:off x="11523946" y="129862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" name="pt5899"/>
            <p:cNvSpPr/>
            <p:nvPr/>
          </p:nvSpPr>
          <p:spPr>
            <a:xfrm>
              <a:off x="12288270" y="125486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" name="pt5900"/>
            <p:cNvSpPr/>
            <p:nvPr/>
          </p:nvSpPr>
          <p:spPr>
            <a:xfrm>
              <a:off x="12622575" y="125104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" name="pt5901"/>
            <p:cNvSpPr/>
            <p:nvPr/>
          </p:nvSpPr>
          <p:spPr>
            <a:xfrm>
              <a:off x="12086984" y="127523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" name="pt5902"/>
            <p:cNvSpPr/>
            <p:nvPr/>
          </p:nvSpPr>
          <p:spPr>
            <a:xfrm>
              <a:off x="12017308" y="129925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" name="pt5903"/>
            <p:cNvSpPr/>
            <p:nvPr/>
          </p:nvSpPr>
          <p:spPr>
            <a:xfrm>
              <a:off x="12479000" y="13020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" name="pt5904"/>
            <p:cNvSpPr/>
            <p:nvPr/>
          </p:nvSpPr>
          <p:spPr>
            <a:xfrm>
              <a:off x="14439781" y="125814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" name="pt5905"/>
            <p:cNvSpPr/>
            <p:nvPr/>
          </p:nvSpPr>
          <p:spPr>
            <a:xfrm>
              <a:off x="11820948" y="129138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" name="pt5906"/>
            <p:cNvSpPr/>
            <p:nvPr/>
          </p:nvSpPr>
          <p:spPr>
            <a:xfrm>
              <a:off x="11400077" y="131617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" name="pt5907"/>
            <p:cNvSpPr/>
            <p:nvPr/>
          </p:nvSpPr>
          <p:spPr>
            <a:xfrm>
              <a:off x="11587991" y="131590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" name="pt5908"/>
            <p:cNvSpPr/>
            <p:nvPr/>
          </p:nvSpPr>
          <p:spPr>
            <a:xfrm>
              <a:off x="12830195" y="127789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" name="pt5909"/>
            <p:cNvSpPr/>
            <p:nvPr/>
          </p:nvSpPr>
          <p:spPr>
            <a:xfrm>
              <a:off x="12996995" y="127279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" name="pt5910"/>
            <p:cNvSpPr/>
            <p:nvPr/>
          </p:nvSpPr>
          <p:spPr>
            <a:xfrm>
              <a:off x="11865288" y="130831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" name="pt5911"/>
            <p:cNvSpPr/>
            <p:nvPr/>
          </p:nvSpPr>
          <p:spPr>
            <a:xfrm>
              <a:off x="11916665" y="130426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" name="pt5912"/>
            <p:cNvSpPr/>
            <p:nvPr/>
          </p:nvSpPr>
          <p:spPr>
            <a:xfrm>
              <a:off x="11616847" y="130489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" name="pt5913"/>
            <p:cNvSpPr/>
            <p:nvPr/>
          </p:nvSpPr>
          <p:spPr>
            <a:xfrm>
              <a:off x="11526057" y="131474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" name="pt5914"/>
            <p:cNvSpPr/>
            <p:nvPr/>
          </p:nvSpPr>
          <p:spPr>
            <a:xfrm>
              <a:off x="11509870" y="131880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" name="pt5915"/>
            <p:cNvSpPr/>
            <p:nvPr/>
          </p:nvSpPr>
          <p:spPr>
            <a:xfrm>
              <a:off x="11554913" y="132629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" name="pt5916"/>
            <p:cNvSpPr/>
            <p:nvPr/>
          </p:nvSpPr>
          <p:spPr>
            <a:xfrm>
              <a:off x="11576731" y="131168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" name="pt5917"/>
            <p:cNvSpPr/>
            <p:nvPr/>
          </p:nvSpPr>
          <p:spPr>
            <a:xfrm>
              <a:off x="11558432" y="130900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" name="pt5918"/>
            <p:cNvSpPr/>
            <p:nvPr/>
          </p:nvSpPr>
          <p:spPr>
            <a:xfrm>
              <a:off x="11568285" y="130236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" name="pl5919"/>
            <p:cNvSpPr/>
            <p:nvPr/>
          </p:nvSpPr>
          <p:spPr>
            <a:xfrm>
              <a:off x="11643431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20" name="pl5920"/>
            <p:cNvSpPr/>
            <p:nvPr/>
          </p:nvSpPr>
          <p:spPr>
            <a:xfrm>
              <a:off x="11193776" y="12992410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21" name="pg5921"/>
            <p:cNvSpPr/>
            <p:nvPr/>
          </p:nvSpPr>
          <p:spPr>
            <a:xfrm>
              <a:off x="11193776" y="12108278"/>
              <a:ext cx="639613" cy="257331"/>
            </a:xfrm>
            <a:custGeom>
              <a:avLst/>
              <a:pathLst>
                <a:path w="639613" h="257331">
                  <a:moveTo>
                    <a:pt x="0" y="257331"/>
                  </a:moveTo>
                  <a:lnTo>
                    <a:pt x="614467" y="257331"/>
                  </a:lnTo>
                  <a:lnTo>
                    <a:pt x="613455" y="257311"/>
                  </a:lnTo>
                  <a:lnTo>
                    <a:pt x="617498" y="257148"/>
                  </a:lnTo>
                  <a:lnTo>
                    <a:pt x="621463" y="256339"/>
                  </a:lnTo>
                  <a:lnTo>
                    <a:pt x="625247" y="254904"/>
                  </a:lnTo>
                  <a:lnTo>
                    <a:pt x="628752" y="252880"/>
                  </a:lnTo>
                  <a:lnTo>
                    <a:pt x="631886" y="250321"/>
                  </a:lnTo>
                  <a:lnTo>
                    <a:pt x="634570" y="247292"/>
                  </a:lnTo>
                  <a:lnTo>
                    <a:pt x="636733" y="243871"/>
                  </a:lnTo>
                  <a:lnTo>
                    <a:pt x="638319" y="240148"/>
                  </a:lnTo>
                  <a:lnTo>
                    <a:pt x="639288" y="236219"/>
                  </a:lnTo>
                  <a:lnTo>
                    <a:pt x="639613" y="232185"/>
                  </a:lnTo>
                  <a:lnTo>
                    <a:pt x="6396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" name="tx5922"/>
            <p:cNvSpPr/>
            <p:nvPr/>
          </p:nvSpPr>
          <p:spPr>
            <a:xfrm>
              <a:off x="10921902" y="12020894"/>
              <a:ext cx="869577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</a:t>
              </a:r>
            </a:p>
          </p:txBody>
        </p:sp>
        <p:sp>
          <p:nvSpPr>
            <p:cNvPr id="5923" name="tx5923"/>
            <p:cNvSpPr/>
            <p:nvPr/>
          </p:nvSpPr>
          <p:spPr>
            <a:xfrm>
              <a:off x="11380019" y="12192594"/>
              <a:ext cx="411460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 (3%)</a:t>
              </a:r>
            </a:p>
          </p:txBody>
        </p:sp>
        <p:sp>
          <p:nvSpPr>
            <p:cNvPr id="5924" name="pg5924"/>
            <p:cNvSpPr/>
            <p:nvPr/>
          </p:nvSpPr>
          <p:spPr>
            <a:xfrm>
              <a:off x="11193776" y="13277379"/>
              <a:ext cx="639613" cy="257331"/>
            </a:xfrm>
            <a:custGeom>
              <a:avLst/>
              <a:pathLst>
                <a:path w="639613" h="257331">
                  <a:moveTo>
                    <a:pt x="639613" y="257331"/>
                  </a:moveTo>
                  <a:lnTo>
                    <a:pt x="639613" y="25146"/>
                  </a:lnTo>
                  <a:lnTo>
                    <a:pt x="639288" y="21112"/>
                  </a:lnTo>
                  <a:lnTo>
                    <a:pt x="638319" y="17183"/>
                  </a:lnTo>
                  <a:lnTo>
                    <a:pt x="636733" y="13460"/>
                  </a:lnTo>
                  <a:lnTo>
                    <a:pt x="634570" y="10039"/>
                  </a:lnTo>
                  <a:lnTo>
                    <a:pt x="631886" y="7010"/>
                  </a:lnTo>
                  <a:lnTo>
                    <a:pt x="628752" y="4451"/>
                  </a:lnTo>
                  <a:lnTo>
                    <a:pt x="625247" y="2427"/>
                  </a:lnTo>
                  <a:lnTo>
                    <a:pt x="621463" y="992"/>
                  </a:lnTo>
                  <a:lnTo>
                    <a:pt x="617498" y="183"/>
                  </a:lnTo>
                  <a:lnTo>
                    <a:pt x="614467" y="0"/>
                  </a:lnTo>
                  <a:lnTo>
                    <a:pt x="0" y="0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" name="tx5925"/>
            <p:cNvSpPr/>
            <p:nvPr/>
          </p:nvSpPr>
          <p:spPr>
            <a:xfrm>
              <a:off x="10914057" y="13289889"/>
              <a:ext cx="877422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Negative</a:t>
              </a:r>
            </a:p>
          </p:txBody>
        </p:sp>
        <p:sp>
          <p:nvSpPr>
            <p:cNvPr id="5926" name="tx5926"/>
            <p:cNvSpPr/>
            <p:nvPr/>
          </p:nvSpPr>
          <p:spPr>
            <a:xfrm>
              <a:off x="11224630" y="13489352"/>
              <a:ext cx="566849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 (40%)</a:t>
              </a:r>
            </a:p>
          </p:txBody>
        </p:sp>
        <p:sp>
          <p:nvSpPr>
            <p:cNvPr id="5927" name="pg5927"/>
            <p:cNvSpPr/>
            <p:nvPr/>
          </p:nvSpPr>
          <p:spPr>
            <a:xfrm>
              <a:off x="12240433" y="12108278"/>
              <a:ext cx="899032" cy="257331"/>
            </a:xfrm>
            <a:custGeom>
              <a:avLst/>
              <a:pathLst>
                <a:path w="899032" h="257331">
                  <a:moveTo>
                    <a:pt x="25145" y="257331"/>
                  </a:moveTo>
                  <a:lnTo>
                    <a:pt x="873886" y="257331"/>
                  </a:lnTo>
                  <a:lnTo>
                    <a:pt x="872873" y="257311"/>
                  </a:lnTo>
                  <a:lnTo>
                    <a:pt x="876917" y="257148"/>
                  </a:lnTo>
                  <a:lnTo>
                    <a:pt x="880882" y="256339"/>
                  </a:lnTo>
                  <a:lnTo>
                    <a:pt x="884666" y="254904"/>
                  </a:lnTo>
                  <a:lnTo>
                    <a:pt x="888170" y="252880"/>
                  </a:lnTo>
                  <a:lnTo>
                    <a:pt x="891305" y="250321"/>
                  </a:lnTo>
                  <a:lnTo>
                    <a:pt x="893989" y="247292"/>
                  </a:lnTo>
                  <a:lnTo>
                    <a:pt x="896151" y="243871"/>
                  </a:lnTo>
                  <a:lnTo>
                    <a:pt x="897738" y="240148"/>
                  </a:lnTo>
                  <a:lnTo>
                    <a:pt x="898706" y="236219"/>
                  </a:lnTo>
                  <a:lnTo>
                    <a:pt x="899032" y="232185"/>
                  </a:lnTo>
                  <a:lnTo>
                    <a:pt x="899032" y="0"/>
                  </a:lnTo>
                  <a:lnTo>
                    <a:pt x="0" y="0"/>
                  </a:lnTo>
                  <a:lnTo>
                    <a:pt x="0" y="232185"/>
                  </a:lnTo>
                  <a:lnTo>
                    <a:pt x="81" y="230162"/>
                  </a:lnTo>
                  <a:lnTo>
                    <a:pt x="81" y="234209"/>
                  </a:lnTo>
                  <a:lnTo>
                    <a:pt x="730" y="238203"/>
                  </a:lnTo>
                  <a:lnTo>
                    <a:pt x="2012" y="242042"/>
                  </a:lnTo>
                  <a:lnTo>
                    <a:pt x="3892" y="245625"/>
                  </a:lnTo>
                  <a:lnTo>
                    <a:pt x="6323" y="248860"/>
                  </a:lnTo>
                  <a:lnTo>
                    <a:pt x="9242" y="251664"/>
                  </a:lnTo>
                  <a:lnTo>
                    <a:pt x="12573" y="253962"/>
                  </a:lnTo>
                  <a:lnTo>
                    <a:pt x="16229" y="255697"/>
                  </a:lnTo>
                  <a:lnTo>
                    <a:pt x="20116" y="256823"/>
                  </a:lnTo>
                  <a:lnTo>
                    <a:pt x="24133" y="257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" name="tx5928"/>
            <p:cNvSpPr/>
            <p:nvPr/>
          </p:nvSpPr>
          <p:spPr>
            <a:xfrm>
              <a:off x="12282343" y="12020894"/>
              <a:ext cx="8152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</a:t>
              </a:r>
            </a:p>
          </p:txBody>
        </p:sp>
        <p:sp>
          <p:nvSpPr>
            <p:cNvPr id="5929" name="tx5929"/>
            <p:cNvSpPr/>
            <p:nvPr/>
          </p:nvSpPr>
          <p:spPr>
            <a:xfrm>
              <a:off x="12530706" y="12192594"/>
              <a:ext cx="566849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46 (46%)</a:t>
              </a:r>
            </a:p>
          </p:txBody>
        </p:sp>
        <p:sp>
          <p:nvSpPr>
            <p:cNvPr id="5930" name="pg5930"/>
            <p:cNvSpPr/>
            <p:nvPr/>
          </p:nvSpPr>
          <p:spPr>
            <a:xfrm>
              <a:off x="12123857" y="13277379"/>
              <a:ext cx="1015608" cy="257331"/>
            </a:xfrm>
            <a:custGeom>
              <a:avLst/>
              <a:pathLst>
                <a:path w="1015608" h="257331">
                  <a:moveTo>
                    <a:pt x="1015608" y="257331"/>
                  </a:moveTo>
                  <a:lnTo>
                    <a:pt x="1015608" y="25146"/>
                  </a:lnTo>
                  <a:lnTo>
                    <a:pt x="1015282" y="21112"/>
                  </a:lnTo>
                  <a:lnTo>
                    <a:pt x="1014313" y="17183"/>
                  </a:lnTo>
                  <a:lnTo>
                    <a:pt x="1012727" y="13460"/>
                  </a:lnTo>
                  <a:lnTo>
                    <a:pt x="1010564" y="10039"/>
                  </a:lnTo>
                  <a:lnTo>
                    <a:pt x="1007881" y="7010"/>
                  </a:lnTo>
                  <a:lnTo>
                    <a:pt x="1004746" y="4451"/>
                  </a:lnTo>
                  <a:lnTo>
                    <a:pt x="1001241" y="2427"/>
                  </a:lnTo>
                  <a:lnTo>
                    <a:pt x="997458" y="992"/>
                  </a:lnTo>
                  <a:lnTo>
                    <a:pt x="993493" y="183"/>
                  </a:lnTo>
                  <a:lnTo>
                    <a:pt x="990462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" name="tx5931"/>
            <p:cNvSpPr/>
            <p:nvPr/>
          </p:nvSpPr>
          <p:spPr>
            <a:xfrm>
              <a:off x="12165767" y="13289889"/>
              <a:ext cx="931788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Negative</a:t>
              </a:r>
            </a:p>
          </p:txBody>
        </p:sp>
        <p:sp>
          <p:nvSpPr>
            <p:cNvPr id="5932" name="tx5932"/>
            <p:cNvSpPr/>
            <p:nvPr/>
          </p:nvSpPr>
          <p:spPr>
            <a:xfrm>
              <a:off x="12530706" y="13489352"/>
              <a:ext cx="566849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 (11%)</a:t>
              </a:r>
            </a:p>
          </p:txBody>
        </p:sp>
        <p:sp>
          <p:nvSpPr>
            <p:cNvPr id="5933" name="rc5933"/>
            <p:cNvSpPr/>
            <p:nvPr/>
          </p:nvSpPr>
          <p:spPr>
            <a:xfrm>
              <a:off x="11193776" y="12108278"/>
              <a:ext cx="4372557" cy="142643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" name="tx5934"/>
            <p:cNvSpPr/>
            <p:nvPr/>
          </p:nvSpPr>
          <p:spPr>
            <a:xfrm>
              <a:off x="10938567" y="13363343"/>
              <a:ext cx="19257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-2.5</a:t>
              </a:r>
            </a:p>
          </p:txBody>
        </p:sp>
        <p:sp>
          <p:nvSpPr>
            <p:cNvPr id="5935" name="tx5935"/>
            <p:cNvSpPr/>
            <p:nvPr/>
          </p:nvSpPr>
          <p:spPr>
            <a:xfrm>
              <a:off x="10975784" y="13039154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5936" name="tx5936"/>
            <p:cNvSpPr/>
            <p:nvPr/>
          </p:nvSpPr>
          <p:spPr>
            <a:xfrm>
              <a:off x="10975784" y="12714965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2.5</a:t>
              </a:r>
            </a:p>
          </p:txBody>
        </p:sp>
        <p:sp>
          <p:nvSpPr>
            <p:cNvPr id="5937" name="tx5937"/>
            <p:cNvSpPr/>
            <p:nvPr/>
          </p:nvSpPr>
          <p:spPr>
            <a:xfrm>
              <a:off x="10975784" y="12390775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5.0</a:t>
              </a:r>
            </a:p>
          </p:txBody>
        </p:sp>
        <p:sp>
          <p:nvSpPr>
            <p:cNvPr id="5938" name="tx5938"/>
            <p:cNvSpPr/>
            <p:nvPr/>
          </p:nvSpPr>
          <p:spPr>
            <a:xfrm>
              <a:off x="10975784" y="12067950"/>
              <a:ext cx="155361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7.5</a:t>
              </a:r>
            </a:p>
          </p:txBody>
        </p:sp>
        <p:sp>
          <p:nvSpPr>
            <p:cNvPr id="5939" name="pl5939"/>
            <p:cNvSpPr/>
            <p:nvPr/>
          </p:nvSpPr>
          <p:spPr>
            <a:xfrm>
              <a:off x="11158981" y="1340503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" name="pl5940"/>
            <p:cNvSpPr/>
            <p:nvPr/>
          </p:nvSpPr>
          <p:spPr>
            <a:xfrm>
              <a:off x="11158981" y="1308084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" name="pl5941"/>
            <p:cNvSpPr/>
            <p:nvPr/>
          </p:nvSpPr>
          <p:spPr>
            <a:xfrm>
              <a:off x="11158981" y="1275665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" name="pl5942"/>
            <p:cNvSpPr/>
            <p:nvPr/>
          </p:nvSpPr>
          <p:spPr>
            <a:xfrm>
              <a:off x="11158981" y="1243246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" name="pl5943"/>
            <p:cNvSpPr/>
            <p:nvPr/>
          </p:nvSpPr>
          <p:spPr>
            <a:xfrm>
              <a:off x="11158981" y="1210827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" name="pl5944"/>
            <p:cNvSpPr/>
            <p:nvPr/>
          </p:nvSpPr>
          <p:spPr>
            <a:xfrm>
              <a:off x="11572174" y="13534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" name="pl5945"/>
            <p:cNvSpPr/>
            <p:nvPr/>
          </p:nvSpPr>
          <p:spPr>
            <a:xfrm>
              <a:off x="12617035" y="13534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" name="pl5946"/>
            <p:cNvSpPr/>
            <p:nvPr/>
          </p:nvSpPr>
          <p:spPr>
            <a:xfrm>
              <a:off x="13661895" y="13534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" name="pl5947"/>
            <p:cNvSpPr/>
            <p:nvPr/>
          </p:nvSpPr>
          <p:spPr>
            <a:xfrm>
              <a:off x="14706755" y="13534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" name="tx5948"/>
            <p:cNvSpPr/>
            <p:nvPr/>
          </p:nvSpPr>
          <p:spPr>
            <a:xfrm>
              <a:off x="11541097" y="1359564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5949" name="tx5949"/>
            <p:cNvSpPr/>
            <p:nvPr/>
          </p:nvSpPr>
          <p:spPr>
            <a:xfrm>
              <a:off x="12554879" y="135956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5950" name="tx5950"/>
            <p:cNvSpPr/>
            <p:nvPr/>
          </p:nvSpPr>
          <p:spPr>
            <a:xfrm>
              <a:off x="13599739" y="135956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5951" name="tx5951"/>
            <p:cNvSpPr/>
            <p:nvPr/>
          </p:nvSpPr>
          <p:spPr>
            <a:xfrm>
              <a:off x="14644600" y="13595595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5952" name="tx5952"/>
            <p:cNvSpPr/>
            <p:nvPr/>
          </p:nvSpPr>
          <p:spPr>
            <a:xfrm>
              <a:off x="12522243" y="13715330"/>
              <a:ext cx="171562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Centiloids, Amyloid PET (Z)</a:t>
              </a:r>
            </a:p>
          </p:txBody>
        </p:sp>
        <p:sp>
          <p:nvSpPr>
            <p:cNvPr id="5953" name="tx5953"/>
            <p:cNvSpPr/>
            <p:nvPr/>
          </p:nvSpPr>
          <p:spPr>
            <a:xfrm rot="-5400000">
              <a:off x="9901652" y="12755942"/>
              <a:ext cx="1801093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 Alamar BD pTau181 (Z)</a:t>
              </a:r>
            </a:p>
          </p:txBody>
        </p:sp>
        <p:sp>
          <p:nvSpPr>
            <p:cNvPr id="5954" name="tx5954"/>
            <p:cNvSpPr/>
            <p:nvPr/>
          </p:nvSpPr>
          <p:spPr>
            <a:xfrm>
              <a:off x="11193776" y="11880589"/>
              <a:ext cx="204802" cy="12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W.</a:t>
              </a:r>
            </a:p>
          </p:txBody>
        </p:sp>
        <p:sp>
          <p:nvSpPr>
            <p:cNvPr id="5955" name="rc5955"/>
            <p:cNvSpPr/>
            <p:nvPr/>
          </p:nvSpPr>
          <p:spPr>
            <a:xfrm>
              <a:off x="16292827" y="11811000"/>
              <a:ext cx="197802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56" name="pl5956"/>
            <p:cNvSpPr/>
            <p:nvPr/>
          </p:nvSpPr>
          <p:spPr>
            <a:xfrm>
              <a:off x="16937463" y="1322574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" name="pl5957"/>
            <p:cNvSpPr/>
            <p:nvPr/>
          </p:nvSpPr>
          <p:spPr>
            <a:xfrm>
              <a:off x="16937463" y="1294283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" name="pl5958"/>
            <p:cNvSpPr/>
            <p:nvPr/>
          </p:nvSpPr>
          <p:spPr>
            <a:xfrm>
              <a:off x="16937463" y="1265991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" name="pl5959"/>
            <p:cNvSpPr/>
            <p:nvPr/>
          </p:nvSpPr>
          <p:spPr>
            <a:xfrm>
              <a:off x="16937463" y="1237700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" name="pl5960"/>
            <p:cNvSpPr/>
            <p:nvPr/>
          </p:nvSpPr>
          <p:spPr>
            <a:xfrm>
              <a:off x="17135503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" name="pl5961"/>
            <p:cNvSpPr/>
            <p:nvPr/>
          </p:nvSpPr>
          <p:spPr>
            <a:xfrm>
              <a:off x="17418418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" name="pl5962"/>
            <p:cNvSpPr/>
            <p:nvPr/>
          </p:nvSpPr>
          <p:spPr>
            <a:xfrm>
              <a:off x="17701333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" name="pl5963"/>
            <p:cNvSpPr/>
            <p:nvPr/>
          </p:nvSpPr>
          <p:spPr>
            <a:xfrm>
              <a:off x="17984248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" name="pl5964"/>
            <p:cNvSpPr/>
            <p:nvPr/>
          </p:nvSpPr>
          <p:spPr>
            <a:xfrm>
              <a:off x="16937463" y="1336720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" name="pl5965"/>
            <p:cNvSpPr/>
            <p:nvPr/>
          </p:nvSpPr>
          <p:spPr>
            <a:xfrm>
              <a:off x="16937463" y="1308429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" name="pl5966"/>
            <p:cNvSpPr/>
            <p:nvPr/>
          </p:nvSpPr>
          <p:spPr>
            <a:xfrm>
              <a:off x="16937463" y="1280137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" name="pl5967"/>
            <p:cNvSpPr/>
            <p:nvPr/>
          </p:nvSpPr>
          <p:spPr>
            <a:xfrm>
              <a:off x="16937463" y="1251846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" name="pl5968"/>
            <p:cNvSpPr/>
            <p:nvPr/>
          </p:nvSpPr>
          <p:spPr>
            <a:xfrm>
              <a:off x="16937463" y="1223554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" name="pl5969"/>
            <p:cNvSpPr/>
            <p:nvPr/>
          </p:nvSpPr>
          <p:spPr>
            <a:xfrm>
              <a:off x="16994046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" name="pl5970"/>
            <p:cNvSpPr/>
            <p:nvPr/>
          </p:nvSpPr>
          <p:spPr>
            <a:xfrm>
              <a:off x="17276961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" name="pl5971"/>
            <p:cNvSpPr/>
            <p:nvPr/>
          </p:nvSpPr>
          <p:spPr>
            <a:xfrm>
              <a:off x="17559876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" name="pl5972"/>
            <p:cNvSpPr/>
            <p:nvPr/>
          </p:nvSpPr>
          <p:spPr>
            <a:xfrm>
              <a:off x="17842791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" name="pl5973"/>
            <p:cNvSpPr/>
            <p:nvPr/>
          </p:nvSpPr>
          <p:spPr>
            <a:xfrm>
              <a:off x="18125706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" name="pl5974"/>
            <p:cNvSpPr/>
            <p:nvPr/>
          </p:nvSpPr>
          <p:spPr>
            <a:xfrm>
              <a:off x="16994046" y="12235546"/>
              <a:ext cx="1131660" cy="1131660"/>
            </a:xfrm>
            <a:custGeom>
              <a:avLst/>
              <a:pathLst>
                <a:path w="1131660" h="1131660">
                  <a:moveTo>
                    <a:pt x="0" y="1131660"/>
                  </a:moveTo>
                  <a:lnTo>
                    <a:pt x="0" y="1111806"/>
                  </a:lnTo>
                  <a:lnTo>
                    <a:pt x="0" y="1091952"/>
                  </a:lnTo>
                  <a:lnTo>
                    <a:pt x="0" y="1072099"/>
                  </a:lnTo>
                  <a:lnTo>
                    <a:pt x="0" y="1052245"/>
                  </a:lnTo>
                  <a:lnTo>
                    <a:pt x="0" y="1032391"/>
                  </a:lnTo>
                  <a:lnTo>
                    <a:pt x="0" y="1012537"/>
                  </a:lnTo>
                  <a:lnTo>
                    <a:pt x="0" y="992684"/>
                  </a:lnTo>
                  <a:lnTo>
                    <a:pt x="0" y="972830"/>
                  </a:lnTo>
                  <a:lnTo>
                    <a:pt x="0" y="952976"/>
                  </a:lnTo>
                  <a:lnTo>
                    <a:pt x="0" y="933123"/>
                  </a:lnTo>
                  <a:lnTo>
                    <a:pt x="0" y="913269"/>
                  </a:lnTo>
                  <a:lnTo>
                    <a:pt x="0" y="893415"/>
                  </a:lnTo>
                  <a:lnTo>
                    <a:pt x="0" y="873562"/>
                  </a:lnTo>
                  <a:lnTo>
                    <a:pt x="0" y="853708"/>
                  </a:lnTo>
                  <a:lnTo>
                    <a:pt x="0" y="833854"/>
                  </a:lnTo>
                  <a:lnTo>
                    <a:pt x="0" y="814001"/>
                  </a:lnTo>
                  <a:lnTo>
                    <a:pt x="0" y="794147"/>
                  </a:lnTo>
                  <a:lnTo>
                    <a:pt x="0" y="774293"/>
                  </a:lnTo>
                  <a:lnTo>
                    <a:pt x="0" y="754440"/>
                  </a:lnTo>
                  <a:lnTo>
                    <a:pt x="0" y="734586"/>
                  </a:lnTo>
                  <a:lnTo>
                    <a:pt x="0" y="714732"/>
                  </a:lnTo>
                  <a:lnTo>
                    <a:pt x="0" y="694879"/>
                  </a:lnTo>
                  <a:lnTo>
                    <a:pt x="0" y="675025"/>
                  </a:lnTo>
                  <a:lnTo>
                    <a:pt x="0" y="655171"/>
                  </a:lnTo>
                  <a:lnTo>
                    <a:pt x="0" y="635317"/>
                  </a:lnTo>
                  <a:lnTo>
                    <a:pt x="0" y="615464"/>
                  </a:lnTo>
                  <a:lnTo>
                    <a:pt x="0" y="595610"/>
                  </a:lnTo>
                  <a:lnTo>
                    <a:pt x="0" y="575756"/>
                  </a:lnTo>
                  <a:lnTo>
                    <a:pt x="0" y="555903"/>
                  </a:lnTo>
                  <a:lnTo>
                    <a:pt x="0" y="536049"/>
                  </a:lnTo>
                  <a:lnTo>
                    <a:pt x="0" y="516195"/>
                  </a:lnTo>
                  <a:lnTo>
                    <a:pt x="0" y="496342"/>
                  </a:lnTo>
                  <a:lnTo>
                    <a:pt x="0" y="476488"/>
                  </a:lnTo>
                  <a:lnTo>
                    <a:pt x="0" y="456634"/>
                  </a:lnTo>
                  <a:lnTo>
                    <a:pt x="0" y="436781"/>
                  </a:lnTo>
                  <a:lnTo>
                    <a:pt x="26317" y="436781"/>
                  </a:lnTo>
                  <a:lnTo>
                    <a:pt x="26317" y="416927"/>
                  </a:lnTo>
                  <a:lnTo>
                    <a:pt x="26317" y="397073"/>
                  </a:lnTo>
                  <a:lnTo>
                    <a:pt x="26317" y="377220"/>
                  </a:lnTo>
                  <a:lnTo>
                    <a:pt x="26317" y="357366"/>
                  </a:lnTo>
                  <a:lnTo>
                    <a:pt x="26317" y="337512"/>
                  </a:lnTo>
                  <a:lnTo>
                    <a:pt x="26317" y="317658"/>
                  </a:lnTo>
                  <a:lnTo>
                    <a:pt x="52635" y="317658"/>
                  </a:lnTo>
                  <a:lnTo>
                    <a:pt x="52635" y="297805"/>
                  </a:lnTo>
                  <a:lnTo>
                    <a:pt x="52635" y="277951"/>
                  </a:lnTo>
                  <a:lnTo>
                    <a:pt x="78953" y="277951"/>
                  </a:lnTo>
                  <a:lnTo>
                    <a:pt x="78953" y="258097"/>
                  </a:lnTo>
                  <a:lnTo>
                    <a:pt x="78953" y="238244"/>
                  </a:lnTo>
                  <a:lnTo>
                    <a:pt x="78953" y="218390"/>
                  </a:lnTo>
                  <a:lnTo>
                    <a:pt x="105270" y="218390"/>
                  </a:lnTo>
                  <a:lnTo>
                    <a:pt x="105270" y="198536"/>
                  </a:lnTo>
                  <a:lnTo>
                    <a:pt x="131588" y="198536"/>
                  </a:lnTo>
                  <a:lnTo>
                    <a:pt x="157906" y="198536"/>
                  </a:lnTo>
                  <a:lnTo>
                    <a:pt x="157906" y="178683"/>
                  </a:lnTo>
                  <a:lnTo>
                    <a:pt x="184223" y="178683"/>
                  </a:lnTo>
                  <a:lnTo>
                    <a:pt x="184223" y="158829"/>
                  </a:lnTo>
                  <a:lnTo>
                    <a:pt x="210541" y="158829"/>
                  </a:lnTo>
                  <a:lnTo>
                    <a:pt x="236859" y="158829"/>
                  </a:lnTo>
                  <a:lnTo>
                    <a:pt x="263176" y="158829"/>
                  </a:lnTo>
                  <a:lnTo>
                    <a:pt x="289494" y="158829"/>
                  </a:lnTo>
                  <a:lnTo>
                    <a:pt x="289494" y="138975"/>
                  </a:lnTo>
                  <a:lnTo>
                    <a:pt x="315812" y="138975"/>
                  </a:lnTo>
                  <a:lnTo>
                    <a:pt x="342129" y="138975"/>
                  </a:lnTo>
                  <a:lnTo>
                    <a:pt x="368447" y="138975"/>
                  </a:lnTo>
                  <a:lnTo>
                    <a:pt x="394765" y="138975"/>
                  </a:lnTo>
                  <a:lnTo>
                    <a:pt x="394765" y="119122"/>
                  </a:lnTo>
                  <a:lnTo>
                    <a:pt x="421082" y="119122"/>
                  </a:lnTo>
                  <a:lnTo>
                    <a:pt x="421082" y="99268"/>
                  </a:lnTo>
                  <a:lnTo>
                    <a:pt x="447400" y="99268"/>
                  </a:lnTo>
                  <a:lnTo>
                    <a:pt x="473718" y="99268"/>
                  </a:lnTo>
                  <a:lnTo>
                    <a:pt x="500035" y="99268"/>
                  </a:lnTo>
                  <a:lnTo>
                    <a:pt x="500035" y="79414"/>
                  </a:lnTo>
                  <a:lnTo>
                    <a:pt x="526353" y="79414"/>
                  </a:lnTo>
                  <a:lnTo>
                    <a:pt x="526353" y="59561"/>
                  </a:lnTo>
                  <a:lnTo>
                    <a:pt x="552671" y="59561"/>
                  </a:lnTo>
                  <a:lnTo>
                    <a:pt x="552671" y="39707"/>
                  </a:lnTo>
                  <a:lnTo>
                    <a:pt x="578988" y="39707"/>
                  </a:lnTo>
                  <a:lnTo>
                    <a:pt x="605306" y="39707"/>
                  </a:lnTo>
                  <a:lnTo>
                    <a:pt x="631624" y="39707"/>
                  </a:lnTo>
                  <a:lnTo>
                    <a:pt x="657941" y="39707"/>
                  </a:lnTo>
                  <a:lnTo>
                    <a:pt x="684259" y="39707"/>
                  </a:lnTo>
                  <a:lnTo>
                    <a:pt x="710577" y="39707"/>
                  </a:lnTo>
                  <a:lnTo>
                    <a:pt x="736894" y="39707"/>
                  </a:lnTo>
                  <a:lnTo>
                    <a:pt x="763212" y="39707"/>
                  </a:lnTo>
                  <a:lnTo>
                    <a:pt x="789530" y="39707"/>
                  </a:lnTo>
                  <a:lnTo>
                    <a:pt x="789530" y="19853"/>
                  </a:lnTo>
                  <a:lnTo>
                    <a:pt x="815847" y="19853"/>
                  </a:lnTo>
                  <a:lnTo>
                    <a:pt x="842165" y="19853"/>
                  </a:lnTo>
                  <a:lnTo>
                    <a:pt x="868483" y="19853"/>
                  </a:lnTo>
                  <a:lnTo>
                    <a:pt x="894800" y="19853"/>
                  </a:lnTo>
                  <a:lnTo>
                    <a:pt x="921118" y="19853"/>
                  </a:lnTo>
                  <a:lnTo>
                    <a:pt x="947436" y="19853"/>
                  </a:lnTo>
                  <a:lnTo>
                    <a:pt x="973754" y="19853"/>
                  </a:lnTo>
                  <a:lnTo>
                    <a:pt x="1000071" y="19853"/>
                  </a:lnTo>
                  <a:lnTo>
                    <a:pt x="1026389" y="19853"/>
                  </a:lnTo>
                  <a:lnTo>
                    <a:pt x="1052707" y="19853"/>
                  </a:lnTo>
                  <a:lnTo>
                    <a:pt x="1079024" y="19853"/>
                  </a:lnTo>
                  <a:lnTo>
                    <a:pt x="1105342" y="19853"/>
                  </a:lnTo>
                  <a:lnTo>
                    <a:pt x="1131660" y="19853"/>
                  </a:lnTo>
                  <a:lnTo>
                    <a:pt x="1131660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" name="pl5975"/>
            <p:cNvSpPr/>
            <p:nvPr/>
          </p:nvSpPr>
          <p:spPr>
            <a:xfrm>
              <a:off x="16937463" y="12178963"/>
              <a:ext cx="1244826" cy="1244826"/>
            </a:xfrm>
            <a:custGeom>
              <a:avLst/>
              <a:pathLst>
                <a:path w="1244826" h="1244826">
                  <a:moveTo>
                    <a:pt x="0" y="1244826"/>
                  </a:moveTo>
                  <a:lnTo>
                    <a:pt x="0" y="1244826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76" name="pg5976"/>
            <p:cNvSpPr/>
            <p:nvPr/>
          </p:nvSpPr>
          <p:spPr>
            <a:xfrm>
              <a:off x="17276961" y="12713208"/>
              <a:ext cx="905328" cy="710580"/>
            </a:xfrm>
            <a:custGeom>
              <a:avLst/>
              <a:pathLst>
                <a:path w="905328" h="710580">
                  <a:moveTo>
                    <a:pt x="905328" y="710580"/>
                  </a:moveTo>
                  <a:lnTo>
                    <a:pt x="905328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710580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8623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" name="tx5977"/>
            <p:cNvSpPr/>
            <p:nvPr/>
          </p:nvSpPr>
          <p:spPr>
            <a:xfrm>
              <a:off x="17322491" y="12728133"/>
              <a:ext cx="2113622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0.63 [0.274, 1.198]</a:t>
              </a:r>
            </a:p>
          </p:txBody>
        </p:sp>
        <p:sp>
          <p:nvSpPr>
            <p:cNvPr id="5978" name="tx5978"/>
            <p:cNvSpPr/>
            <p:nvPr/>
          </p:nvSpPr>
          <p:spPr>
            <a:xfrm>
              <a:off x="17322491" y="12973577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0.914</a:t>
              </a:r>
            </a:p>
          </p:txBody>
        </p:sp>
        <p:sp>
          <p:nvSpPr>
            <p:cNvPr id="5979" name="tx5979"/>
            <p:cNvSpPr/>
            <p:nvPr/>
          </p:nvSpPr>
          <p:spPr>
            <a:xfrm>
              <a:off x="17322491" y="13193456"/>
              <a:ext cx="1176935" cy="1110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0.939</a:t>
              </a:r>
            </a:p>
          </p:txBody>
        </p:sp>
        <p:sp>
          <p:nvSpPr>
            <p:cNvPr id="5980" name="tx5980"/>
            <p:cNvSpPr/>
            <p:nvPr/>
          </p:nvSpPr>
          <p:spPr>
            <a:xfrm>
              <a:off x="17322491" y="13412074"/>
              <a:ext cx="974480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0.807</a:t>
              </a:r>
            </a:p>
          </p:txBody>
        </p:sp>
        <p:sp>
          <p:nvSpPr>
            <p:cNvPr id="5981" name="tx5981"/>
            <p:cNvSpPr/>
            <p:nvPr/>
          </p:nvSpPr>
          <p:spPr>
            <a:xfrm>
              <a:off x="16580912" y="1331414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5982" name="tx5982"/>
            <p:cNvSpPr/>
            <p:nvPr/>
          </p:nvSpPr>
          <p:spPr>
            <a:xfrm>
              <a:off x="16580912" y="1303122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5983" name="tx5983"/>
            <p:cNvSpPr/>
            <p:nvPr/>
          </p:nvSpPr>
          <p:spPr>
            <a:xfrm>
              <a:off x="16580912" y="1274831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5984" name="tx5984"/>
            <p:cNvSpPr/>
            <p:nvPr/>
          </p:nvSpPr>
          <p:spPr>
            <a:xfrm>
              <a:off x="16580912" y="1246539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5985" name="tx5985"/>
            <p:cNvSpPr/>
            <p:nvPr/>
          </p:nvSpPr>
          <p:spPr>
            <a:xfrm>
              <a:off x="16580912" y="12182483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5986" name="tx5986"/>
            <p:cNvSpPr/>
            <p:nvPr/>
          </p:nvSpPr>
          <p:spPr>
            <a:xfrm>
              <a:off x="16855626" y="13501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5987" name="tx5987"/>
            <p:cNvSpPr/>
            <p:nvPr/>
          </p:nvSpPr>
          <p:spPr>
            <a:xfrm>
              <a:off x="17138541" y="13501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5988" name="tx5988"/>
            <p:cNvSpPr/>
            <p:nvPr/>
          </p:nvSpPr>
          <p:spPr>
            <a:xfrm>
              <a:off x="17421456" y="13501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5989" name="tx5989"/>
            <p:cNvSpPr/>
            <p:nvPr/>
          </p:nvSpPr>
          <p:spPr>
            <a:xfrm>
              <a:off x="17704371" y="13501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5990" name="tx5990"/>
            <p:cNvSpPr/>
            <p:nvPr/>
          </p:nvSpPr>
          <p:spPr>
            <a:xfrm>
              <a:off x="17987286" y="13501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5991" name="tx5991"/>
            <p:cNvSpPr/>
            <p:nvPr/>
          </p:nvSpPr>
          <p:spPr>
            <a:xfrm>
              <a:off x="16181492" y="13651070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5992" name="tx5992"/>
            <p:cNvSpPr/>
            <p:nvPr/>
          </p:nvSpPr>
          <p:spPr>
            <a:xfrm rot="-5400000">
              <a:off x="15209894" y="12717945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5993" name="tx5993"/>
            <p:cNvSpPr/>
            <p:nvPr/>
          </p:nvSpPr>
          <p:spPr>
            <a:xfrm>
              <a:off x="16937463" y="11899567"/>
              <a:ext cx="201587" cy="1527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X.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/>
  <cp:revision>8</cp:revision>
  <dcterms:created xsi:type="dcterms:W3CDTF">2015-07-14T21:05:00Z</dcterms:created>
  <dcterms:modified xsi:type="dcterms:W3CDTF">2026-04-29T10:03:40Z</dcterms:modified>
</cp:coreProperties>
</file>