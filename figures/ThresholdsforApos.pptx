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21396325" cy="15087600"/>
  <p:notesSz cx="6858000" cy="9144000"/>
  <p:defaultTextStyle>
    <a:defPPr>
      <a:defRPr lang="en-US"/>
    </a:defPPr>
    <a:lvl1pPr marL="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4452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489040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3356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297808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72260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46712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211642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5956164" algn="l" defTabSz="1489040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38" d="100"/>
          <a:sy n="38" d="100"/>
        </p:scale>
        <p:origin x="-1291" y="-62"/>
      </p:cViewPr>
      <p:guideLst>
        <p:guide orient="horz" pos="4753"/>
        <p:guide pos="67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25" y="4686943"/>
            <a:ext cx="18186876" cy="323405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9449" y="8549640"/>
            <a:ext cx="14977428" cy="38557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44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489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2335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978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722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4671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2116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9561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163" y="9695184"/>
            <a:ext cx="18186876" cy="2996565"/>
          </a:xfrm>
        </p:spPr>
        <p:txBody>
          <a:bodyPr anchor="t"/>
          <a:lstStyle>
            <a:lvl1pPr algn="l">
              <a:defRPr sz="65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163" y="6394774"/>
            <a:ext cx="18186876" cy="3300412"/>
          </a:xfrm>
        </p:spPr>
        <p:txBody>
          <a:bodyPr anchor="b"/>
          <a:lstStyle>
            <a:lvl1pPr marL="0" indent="0">
              <a:buNone/>
              <a:defRPr sz="3300">
                <a:solidFill>
                  <a:schemeClr val="tx1">
                    <a:tint val="75000"/>
                  </a:schemeClr>
                </a:solidFill>
              </a:defRPr>
            </a:lvl1pPr>
            <a:lvl2pPr marL="74452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48904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3pPr>
            <a:lvl4pPr marL="223356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4pPr>
            <a:lvl5pPr marL="297808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5pPr>
            <a:lvl6pPr marL="372260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6pPr>
            <a:lvl7pPr marL="446712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7pPr>
            <a:lvl8pPr marL="5211642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8pPr>
            <a:lvl9pPr marL="595616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8974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7985" y="3520444"/>
            <a:ext cx="10252406" cy="9957118"/>
          </a:xfrm>
        </p:spPr>
        <p:txBody>
          <a:bodyPr/>
          <a:lstStyle>
            <a:lvl1pPr>
              <a:defRPr sz="4500"/>
            </a:lvl1pPr>
            <a:lvl2pPr>
              <a:defRPr sz="4000"/>
            </a:lvl2pPr>
            <a:lvl3pPr>
              <a:defRPr sz="33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22" y="3377250"/>
            <a:ext cx="9453759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22" y="4784726"/>
            <a:ext cx="9453759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9041" y="3377250"/>
            <a:ext cx="9457475" cy="1407476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44520" indent="0">
              <a:buNone/>
              <a:defRPr sz="3300" b="1"/>
            </a:lvl2pPr>
            <a:lvl3pPr marL="1489040" indent="0">
              <a:buNone/>
              <a:defRPr sz="3000" b="1"/>
            </a:lvl3pPr>
            <a:lvl4pPr marL="2233562" indent="0">
              <a:buNone/>
              <a:defRPr sz="2500" b="1"/>
            </a:lvl4pPr>
            <a:lvl5pPr marL="2978082" indent="0">
              <a:buNone/>
              <a:defRPr sz="2500" b="1"/>
            </a:lvl5pPr>
            <a:lvl6pPr marL="3722602" indent="0">
              <a:buNone/>
              <a:defRPr sz="2500" b="1"/>
            </a:lvl6pPr>
            <a:lvl7pPr marL="4467122" indent="0">
              <a:buNone/>
              <a:defRPr sz="2500" b="1"/>
            </a:lvl7pPr>
            <a:lvl8pPr marL="5211642" indent="0">
              <a:buNone/>
              <a:defRPr sz="2500" b="1"/>
            </a:lvl8pPr>
            <a:lvl9pPr marL="5956164" indent="0">
              <a:buNone/>
              <a:defRPr sz="25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9041" y="4784726"/>
            <a:ext cx="9457475" cy="8692833"/>
          </a:xfrm>
        </p:spPr>
        <p:txBody>
          <a:bodyPr/>
          <a:lstStyle>
            <a:lvl1pPr>
              <a:defRPr sz="4000"/>
            </a:lvl1pPr>
            <a:lvl2pPr>
              <a:defRPr sz="33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23" y="600711"/>
            <a:ext cx="7039244" cy="2556510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5371" y="600717"/>
            <a:ext cx="11961138" cy="12876850"/>
          </a:xfrm>
        </p:spPr>
        <p:txBody>
          <a:bodyPr/>
          <a:lstStyle>
            <a:lvl1pPr>
              <a:defRPr sz="5200"/>
            </a:lvl1pPr>
            <a:lvl2pPr>
              <a:defRPr sz="4500"/>
            </a:lvl2pPr>
            <a:lvl3pPr>
              <a:defRPr sz="4000"/>
            </a:lvl3pPr>
            <a:lvl4pPr>
              <a:defRPr sz="3300"/>
            </a:lvl4pPr>
            <a:lvl5pPr>
              <a:defRPr sz="3300"/>
            </a:lvl5pPr>
            <a:lvl6pPr>
              <a:defRPr sz="3300"/>
            </a:lvl6pPr>
            <a:lvl7pPr>
              <a:defRPr sz="3300"/>
            </a:lvl7pPr>
            <a:lvl8pPr>
              <a:defRPr sz="3300"/>
            </a:lvl8pPr>
            <a:lvl9pPr>
              <a:defRPr sz="3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823" y="3157224"/>
            <a:ext cx="7039244" cy="10320338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3829" y="10561320"/>
            <a:ext cx="12837795" cy="1246825"/>
          </a:xfrm>
        </p:spPr>
        <p:txBody>
          <a:bodyPr anchor="b"/>
          <a:lstStyle>
            <a:lvl1pPr algn="l">
              <a:defRPr sz="3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3829" y="1348106"/>
            <a:ext cx="12837795" cy="9052560"/>
          </a:xfrm>
        </p:spPr>
        <p:txBody>
          <a:bodyPr/>
          <a:lstStyle>
            <a:lvl1pPr marL="0" indent="0">
              <a:buNone/>
              <a:defRPr sz="5200"/>
            </a:lvl1pPr>
            <a:lvl2pPr marL="744520" indent="0">
              <a:buNone/>
              <a:defRPr sz="4500"/>
            </a:lvl2pPr>
            <a:lvl3pPr marL="1489040" indent="0">
              <a:buNone/>
              <a:defRPr sz="4000"/>
            </a:lvl3pPr>
            <a:lvl4pPr marL="2233562" indent="0">
              <a:buNone/>
              <a:defRPr sz="3300"/>
            </a:lvl4pPr>
            <a:lvl5pPr marL="2978082" indent="0">
              <a:buNone/>
              <a:defRPr sz="3300"/>
            </a:lvl5pPr>
            <a:lvl6pPr marL="3722602" indent="0">
              <a:buNone/>
              <a:defRPr sz="3300"/>
            </a:lvl6pPr>
            <a:lvl7pPr marL="4467122" indent="0">
              <a:buNone/>
              <a:defRPr sz="3300"/>
            </a:lvl7pPr>
            <a:lvl8pPr marL="5211642" indent="0">
              <a:buNone/>
              <a:defRPr sz="3300"/>
            </a:lvl8pPr>
            <a:lvl9pPr marL="5956164" indent="0">
              <a:buNone/>
              <a:defRPr sz="3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3829" y="11808145"/>
            <a:ext cx="12837795" cy="1770696"/>
          </a:xfrm>
        </p:spPr>
        <p:txBody>
          <a:bodyPr/>
          <a:lstStyle>
            <a:lvl1pPr marL="0" indent="0">
              <a:buNone/>
              <a:defRPr sz="2300"/>
            </a:lvl1pPr>
            <a:lvl2pPr marL="744520" indent="0">
              <a:buNone/>
              <a:defRPr sz="2000"/>
            </a:lvl2pPr>
            <a:lvl3pPr marL="1489040" indent="0">
              <a:buNone/>
              <a:defRPr sz="1700"/>
            </a:lvl3pPr>
            <a:lvl4pPr marL="2233562" indent="0">
              <a:buNone/>
              <a:defRPr sz="1400"/>
            </a:lvl4pPr>
            <a:lvl5pPr marL="2978082" indent="0">
              <a:buNone/>
              <a:defRPr sz="1400"/>
            </a:lvl5pPr>
            <a:lvl6pPr marL="3722602" indent="0">
              <a:buNone/>
              <a:defRPr sz="1400"/>
            </a:lvl6pPr>
            <a:lvl7pPr marL="4467122" indent="0">
              <a:buNone/>
              <a:defRPr sz="1400"/>
            </a:lvl7pPr>
            <a:lvl8pPr marL="5211642" indent="0">
              <a:buNone/>
              <a:defRPr sz="1400"/>
            </a:lvl8pPr>
            <a:lvl9pPr marL="5956164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805030" y="604210"/>
            <a:ext cx="5215356" cy="1287335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8974" y="604210"/>
            <a:ext cx="15289459" cy="1287335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16" y="604203"/>
            <a:ext cx="19256693" cy="2514600"/>
          </a:xfrm>
          <a:prstGeom prst="rect">
            <a:avLst/>
          </a:prstGeom>
        </p:spPr>
        <p:txBody>
          <a:bodyPr vert="horz" lIns="148903" tIns="74452" rIns="148903" bIns="74452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16" y="3520444"/>
            <a:ext cx="19256693" cy="9957118"/>
          </a:xfrm>
          <a:prstGeom prst="rect">
            <a:avLst/>
          </a:prstGeom>
        </p:spPr>
        <p:txBody>
          <a:bodyPr vert="horz" lIns="148903" tIns="74452" rIns="148903" bIns="74452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816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l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10411" y="13983977"/>
            <a:ext cx="6775503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ct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34033" y="13983977"/>
            <a:ext cx="4992476" cy="803275"/>
          </a:xfrm>
          <a:prstGeom prst="rect">
            <a:avLst/>
          </a:prstGeom>
        </p:spPr>
        <p:txBody>
          <a:bodyPr vert="horz" lIns="148903" tIns="74452" rIns="148903" bIns="74452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489040" rtl="0" eaLnBrk="1" latinLnBrk="0" hangingPunct="1"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58390" indent="-558390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200" kern="1200">
          <a:solidFill>
            <a:schemeClr val="tx1"/>
          </a:solidFill>
          <a:latin typeface="+mn-lt"/>
          <a:ea typeface="+mn-ea"/>
          <a:cs typeface="+mn-cs"/>
        </a:defRPr>
      </a:lvl1pPr>
      <a:lvl2pPr marL="1209845" indent="-465325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4500" kern="1200">
          <a:solidFill>
            <a:schemeClr val="tx1"/>
          </a:solidFill>
          <a:latin typeface="+mn-lt"/>
          <a:ea typeface="+mn-ea"/>
          <a:cs typeface="+mn-cs"/>
        </a:defRPr>
      </a:lvl2pPr>
      <a:lvl3pPr marL="186130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0582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–"/>
        <a:defRPr sz="3300" kern="1200">
          <a:solidFill>
            <a:schemeClr val="tx1"/>
          </a:solidFill>
          <a:latin typeface="+mn-lt"/>
          <a:ea typeface="+mn-ea"/>
          <a:cs typeface="+mn-cs"/>
        </a:defRPr>
      </a:lvl4pPr>
      <a:lvl5pPr marL="3350341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»"/>
        <a:defRPr sz="3300" kern="1200">
          <a:solidFill>
            <a:schemeClr val="tx1"/>
          </a:solidFill>
          <a:latin typeface="+mn-lt"/>
          <a:ea typeface="+mn-ea"/>
          <a:cs typeface="+mn-cs"/>
        </a:defRPr>
      </a:lvl5pPr>
      <a:lvl6pPr marL="409486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6pPr>
      <a:lvl7pPr marL="483938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7pPr>
      <a:lvl8pPr marL="558390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8pPr>
      <a:lvl9pPr marL="6328423" indent="-372261" algn="l" defTabSz="1489040" rtl="0" eaLnBrk="1" latinLnBrk="0" hangingPunct="1">
        <a:spcBef>
          <a:spcPct val="20000"/>
        </a:spcBef>
        <a:buFont typeface="Arial" panose="020B0604020202020204" pitchFamily="34" charset="0"/>
        <a:buChar char="•"/>
        <a:defRPr sz="3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452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489040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3356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297808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2260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46712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211642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956164" algn="l" defTabSz="148904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468563" y="1143000"/>
            <a:ext cx="16459200" cy="12801600"/>
            <a:chOff x="2468563" y="1143000"/>
            <a:chExt cx="16459200" cy="12801600"/>
          </a:xfrm>
        </p:grpSpPr>
        <p:sp>
          <p:nvSpPr>
            <p:cNvPr id="3" name="rc3"/>
            <p:cNvSpPr/>
            <p:nvPr/>
          </p:nvSpPr>
          <p:spPr>
            <a:xfrm>
              <a:off x="2468562" y="1143000"/>
              <a:ext cx="16459200" cy="12801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468562" y="1143000"/>
              <a:ext cx="493775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897501" y="1440278"/>
              <a:ext cx="4439232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897501" y="253471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897501" y="2200774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97501" y="1866830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97501" y="153288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812066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72859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933651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994444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897501" y="2701690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97501" y="2367746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897501" y="203380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897501" y="1699859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281669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42462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403255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464048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260950" y="2657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3239515" y="2691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373846" y="264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433152" y="2609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3219508" y="265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200215" y="2678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185210" y="2675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222366" y="266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889022" y="2574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5718219" y="2260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817539" y="2254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811108" y="2249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3496031" y="26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716106" y="2484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225939" y="2667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5898995" y="200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159487" y="2677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3131621" y="2692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254520" y="2664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198072" y="2680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274527" y="2677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241658" y="2656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245231" y="2675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438496" y="196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444212" y="1957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618558" y="203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59727" y="258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434581" y="2539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238086" y="2694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58298" y="2474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879019" y="2235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4279156" y="2492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358127" y="2689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233798" y="268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4020496" y="1761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685381" y="2057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298106" y="2668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967248" y="2509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5590318" y="2440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958332" y="2594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208417" y="2493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194499" y="2711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265952" y="2676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43087" y="2676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437439" y="2625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688954" y="2571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216650" y="2686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895453" y="2522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678951" y="2660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4128390" y="2611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49860" y="2582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228424" y="257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370274" y="2614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298821" y="2677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240944" y="2669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170205" y="266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178065" y="2659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152342" y="2672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253805" y="2646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230226" y="267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303822" y="2665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58058" y="2712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24509" y="2710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244516" y="2715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830431" y="1653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767552" y="1530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4132677" y="2001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913316" y="2222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4102667" y="2117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919033" y="208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003347" y="2034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243087" y="2691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334547" y="2669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4211990" y="2175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483511" y="2167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253091" y="2645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432438" y="2590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251662" y="2702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244516" y="2687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219508" y="2699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737542" y="2130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706817" y="213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870072" y="256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118014" y="2762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087289" y="2516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142308" y="2497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123730" y="2502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831145" y="256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257378" y="266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144482" y="266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307395" y="2701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245231" y="2719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247374" y="2671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174492" y="2705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251662" y="2725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3607498" y="1794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238086" y="2653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205932" y="2648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229511" y="2721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3294533" y="267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51764" y="264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753262" y="263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3844007" y="2609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964048" y="2573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322028" y="2267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267381" y="2686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331689" y="270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266667" y="2692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290961" y="2690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14506" y="2705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181638" y="2679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89497" y="267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133361" y="2115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6144794" y="2086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310968" y="266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733969" y="1912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761121" y="1836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436010" y="264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829002" y="2619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225224" y="2664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196643" y="2656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203788" y="2681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293819" y="2692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295248" y="2666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398855" y="2701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421720" y="268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253805" y="2690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308109" y="269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152342" y="266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240229" y="2731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282386" y="268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235942" y="2675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324544" y="2688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400998" y="268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170205" y="268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208790" y="2711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248431" y="2432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128390" y="2157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4042646" y="2299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5408113" y="2339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5390250" y="2344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6013320" y="232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208790" y="2671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184496" y="2738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5016551" y="226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751460" y="1960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855782" y="1928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735026" y="189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4975823" y="2260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4960103" y="224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346322" y="2459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4471364" y="2425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156629" y="2665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111614" y="2682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658944" y="2432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610356" y="2299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376704" y="2660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385279" y="2647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466021" y="265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58909" y="2634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686810" y="260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875446" y="2589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317398" y="2684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4216277" y="2452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827542" y="1986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6266264" y="1783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748260" y="2608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038359" y="259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190212" y="268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457446" y="2631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5170175" y="2176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067997" y="2280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255949" y="2667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261665" y="273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941525" y="2322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4967963" y="2276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581060" y="2590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690383" y="2564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280243" y="2426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616414" y="2267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734311" y="2146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5032985" y="2139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5161600" y="2167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5239484" y="2162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228797" y="2671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260236" y="2660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222366" y="2675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230940" y="2645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746831" y="1970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110124" y="2231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229511" y="265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18181" y="2572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881163" y="251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156257" y="247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196270" y="2439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286674" y="2720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240944" y="2677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235942" y="2688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889737" y="264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5243057" y="1877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5883990" y="188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6201242" y="1972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188783" y="267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259521" y="2671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202359" y="2710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178780" y="2704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283815" y="2642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11751" y="2630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990486" y="2683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542475" y="2616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3185925" y="2695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187354" y="2701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259521" y="2678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138766" y="2686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144482" y="2697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162345" y="2713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296677" y="2660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392424" y="2668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358127" y="2652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3253805" y="266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261665" y="267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327402" y="268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322400" y="2729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223795" y="2664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245231" y="2668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4079802" y="2226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892595" y="2202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950472" y="2288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934038" y="230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059795" y="2325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521009" y="2232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273097" y="2684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140195" y="2675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192356" y="267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308824" y="2727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53839" y="2673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229511" y="2667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182352" y="2686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784671" y="2072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631761" y="2113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66667" y="266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218793" y="2677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23795" y="2675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288817" y="2721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650711" y="2542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279528" y="2676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216650" y="267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257378" y="2665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475652" y="2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4623559" y="2393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315969" y="266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318113" y="2665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249518" y="2677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283101" y="2658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233084" y="2595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5417402" y="246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526041" y="2652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204503" y="2676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592120" y="2152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554622" y="1480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622503" y="256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580345" y="2519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4626" y="2316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216650" y="2668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277385" y="2698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275241" y="2673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178780" y="2698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743973" y="244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870445" y="2402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989057" y="2392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176978" y="2356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214848" y="2273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4103381" y="192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310595" y="2008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258092" y="2701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262380" y="2695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249518" y="2692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185925" y="2661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210933" y="2657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218793" y="2670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914745" y="1813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961190" y="1885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290961" y="269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074458" y="264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230226" y="2657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193785" y="2675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199501" y="2664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207361" y="2667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788988" y="2563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754691" y="2510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4069084" y="2337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4250575" y="2254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192698" y="2292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121245" y="233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230226" y="2671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238086" y="2695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3283815" y="2687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304537" y="2682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293104" y="2691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084804" y="2492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32369" y="266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233798" y="2680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250947" y="2679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228797" y="265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646797" y="218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664660" y="2034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519610" y="1873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323115" y="267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828287" y="2081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360612" y="2167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4182694" y="2115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399569" y="265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239515" y="2670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269525" y="268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3217364" y="2690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395997" y="2660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250202" y="2163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5230195" y="2109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5224479" y="2075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5149453" y="2298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08824" y="2675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314540" y="268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5012264" y="2162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240229" y="2707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534615" y="2598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594636" y="2538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479597" y="2504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556051" y="246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5761806" y="237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6132647" y="2380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947583" y="2402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956872" y="2400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5956158" y="2442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288103" y="267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290961" y="2665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707532" y="2474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703959" y="2362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280957" y="268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264523" y="2681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234513" y="2685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270239" y="2683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220937" y="264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234513" y="2575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276670" y="2586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310253" y="2674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266667" y="2670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285959" y="2677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279528" y="2703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263809" y="2723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271668" y="2730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3523183" y="2450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598923" y="2405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626075" y="2403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3304537" y="267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3340978" y="2702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325258" y="2699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228797" y="2674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356698" y="2684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29545" y="2652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241658" y="2694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3240229" y="2694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3290961" y="2685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3412431" y="2571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350981" y="2656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3266667" y="2701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242373" y="2701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041217" y="1915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046219" y="1856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4106954" y="1912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4111956" y="207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4336318" y="2340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653570" y="2366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3215221" y="2676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22366" y="2680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288817" y="2680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258807" y="2690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266667" y="2673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285959" y="2667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213077" y="2696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195214" y="2680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403142" y="2666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271668" y="2732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200215" y="2688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264523" y="269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752547" y="1959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865443" y="199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786845" y="2386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5135877" y="2330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225224" y="268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228797" y="2698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271668" y="2728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777556" y="248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262380" y="2680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274527" y="2641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256663" y="2660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175921" y="2667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3207361" y="2677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270239" y="2709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4180551" y="1856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346694" y="2647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4956530" y="2342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5737512" y="2226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5443125" y="2304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500288" y="2299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679665" y="246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401713" y="2637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168776" y="2676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161631" y="2662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78065" y="2679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211648" y="26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208075" y="2675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4800048" y="2204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4777183" y="2177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220937" y="2670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304537" y="2685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3203074" y="2686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235227" y="2699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531757" y="2527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613214" y="247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778985" y="2430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4349894" y="2232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146626" y="269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382421" y="2690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343836" y="267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475652" y="2560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218793" y="2691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644653" y="2115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5074428" y="2537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223795" y="2673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192356" y="2675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232369" y="2651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787559" y="2567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283815" y="2686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270954" y="2667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090178" y="2675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106612" y="270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290961" y="2716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206646" y="2685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243087" y="269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235942" y="2689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561768" y="266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250947" y="268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175207" y="2682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204503" y="2661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3221651" y="2656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3194499" y="2679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227368" y="268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278099" y="2702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4026212" y="2664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463505" y="2569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73200" y="2477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533901" y="2377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261665" y="2669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244516" y="2670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831860" y="2483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799706" y="2587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148055" y="2606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650369" y="2591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245231" y="2677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149484" y="2673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3180923" y="2717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5290216" y="2176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255234" y="2713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204503" y="2727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225224" y="2694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46082" y="2611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8113" y="2692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250233" y="267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195928" y="267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138766" y="2678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235942" y="2672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271668" y="268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5460274" y="2330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3737542" y="1973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928322" y="171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236656" y="2681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255949" y="2691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231655" y="2676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261665" y="2677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170205" y="26763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184496" y="2658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320971" y="2670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303822" y="260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402427" y="2537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742544" y="25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3876161" y="2386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919033" y="230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866157" y="2534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238800" y="2692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209504" y="2692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4008349" y="2362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4284872" y="2383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815426" y="1817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4113385" y="2501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4519952" y="1846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923662" y="2013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4606411" y="2097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891166" y="2479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933323" y="2496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904742" y="2405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896168" y="2382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912602" y="2239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3894024" y="2144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038359" y="2134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909713" y="1716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6249830" y="1577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267381" y="267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255949" y="266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303822" y="2644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353125" y="265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175921" y="2671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255234" y="2672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245231" y="2668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4063368" y="233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308109" y="266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399569" y="264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853296" y="2614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6769" y="202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213791" y="265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577487" y="2593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917604" y="2547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429207" y="2026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235227" y="267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751118" y="2602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733255" y="2595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4033357" y="2584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4244858" y="1990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656800" y="2576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3773983" y="2450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238086" y="2667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215935" y="268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219508" y="268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330260" y="2674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285244" y="2716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189497" y="2701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298106" y="271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203074" y="2686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687525" y="261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185552" y="2570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644281" y="2568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178065" y="2679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216650" y="2688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269525" y="267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233084" y="2649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4134821" y="2179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159115" y="2159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832917" y="2129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4890793" y="2067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5308794" y="2109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307395" y="2696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235227" y="2687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312397" y="268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507805" y="2113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964048" y="196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015494" y="202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011922" y="206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4574257" y="239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088376" y="2292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959046" y="2251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961190" y="2256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220937" y="2691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009063" y="2582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854352" y="2189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831145" y="2473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342407" y="2635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321313" y="256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411716" y="2675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267381" y="2687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359556" y="267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148769" y="2670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129477" y="2665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310253" y="2658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183067" y="2678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4722164" y="209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585689" y="200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984397" y="1903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4009063" y="2367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348465" y="2203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416003" y="2668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506749" y="2643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33901" y="2629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314540" y="2687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804708" y="2349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543904" y="2516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4038359" y="247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286674" y="2660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227368" y="2668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233798" y="2682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233798" y="2682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223795" y="2707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917604" y="2508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3237371" y="267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278099" y="2695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295962" y="2698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390280" y="2608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3733969" y="2555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4202701" y="2536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281672" y="2650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4101952" y="2244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093378" y="2330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4731453" y="2004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802192" y="2095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6405597" y="1998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5858267" y="2195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5574599" y="215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762520" y="2277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6193382" y="232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273097" y="2681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253805" y="269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289532" y="2687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223795" y="2678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123046" y="2683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211648" y="268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339549" y="2657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3257378" y="2681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279528" y="2702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254520" y="221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272383" y="2672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319542" y="2659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239515" y="2672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518181" y="2510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267381" y="2664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3262380" y="2674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4710017" y="2530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534615" y="2599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822571" y="258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4162687" y="2556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3641080" y="2493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186639" y="2665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211648" y="2658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893310" y="2551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3198072" y="2715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164489" y="2679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3107327" y="2687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140195" y="2714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166633" y="2698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295962" y="2664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224509" y="2669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928664" y="2458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5207330" y="2387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075857" y="2375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865443" y="2528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298106" y="264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5489570" y="181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816824" y="179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271668" y="2693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559252" y="2490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4728595" y="2426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369559" y="267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466021" y="2616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849723" y="2423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247002" y="2592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3766123" y="2598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3288817" y="2639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360270" y="2664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334547" y="2669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7011519" y="2355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228797" y="2713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177350" y="2702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24342" y="2251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696441" y="2187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23593" y="2100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148739" y="2091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578202" y="261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270239" y="268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579631" y="2616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834004" y="2505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844007" y="2456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255234" y="2696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235942" y="2699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252376" y="2678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225224" y="2680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290961" y="2686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263809" y="2688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3361699" y="2661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3337405" y="264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374561" y="2641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5322370" y="2283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5115156" y="2288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235227" y="265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263809" y="268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3315255" y="2668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498889" y="2672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158058" y="2680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184496" y="266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212362" y="2670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215221" y="26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3218793" y="2700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270954" y="2662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267381" y="2700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230226" y="2716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262380" y="269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268096" y="2712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228082" y="2672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166633" y="2689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252376" y="2710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203074" y="2695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195928" y="2721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268096" y="2698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416003" y="2725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251662" y="2681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723251" y="2551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889737" y="2455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132677" y="2459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255949" y="2692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232369" y="2708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236656" y="2697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4318455" y="2301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64523" y="266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265238" y="2670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3286674" y="2722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266667" y="2691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290246" y="265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248089" y="2676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311682" y="2680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280243" y="2658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3315255" y="2680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3316684" y="2669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3199501" y="268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4808623" y="2387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5816110" y="1832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193785" y="2669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3132335" y="2672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268096" y="2672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3278099" y="2664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273812" y="2664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3298821" y="2663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4482082" y="248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410257" y="2345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494229" y="232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4837918" y="2305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3218079" y="2700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3192356" y="2738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492458" y="2560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300964" y="2696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3466664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2897501" y="264345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2897501" y="1440278"/>
              <a:ext cx="649366" cy="351891"/>
            </a:xfrm>
            <a:custGeom>
              <a:avLst/>
              <a:pathLst>
                <a:path w="649366" h="351891">
                  <a:moveTo>
                    <a:pt x="0" y="351891"/>
                  </a:moveTo>
                  <a:lnTo>
                    <a:pt x="624220" y="351891"/>
                  </a:lnTo>
                  <a:lnTo>
                    <a:pt x="623208" y="351871"/>
                  </a:lnTo>
                  <a:lnTo>
                    <a:pt x="627251" y="351708"/>
                  </a:lnTo>
                  <a:lnTo>
                    <a:pt x="631216" y="350898"/>
                  </a:lnTo>
                  <a:lnTo>
                    <a:pt x="635000" y="349463"/>
                  </a:lnTo>
                  <a:lnTo>
                    <a:pt x="638505" y="347440"/>
                  </a:lnTo>
                  <a:lnTo>
                    <a:pt x="641640" y="344881"/>
                  </a:lnTo>
                  <a:lnTo>
                    <a:pt x="644323" y="341851"/>
                  </a:lnTo>
                  <a:lnTo>
                    <a:pt x="646486" y="338431"/>
                  </a:lnTo>
                  <a:lnTo>
                    <a:pt x="648072" y="334708"/>
                  </a:lnTo>
                  <a:lnTo>
                    <a:pt x="649041" y="330779"/>
                  </a:lnTo>
                  <a:lnTo>
                    <a:pt x="649366" y="326745"/>
                  </a:lnTo>
                  <a:lnTo>
                    <a:pt x="6493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tx760"/>
            <p:cNvSpPr/>
            <p:nvPr/>
          </p:nvSpPr>
          <p:spPr>
            <a:xfrm>
              <a:off x="2635380" y="144745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2899295" y="1619154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26 (3.5%)</a:t>
              </a:r>
            </a:p>
          </p:txBody>
        </p:sp>
        <p:sp>
          <p:nvSpPr>
            <p:cNvPr id="762" name="pg762"/>
            <p:cNvSpPr/>
            <p:nvPr/>
          </p:nvSpPr>
          <p:spPr>
            <a:xfrm>
              <a:off x="2897501" y="2609379"/>
              <a:ext cx="649366" cy="257331"/>
            </a:xfrm>
            <a:custGeom>
              <a:avLst/>
              <a:pathLst>
                <a:path w="649366" h="257331">
                  <a:moveTo>
                    <a:pt x="649366" y="257331"/>
                  </a:moveTo>
                  <a:lnTo>
                    <a:pt x="649366" y="25146"/>
                  </a:lnTo>
                  <a:lnTo>
                    <a:pt x="649041" y="21112"/>
                  </a:lnTo>
                  <a:lnTo>
                    <a:pt x="648072" y="17183"/>
                  </a:lnTo>
                  <a:lnTo>
                    <a:pt x="646486" y="13460"/>
                  </a:lnTo>
                  <a:lnTo>
                    <a:pt x="644323" y="10039"/>
                  </a:lnTo>
                  <a:lnTo>
                    <a:pt x="641640" y="7010"/>
                  </a:lnTo>
                  <a:lnTo>
                    <a:pt x="638505" y="4451"/>
                  </a:lnTo>
                  <a:lnTo>
                    <a:pt x="635000" y="2427"/>
                  </a:lnTo>
                  <a:lnTo>
                    <a:pt x="631216" y="992"/>
                  </a:lnTo>
                  <a:lnTo>
                    <a:pt x="627251" y="183"/>
                  </a:lnTo>
                  <a:lnTo>
                    <a:pt x="624220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tx763"/>
            <p:cNvSpPr/>
            <p:nvPr/>
          </p:nvSpPr>
          <p:spPr>
            <a:xfrm>
              <a:off x="2627535" y="26218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2743906" y="28213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410 (55.8%)</a:t>
              </a:r>
            </a:p>
          </p:txBody>
        </p:sp>
        <p:sp>
          <p:nvSpPr>
            <p:cNvPr id="765" name="pg765"/>
            <p:cNvSpPr/>
            <p:nvPr/>
          </p:nvSpPr>
          <p:spPr>
            <a:xfrm>
              <a:off x="3973826" y="1440278"/>
              <a:ext cx="899032" cy="351891"/>
            </a:xfrm>
            <a:custGeom>
              <a:avLst/>
              <a:pathLst>
                <a:path w="899032" h="351891">
                  <a:moveTo>
                    <a:pt x="25146" y="351891"/>
                  </a:moveTo>
                  <a:lnTo>
                    <a:pt x="873886" y="351891"/>
                  </a:lnTo>
                  <a:lnTo>
                    <a:pt x="872873" y="351871"/>
                  </a:lnTo>
                  <a:lnTo>
                    <a:pt x="876917" y="351708"/>
                  </a:lnTo>
                  <a:lnTo>
                    <a:pt x="880882" y="350898"/>
                  </a:lnTo>
                  <a:lnTo>
                    <a:pt x="884666" y="349463"/>
                  </a:lnTo>
                  <a:lnTo>
                    <a:pt x="888170" y="347440"/>
                  </a:lnTo>
                  <a:lnTo>
                    <a:pt x="891305" y="344881"/>
                  </a:lnTo>
                  <a:lnTo>
                    <a:pt x="893989" y="341851"/>
                  </a:lnTo>
                  <a:lnTo>
                    <a:pt x="896151" y="338431"/>
                  </a:lnTo>
                  <a:lnTo>
                    <a:pt x="897738" y="334708"/>
                  </a:lnTo>
                  <a:lnTo>
                    <a:pt x="898706" y="330779"/>
                  </a:lnTo>
                  <a:lnTo>
                    <a:pt x="899032" y="32674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326745"/>
                  </a:lnTo>
                  <a:lnTo>
                    <a:pt x="81" y="324722"/>
                  </a:lnTo>
                  <a:lnTo>
                    <a:pt x="81" y="328769"/>
                  </a:lnTo>
                  <a:lnTo>
                    <a:pt x="730" y="332763"/>
                  </a:lnTo>
                  <a:lnTo>
                    <a:pt x="2012" y="336602"/>
                  </a:lnTo>
                  <a:lnTo>
                    <a:pt x="3892" y="340185"/>
                  </a:lnTo>
                  <a:lnTo>
                    <a:pt x="6323" y="343420"/>
                  </a:lnTo>
                  <a:lnTo>
                    <a:pt x="9242" y="346223"/>
                  </a:lnTo>
                  <a:lnTo>
                    <a:pt x="12573" y="348522"/>
                  </a:lnTo>
                  <a:lnTo>
                    <a:pt x="16229" y="350257"/>
                  </a:lnTo>
                  <a:lnTo>
                    <a:pt x="20116" y="351383"/>
                  </a:lnTo>
                  <a:lnTo>
                    <a:pt x="24133" y="3518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tx766"/>
            <p:cNvSpPr/>
            <p:nvPr/>
          </p:nvSpPr>
          <p:spPr>
            <a:xfrm>
              <a:off x="4015736" y="144745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4069897" y="1619154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290 (39.5%)</a:t>
              </a:r>
            </a:p>
          </p:txBody>
        </p:sp>
        <p:sp>
          <p:nvSpPr>
            <p:cNvPr id="768" name="pg768"/>
            <p:cNvSpPr/>
            <p:nvPr/>
          </p:nvSpPr>
          <p:spPr>
            <a:xfrm>
              <a:off x="3857251" y="26093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tx769"/>
            <p:cNvSpPr/>
            <p:nvPr/>
          </p:nvSpPr>
          <p:spPr>
            <a:xfrm>
              <a:off x="3899161" y="26218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4302981" y="2821352"/>
              <a:ext cx="52796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9 (1.2%)</a:t>
              </a:r>
            </a:p>
          </p:txBody>
        </p:sp>
        <p:sp>
          <p:nvSpPr>
            <p:cNvPr id="771" name="rc771"/>
            <p:cNvSpPr/>
            <p:nvPr/>
          </p:nvSpPr>
          <p:spPr>
            <a:xfrm>
              <a:off x="2897501" y="1440278"/>
              <a:ext cx="4439232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tx772"/>
            <p:cNvSpPr/>
            <p:nvPr/>
          </p:nvSpPr>
          <p:spPr>
            <a:xfrm>
              <a:off x="2772715" y="265999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2710559" y="2326054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2710559" y="19921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2710559" y="1658112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76" name="pl776"/>
            <p:cNvSpPr/>
            <p:nvPr/>
          </p:nvSpPr>
          <p:spPr>
            <a:xfrm>
              <a:off x="2862706" y="270169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2862706" y="23677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2862706" y="20338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2862706" y="169985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3281669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4342462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5403255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464048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tx784"/>
            <p:cNvSpPr/>
            <p:nvPr/>
          </p:nvSpPr>
          <p:spPr>
            <a:xfrm>
              <a:off x="3250592" y="29276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4280307" y="2927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5341099" y="2927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6401892" y="29275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259306" y="30473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789" name="tx789"/>
            <p:cNvSpPr/>
            <p:nvPr/>
          </p:nvSpPr>
          <p:spPr>
            <a:xfrm rot="-5400000">
              <a:off x="2029146" y="2087942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pTau217 (Z)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2897501" y="1212589"/>
              <a:ext cx="158390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A.</a:t>
              </a:r>
            </a:p>
          </p:txBody>
        </p:sp>
        <p:sp>
          <p:nvSpPr>
            <p:cNvPr id="791" name="rc791"/>
            <p:cNvSpPr/>
            <p:nvPr/>
          </p:nvSpPr>
          <p:spPr>
            <a:xfrm>
              <a:off x="8063227" y="1143000"/>
              <a:ext cx="197802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8707863" y="25577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8707863" y="22748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8707863" y="19919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8707863" y="17090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8905903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9188818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9471733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754648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8707863" y="26992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8707863" y="24162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8707863" y="21333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8707863" y="18504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8707863" y="15675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876444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9047361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933027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9613191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989610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8764446" y="15675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7875"/>
                  </a:lnTo>
                  <a:lnTo>
                    <a:pt x="0" y="1124090"/>
                  </a:lnTo>
                  <a:lnTo>
                    <a:pt x="0" y="1120305"/>
                  </a:lnTo>
                  <a:lnTo>
                    <a:pt x="0" y="1116520"/>
                  </a:lnTo>
                  <a:lnTo>
                    <a:pt x="0" y="1112736"/>
                  </a:lnTo>
                  <a:lnTo>
                    <a:pt x="0" y="1108951"/>
                  </a:lnTo>
                  <a:lnTo>
                    <a:pt x="0" y="1105166"/>
                  </a:lnTo>
                  <a:lnTo>
                    <a:pt x="0" y="1101381"/>
                  </a:lnTo>
                  <a:lnTo>
                    <a:pt x="0" y="1097596"/>
                  </a:lnTo>
                  <a:lnTo>
                    <a:pt x="0" y="1093811"/>
                  </a:lnTo>
                  <a:lnTo>
                    <a:pt x="0" y="1090027"/>
                  </a:lnTo>
                  <a:lnTo>
                    <a:pt x="0" y="1086242"/>
                  </a:lnTo>
                  <a:lnTo>
                    <a:pt x="0" y="1082457"/>
                  </a:lnTo>
                  <a:lnTo>
                    <a:pt x="0" y="1078672"/>
                  </a:lnTo>
                  <a:lnTo>
                    <a:pt x="0" y="1074887"/>
                  </a:lnTo>
                  <a:lnTo>
                    <a:pt x="0" y="1071103"/>
                  </a:lnTo>
                  <a:lnTo>
                    <a:pt x="0" y="1067318"/>
                  </a:lnTo>
                  <a:lnTo>
                    <a:pt x="0" y="1063533"/>
                  </a:lnTo>
                  <a:lnTo>
                    <a:pt x="2595" y="1063533"/>
                  </a:lnTo>
                  <a:lnTo>
                    <a:pt x="2595" y="1059748"/>
                  </a:lnTo>
                  <a:lnTo>
                    <a:pt x="2595" y="1055963"/>
                  </a:lnTo>
                  <a:lnTo>
                    <a:pt x="2595" y="1052178"/>
                  </a:lnTo>
                  <a:lnTo>
                    <a:pt x="2595" y="1048394"/>
                  </a:lnTo>
                  <a:lnTo>
                    <a:pt x="2595" y="1044609"/>
                  </a:lnTo>
                  <a:lnTo>
                    <a:pt x="2595" y="1040824"/>
                  </a:lnTo>
                  <a:lnTo>
                    <a:pt x="2595" y="1037039"/>
                  </a:lnTo>
                  <a:lnTo>
                    <a:pt x="2595" y="1033254"/>
                  </a:lnTo>
                  <a:lnTo>
                    <a:pt x="2595" y="1029470"/>
                  </a:lnTo>
                  <a:lnTo>
                    <a:pt x="2595" y="1025685"/>
                  </a:lnTo>
                  <a:lnTo>
                    <a:pt x="2595" y="1021900"/>
                  </a:lnTo>
                  <a:lnTo>
                    <a:pt x="2595" y="1018115"/>
                  </a:lnTo>
                  <a:lnTo>
                    <a:pt x="2595" y="1014330"/>
                  </a:lnTo>
                  <a:lnTo>
                    <a:pt x="2595" y="1010545"/>
                  </a:lnTo>
                  <a:lnTo>
                    <a:pt x="2595" y="1006761"/>
                  </a:lnTo>
                  <a:lnTo>
                    <a:pt x="2595" y="1002976"/>
                  </a:lnTo>
                  <a:lnTo>
                    <a:pt x="2595" y="999191"/>
                  </a:lnTo>
                  <a:lnTo>
                    <a:pt x="2595" y="995406"/>
                  </a:lnTo>
                  <a:lnTo>
                    <a:pt x="2595" y="991621"/>
                  </a:lnTo>
                  <a:lnTo>
                    <a:pt x="2595" y="987837"/>
                  </a:lnTo>
                  <a:lnTo>
                    <a:pt x="2595" y="984052"/>
                  </a:lnTo>
                  <a:lnTo>
                    <a:pt x="2595" y="980267"/>
                  </a:lnTo>
                  <a:lnTo>
                    <a:pt x="2595" y="976482"/>
                  </a:lnTo>
                  <a:lnTo>
                    <a:pt x="2595" y="972697"/>
                  </a:lnTo>
                  <a:lnTo>
                    <a:pt x="2595" y="968912"/>
                  </a:lnTo>
                  <a:lnTo>
                    <a:pt x="2595" y="965128"/>
                  </a:lnTo>
                  <a:lnTo>
                    <a:pt x="2595" y="961343"/>
                  </a:lnTo>
                  <a:lnTo>
                    <a:pt x="2595" y="957558"/>
                  </a:lnTo>
                  <a:lnTo>
                    <a:pt x="2595" y="953773"/>
                  </a:lnTo>
                  <a:lnTo>
                    <a:pt x="2595" y="949988"/>
                  </a:lnTo>
                  <a:lnTo>
                    <a:pt x="2595" y="946204"/>
                  </a:lnTo>
                  <a:lnTo>
                    <a:pt x="2595" y="942419"/>
                  </a:lnTo>
                  <a:lnTo>
                    <a:pt x="2595" y="938634"/>
                  </a:lnTo>
                  <a:lnTo>
                    <a:pt x="2595" y="934849"/>
                  </a:lnTo>
                  <a:lnTo>
                    <a:pt x="2595" y="931064"/>
                  </a:lnTo>
                  <a:lnTo>
                    <a:pt x="2595" y="927280"/>
                  </a:lnTo>
                  <a:lnTo>
                    <a:pt x="2595" y="923495"/>
                  </a:lnTo>
                  <a:lnTo>
                    <a:pt x="2595" y="919710"/>
                  </a:lnTo>
                  <a:lnTo>
                    <a:pt x="2595" y="915925"/>
                  </a:lnTo>
                  <a:lnTo>
                    <a:pt x="2595" y="912140"/>
                  </a:lnTo>
                  <a:lnTo>
                    <a:pt x="2595" y="908355"/>
                  </a:lnTo>
                  <a:lnTo>
                    <a:pt x="2595" y="904571"/>
                  </a:lnTo>
                  <a:lnTo>
                    <a:pt x="2595" y="900786"/>
                  </a:lnTo>
                  <a:lnTo>
                    <a:pt x="2595" y="897001"/>
                  </a:lnTo>
                  <a:lnTo>
                    <a:pt x="2595" y="893216"/>
                  </a:lnTo>
                  <a:lnTo>
                    <a:pt x="2595" y="889431"/>
                  </a:lnTo>
                  <a:lnTo>
                    <a:pt x="2595" y="885647"/>
                  </a:lnTo>
                  <a:lnTo>
                    <a:pt x="2595" y="881862"/>
                  </a:lnTo>
                  <a:lnTo>
                    <a:pt x="2595" y="878077"/>
                  </a:lnTo>
                  <a:lnTo>
                    <a:pt x="2595" y="874292"/>
                  </a:lnTo>
                  <a:lnTo>
                    <a:pt x="2595" y="870507"/>
                  </a:lnTo>
                  <a:lnTo>
                    <a:pt x="2595" y="866722"/>
                  </a:lnTo>
                  <a:lnTo>
                    <a:pt x="2595" y="862938"/>
                  </a:lnTo>
                  <a:lnTo>
                    <a:pt x="2595" y="859153"/>
                  </a:lnTo>
                  <a:lnTo>
                    <a:pt x="2595" y="855368"/>
                  </a:lnTo>
                  <a:lnTo>
                    <a:pt x="2595" y="851583"/>
                  </a:lnTo>
                  <a:lnTo>
                    <a:pt x="2595" y="847798"/>
                  </a:lnTo>
                  <a:lnTo>
                    <a:pt x="2595" y="844014"/>
                  </a:lnTo>
                  <a:lnTo>
                    <a:pt x="2595" y="840229"/>
                  </a:lnTo>
                  <a:lnTo>
                    <a:pt x="2595" y="836444"/>
                  </a:lnTo>
                  <a:lnTo>
                    <a:pt x="2595" y="832659"/>
                  </a:lnTo>
                  <a:lnTo>
                    <a:pt x="2595" y="828874"/>
                  </a:lnTo>
                  <a:lnTo>
                    <a:pt x="2595" y="825089"/>
                  </a:lnTo>
                  <a:lnTo>
                    <a:pt x="2595" y="821305"/>
                  </a:lnTo>
                  <a:lnTo>
                    <a:pt x="2595" y="817520"/>
                  </a:lnTo>
                  <a:lnTo>
                    <a:pt x="2595" y="813735"/>
                  </a:lnTo>
                  <a:lnTo>
                    <a:pt x="2595" y="809950"/>
                  </a:lnTo>
                  <a:lnTo>
                    <a:pt x="2595" y="806165"/>
                  </a:lnTo>
                  <a:lnTo>
                    <a:pt x="2595" y="802381"/>
                  </a:lnTo>
                  <a:lnTo>
                    <a:pt x="2595" y="798596"/>
                  </a:lnTo>
                  <a:lnTo>
                    <a:pt x="2595" y="794811"/>
                  </a:lnTo>
                  <a:lnTo>
                    <a:pt x="2595" y="791026"/>
                  </a:lnTo>
                  <a:lnTo>
                    <a:pt x="2595" y="787241"/>
                  </a:lnTo>
                  <a:lnTo>
                    <a:pt x="2595" y="783456"/>
                  </a:lnTo>
                  <a:lnTo>
                    <a:pt x="2595" y="779672"/>
                  </a:lnTo>
                  <a:lnTo>
                    <a:pt x="2595" y="775887"/>
                  </a:lnTo>
                  <a:lnTo>
                    <a:pt x="2595" y="772102"/>
                  </a:lnTo>
                  <a:lnTo>
                    <a:pt x="2595" y="768317"/>
                  </a:lnTo>
                  <a:lnTo>
                    <a:pt x="2595" y="764532"/>
                  </a:lnTo>
                  <a:lnTo>
                    <a:pt x="2595" y="760748"/>
                  </a:lnTo>
                  <a:lnTo>
                    <a:pt x="2595" y="756963"/>
                  </a:lnTo>
                  <a:lnTo>
                    <a:pt x="2595" y="753178"/>
                  </a:lnTo>
                  <a:lnTo>
                    <a:pt x="2595" y="749393"/>
                  </a:lnTo>
                  <a:lnTo>
                    <a:pt x="2595" y="745608"/>
                  </a:lnTo>
                  <a:lnTo>
                    <a:pt x="2595" y="741824"/>
                  </a:lnTo>
                  <a:lnTo>
                    <a:pt x="5191" y="741824"/>
                  </a:lnTo>
                  <a:lnTo>
                    <a:pt x="5191" y="738039"/>
                  </a:lnTo>
                  <a:lnTo>
                    <a:pt x="5191" y="734254"/>
                  </a:lnTo>
                  <a:lnTo>
                    <a:pt x="5191" y="730469"/>
                  </a:lnTo>
                  <a:lnTo>
                    <a:pt x="5191" y="726684"/>
                  </a:lnTo>
                  <a:lnTo>
                    <a:pt x="5191" y="722899"/>
                  </a:lnTo>
                  <a:lnTo>
                    <a:pt x="5191" y="719115"/>
                  </a:lnTo>
                  <a:lnTo>
                    <a:pt x="5191" y="715330"/>
                  </a:lnTo>
                  <a:lnTo>
                    <a:pt x="5191" y="711545"/>
                  </a:lnTo>
                  <a:lnTo>
                    <a:pt x="5191" y="707760"/>
                  </a:lnTo>
                  <a:lnTo>
                    <a:pt x="5191" y="703975"/>
                  </a:lnTo>
                  <a:lnTo>
                    <a:pt x="5191" y="700191"/>
                  </a:lnTo>
                  <a:lnTo>
                    <a:pt x="5191" y="696406"/>
                  </a:lnTo>
                  <a:lnTo>
                    <a:pt x="5191" y="692621"/>
                  </a:lnTo>
                  <a:lnTo>
                    <a:pt x="5191" y="688836"/>
                  </a:lnTo>
                  <a:lnTo>
                    <a:pt x="5191" y="685051"/>
                  </a:lnTo>
                  <a:lnTo>
                    <a:pt x="5191" y="681266"/>
                  </a:lnTo>
                  <a:lnTo>
                    <a:pt x="5191" y="677482"/>
                  </a:lnTo>
                  <a:lnTo>
                    <a:pt x="5191" y="673697"/>
                  </a:lnTo>
                  <a:lnTo>
                    <a:pt x="5191" y="669912"/>
                  </a:lnTo>
                  <a:lnTo>
                    <a:pt x="5191" y="666127"/>
                  </a:lnTo>
                  <a:lnTo>
                    <a:pt x="5191" y="662342"/>
                  </a:lnTo>
                  <a:lnTo>
                    <a:pt x="5191" y="658558"/>
                  </a:lnTo>
                  <a:lnTo>
                    <a:pt x="5191" y="654773"/>
                  </a:lnTo>
                  <a:lnTo>
                    <a:pt x="5191" y="650988"/>
                  </a:lnTo>
                  <a:lnTo>
                    <a:pt x="5191" y="647203"/>
                  </a:lnTo>
                  <a:lnTo>
                    <a:pt x="5191" y="643418"/>
                  </a:lnTo>
                  <a:lnTo>
                    <a:pt x="5191" y="639633"/>
                  </a:lnTo>
                  <a:lnTo>
                    <a:pt x="5191" y="635849"/>
                  </a:lnTo>
                  <a:lnTo>
                    <a:pt x="5191" y="632064"/>
                  </a:lnTo>
                  <a:lnTo>
                    <a:pt x="5191" y="628279"/>
                  </a:lnTo>
                  <a:lnTo>
                    <a:pt x="5191" y="624494"/>
                  </a:lnTo>
                  <a:lnTo>
                    <a:pt x="5191" y="620709"/>
                  </a:lnTo>
                  <a:lnTo>
                    <a:pt x="5191" y="616925"/>
                  </a:lnTo>
                  <a:lnTo>
                    <a:pt x="5191" y="613140"/>
                  </a:lnTo>
                  <a:lnTo>
                    <a:pt x="5191" y="609355"/>
                  </a:lnTo>
                  <a:lnTo>
                    <a:pt x="5191" y="605570"/>
                  </a:lnTo>
                  <a:lnTo>
                    <a:pt x="5191" y="601785"/>
                  </a:lnTo>
                  <a:lnTo>
                    <a:pt x="5191" y="598000"/>
                  </a:lnTo>
                  <a:lnTo>
                    <a:pt x="5191" y="594216"/>
                  </a:lnTo>
                  <a:lnTo>
                    <a:pt x="5191" y="590431"/>
                  </a:lnTo>
                  <a:lnTo>
                    <a:pt x="5191" y="586646"/>
                  </a:lnTo>
                  <a:lnTo>
                    <a:pt x="5191" y="582861"/>
                  </a:lnTo>
                  <a:lnTo>
                    <a:pt x="5191" y="579076"/>
                  </a:lnTo>
                  <a:lnTo>
                    <a:pt x="5191" y="575292"/>
                  </a:lnTo>
                  <a:lnTo>
                    <a:pt x="5191" y="571507"/>
                  </a:lnTo>
                  <a:lnTo>
                    <a:pt x="5191" y="567722"/>
                  </a:lnTo>
                  <a:lnTo>
                    <a:pt x="5191" y="563937"/>
                  </a:lnTo>
                  <a:lnTo>
                    <a:pt x="5191" y="560152"/>
                  </a:lnTo>
                  <a:lnTo>
                    <a:pt x="5191" y="556368"/>
                  </a:lnTo>
                  <a:lnTo>
                    <a:pt x="5191" y="552583"/>
                  </a:lnTo>
                  <a:lnTo>
                    <a:pt x="5191" y="548798"/>
                  </a:lnTo>
                  <a:lnTo>
                    <a:pt x="5191" y="545013"/>
                  </a:lnTo>
                  <a:lnTo>
                    <a:pt x="5191" y="541228"/>
                  </a:lnTo>
                  <a:lnTo>
                    <a:pt x="5191" y="537443"/>
                  </a:lnTo>
                  <a:lnTo>
                    <a:pt x="5191" y="533659"/>
                  </a:lnTo>
                  <a:lnTo>
                    <a:pt x="5191" y="529874"/>
                  </a:lnTo>
                  <a:lnTo>
                    <a:pt x="5191" y="526089"/>
                  </a:lnTo>
                  <a:lnTo>
                    <a:pt x="5191" y="522304"/>
                  </a:lnTo>
                  <a:lnTo>
                    <a:pt x="5191" y="518519"/>
                  </a:lnTo>
                  <a:lnTo>
                    <a:pt x="5191" y="514735"/>
                  </a:lnTo>
                  <a:lnTo>
                    <a:pt x="5191" y="510950"/>
                  </a:lnTo>
                  <a:lnTo>
                    <a:pt x="5191" y="507165"/>
                  </a:lnTo>
                  <a:lnTo>
                    <a:pt x="5191" y="503380"/>
                  </a:lnTo>
                  <a:lnTo>
                    <a:pt x="5191" y="499595"/>
                  </a:lnTo>
                  <a:lnTo>
                    <a:pt x="7786" y="499595"/>
                  </a:lnTo>
                  <a:lnTo>
                    <a:pt x="7786" y="495810"/>
                  </a:lnTo>
                  <a:lnTo>
                    <a:pt x="7786" y="492026"/>
                  </a:lnTo>
                  <a:lnTo>
                    <a:pt x="7786" y="488241"/>
                  </a:lnTo>
                  <a:lnTo>
                    <a:pt x="7786" y="484456"/>
                  </a:lnTo>
                  <a:lnTo>
                    <a:pt x="7786" y="480671"/>
                  </a:lnTo>
                  <a:lnTo>
                    <a:pt x="7786" y="476886"/>
                  </a:lnTo>
                  <a:lnTo>
                    <a:pt x="7786" y="473102"/>
                  </a:lnTo>
                  <a:lnTo>
                    <a:pt x="7786" y="469317"/>
                  </a:lnTo>
                  <a:lnTo>
                    <a:pt x="7786" y="465532"/>
                  </a:lnTo>
                  <a:lnTo>
                    <a:pt x="7786" y="461747"/>
                  </a:lnTo>
                  <a:lnTo>
                    <a:pt x="7786" y="457962"/>
                  </a:lnTo>
                  <a:lnTo>
                    <a:pt x="7786" y="454177"/>
                  </a:lnTo>
                  <a:lnTo>
                    <a:pt x="7786" y="450393"/>
                  </a:lnTo>
                  <a:lnTo>
                    <a:pt x="7786" y="446608"/>
                  </a:lnTo>
                  <a:lnTo>
                    <a:pt x="7786" y="442823"/>
                  </a:lnTo>
                  <a:lnTo>
                    <a:pt x="7786" y="439038"/>
                  </a:lnTo>
                  <a:lnTo>
                    <a:pt x="7786" y="435253"/>
                  </a:lnTo>
                  <a:lnTo>
                    <a:pt x="7786" y="431469"/>
                  </a:lnTo>
                  <a:lnTo>
                    <a:pt x="7786" y="427684"/>
                  </a:lnTo>
                  <a:lnTo>
                    <a:pt x="7786" y="423899"/>
                  </a:lnTo>
                  <a:lnTo>
                    <a:pt x="10382" y="423899"/>
                  </a:lnTo>
                  <a:lnTo>
                    <a:pt x="10382" y="420114"/>
                  </a:lnTo>
                  <a:lnTo>
                    <a:pt x="10382" y="416329"/>
                  </a:lnTo>
                  <a:lnTo>
                    <a:pt x="10382" y="412544"/>
                  </a:lnTo>
                  <a:lnTo>
                    <a:pt x="10382" y="408760"/>
                  </a:lnTo>
                  <a:lnTo>
                    <a:pt x="10382" y="404975"/>
                  </a:lnTo>
                  <a:lnTo>
                    <a:pt x="10382" y="401190"/>
                  </a:lnTo>
                  <a:lnTo>
                    <a:pt x="10382" y="397405"/>
                  </a:lnTo>
                  <a:lnTo>
                    <a:pt x="10382" y="393620"/>
                  </a:lnTo>
                  <a:lnTo>
                    <a:pt x="10382" y="389836"/>
                  </a:lnTo>
                  <a:lnTo>
                    <a:pt x="12977" y="389836"/>
                  </a:lnTo>
                  <a:lnTo>
                    <a:pt x="12977" y="386051"/>
                  </a:lnTo>
                  <a:lnTo>
                    <a:pt x="12977" y="382266"/>
                  </a:lnTo>
                  <a:lnTo>
                    <a:pt x="12977" y="378481"/>
                  </a:lnTo>
                  <a:lnTo>
                    <a:pt x="12977" y="374696"/>
                  </a:lnTo>
                  <a:lnTo>
                    <a:pt x="12977" y="370912"/>
                  </a:lnTo>
                  <a:lnTo>
                    <a:pt x="12977" y="367127"/>
                  </a:lnTo>
                  <a:lnTo>
                    <a:pt x="12977" y="363342"/>
                  </a:lnTo>
                  <a:lnTo>
                    <a:pt x="12977" y="359557"/>
                  </a:lnTo>
                  <a:lnTo>
                    <a:pt x="12977" y="355772"/>
                  </a:lnTo>
                  <a:lnTo>
                    <a:pt x="12977" y="351987"/>
                  </a:lnTo>
                  <a:lnTo>
                    <a:pt x="12977" y="348203"/>
                  </a:lnTo>
                  <a:lnTo>
                    <a:pt x="12977" y="344418"/>
                  </a:lnTo>
                  <a:lnTo>
                    <a:pt x="12977" y="340633"/>
                  </a:lnTo>
                  <a:lnTo>
                    <a:pt x="12977" y="336848"/>
                  </a:lnTo>
                  <a:lnTo>
                    <a:pt x="12977" y="333063"/>
                  </a:lnTo>
                  <a:lnTo>
                    <a:pt x="12977" y="329279"/>
                  </a:lnTo>
                  <a:lnTo>
                    <a:pt x="12977" y="325494"/>
                  </a:lnTo>
                  <a:lnTo>
                    <a:pt x="12977" y="321709"/>
                  </a:lnTo>
                  <a:lnTo>
                    <a:pt x="12977" y="317924"/>
                  </a:lnTo>
                  <a:lnTo>
                    <a:pt x="12977" y="314139"/>
                  </a:lnTo>
                  <a:lnTo>
                    <a:pt x="12977" y="310354"/>
                  </a:lnTo>
                  <a:lnTo>
                    <a:pt x="12977" y="306570"/>
                  </a:lnTo>
                  <a:lnTo>
                    <a:pt x="12977" y="302785"/>
                  </a:lnTo>
                  <a:lnTo>
                    <a:pt x="12977" y="299000"/>
                  </a:lnTo>
                  <a:lnTo>
                    <a:pt x="12977" y="295215"/>
                  </a:lnTo>
                  <a:lnTo>
                    <a:pt x="12977" y="291430"/>
                  </a:lnTo>
                  <a:lnTo>
                    <a:pt x="12977" y="287646"/>
                  </a:lnTo>
                  <a:lnTo>
                    <a:pt x="12977" y="283861"/>
                  </a:lnTo>
                  <a:lnTo>
                    <a:pt x="12977" y="280076"/>
                  </a:lnTo>
                  <a:lnTo>
                    <a:pt x="12977" y="276291"/>
                  </a:lnTo>
                  <a:lnTo>
                    <a:pt x="12977" y="272506"/>
                  </a:lnTo>
                  <a:lnTo>
                    <a:pt x="15573" y="272506"/>
                  </a:lnTo>
                  <a:lnTo>
                    <a:pt x="15573" y="268721"/>
                  </a:lnTo>
                  <a:lnTo>
                    <a:pt x="15573" y="264937"/>
                  </a:lnTo>
                  <a:lnTo>
                    <a:pt x="15573" y="261152"/>
                  </a:lnTo>
                  <a:lnTo>
                    <a:pt x="18168" y="261152"/>
                  </a:lnTo>
                  <a:lnTo>
                    <a:pt x="18168" y="257367"/>
                  </a:lnTo>
                  <a:lnTo>
                    <a:pt x="18168" y="253582"/>
                  </a:lnTo>
                  <a:lnTo>
                    <a:pt x="18168" y="249797"/>
                  </a:lnTo>
                  <a:lnTo>
                    <a:pt x="18168" y="246013"/>
                  </a:lnTo>
                  <a:lnTo>
                    <a:pt x="18168" y="242228"/>
                  </a:lnTo>
                  <a:lnTo>
                    <a:pt x="18168" y="238443"/>
                  </a:lnTo>
                  <a:lnTo>
                    <a:pt x="20764" y="238443"/>
                  </a:lnTo>
                  <a:lnTo>
                    <a:pt x="20764" y="234658"/>
                  </a:lnTo>
                  <a:lnTo>
                    <a:pt x="20764" y="230873"/>
                  </a:lnTo>
                  <a:lnTo>
                    <a:pt x="20764" y="227088"/>
                  </a:lnTo>
                  <a:lnTo>
                    <a:pt x="20764" y="223304"/>
                  </a:lnTo>
                  <a:lnTo>
                    <a:pt x="23359" y="223304"/>
                  </a:lnTo>
                  <a:lnTo>
                    <a:pt x="23359" y="219519"/>
                  </a:lnTo>
                  <a:lnTo>
                    <a:pt x="23359" y="215734"/>
                  </a:lnTo>
                  <a:lnTo>
                    <a:pt x="25955" y="215734"/>
                  </a:lnTo>
                  <a:lnTo>
                    <a:pt x="25955" y="211949"/>
                  </a:lnTo>
                  <a:lnTo>
                    <a:pt x="25955" y="208164"/>
                  </a:lnTo>
                  <a:lnTo>
                    <a:pt x="25955" y="204380"/>
                  </a:lnTo>
                  <a:lnTo>
                    <a:pt x="25955" y="200595"/>
                  </a:lnTo>
                  <a:lnTo>
                    <a:pt x="25955" y="196810"/>
                  </a:lnTo>
                  <a:lnTo>
                    <a:pt x="25955" y="193025"/>
                  </a:lnTo>
                  <a:lnTo>
                    <a:pt x="25955" y="189240"/>
                  </a:lnTo>
                  <a:lnTo>
                    <a:pt x="28551" y="189240"/>
                  </a:lnTo>
                  <a:lnTo>
                    <a:pt x="28551" y="185456"/>
                  </a:lnTo>
                  <a:lnTo>
                    <a:pt x="28551" y="181671"/>
                  </a:lnTo>
                  <a:lnTo>
                    <a:pt x="28551" y="177886"/>
                  </a:lnTo>
                  <a:lnTo>
                    <a:pt x="28551" y="174101"/>
                  </a:lnTo>
                  <a:lnTo>
                    <a:pt x="28551" y="170316"/>
                  </a:lnTo>
                  <a:lnTo>
                    <a:pt x="28551" y="166531"/>
                  </a:lnTo>
                  <a:lnTo>
                    <a:pt x="28551" y="162747"/>
                  </a:lnTo>
                  <a:lnTo>
                    <a:pt x="28551" y="158962"/>
                  </a:lnTo>
                  <a:lnTo>
                    <a:pt x="28551" y="155177"/>
                  </a:lnTo>
                  <a:lnTo>
                    <a:pt x="28551" y="151392"/>
                  </a:lnTo>
                  <a:lnTo>
                    <a:pt x="28551" y="147607"/>
                  </a:lnTo>
                  <a:lnTo>
                    <a:pt x="31146" y="147607"/>
                  </a:lnTo>
                  <a:lnTo>
                    <a:pt x="33742" y="147607"/>
                  </a:lnTo>
                  <a:lnTo>
                    <a:pt x="33742" y="143823"/>
                  </a:lnTo>
                  <a:lnTo>
                    <a:pt x="33742" y="140038"/>
                  </a:lnTo>
                  <a:lnTo>
                    <a:pt x="36337" y="140038"/>
                  </a:lnTo>
                  <a:lnTo>
                    <a:pt x="36337" y="136253"/>
                  </a:lnTo>
                  <a:lnTo>
                    <a:pt x="36337" y="132468"/>
                  </a:lnTo>
                  <a:lnTo>
                    <a:pt x="36337" y="128683"/>
                  </a:lnTo>
                  <a:lnTo>
                    <a:pt x="36337" y="124898"/>
                  </a:lnTo>
                  <a:lnTo>
                    <a:pt x="36337" y="121114"/>
                  </a:lnTo>
                  <a:lnTo>
                    <a:pt x="36337" y="117329"/>
                  </a:lnTo>
                  <a:lnTo>
                    <a:pt x="38933" y="117329"/>
                  </a:lnTo>
                  <a:lnTo>
                    <a:pt x="38933" y="113544"/>
                  </a:lnTo>
                  <a:lnTo>
                    <a:pt x="38933" y="109759"/>
                  </a:lnTo>
                  <a:lnTo>
                    <a:pt x="38933" y="105974"/>
                  </a:lnTo>
                  <a:lnTo>
                    <a:pt x="38933" y="102190"/>
                  </a:lnTo>
                  <a:lnTo>
                    <a:pt x="41528" y="102190"/>
                  </a:lnTo>
                  <a:lnTo>
                    <a:pt x="41528" y="98405"/>
                  </a:lnTo>
                  <a:lnTo>
                    <a:pt x="41528" y="94620"/>
                  </a:lnTo>
                  <a:lnTo>
                    <a:pt x="41528" y="90835"/>
                  </a:lnTo>
                  <a:lnTo>
                    <a:pt x="41528" y="87050"/>
                  </a:lnTo>
                  <a:lnTo>
                    <a:pt x="41528" y="83265"/>
                  </a:lnTo>
                  <a:lnTo>
                    <a:pt x="44124" y="83265"/>
                  </a:lnTo>
                  <a:lnTo>
                    <a:pt x="44124" y="79481"/>
                  </a:lnTo>
                  <a:lnTo>
                    <a:pt x="44124" y="75696"/>
                  </a:lnTo>
                  <a:lnTo>
                    <a:pt x="46719" y="75696"/>
                  </a:lnTo>
                  <a:lnTo>
                    <a:pt x="49315" y="75696"/>
                  </a:lnTo>
                  <a:lnTo>
                    <a:pt x="49315" y="71911"/>
                  </a:lnTo>
                  <a:lnTo>
                    <a:pt x="49315" y="68126"/>
                  </a:lnTo>
                  <a:lnTo>
                    <a:pt x="51911" y="68126"/>
                  </a:lnTo>
                  <a:lnTo>
                    <a:pt x="54506" y="68126"/>
                  </a:lnTo>
                  <a:lnTo>
                    <a:pt x="57102" y="68126"/>
                  </a:lnTo>
                  <a:lnTo>
                    <a:pt x="57102" y="64341"/>
                  </a:lnTo>
                  <a:lnTo>
                    <a:pt x="59697" y="64341"/>
                  </a:lnTo>
                  <a:lnTo>
                    <a:pt x="59697" y="60557"/>
                  </a:lnTo>
                  <a:lnTo>
                    <a:pt x="59697" y="56772"/>
                  </a:lnTo>
                  <a:lnTo>
                    <a:pt x="59697" y="52987"/>
                  </a:lnTo>
                  <a:lnTo>
                    <a:pt x="59697" y="49202"/>
                  </a:lnTo>
                  <a:lnTo>
                    <a:pt x="62293" y="49202"/>
                  </a:lnTo>
                  <a:lnTo>
                    <a:pt x="62293" y="45417"/>
                  </a:lnTo>
                  <a:lnTo>
                    <a:pt x="62293" y="41632"/>
                  </a:lnTo>
                  <a:lnTo>
                    <a:pt x="64888" y="41632"/>
                  </a:lnTo>
                  <a:lnTo>
                    <a:pt x="64888" y="37848"/>
                  </a:lnTo>
                  <a:lnTo>
                    <a:pt x="67484" y="37848"/>
                  </a:lnTo>
                  <a:lnTo>
                    <a:pt x="67484" y="34063"/>
                  </a:lnTo>
                  <a:lnTo>
                    <a:pt x="70079" y="34063"/>
                  </a:lnTo>
                  <a:lnTo>
                    <a:pt x="72675" y="34063"/>
                  </a:lnTo>
                  <a:lnTo>
                    <a:pt x="75270" y="34063"/>
                  </a:lnTo>
                  <a:lnTo>
                    <a:pt x="77866" y="34063"/>
                  </a:lnTo>
                  <a:lnTo>
                    <a:pt x="77866" y="30278"/>
                  </a:lnTo>
                  <a:lnTo>
                    <a:pt x="80462" y="30278"/>
                  </a:lnTo>
                  <a:lnTo>
                    <a:pt x="83057" y="30278"/>
                  </a:lnTo>
                  <a:lnTo>
                    <a:pt x="85653" y="30278"/>
                  </a:lnTo>
                  <a:lnTo>
                    <a:pt x="85653" y="26493"/>
                  </a:lnTo>
                  <a:lnTo>
                    <a:pt x="88248" y="26493"/>
                  </a:lnTo>
                  <a:lnTo>
                    <a:pt x="90844" y="26493"/>
                  </a:lnTo>
                  <a:lnTo>
                    <a:pt x="93439" y="26493"/>
                  </a:lnTo>
                  <a:lnTo>
                    <a:pt x="93439" y="22708"/>
                  </a:lnTo>
                  <a:lnTo>
                    <a:pt x="96035" y="22708"/>
                  </a:lnTo>
                  <a:lnTo>
                    <a:pt x="98630" y="22708"/>
                  </a:lnTo>
                  <a:lnTo>
                    <a:pt x="101226" y="22708"/>
                  </a:lnTo>
                  <a:lnTo>
                    <a:pt x="103822" y="22708"/>
                  </a:lnTo>
                  <a:lnTo>
                    <a:pt x="103822" y="18924"/>
                  </a:lnTo>
                  <a:lnTo>
                    <a:pt x="106417" y="18924"/>
                  </a:lnTo>
                  <a:lnTo>
                    <a:pt x="109013" y="18924"/>
                  </a:lnTo>
                  <a:lnTo>
                    <a:pt x="111608" y="18924"/>
                  </a:lnTo>
                  <a:lnTo>
                    <a:pt x="114204" y="18924"/>
                  </a:lnTo>
                  <a:lnTo>
                    <a:pt x="116799" y="18924"/>
                  </a:lnTo>
                  <a:lnTo>
                    <a:pt x="119395" y="18924"/>
                  </a:lnTo>
                  <a:lnTo>
                    <a:pt x="121990" y="18924"/>
                  </a:lnTo>
                  <a:lnTo>
                    <a:pt x="124586" y="18924"/>
                  </a:lnTo>
                  <a:lnTo>
                    <a:pt x="127181" y="18924"/>
                  </a:lnTo>
                  <a:lnTo>
                    <a:pt x="129777" y="18924"/>
                  </a:lnTo>
                  <a:lnTo>
                    <a:pt x="132373" y="18924"/>
                  </a:lnTo>
                  <a:lnTo>
                    <a:pt x="134968" y="18924"/>
                  </a:lnTo>
                  <a:lnTo>
                    <a:pt x="137564" y="18924"/>
                  </a:lnTo>
                  <a:lnTo>
                    <a:pt x="140159" y="18924"/>
                  </a:lnTo>
                  <a:lnTo>
                    <a:pt x="142755" y="18924"/>
                  </a:lnTo>
                  <a:lnTo>
                    <a:pt x="145350" y="18924"/>
                  </a:lnTo>
                  <a:lnTo>
                    <a:pt x="147946" y="18924"/>
                  </a:lnTo>
                  <a:lnTo>
                    <a:pt x="150541" y="18924"/>
                  </a:lnTo>
                  <a:lnTo>
                    <a:pt x="153137" y="18924"/>
                  </a:lnTo>
                  <a:lnTo>
                    <a:pt x="155733" y="18924"/>
                  </a:lnTo>
                  <a:lnTo>
                    <a:pt x="158328" y="18924"/>
                  </a:lnTo>
                  <a:lnTo>
                    <a:pt x="160924" y="18924"/>
                  </a:lnTo>
                  <a:lnTo>
                    <a:pt x="163519" y="18924"/>
                  </a:lnTo>
                  <a:lnTo>
                    <a:pt x="166115" y="18924"/>
                  </a:lnTo>
                  <a:lnTo>
                    <a:pt x="168710" y="18924"/>
                  </a:lnTo>
                  <a:lnTo>
                    <a:pt x="171306" y="18924"/>
                  </a:lnTo>
                  <a:lnTo>
                    <a:pt x="173901" y="18924"/>
                  </a:lnTo>
                  <a:lnTo>
                    <a:pt x="176497" y="18924"/>
                  </a:lnTo>
                  <a:lnTo>
                    <a:pt x="179092" y="18924"/>
                  </a:lnTo>
                  <a:lnTo>
                    <a:pt x="181688" y="18924"/>
                  </a:lnTo>
                  <a:lnTo>
                    <a:pt x="184284" y="18924"/>
                  </a:lnTo>
                  <a:lnTo>
                    <a:pt x="186879" y="18924"/>
                  </a:lnTo>
                  <a:lnTo>
                    <a:pt x="189475" y="18924"/>
                  </a:lnTo>
                  <a:lnTo>
                    <a:pt x="192070" y="18924"/>
                  </a:lnTo>
                  <a:lnTo>
                    <a:pt x="194666" y="18924"/>
                  </a:lnTo>
                  <a:lnTo>
                    <a:pt x="197261" y="18924"/>
                  </a:lnTo>
                  <a:lnTo>
                    <a:pt x="199857" y="18924"/>
                  </a:lnTo>
                  <a:lnTo>
                    <a:pt x="202452" y="18924"/>
                  </a:lnTo>
                  <a:lnTo>
                    <a:pt x="205048" y="18924"/>
                  </a:lnTo>
                  <a:lnTo>
                    <a:pt x="207644" y="18924"/>
                  </a:lnTo>
                  <a:lnTo>
                    <a:pt x="210239" y="18924"/>
                  </a:lnTo>
                  <a:lnTo>
                    <a:pt x="212835" y="18924"/>
                  </a:lnTo>
                  <a:lnTo>
                    <a:pt x="215430" y="18924"/>
                  </a:lnTo>
                  <a:lnTo>
                    <a:pt x="218026" y="18924"/>
                  </a:lnTo>
                  <a:lnTo>
                    <a:pt x="220621" y="18924"/>
                  </a:lnTo>
                  <a:lnTo>
                    <a:pt x="223217" y="18924"/>
                  </a:lnTo>
                  <a:lnTo>
                    <a:pt x="225812" y="18924"/>
                  </a:lnTo>
                  <a:lnTo>
                    <a:pt x="228408" y="18924"/>
                  </a:lnTo>
                  <a:lnTo>
                    <a:pt x="228408" y="15139"/>
                  </a:lnTo>
                  <a:lnTo>
                    <a:pt x="231004" y="15139"/>
                  </a:lnTo>
                  <a:lnTo>
                    <a:pt x="233599" y="15139"/>
                  </a:lnTo>
                  <a:lnTo>
                    <a:pt x="236195" y="15139"/>
                  </a:lnTo>
                  <a:lnTo>
                    <a:pt x="238790" y="15139"/>
                  </a:lnTo>
                  <a:lnTo>
                    <a:pt x="241386" y="15139"/>
                  </a:lnTo>
                  <a:lnTo>
                    <a:pt x="243981" y="15139"/>
                  </a:lnTo>
                  <a:lnTo>
                    <a:pt x="246577" y="15139"/>
                  </a:lnTo>
                  <a:lnTo>
                    <a:pt x="249172" y="15139"/>
                  </a:lnTo>
                  <a:lnTo>
                    <a:pt x="251768" y="15139"/>
                  </a:lnTo>
                  <a:lnTo>
                    <a:pt x="254363" y="15139"/>
                  </a:lnTo>
                  <a:lnTo>
                    <a:pt x="256959" y="15139"/>
                  </a:lnTo>
                  <a:lnTo>
                    <a:pt x="259555" y="15139"/>
                  </a:lnTo>
                  <a:lnTo>
                    <a:pt x="262150" y="15139"/>
                  </a:lnTo>
                  <a:lnTo>
                    <a:pt x="264746" y="15139"/>
                  </a:lnTo>
                  <a:lnTo>
                    <a:pt x="267341" y="15139"/>
                  </a:lnTo>
                  <a:lnTo>
                    <a:pt x="269937" y="15139"/>
                  </a:lnTo>
                  <a:lnTo>
                    <a:pt x="272532" y="15139"/>
                  </a:lnTo>
                  <a:lnTo>
                    <a:pt x="275128" y="15139"/>
                  </a:lnTo>
                  <a:lnTo>
                    <a:pt x="277723" y="15139"/>
                  </a:lnTo>
                  <a:lnTo>
                    <a:pt x="277723" y="11354"/>
                  </a:lnTo>
                  <a:lnTo>
                    <a:pt x="280319" y="11354"/>
                  </a:lnTo>
                  <a:lnTo>
                    <a:pt x="282915" y="11354"/>
                  </a:lnTo>
                  <a:lnTo>
                    <a:pt x="285510" y="11354"/>
                  </a:lnTo>
                  <a:lnTo>
                    <a:pt x="288106" y="11354"/>
                  </a:lnTo>
                  <a:lnTo>
                    <a:pt x="290701" y="11354"/>
                  </a:lnTo>
                  <a:lnTo>
                    <a:pt x="293297" y="11354"/>
                  </a:lnTo>
                  <a:lnTo>
                    <a:pt x="295892" y="11354"/>
                  </a:lnTo>
                  <a:lnTo>
                    <a:pt x="298488" y="11354"/>
                  </a:lnTo>
                  <a:lnTo>
                    <a:pt x="301083" y="11354"/>
                  </a:lnTo>
                  <a:lnTo>
                    <a:pt x="303679" y="11354"/>
                  </a:lnTo>
                  <a:lnTo>
                    <a:pt x="306274" y="11354"/>
                  </a:lnTo>
                  <a:lnTo>
                    <a:pt x="308870" y="11354"/>
                  </a:lnTo>
                  <a:lnTo>
                    <a:pt x="308870" y="7569"/>
                  </a:lnTo>
                  <a:lnTo>
                    <a:pt x="311466" y="7569"/>
                  </a:lnTo>
                  <a:lnTo>
                    <a:pt x="314061" y="7569"/>
                  </a:lnTo>
                  <a:lnTo>
                    <a:pt x="316657" y="7569"/>
                  </a:lnTo>
                  <a:lnTo>
                    <a:pt x="319252" y="7569"/>
                  </a:lnTo>
                  <a:lnTo>
                    <a:pt x="321848" y="7569"/>
                  </a:lnTo>
                  <a:lnTo>
                    <a:pt x="324443" y="7569"/>
                  </a:lnTo>
                  <a:lnTo>
                    <a:pt x="327039" y="7569"/>
                  </a:lnTo>
                  <a:lnTo>
                    <a:pt x="329634" y="7569"/>
                  </a:lnTo>
                  <a:lnTo>
                    <a:pt x="332230" y="7569"/>
                  </a:lnTo>
                  <a:lnTo>
                    <a:pt x="334826" y="7569"/>
                  </a:lnTo>
                  <a:lnTo>
                    <a:pt x="337421" y="7569"/>
                  </a:lnTo>
                  <a:lnTo>
                    <a:pt x="340017" y="7569"/>
                  </a:lnTo>
                  <a:lnTo>
                    <a:pt x="342612" y="7569"/>
                  </a:lnTo>
                  <a:lnTo>
                    <a:pt x="345208" y="7569"/>
                  </a:lnTo>
                  <a:lnTo>
                    <a:pt x="347803" y="7569"/>
                  </a:lnTo>
                  <a:lnTo>
                    <a:pt x="350399" y="7569"/>
                  </a:lnTo>
                  <a:lnTo>
                    <a:pt x="352994" y="7569"/>
                  </a:lnTo>
                  <a:lnTo>
                    <a:pt x="355590" y="7569"/>
                  </a:lnTo>
                  <a:lnTo>
                    <a:pt x="358185" y="7569"/>
                  </a:lnTo>
                  <a:lnTo>
                    <a:pt x="360781" y="7569"/>
                  </a:lnTo>
                  <a:lnTo>
                    <a:pt x="363377" y="7569"/>
                  </a:lnTo>
                  <a:lnTo>
                    <a:pt x="365972" y="7569"/>
                  </a:lnTo>
                  <a:lnTo>
                    <a:pt x="368568" y="7569"/>
                  </a:lnTo>
                  <a:lnTo>
                    <a:pt x="371163" y="7569"/>
                  </a:lnTo>
                  <a:lnTo>
                    <a:pt x="373759" y="7569"/>
                  </a:lnTo>
                  <a:lnTo>
                    <a:pt x="376354" y="7569"/>
                  </a:lnTo>
                  <a:lnTo>
                    <a:pt x="378950" y="7569"/>
                  </a:lnTo>
                  <a:lnTo>
                    <a:pt x="381545" y="7569"/>
                  </a:lnTo>
                  <a:lnTo>
                    <a:pt x="384141" y="7569"/>
                  </a:lnTo>
                  <a:lnTo>
                    <a:pt x="386737" y="7569"/>
                  </a:lnTo>
                  <a:lnTo>
                    <a:pt x="389332" y="7569"/>
                  </a:lnTo>
                  <a:lnTo>
                    <a:pt x="391928" y="7569"/>
                  </a:lnTo>
                  <a:lnTo>
                    <a:pt x="394523" y="7569"/>
                  </a:lnTo>
                  <a:lnTo>
                    <a:pt x="397119" y="7569"/>
                  </a:lnTo>
                  <a:lnTo>
                    <a:pt x="399714" y="7569"/>
                  </a:lnTo>
                  <a:lnTo>
                    <a:pt x="402310" y="7569"/>
                  </a:lnTo>
                  <a:lnTo>
                    <a:pt x="404905" y="7569"/>
                  </a:lnTo>
                  <a:lnTo>
                    <a:pt x="407501" y="7569"/>
                  </a:lnTo>
                  <a:lnTo>
                    <a:pt x="410097" y="7569"/>
                  </a:lnTo>
                  <a:lnTo>
                    <a:pt x="412692" y="7569"/>
                  </a:lnTo>
                  <a:lnTo>
                    <a:pt x="415288" y="7569"/>
                  </a:lnTo>
                  <a:lnTo>
                    <a:pt x="417883" y="7569"/>
                  </a:lnTo>
                  <a:lnTo>
                    <a:pt x="420479" y="7569"/>
                  </a:lnTo>
                  <a:lnTo>
                    <a:pt x="423074" y="7569"/>
                  </a:lnTo>
                  <a:lnTo>
                    <a:pt x="425670" y="7569"/>
                  </a:lnTo>
                  <a:lnTo>
                    <a:pt x="428265" y="7569"/>
                  </a:lnTo>
                  <a:lnTo>
                    <a:pt x="430861" y="7569"/>
                  </a:lnTo>
                  <a:lnTo>
                    <a:pt x="433456" y="7569"/>
                  </a:lnTo>
                  <a:lnTo>
                    <a:pt x="436052" y="7569"/>
                  </a:lnTo>
                  <a:lnTo>
                    <a:pt x="438648" y="7569"/>
                  </a:lnTo>
                  <a:lnTo>
                    <a:pt x="441243" y="7569"/>
                  </a:lnTo>
                  <a:lnTo>
                    <a:pt x="443839" y="7569"/>
                  </a:lnTo>
                  <a:lnTo>
                    <a:pt x="446434" y="7569"/>
                  </a:lnTo>
                  <a:lnTo>
                    <a:pt x="449030" y="7569"/>
                  </a:lnTo>
                  <a:lnTo>
                    <a:pt x="451625" y="7569"/>
                  </a:lnTo>
                  <a:lnTo>
                    <a:pt x="454221" y="7569"/>
                  </a:lnTo>
                  <a:lnTo>
                    <a:pt x="456816" y="7569"/>
                  </a:lnTo>
                  <a:lnTo>
                    <a:pt x="459412" y="7569"/>
                  </a:lnTo>
                  <a:lnTo>
                    <a:pt x="462008" y="7569"/>
                  </a:lnTo>
                  <a:lnTo>
                    <a:pt x="464603" y="7569"/>
                  </a:lnTo>
                  <a:lnTo>
                    <a:pt x="467199" y="7569"/>
                  </a:lnTo>
                  <a:lnTo>
                    <a:pt x="469794" y="7569"/>
                  </a:lnTo>
                  <a:lnTo>
                    <a:pt x="472390" y="7569"/>
                  </a:lnTo>
                  <a:lnTo>
                    <a:pt x="474985" y="7569"/>
                  </a:lnTo>
                  <a:lnTo>
                    <a:pt x="477581" y="7569"/>
                  </a:lnTo>
                  <a:lnTo>
                    <a:pt x="480176" y="7569"/>
                  </a:lnTo>
                  <a:lnTo>
                    <a:pt x="482772" y="7569"/>
                  </a:lnTo>
                  <a:lnTo>
                    <a:pt x="485367" y="7569"/>
                  </a:lnTo>
                  <a:lnTo>
                    <a:pt x="487963" y="7569"/>
                  </a:lnTo>
                  <a:lnTo>
                    <a:pt x="490559" y="7569"/>
                  </a:lnTo>
                  <a:lnTo>
                    <a:pt x="493154" y="7569"/>
                  </a:lnTo>
                  <a:lnTo>
                    <a:pt x="495750" y="7569"/>
                  </a:lnTo>
                  <a:lnTo>
                    <a:pt x="498345" y="7569"/>
                  </a:lnTo>
                  <a:lnTo>
                    <a:pt x="500941" y="7569"/>
                  </a:lnTo>
                  <a:lnTo>
                    <a:pt x="503536" y="7569"/>
                  </a:lnTo>
                  <a:lnTo>
                    <a:pt x="506132" y="7569"/>
                  </a:lnTo>
                  <a:lnTo>
                    <a:pt x="508727" y="7569"/>
                  </a:lnTo>
                  <a:lnTo>
                    <a:pt x="511323" y="7569"/>
                  </a:lnTo>
                  <a:lnTo>
                    <a:pt x="513919" y="7569"/>
                  </a:lnTo>
                  <a:lnTo>
                    <a:pt x="516514" y="7569"/>
                  </a:lnTo>
                  <a:lnTo>
                    <a:pt x="519110" y="7569"/>
                  </a:lnTo>
                  <a:lnTo>
                    <a:pt x="521705" y="7569"/>
                  </a:lnTo>
                  <a:lnTo>
                    <a:pt x="524301" y="7569"/>
                  </a:lnTo>
                  <a:lnTo>
                    <a:pt x="526896" y="7569"/>
                  </a:lnTo>
                  <a:lnTo>
                    <a:pt x="529492" y="7569"/>
                  </a:lnTo>
                  <a:lnTo>
                    <a:pt x="532087" y="7569"/>
                  </a:lnTo>
                  <a:lnTo>
                    <a:pt x="534683" y="7569"/>
                  </a:lnTo>
                  <a:lnTo>
                    <a:pt x="537278" y="7569"/>
                  </a:lnTo>
                  <a:lnTo>
                    <a:pt x="539874" y="7569"/>
                  </a:lnTo>
                  <a:lnTo>
                    <a:pt x="542470" y="7569"/>
                  </a:lnTo>
                  <a:lnTo>
                    <a:pt x="545065" y="7569"/>
                  </a:lnTo>
                  <a:lnTo>
                    <a:pt x="547661" y="7569"/>
                  </a:lnTo>
                  <a:lnTo>
                    <a:pt x="550256" y="7569"/>
                  </a:lnTo>
                  <a:lnTo>
                    <a:pt x="552852" y="7569"/>
                  </a:lnTo>
                  <a:lnTo>
                    <a:pt x="555447" y="7569"/>
                  </a:lnTo>
                  <a:lnTo>
                    <a:pt x="558043" y="7569"/>
                  </a:lnTo>
                  <a:lnTo>
                    <a:pt x="560638" y="7569"/>
                  </a:lnTo>
                  <a:lnTo>
                    <a:pt x="563234" y="7569"/>
                  </a:lnTo>
                  <a:lnTo>
                    <a:pt x="565830" y="7569"/>
                  </a:lnTo>
                  <a:lnTo>
                    <a:pt x="568425" y="7569"/>
                  </a:lnTo>
                  <a:lnTo>
                    <a:pt x="571021" y="7569"/>
                  </a:lnTo>
                  <a:lnTo>
                    <a:pt x="573616" y="7569"/>
                  </a:lnTo>
                  <a:lnTo>
                    <a:pt x="576212" y="7569"/>
                  </a:lnTo>
                  <a:lnTo>
                    <a:pt x="578807" y="7569"/>
                  </a:lnTo>
                  <a:lnTo>
                    <a:pt x="581403" y="7569"/>
                  </a:lnTo>
                  <a:lnTo>
                    <a:pt x="583998" y="7569"/>
                  </a:lnTo>
                  <a:lnTo>
                    <a:pt x="586594" y="7569"/>
                  </a:lnTo>
                  <a:lnTo>
                    <a:pt x="589189" y="7569"/>
                  </a:lnTo>
                  <a:lnTo>
                    <a:pt x="591785" y="7569"/>
                  </a:lnTo>
                  <a:lnTo>
                    <a:pt x="594381" y="7569"/>
                  </a:lnTo>
                  <a:lnTo>
                    <a:pt x="596976" y="7569"/>
                  </a:lnTo>
                  <a:lnTo>
                    <a:pt x="599572" y="7569"/>
                  </a:lnTo>
                  <a:lnTo>
                    <a:pt x="602167" y="7569"/>
                  </a:lnTo>
                  <a:lnTo>
                    <a:pt x="604763" y="7569"/>
                  </a:lnTo>
                  <a:lnTo>
                    <a:pt x="607358" y="7569"/>
                  </a:lnTo>
                  <a:lnTo>
                    <a:pt x="609954" y="7569"/>
                  </a:lnTo>
                  <a:lnTo>
                    <a:pt x="612549" y="7569"/>
                  </a:lnTo>
                  <a:lnTo>
                    <a:pt x="615145" y="7569"/>
                  </a:lnTo>
                  <a:lnTo>
                    <a:pt x="617741" y="7569"/>
                  </a:lnTo>
                  <a:lnTo>
                    <a:pt x="620336" y="7569"/>
                  </a:lnTo>
                  <a:lnTo>
                    <a:pt x="622932" y="7569"/>
                  </a:lnTo>
                  <a:lnTo>
                    <a:pt x="625527" y="7569"/>
                  </a:lnTo>
                  <a:lnTo>
                    <a:pt x="628123" y="7569"/>
                  </a:lnTo>
                  <a:lnTo>
                    <a:pt x="630718" y="7569"/>
                  </a:lnTo>
                  <a:lnTo>
                    <a:pt x="633314" y="7569"/>
                  </a:lnTo>
                  <a:lnTo>
                    <a:pt x="635909" y="7569"/>
                  </a:lnTo>
                  <a:lnTo>
                    <a:pt x="638505" y="7569"/>
                  </a:lnTo>
                  <a:lnTo>
                    <a:pt x="641101" y="7569"/>
                  </a:lnTo>
                  <a:lnTo>
                    <a:pt x="643696" y="7569"/>
                  </a:lnTo>
                  <a:lnTo>
                    <a:pt x="646292" y="7569"/>
                  </a:lnTo>
                  <a:lnTo>
                    <a:pt x="648887" y="7569"/>
                  </a:lnTo>
                  <a:lnTo>
                    <a:pt x="651483" y="7569"/>
                  </a:lnTo>
                  <a:lnTo>
                    <a:pt x="654078" y="7569"/>
                  </a:lnTo>
                  <a:lnTo>
                    <a:pt x="656674" y="7569"/>
                  </a:lnTo>
                  <a:lnTo>
                    <a:pt x="659269" y="7569"/>
                  </a:lnTo>
                  <a:lnTo>
                    <a:pt x="661865" y="7569"/>
                  </a:lnTo>
                  <a:lnTo>
                    <a:pt x="664460" y="7569"/>
                  </a:lnTo>
                  <a:lnTo>
                    <a:pt x="667056" y="7569"/>
                  </a:lnTo>
                  <a:lnTo>
                    <a:pt x="669652" y="7569"/>
                  </a:lnTo>
                  <a:lnTo>
                    <a:pt x="672247" y="7569"/>
                  </a:lnTo>
                  <a:lnTo>
                    <a:pt x="674843" y="7569"/>
                  </a:lnTo>
                  <a:lnTo>
                    <a:pt x="677438" y="7569"/>
                  </a:lnTo>
                  <a:lnTo>
                    <a:pt x="680034" y="7569"/>
                  </a:lnTo>
                  <a:lnTo>
                    <a:pt x="682629" y="7569"/>
                  </a:lnTo>
                  <a:lnTo>
                    <a:pt x="685225" y="7569"/>
                  </a:lnTo>
                  <a:lnTo>
                    <a:pt x="687820" y="7569"/>
                  </a:lnTo>
                  <a:lnTo>
                    <a:pt x="690416" y="7569"/>
                  </a:lnTo>
                  <a:lnTo>
                    <a:pt x="693012" y="7569"/>
                  </a:lnTo>
                  <a:lnTo>
                    <a:pt x="695607" y="7569"/>
                  </a:lnTo>
                  <a:lnTo>
                    <a:pt x="700798" y="7569"/>
                  </a:lnTo>
                  <a:lnTo>
                    <a:pt x="703394" y="7569"/>
                  </a:lnTo>
                  <a:lnTo>
                    <a:pt x="705989" y="7569"/>
                  </a:lnTo>
                  <a:lnTo>
                    <a:pt x="708585" y="7569"/>
                  </a:lnTo>
                  <a:lnTo>
                    <a:pt x="711180" y="7569"/>
                  </a:lnTo>
                  <a:lnTo>
                    <a:pt x="713776" y="7569"/>
                  </a:lnTo>
                  <a:lnTo>
                    <a:pt x="716371" y="7569"/>
                  </a:lnTo>
                  <a:lnTo>
                    <a:pt x="718967" y="7569"/>
                  </a:lnTo>
                  <a:lnTo>
                    <a:pt x="721563" y="7569"/>
                  </a:lnTo>
                  <a:lnTo>
                    <a:pt x="724158" y="7569"/>
                  </a:lnTo>
                  <a:lnTo>
                    <a:pt x="726754" y="7569"/>
                  </a:lnTo>
                  <a:lnTo>
                    <a:pt x="726754" y="3784"/>
                  </a:lnTo>
                  <a:lnTo>
                    <a:pt x="729349" y="3784"/>
                  </a:lnTo>
                  <a:lnTo>
                    <a:pt x="731945" y="3784"/>
                  </a:lnTo>
                  <a:lnTo>
                    <a:pt x="734540" y="3784"/>
                  </a:lnTo>
                  <a:lnTo>
                    <a:pt x="737136" y="3784"/>
                  </a:lnTo>
                  <a:lnTo>
                    <a:pt x="739731" y="3784"/>
                  </a:lnTo>
                  <a:lnTo>
                    <a:pt x="742327" y="3784"/>
                  </a:lnTo>
                  <a:lnTo>
                    <a:pt x="744923" y="3784"/>
                  </a:lnTo>
                  <a:lnTo>
                    <a:pt x="747518" y="3784"/>
                  </a:lnTo>
                  <a:lnTo>
                    <a:pt x="750114" y="3784"/>
                  </a:lnTo>
                  <a:lnTo>
                    <a:pt x="752709" y="3784"/>
                  </a:lnTo>
                  <a:lnTo>
                    <a:pt x="755305" y="3784"/>
                  </a:lnTo>
                  <a:lnTo>
                    <a:pt x="757900" y="3784"/>
                  </a:lnTo>
                  <a:lnTo>
                    <a:pt x="760496" y="3784"/>
                  </a:lnTo>
                  <a:lnTo>
                    <a:pt x="763091" y="3784"/>
                  </a:lnTo>
                  <a:lnTo>
                    <a:pt x="765687" y="3784"/>
                  </a:lnTo>
                  <a:lnTo>
                    <a:pt x="768282" y="3784"/>
                  </a:lnTo>
                  <a:lnTo>
                    <a:pt x="770878" y="3784"/>
                  </a:lnTo>
                  <a:lnTo>
                    <a:pt x="773474" y="3784"/>
                  </a:lnTo>
                  <a:lnTo>
                    <a:pt x="776069" y="3784"/>
                  </a:lnTo>
                  <a:lnTo>
                    <a:pt x="778665" y="3784"/>
                  </a:lnTo>
                  <a:lnTo>
                    <a:pt x="781260" y="3784"/>
                  </a:lnTo>
                  <a:lnTo>
                    <a:pt x="783856" y="3784"/>
                  </a:lnTo>
                  <a:lnTo>
                    <a:pt x="786451" y="3784"/>
                  </a:lnTo>
                  <a:lnTo>
                    <a:pt x="789047" y="3784"/>
                  </a:lnTo>
                  <a:lnTo>
                    <a:pt x="791642" y="3784"/>
                  </a:lnTo>
                  <a:lnTo>
                    <a:pt x="794238" y="3784"/>
                  </a:lnTo>
                  <a:lnTo>
                    <a:pt x="796834" y="3784"/>
                  </a:lnTo>
                  <a:lnTo>
                    <a:pt x="799429" y="3784"/>
                  </a:lnTo>
                  <a:lnTo>
                    <a:pt x="802025" y="3784"/>
                  </a:lnTo>
                  <a:lnTo>
                    <a:pt x="804620" y="3784"/>
                  </a:lnTo>
                  <a:lnTo>
                    <a:pt x="807216" y="3784"/>
                  </a:lnTo>
                  <a:lnTo>
                    <a:pt x="809811" y="3784"/>
                  </a:lnTo>
                  <a:lnTo>
                    <a:pt x="812407" y="3784"/>
                  </a:lnTo>
                  <a:lnTo>
                    <a:pt x="815002" y="3784"/>
                  </a:lnTo>
                  <a:lnTo>
                    <a:pt x="817598" y="3784"/>
                  </a:lnTo>
                  <a:lnTo>
                    <a:pt x="820194" y="3784"/>
                  </a:lnTo>
                  <a:lnTo>
                    <a:pt x="822789" y="3784"/>
                  </a:lnTo>
                  <a:lnTo>
                    <a:pt x="825385" y="3784"/>
                  </a:lnTo>
                  <a:lnTo>
                    <a:pt x="827980" y="3784"/>
                  </a:lnTo>
                  <a:lnTo>
                    <a:pt x="830576" y="3784"/>
                  </a:lnTo>
                  <a:lnTo>
                    <a:pt x="833171" y="3784"/>
                  </a:lnTo>
                  <a:lnTo>
                    <a:pt x="835767" y="3784"/>
                  </a:lnTo>
                  <a:lnTo>
                    <a:pt x="838362" y="3784"/>
                  </a:lnTo>
                  <a:lnTo>
                    <a:pt x="840958" y="3784"/>
                  </a:lnTo>
                  <a:lnTo>
                    <a:pt x="843553" y="3784"/>
                  </a:lnTo>
                  <a:lnTo>
                    <a:pt x="846149" y="3784"/>
                  </a:lnTo>
                  <a:lnTo>
                    <a:pt x="848745" y="3784"/>
                  </a:lnTo>
                  <a:lnTo>
                    <a:pt x="851340" y="3784"/>
                  </a:lnTo>
                  <a:lnTo>
                    <a:pt x="853936" y="3784"/>
                  </a:lnTo>
                  <a:lnTo>
                    <a:pt x="856531" y="3784"/>
                  </a:lnTo>
                  <a:lnTo>
                    <a:pt x="859127" y="3784"/>
                  </a:lnTo>
                  <a:lnTo>
                    <a:pt x="861722" y="3784"/>
                  </a:lnTo>
                  <a:lnTo>
                    <a:pt x="864318" y="3784"/>
                  </a:lnTo>
                  <a:lnTo>
                    <a:pt x="866913" y="3784"/>
                  </a:lnTo>
                  <a:lnTo>
                    <a:pt x="869509" y="3784"/>
                  </a:lnTo>
                  <a:lnTo>
                    <a:pt x="872105" y="3784"/>
                  </a:lnTo>
                  <a:lnTo>
                    <a:pt x="874700" y="3784"/>
                  </a:lnTo>
                  <a:lnTo>
                    <a:pt x="877296" y="3784"/>
                  </a:lnTo>
                  <a:lnTo>
                    <a:pt x="879891" y="3784"/>
                  </a:lnTo>
                  <a:lnTo>
                    <a:pt x="882487" y="3784"/>
                  </a:lnTo>
                  <a:lnTo>
                    <a:pt x="885082" y="3784"/>
                  </a:lnTo>
                  <a:lnTo>
                    <a:pt x="887678" y="3784"/>
                  </a:lnTo>
                  <a:lnTo>
                    <a:pt x="890273" y="3784"/>
                  </a:lnTo>
                  <a:lnTo>
                    <a:pt x="892869" y="3784"/>
                  </a:lnTo>
                  <a:lnTo>
                    <a:pt x="895464" y="3784"/>
                  </a:lnTo>
                  <a:lnTo>
                    <a:pt x="898060" y="3784"/>
                  </a:lnTo>
                  <a:lnTo>
                    <a:pt x="900656" y="3784"/>
                  </a:lnTo>
                  <a:lnTo>
                    <a:pt x="903251" y="3784"/>
                  </a:lnTo>
                  <a:lnTo>
                    <a:pt x="905847" y="3784"/>
                  </a:lnTo>
                  <a:lnTo>
                    <a:pt x="908442" y="3784"/>
                  </a:lnTo>
                  <a:lnTo>
                    <a:pt x="911038" y="3784"/>
                  </a:lnTo>
                  <a:lnTo>
                    <a:pt x="913633" y="3784"/>
                  </a:lnTo>
                  <a:lnTo>
                    <a:pt x="916229" y="3784"/>
                  </a:lnTo>
                  <a:lnTo>
                    <a:pt x="918824" y="3784"/>
                  </a:lnTo>
                  <a:lnTo>
                    <a:pt x="921420" y="3784"/>
                  </a:lnTo>
                  <a:lnTo>
                    <a:pt x="924016" y="3784"/>
                  </a:lnTo>
                  <a:lnTo>
                    <a:pt x="926611" y="3784"/>
                  </a:lnTo>
                  <a:lnTo>
                    <a:pt x="929207" y="3784"/>
                  </a:lnTo>
                  <a:lnTo>
                    <a:pt x="931802" y="3784"/>
                  </a:lnTo>
                  <a:lnTo>
                    <a:pt x="934398" y="3784"/>
                  </a:lnTo>
                  <a:lnTo>
                    <a:pt x="936993" y="3784"/>
                  </a:lnTo>
                  <a:lnTo>
                    <a:pt x="939589" y="3784"/>
                  </a:lnTo>
                  <a:lnTo>
                    <a:pt x="942184" y="3784"/>
                  </a:lnTo>
                  <a:lnTo>
                    <a:pt x="944780" y="3784"/>
                  </a:lnTo>
                  <a:lnTo>
                    <a:pt x="947375" y="3784"/>
                  </a:lnTo>
                  <a:lnTo>
                    <a:pt x="949971" y="3784"/>
                  </a:lnTo>
                  <a:lnTo>
                    <a:pt x="952567" y="3784"/>
                  </a:lnTo>
                  <a:lnTo>
                    <a:pt x="955162" y="3784"/>
                  </a:lnTo>
                  <a:lnTo>
                    <a:pt x="957758" y="3784"/>
                  </a:lnTo>
                  <a:lnTo>
                    <a:pt x="960353" y="3784"/>
                  </a:lnTo>
                  <a:lnTo>
                    <a:pt x="962949" y="3784"/>
                  </a:lnTo>
                  <a:lnTo>
                    <a:pt x="965544" y="3784"/>
                  </a:lnTo>
                  <a:lnTo>
                    <a:pt x="968140" y="3784"/>
                  </a:lnTo>
                  <a:lnTo>
                    <a:pt x="970735" y="3784"/>
                  </a:lnTo>
                  <a:lnTo>
                    <a:pt x="973331" y="3784"/>
                  </a:lnTo>
                  <a:lnTo>
                    <a:pt x="975927" y="3784"/>
                  </a:lnTo>
                  <a:lnTo>
                    <a:pt x="978522" y="3784"/>
                  </a:lnTo>
                  <a:lnTo>
                    <a:pt x="981118" y="3784"/>
                  </a:lnTo>
                  <a:lnTo>
                    <a:pt x="983713" y="3784"/>
                  </a:lnTo>
                  <a:lnTo>
                    <a:pt x="986309" y="3784"/>
                  </a:lnTo>
                  <a:lnTo>
                    <a:pt x="988904" y="3784"/>
                  </a:lnTo>
                  <a:lnTo>
                    <a:pt x="991500" y="3784"/>
                  </a:lnTo>
                  <a:lnTo>
                    <a:pt x="994095" y="3784"/>
                  </a:lnTo>
                  <a:lnTo>
                    <a:pt x="996691" y="3784"/>
                  </a:lnTo>
                  <a:lnTo>
                    <a:pt x="999287" y="3784"/>
                  </a:lnTo>
                  <a:lnTo>
                    <a:pt x="1001882" y="3784"/>
                  </a:lnTo>
                  <a:lnTo>
                    <a:pt x="1004478" y="3784"/>
                  </a:lnTo>
                  <a:lnTo>
                    <a:pt x="1007073" y="3784"/>
                  </a:lnTo>
                  <a:lnTo>
                    <a:pt x="1009669" y="3784"/>
                  </a:lnTo>
                  <a:lnTo>
                    <a:pt x="1012264" y="3784"/>
                  </a:lnTo>
                  <a:lnTo>
                    <a:pt x="1014860" y="3784"/>
                  </a:lnTo>
                  <a:lnTo>
                    <a:pt x="1017455" y="3784"/>
                  </a:lnTo>
                  <a:lnTo>
                    <a:pt x="1020051" y="3784"/>
                  </a:lnTo>
                  <a:lnTo>
                    <a:pt x="1022646" y="3784"/>
                  </a:lnTo>
                  <a:lnTo>
                    <a:pt x="1025242" y="3784"/>
                  </a:lnTo>
                  <a:lnTo>
                    <a:pt x="1027838" y="3784"/>
                  </a:lnTo>
                  <a:lnTo>
                    <a:pt x="1030433" y="3784"/>
                  </a:lnTo>
                  <a:lnTo>
                    <a:pt x="1033029" y="3784"/>
                  </a:lnTo>
                  <a:lnTo>
                    <a:pt x="1035624" y="3784"/>
                  </a:lnTo>
                  <a:lnTo>
                    <a:pt x="1038220" y="3784"/>
                  </a:lnTo>
                  <a:lnTo>
                    <a:pt x="1040815" y="3784"/>
                  </a:lnTo>
                  <a:lnTo>
                    <a:pt x="1043411" y="3784"/>
                  </a:lnTo>
                  <a:lnTo>
                    <a:pt x="1046006" y="3784"/>
                  </a:lnTo>
                  <a:lnTo>
                    <a:pt x="1048602" y="3784"/>
                  </a:lnTo>
                  <a:lnTo>
                    <a:pt x="1051198" y="3784"/>
                  </a:lnTo>
                  <a:lnTo>
                    <a:pt x="1053793" y="3784"/>
                  </a:lnTo>
                  <a:lnTo>
                    <a:pt x="1056389" y="3784"/>
                  </a:lnTo>
                  <a:lnTo>
                    <a:pt x="1058984" y="3784"/>
                  </a:lnTo>
                  <a:lnTo>
                    <a:pt x="1061580" y="3784"/>
                  </a:lnTo>
                  <a:lnTo>
                    <a:pt x="1064175" y="3784"/>
                  </a:lnTo>
                  <a:lnTo>
                    <a:pt x="1066771" y="3784"/>
                  </a:lnTo>
                  <a:lnTo>
                    <a:pt x="1069366" y="3784"/>
                  </a:lnTo>
                  <a:lnTo>
                    <a:pt x="1071962" y="3784"/>
                  </a:lnTo>
                  <a:lnTo>
                    <a:pt x="1074557" y="3784"/>
                  </a:lnTo>
                  <a:lnTo>
                    <a:pt x="1077153" y="3784"/>
                  </a:lnTo>
                  <a:lnTo>
                    <a:pt x="1079749" y="3784"/>
                  </a:lnTo>
                  <a:lnTo>
                    <a:pt x="1082344" y="3784"/>
                  </a:lnTo>
                  <a:lnTo>
                    <a:pt x="1084940" y="3784"/>
                  </a:lnTo>
                  <a:lnTo>
                    <a:pt x="1087535" y="3784"/>
                  </a:lnTo>
                  <a:lnTo>
                    <a:pt x="1090131" y="3784"/>
                  </a:lnTo>
                  <a:lnTo>
                    <a:pt x="1092726" y="3784"/>
                  </a:lnTo>
                  <a:lnTo>
                    <a:pt x="1095322" y="3784"/>
                  </a:lnTo>
                  <a:lnTo>
                    <a:pt x="1097917" y="3784"/>
                  </a:lnTo>
                  <a:lnTo>
                    <a:pt x="1100513" y="3784"/>
                  </a:lnTo>
                  <a:lnTo>
                    <a:pt x="1103109" y="3784"/>
                  </a:lnTo>
                  <a:lnTo>
                    <a:pt x="1105704" y="3784"/>
                  </a:lnTo>
                  <a:lnTo>
                    <a:pt x="1108300" y="3784"/>
                  </a:lnTo>
                  <a:lnTo>
                    <a:pt x="1110895" y="3784"/>
                  </a:lnTo>
                  <a:lnTo>
                    <a:pt x="1113491" y="3784"/>
                  </a:lnTo>
                  <a:lnTo>
                    <a:pt x="1116086" y="3784"/>
                  </a:lnTo>
                  <a:lnTo>
                    <a:pt x="1118682" y="3784"/>
                  </a:lnTo>
                  <a:lnTo>
                    <a:pt x="1121277" y="3784"/>
                  </a:lnTo>
                  <a:lnTo>
                    <a:pt x="1123873" y="3784"/>
                  </a:lnTo>
                  <a:lnTo>
                    <a:pt x="1126468" y="3784"/>
                  </a:lnTo>
                  <a:lnTo>
                    <a:pt x="1129064" y="3784"/>
                  </a:lnTo>
                  <a:lnTo>
                    <a:pt x="1131660" y="3784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8707863" y="15109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9047361" y="20452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tx813"/>
            <p:cNvSpPr/>
            <p:nvPr/>
          </p:nvSpPr>
          <p:spPr>
            <a:xfrm>
              <a:off x="9092891" y="20601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1.81 [1.113, 2.347]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9092891" y="23055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0.981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9092891" y="25255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0.918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9092891" y="27440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0.970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8351312" y="26461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8351312" y="23632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8351312" y="20803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8351312" y="17973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8351312" y="15144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862602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8908941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919185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9474771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975768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7951892" y="29830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828" name="tx828"/>
            <p:cNvSpPr/>
            <p:nvPr/>
          </p:nvSpPr>
          <p:spPr>
            <a:xfrm rot="-5400000">
              <a:off x="6980294" y="20499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8707863" y="1231567"/>
              <a:ext cx="20158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B.</a:t>
              </a:r>
            </a:p>
          </p:txBody>
        </p:sp>
        <p:sp>
          <p:nvSpPr>
            <p:cNvPr id="830" name="rc830"/>
            <p:cNvSpPr/>
            <p:nvPr/>
          </p:nvSpPr>
          <p:spPr>
            <a:xfrm>
              <a:off x="10698162" y="1143000"/>
              <a:ext cx="493775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rc831"/>
            <p:cNvSpPr/>
            <p:nvPr/>
          </p:nvSpPr>
          <p:spPr>
            <a:xfrm>
              <a:off x="11098526" y="1440278"/>
              <a:ext cx="446780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11098526" y="2669346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11098526" y="231112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11098526" y="1952896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11098526" y="1594672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11341736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12314890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13288045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14261199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15234353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11098526" y="2848458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11098526" y="2490233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11098526" y="2132009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11098526" y="1773784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11828313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12801467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13774622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14747776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2216941" y="2556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2383438" y="2662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2022914" y="2710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2887516" y="2535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2892760" y="2499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3052702" y="2478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2355252" y="2576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2196621" y="259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2095674" y="2590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3372585" y="266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2199898" y="2540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2606963" y="256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2405725" y="2565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11792178" y="2615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11769236" y="2752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3283437" y="2462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3482709" y="267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3533182" y="271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2002593" y="2724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2330343" y="272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2241195" y="2461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2266104" y="2460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2328376" y="2617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2675135" y="263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2713154" y="2564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2603030" y="2441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2524370" y="2410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3777028" y="2496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4332235" y="2480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3417814" y="2422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3174625" y="2392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13380451" y="2590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13366030" y="2608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2683656" y="2673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4161805" y="2438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14564281" y="2381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12254305" y="2653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12520437" y="2710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11987517" y="2488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11824953" y="2424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13050735" y="252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13158893" y="2364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13432891" y="237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13550881" y="2383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13622330" y="238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13625607" y="2388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14213590" y="2368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14504631" y="237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12476519" y="249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1888537" y="276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12065521" y="2648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11896403" y="2592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11892470" y="2620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14122475" y="2495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13982199" y="247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13785549" y="2679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12250372" y="2649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12366395" y="2589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12475208" y="260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12647604" y="2430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12682345" y="2614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12407036" y="243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12449643" y="2414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12548624" y="2509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12715120" y="2508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12563045" y="2536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13632162" y="2683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13613809" y="2533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13608565" y="2596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11975718" y="2445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12007837" y="2685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12077976" y="2642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14101499" y="2552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14441703" y="2515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14271929" y="2567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14280450" y="2538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12216941" y="2656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12213664" y="2644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12047823" y="257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12117306" y="2553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12142215" y="2557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12793780" y="265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13084821" y="2617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12258238" y="2633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12361807" y="2442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13527283" y="2546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12281180" y="261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12823933" y="2470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12650881" y="2390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13362753" y="2592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14079212" y="253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13809147" y="2550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13861587" y="2514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12191377" y="2732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12179578" y="2452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12055689" y="268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12130416" y="2533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12282491" y="2694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12509294" y="2720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12301501" y="2429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12164501" y="2677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13109075" y="255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13522039" y="264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13824879" y="2629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11862317" y="2571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12492906" y="2680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12746584" y="2692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12589264" y="2686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12855397" y="2434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12962243" y="2395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13332600" y="2389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13041558" y="2355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12386715" y="2553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12385404" y="2683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12424079" y="2727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12397859" y="2708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12389993" y="2490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12405069" y="267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12388026" y="2679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14274551" y="2361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14237188" y="2362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14549205" y="234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11850518" y="2777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11934422" y="2603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12350663" y="2716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12087808" y="2512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12097641" y="271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12486351" y="2479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12709876" y="2511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12170401" y="2712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12277903" y="2604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12608929" y="2633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12631216" y="2493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13249351" y="258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13302447" y="2574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11854451" y="2680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11845274" y="2767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12951100" y="2531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12452265" y="243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12499461" y="2452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12496184" y="2377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12334276" y="270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12444399" y="2588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12566322" y="2624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12447677" y="2652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12449643" y="2620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12414246" y="2499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12493562" y="2413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13269016" y="2517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13147749" y="2539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13022549" y="2512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13388317" y="2422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12911770" y="2695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11949498" y="250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12032746" y="2521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12057655" y="2521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11856417" y="266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12066832" y="2694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12520437" y="2563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12409658" y="2637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13156271" y="2414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13221165" y="2406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14189992" y="2639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13929759" y="2636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14102155" y="2601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14497420" y="266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11817743" y="2607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11861006" y="2745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12043234" y="252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13211988" y="2471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13337188" y="262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13592833" y="2687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13472221" y="2619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14151973" y="2476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13437479" y="2502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12711843" y="2400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11805944" y="2501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13241485" y="2590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13124151" y="2547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13149060" y="2575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13539082" y="2501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12098296" y="2654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12984530" y="2543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11815776" y="2611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11877393" y="25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11911479" y="2738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13712133" y="2615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13698368" y="2523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13508273" y="253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14135585" y="2404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11762681" y="2660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11765303" y="2518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11768580" y="2486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12410969" y="2693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13227064" y="26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12193343" y="2701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12938645" y="2621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11301608" y="1440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11098526" y="2616718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48" name="pg1048"/>
            <p:cNvSpPr/>
            <p:nvPr/>
          </p:nvSpPr>
          <p:spPr>
            <a:xfrm>
              <a:off x="11118204" y="1440278"/>
              <a:ext cx="953397" cy="257331"/>
            </a:xfrm>
            <a:custGeom>
              <a:avLst/>
              <a:pathLst>
                <a:path w="953397" h="257331">
                  <a:moveTo>
                    <a:pt x="25146" y="257331"/>
                  </a:moveTo>
                  <a:lnTo>
                    <a:pt x="928251" y="257331"/>
                  </a:lnTo>
                  <a:lnTo>
                    <a:pt x="927239" y="257311"/>
                  </a:lnTo>
                  <a:lnTo>
                    <a:pt x="931282" y="257148"/>
                  </a:lnTo>
                  <a:lnTo>
                    <a:pt x="935247" y="256339"/>
                  </a:lnTo>
                  <a:lnTo>
                    <a:pt x="939031" y="254904"/>
                  </a:lnTo>
                  <a:lnTo>
                    <a:pt x="942536" y="252880"/>
                  </a:lnTo>
                  <a:lnTo>
                    <a:pt x="945671" y="250321"/>
                  </a:lnTo>
                  <a:lnTo>
                    <a:pt x="948354" y="247292"/>
                  </a:lnTo>
                  <a:lnTo>
                    <a:pt x="950517" y="243871"/>
                  </a:lnTo>
                  <a:lnTo>
                    <a:pt x="952103" y="240148"/>
                  </a:lnTo>
                  <a:lnTo>
                    <a:pt x="953072" y="236219"/>
                  </a:lnTo>
                  <a:lnTo>
                    <a:pt x="953397" y="232185"/>
                  </a:lnTo>
                  <a:lnTo>
                    <a:pt x="953397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tx1049"/>
            <p:cNvSpPr/>
            <p:nvPr/>
          </p:nvSpPr>
          <p:spPr>
            <a:xfrm>
              <a:off x="11160114" y="13528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1050" name="tx1050"/>
            <p:cNvSpPr/>
            <p:nvPr/>
          </p:nvSpPr>
          <p:spPr>
            <a:xfrm>
              <a:off x="11618232" y="1524594"/>
              <a:ext cx="41146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 (1%)</a:t>
              </a:r>
            </a:p>
          </p:txBody>
        </p:sp>
        <p:sp>
          <p:nvSpPr>
            <p:cNvPr id="1051" name="pg1051"/>
            <p:cNvSpPr/>
            <p:nvPr/>
          </p:nvSpPr>
          <p:spPr>
            <a:xfrm>
              <a:off x="11110359" y="2208183"/>
              <a:ext cx="961242" cy="384988"/>
            </a:xfrm>
            <a:custGeom>
              <a:avLst/>
              <a:pathLst>
                <a:path w="961242" h="384988">
                  <a:moveTo>
                    <a:pt x="25146" y="384988"/>
                  </a:moveTo>
                  <a:lnTo>
                    <a:pt x="936096" y="384988"/>
                  </a:lnTo>
                  <a:lnTo>
                    <a:pt x="935083" y="384967"/>
                  </a:lnTo>
                  <a:lnTo>
                    <a:pt x="939127" y="384804"/>
                  </a:lnTo>
                  <a:lnTo>
                    <a:pt x="943092" y="383995"/>
                  </a:lnTo>
                  <a:lnTo>
                    <a:pt x="946876" y="382560"/>
                  </a:lnTo>
                  <a:lnTo>
                    <a:pt x="950380" y="380536"/>
                  </a:lnTo>
                  <a:lnTo>
                    <a:pt x="953515" y="377977"/>
                  </a:lnTo>
                  <a:lnTo>
                    <a:pt x="956199" y="374948"/>
                  </a:lnTo>
                  <a:lnTo>
                    <a:pt x="958362" y="371528"/>
                  </a:lnTo>
                  <a:lnTo>
                    <a:pt x="959948" y="367805"/>
                  </a:lnTo>
                  <a:lnTo>
                    <a:pt x="960916" y="363875"/>
                  </a:lnTo>
                  <a:lnTo>
                    <a:pt x="961242" y="359842"/>
                  </a:lnTo>
                  <a:lnTo>
                    <a:pt x="961242" y="25146"/>
                  </a:lnTo>
                  <a:lnTo>
                    <a:pt x="960916" y="21112"/>
                  </a:lnTo>
                  <a:lnTo>
                    <a:pt x="959948" y="17183"/>
                  </a:lnTo>
                  <a:lnTo>
                    <a:pt x="958362" y="13460"/>
                  </a:lnTo>
                  <a:lnTo>
                    <a:pt x="956199" y="10039"/>
                  </a:lnTo>
                  <a:lnTo>
                    <a:pt x="953515" y="7010"/>
                  </a:lnTo>
                  <a:lnTo>
                    <a:pt x="950380" y="4451"/>
                  </a:lnTo>
                  <a:lnTo>
                    <a:pt x="946876" y="2427"/>
                  </a:lnTo>
                  <a:lnTo>
                    <a:pt x="943092" y="992"/>
                  </a:lnTo>
                  <a:lnTo>
                    <a:pt x="939127" y="183"/>
                  </a:lnTo>
                  <a:lnTo>
                    <a:pt x="936096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tx1052"/>
            <p:cNvSpPr/>
            <p:nvPr/>
          </p:nvSpPr>
          <p:spPr>
            <a:xfrm>
              <a:off x="11152269" y="2220693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1053" name="tx1053"/>
            <p:cNvSpPr/>
            <p:nvPr/>
          </p:nvSpPr>
          <p:spPr>
            <a:xfrm>
              <a:off x="11346335" y="2420156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 (15.7%)</a:t>
              </a:r>
            </a:p>
          </p:txBody>
        </p:sp>
        <p:sp>
          <p:nvSpPr>
            <p:cNvPr id="1054" name="pg1054"/>
            <p:cNvSpPr/>
            <p:nvPr/>
          </p:nvSpPr>
          <p:spPr>
            <a:xfrm>
              <a:off x="12389012" y="1440278"/>
              <a:ext cx="899032" cy="257331"/>
            </a:xfrm>
            <a:custGeom>
              <a:avLst/>
              <a:pathLst>
                <a:path w="899032" h="257331">
                  <a:moveTo>
                    <a:pt x="25146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tx1055"/>
            <p:cNvSpPr/>
            <p:nvPr/>
          </p:nvSpPr>
          <p:spPr>
            <a:xfrm>
              <a:off x="12430922" y="13528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1056" name="tx1056"/>
            <p:cNvSpPr/>
            <p:nvPr/>
          </p:nvSpPr>
          <p:spPr>
            <a:xfrm>
              <a:off x="12562778" y="1524594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 (23.4%)</a:t>
              </a:r>
            </a:p>
          </p:txBody>
        </p:sp>
        <p:sp>
          <p:nvSpPr>
            <p:cNvPr id="1057" name="pg1057"/>
            <p:cNvSpPr/>
            <p:nvPr/>
          </p:nvSpPr>
          <p:spPr>
            <a:xfrm>
              <a:off x="12272437" y="2208183"/>
              <a:ext cx="1015608" cy="384988"/>
            </a:xfrm>
            <a:custGeom>
              <a:avLst/>
              <a:pathLst>
                <a:path w="1015608" h="384988">
                  <a:moveTo>
                    <a:pt x="25146" y="384988"/>
                  </a:moveTo>
                  <a:lnTo>
                    <a:pt x="990462" y="384988"/>
                  </a:lnTo>
                  <a:lnTo>
                    <a:pt x="989449" y="384967"/>
                  </a:lnTo>
                  <a:lnTo>
                    <a:pt x="993493" y="384804"/>
                  </a:lnTo>
                  <a:lnTo>
                    <a:pt x="997458" y="383995"/>
                  </a:lnTo>
                  <a:lnTo>
                    <a:pt x="1001241" y="382560"/>
                  </a:lnTo>
                  <a:lnTo>
                    <a:pt x="1004746" y="380536"/>
                  </a:lnTo>
                  <a:lnTo>
                    <a:pt x="1007881" y="377977"/>
                  </a:lnTo>
                  <a:lnTo>
                    <a:pt x="1010564" y="374948"/>
                  </a:lnTo>
                  <a:lnTo>
                    <a:pt x="1012727" y="371528"/>
                  </a:lnTo>
                  <a:lnTo>
                    <a:pt x="1014313" y="367805"/>
                  </a:lnTo>
                  <a:lnTo>
                    <a:pt x="1015282" y="363875"/>
                  </a:lnTo>
                  <a:lnTo>
                    <a:pt x="1015608" y="359842"/>
                  </a:ln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tx1058"/>
            <p:cNvSpPr/>
            <p:nvPr/>
          </p:nvSpPr>
          <p:spPr>
            <a:xfrm>
              <a:off x="12314347" y="2220693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12485083" y="2420156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118 (59.9%)</a:t>
              </a:r>
            </a:p>
          </p:txBody>
        </p:sp>
        <p:sp>
          <p:nvSpPr>
            <p:cNvPr id="1060" name="rc1060"/>
            <p:cNvSpPr/>
            <p:nvPr/>
          </p:nvSpPr>
          <p:spPr>
            <a:xfrm>
              <a:off x="11098526" y="1440278"/>
              <a:ext cx="446780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tx1061"/>
            <p:cNvSpPr/>
            <p:nvPr/>
          </p:nvSpPr>
          <p:spPr>
            <a:xfrm>
              <a:off x="10936523" y="2806766"/>
              <a:ext cx="9937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-8</a:t>
              </a:r>
            </a:p>
          </p:txBody>
        </p:sp>
        <p:sp>
          <p:nvSpPr>
            <p:cNvPr id="1062" name="tx1062"/>
            <p:cNvSpPr/>
            <p:nvPr/>
          </p:nvSpPr>
          <p:spPr>
            <a:xfrm>
              <a:off x="10936523" y="2450233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1063" name="tx1063"/>
            <p:cNvSpPr/>
            <p:nvPr/>
          </p:nvSpPr>
          <p:spPr>
            <a:xfrm>
              <a:off x="10973740" y="209031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64" name="tx1064"/>
            <p:cNvSpPr/>
            <p:nvPr/>
          </p:nvSpPr>
          <p:spPr>
            <a:xfrm>
              <a:off x="10973740" y="1733784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65" name="pl1065"/>
            <p:cNvSpPr/>
            <p:nvPr/>
          </p:nvSpPr>
          <p:spPr>
            <a:xfrm>
              <a:off x="11063731" y="284845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11063731" y="24902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11063731" y="2132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11063731" y="17737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11828313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12801467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13774622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14747776" y="2866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tx1073"/>
            <p:cNvSpPr/>
            <p:nvPr/>
          </p:nvSpPr>
          <p:spPr>
            <a:xfrm>
              <a:off x="11797235" y="29276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74" name="tx1074"/>
            <p:cNvSpPr/>
            <p:nvPr/>
          </p:nvSpPr>
          <p:spPr>
            <a:xfrm>
              <a:off x="12739312" y="2927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075" name="tx1075"/>
            <p:cNvSpPr/>
            <p:nvPr/>
          </p:nvSpPr>
          <p:spPr>
            <a:xfrm>
              <a:off x="13712466" y="2927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076" name="tx1076"/>
            <p:cNvSpPr/>
            <p:nvPr/>
          </p:nvSpPr>
          <p:spPr>
            <a:xfrm>
              <a:off x="14685621" y="29275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077" name="tx1077"/>
            <p:cNvSpPr/>
            <p:nvPr/>
          </p:nvSpPr>
          <p:spPr>
            <a:xfrm>
              <a:off x="12474618" y="30473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1078" name="tx1078"/>
            <p:cNvSpPr/>
            <p:nvPr/>
          </p:nvSpPr>
          <p:spPr>
            <a:xfrm rot="-5400000">
              <a:off x="10018091" y="2087942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Alamar pTau217 (Z)</a:t>
              </a:r>
            </a:p>
          </p:txBody>
        </p:sp>
        <p:sp>
          <p:nvSpPr>
            <p:cNvPr id="1079" name="tx1079"/>
            <p:cNvSpPr/>
            <p:nvPr/>
          </p:nvSpPr>
          <p:spPr>
            <a:xfrm>
              <a:off x="11098526" y="1208496"/>
              <a:ext cx="167640" cy="124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C.</a:t>
              </a:r>
            </a:p>
          </p:txBody>
        </p:sp>
        <p:sp>
          <p:nvSpPr>
            <p:cNvPr id="1080" name="rc1080"/>
            <p:cNvSpPr/>
            <p:nvPr/>
          </p:nvSpPr>
          <p:spPr>
            <a:xfrm>
              <a:off x="16292827" y="1143000"/>
              <a:ext cx="197802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16937463" y="25577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16937463" y="22748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16937463" y="19919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16937463" y="17090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17135503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17418418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17701333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17984248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16937463" y="26992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16937463" y="24162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16937463" y="21333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16937463" y="18504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16937463" y="15675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1699404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17276961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1755987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17842791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18125706" y="1510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16994046" y="15675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4759"/>
                  </a:lnTo>
                  <a:lnTo>
                    <a:pt x="0" y="1117859"/>
                  </a:lnTo>
                  <a:lnTo>
                    <a:pt x="0" y="1110958"/>
                  </a:lnTo>
                  <a:lnTo>
                    <a:pt x="0" y="1104058"/>
                  </a:lnTo>
                  <a:lnTo>
                    <a:pt x="0" y="1097158"/>
                  </a:lnTo>
                  <a:lnTo>
                    <a:pt x="0" y="1090257"/>
                  </a:lnTo>
                  <a:lnTo>
                    <a:pt x="0" y="1083357"/>
                  </a:lnTo>
                  <a:lnTo>
                    <a:pt x="0" y="1076457"/>
                  </a:lnTo>
                  <a:lnTo>
                    <a:pt x="0" y="1069556"/>
                  </a:lnTo>
                  <a:lnTo>
                    <a:pt x="0" y="1062656"/>
                  </a:lnTo>
                  <a:lnTo>
                    <a:pt x="0" y="1055756"/>
                  </a:lnTo>
                  <a:lnTo>
                    <a:pt x="0" y="1048855"/>
                  </a:lnTo>
                  <a:lnTo>
                    <a:pt x="0" y="1041955"/>
                  </a:lnTo>
                  <a:lnTo>
                    <a:pt x="0" y="1035054"/>
                  </a:lnTo>
                  <a:lnTo>
                    <a:pt x="0" y="1028154"/>
                  </a:lnTo>
                  <a:lnTo>
                    <a:pt x="0" y="1021254"/>
                  </a:lnTo>
                  <a:lnTo>
                    <a:pt x="0" y="1014353"/>
                  </a:lnTo>
                  <a:lnTo>
                    <a:pt x="0" y="1007453"/>
                  </a:lnTo>
                  <a:lnTo>
                    <a:pt x="0" y="1000553"/>
                  </a:lnTo>
                  <a:lnTo>
                    <a:pt x="0" y="993652"/>
                  </a:lnTo>
                  <a:lnTo>
                    <a:pt x="0" y="986752"/>
                  </a:lnTo>
                  <a:lnTo>
                    <a:pt x="0" y="979852"/>
                  </a:lnTo>
                  <a:lnTo>
                    <a:pt x="0" y="972951"/>
                  </a:lnTo>
                  <a:lnTo>
                    <a:pt x="0" y="966051"/>
                  </a:lnTo>
                  <a:lnTo>
                    <a:pt x="0" y="959150"/>
                  </a:lnTo>
                  <a:lnTo>
                    <a:pt x="0" y="952250"/>
                  </a:lnTo>
                  <a:lnTo>
                    <a:pt x="34292" y="952250"/>
                  </a:lnTo>
                  <a:lnTo>
                    <a:pt x="34292" y="945350"/>
                  </a:lnTo>
                  <a:lnTo>
                    <a:pt x="34292" y="938449"/>
                  </a:lnTo>
                  <a:lnTo>
                    <a:pt x="34292" y="931549"/>
                  </a:lnTo>
                  <a:lnTo>
                    <a:pt x="34292" y="924649"/>
                  </a:lnTo>
                  <a:lnTo>
                    <a:pt x="34292" y="917748"/>
                  </a:lnTo>
                  <a:lnTo>
                    <a:pt x="34292" y="910848"/>
                  </a:lnTo>
                  <a:lnTo>
                    <a:pt x="34292" y="903947"/>
                  </a:lnTo>
                  <a:lnTo>
                    <a:pt x="34292" y="897047"/>
                  </a:lnTo>
                  <a:lnTo>
                    <a:pt x="68585" y="897047"/>
                  </a:lnTo>
                  <a:lnTo>
                    <a:pt x="68585" y="890147"/>
                  </a:lnTo>
                  <a:lnTo>
                    <a:pt x="68585" y="883246"/>
                  </a:lnTo>
                  <a:lnTo>
                    <a:pt x="68585" y="876346"/>
                  </a:lnTo>
                  <a:lnTo>
                    <a:pt x="68585" y="869446"/>
                  </a:lnTo>
                  <a:lnTo>
                    <a:pt x="68585" y="862545"/>
                  </a:lnTo>
                  <a:lnTo>
                    <a:pt x="68585" y="855645"/>
                  </a:lnTo>
                  <a:lnTo>
                    <a:pt x="68585" y="848745"/>
                  </a:lnTo>
                  <a:lnTo>
                    <a:pt x="68585" y="841844"/>
                  </a:lnTo>
                  <a:lnTo>
                    <a:pt x="68585" y="834944"/>
                  </a:lnTo>
                  <a:lnTo>
                    <a:pt x="68585" y="828043"/>
                  </a:lnTo>
                  <a:lnTo>
                    <a:pt x="68585" y="821143"/>
                  </a:lnTo>
                  <a:lnTo>
                    <a:pt x="68585" y="814243"/>
                  </a:lnTo>
                  <a:lnTo>
                    <a:pt x="102878" y="814243"/>
                  </a:lnTo>
                  <a:lnTo>
                    <a:pt x="137170" y="814243"/>
                  </a:lnTo>
                  <a:lnTo>
                    <a:pt x="137170" y="807342"/>
                  </a:lnTo>
                  <a:lnTo>
                    <a:pt x="137170" y="800442"/>
                  </a:lnTo>
                  <a:lnTo>
                    <a:pt x="137170" y="793542"/>
                  </a:lnTo>
                  <a:lnTo>
                    <a:pt x="137170" y="786641"/>
                  </a:lnTo>
                  <a:lnTo>
                    <a:pt x="137170" y="779741"/>
                  </a:lnTo>
                  <a:lnTo>
                    <a:pt x="137170" y="772841"/>
                  </a:lnTo>
                  <a:lnTo>
                    <a:pt x="137170" y="765940"/>
                  </a:lnTo>
                  <a:lnTo>
                    <a:pt x="137170" y="759040"/>
                  </a:lnTo>
                  <a:lnTo>
                    <a:pt x="171463" y="759040"/>
                  </a:lnTo>
                  <a:lnTo>
                    <a:pt x="171463" y="752139"/>
                  </a:lnTo>
                  <a:lnTo>
                    <a:pt x="205756" y="752139"/>
                  </a:lnTo>
                  <a:lnTo>
                    <a:pt x="205756" y="745239"/>
                  </a:lnTo>
                  <a:lnTo>
                    <a:pt x="205756" y="738339"/>
                  </a:lnTo>
                  <a:lnTo>
                    <a:pt x="205756" y="731438"/>
                  </a:lnTo>
                  <a:lnTo>
                    <a:pt x="205756" y="724538"/>
                  </a:lnTo>
                  <a:lnTo>
                    <a:pt x="205756" y="717638"/>
                  </a:lnTo>
                  <a:lnTo>
                    <a:pt x="205756" y="710737"/>
                  </a:lnTo>
                  <a:lnTo>
                    <a:pt x="205756" y="703837"/>
                  </a:lnTo>
                  <a:lnTo>
                    <a:pt x="205756" y="696937"/>
                  </a:lnTo>
                  <a:lnTo>
                    <a:pt x="240049" y="696937"/>
                  </a:lnTo>
                  <a:lnTo>
                    <a:pt x="240049" y="690036"/>
                  </a:lnTo>
                  <a:lnTo>
                    <a:pt x="274341" y="690036"/>
                  </a:lnTo>
                  <a:lnTo>
                    <a:pt x="308634" y="690036"/>
                  </a:lnTo>
                  <a:lnTo>
                    <a:pt x="342927" y="690036"/>
                  </a:lnTo>
                  <a:lnTo>
                    <a:pt x="342927" y="683136"/>
                  </a:lnTo>
                  <a:lnTo>
                    <a:pt x="377220" y="683136"/>
                  </a:lnTo>
                  <a:lnTo>
                    <a:pt x="377220" y="676235"/>
                  </a:lnTo>
                  <a:lnTo>
                    <a:pt x="377220" y="669335"/>
                  </a:lnTo>
                  <a:lnTo>
                    <a:pt x="377220" y="662435"/>
                  </a:lnTo>
                  <a:lnTo>
                    <a:pt x="377220" y="655534"/>
                  </a:lnTo>
                  <a:lnTo>
                    <a:pt x="377220" y="648634"/>
                  </a:lnTo>
                  <a:lnTo>
                    <a:pt x="377220" y="641734"/>
                  </a:lnTo>
                  <a:lnTo>
                    <a:pt x="377220" y="634833"/>
                  </a:lnTo>
                  <a:lnTo>
                    <a:pt x="377220" y="627933"/>
                  </a:lnTo>
                  <a:lnTo>
                    <a:pt x="377220" y="621032"/>
                  </a:lnTo>
                  <a:lnTo>
                    <a:pt x="377220" y="614132"/>
                  </a:lnTo>
                  <a:lnTo>
                    <a:pt x="377220" y="607232"/>
                  </a:lnTo>
                  <a:lnTo>
                    <a:pt x="377220" y="600331"/>
                  </a:lnTo>
                  <a:lnTo>
                    <a:pt x="377220" y="593431"/>
                  </a:lnTo>
                  <a:lnTo>
                    <a:pt x="377220" y="586531"/>
                  </a:lnTo>
                  <a:lnTo>
                    <a:pt x="377220" y="579630"/>
                  </a:lnTo>
                  <a:lnTo>
                    <a:pt x="377220" y="572730"/>
                  </a:lnTo>
                  <a:lnTo>
                    <a:pt x="377220" y="565830"/>
                  </a:lnTo>
                  <a:lnTo>
                    <a:pt x="377220" y="558929"/>
                  </a:lnTo>
                  <a:lnTo>
                    <a:pt x="377220" y="552029"/>
                  </a:lnTo>
                  <a:lnTo>
                    <a:pt x="377220" y="545128"/>
                  </a:lnTo>
                  <a:lnTo>
                    <a:pt x="377220" y="538228"/>
                  </a:lnTo>
                  <a:lnTo>
                    <a:pt x="377220" y="531328"/>
                  </a:lnTo>
                  <a:lnTo>
                    <a:pt x="377220" y="524427"/>
                  </a:lnTo>
                  <a:lnTo>
                    <a:pt x="377220" y="517527"/>
                  </a:lnTo>
                  <a:lnTo>
                    <a:pt x="377220" y="510627"/>
                  </a:lnTo>
                  <a:lnTo>
                    <a:pt x="411512" y="510627"/>
                  </a:lnTo>
                  <a:lnTo>
                    <a:pt x="445805" y="510627"/>
                  </a:lnTo>
                  <a:lnTo>
                    <a:pt x="445805" y="503726"/>
                  </a:lnTo>
                  <a:lnTo>
                    <a:pt x="445805" y="496826"/>
                  </a:lnTo>
                  <a:lnTo>
                    <a:pt x="445805" y="489926"/>
                  </a:lnTo>
                  <a:lnTo>
                    <a:pt x="445805" y="483025"/>
                  </a:lnTo>
                  <a:lnTo>
                    <a:pt x="445805" y="476125"/>
                  </a:lnTo>
                  <a:lnTo>
                    <a:pt x="445805" y="469224"/>
                  </a:lnTo>
                  <a:lnTo>
                    <a:pt x="445805" y="462324"/>
                  </a:lnTo>
                  <a:lnTo>
                    <a:pt x="445805" y="455424"/>
                  </a:lnTo>
                  <a:lnTo>
                    <a:pt x="445805" y="448523"/>
                  </a:lnTo>
                  <a:lnTo>
                    <a:pt x="445805" y="441623"/>
                  </a:lnTo>
                  <a:lnTo>
                    <a:pt x="480098" y="441623"/>
                  </a:lnTo>
                  <a:lnTo>
                    <a:pt x="480098" y="434723"/>
                  </a:lnTo>
                  <a:lnTo>
                    <a:pt x="480098" y="427822"/>
                  </a:lnTo>
                  <a:lnTo>
                    <a:pt x="480098" y="420922"/>
                  </a:lnTo>
                  <a:lnTo>
                    <a:pt x="480098" y="414021"/>
                  </a:lnTo>
                  <a:lnTo>
                    <a:pt x="514390" y="414021"/>
                  </a:lnTo>
                  <a:lnTo>
                    <a:pt x="514390" y="407121"/>
                  </a:lnTo>
                  <a:lnTo>
                    <a:pt x="548683" y="407121"/>
                  </a:lnTo>
                  <a:lnTo>
                    <a:pt x="548683" y="400221"/>
                  </a:lnTo>
                  <a:lnTo>
                    <a:pt x="548683" y="393320"/>
                  </a:lnTo>
                  <a:lnTo>
                    <a:pt x="582976" y="393320"/>
                  </a:lnTo>
                  <a:lnTo>
                    <a:pt x="582976" y="386420"/>
                  </a:lnTo>
                  <a:lnTo>
                    <a:pt x="617269" y="386420"/>
                  </a:lnTo>
                  <a:lnTo>
                    <a:pt x="617269" y="379520"/>
                  </a:lnTo>
                  <a:lnTo>
                    <a:pt x="617269" y="372619"/>
                  </a:lnTo>
                  <a:lnTo>
                    <a:pt x="617269" y="365719"/>
                  </a:lnTo>
                  <a:lnTo>
                    <a:pt x="617269" y="358819"/>
                  </a:lnTo>
                  <a:lnTo>
                    <a:pt x="617269" y="351918"/>
                  </a:lnTo>
                  <a:lnTo>
                    <a:pt x="617269" y="345018"/>
                  </a:lnTo>
                  <a:lnTo>
                    <a:pt x="651561" y="345018"/>
                  </a:lnTo>
                  <a:lnTo>
                    <a:pt x="651561" y="338117"/>
                  </a:lnTo>
                  <a:lnTo>
                    <a:pt x="651561" y="331217"/>
                  </a:lnTo>
                  <a:lnTo>
                    <a:pt x="651561" y="324317"/>
                  </a:lnTo>
                  <a:lnTo>
                    <a:pt x="651561" y="317416"/>
                  </a:lnTo>
                  <a:lnTo>
                    <a:pt x="651561" y="310516"/>
                  </a:lnTo>
                  <a:lnTo>
                    <a:pt x="651561" y="303616"/>
                  </a:lnTo>
                  <a:lnTo>
                    <a:pt x="651561" y="296715"/>
                  </a:lnTo>
                  <a:lnTo>
                    <a:pt x="651561" y="289815"/>
                  </a:lnTo>
                  <a:lnTo>
                    <a:pt x="651561" y="282915"/>
                  </a:lnTo>
                  <a:lnTo>
                    <a:pt x="651561" y="276014"/>
                  </a:lnTo>
                  <a:lnTo>
                    <a:pt x="651561" y="269114"/>
                  </a:lnTo>
                  <a:lnTo>
                    <a:pt x="651561" y="262213"/>
                  </a:lnTo>
                  <a:lnTo>
                    <a:pt x="651561" y="255313"/>
                  </a:lnTo>
                  <a:lnTo>
                    <a:pt x="685854" y="255313"/>
                  </a:lnTo>
                  <a:lnTo>
                    <a:pt x="685854" y="248413"/>
                  </a:lnTo>
                  <a:lnTo>
                    <a:pt x="685854" y="241512"/>
                  </a:lnTo>
                  <a:lnTo>
                    <a:pt x="685854" y="234612"/>
                  </a:lnTo>
                  <a:lnTo>
                    <a:pt x="685854" y="227712"/>
                  </a:lnTo>
                  <a:lnTo>
                    <a:pt x="685854" y="220811"/>
                  </a:lnTo>
                  <a:lnTo>
                    <a:pt x="685854" y="213911"/>
                  </a:lnTo>
                  <a:lnTo>
                    <a:pt x="720147" y="213911"/>
                  </a:lnTo>
                  <a:lnTo>
                    <a:pt x="720147" y="207010"/>
                  </a:lnTo>
                  <a:lnTo>
                    <a:pt x="720147" y="200110"/>
                  </a:lnTo>
                  <a:lnTo>
                    <a:pt x="720147" y="193210"/>
                  </a:lnTo>
                  <a:lnTo>
                    <a:pt x="754440" y="193210"/>
                  </a:lnTo>
                  <a:lnTo>
                    <a:pt x="754440" y="186309"/>
                  </a:lnTo>
                  <a:lnTo>
                    <a:pt x="754440" y="179409"/>
                  </a:lnTo>
                  <a:lnTo>
                    <a:pt x="754440" y="172509"/>
                  </a:lnTo>
                  <a:lnTo>
                    <a:pt x="754440" y="165608"/>
                  </a:lnTo>
                  <a:lnTo>
                    <a:pt x="754440" y="158708"/>
                  </a:lnTo>
                  <a:lnTo>
                    <a:pt x="754440" y="151808"/>
                  </a:lnTo>
                  <a:lnTo>
                    <a:pt x="754440" y="144907"/>
                  </a:lnTo>
                  <a:lnTo>
                    <a:pt x="788732" y="144907"/>
                  </a:lnTo>
                  <a:lnTo>
                    <a:pt x="823025" y="144907"/>
                  </a:lnTo>
                  <a:lnTo>
                    <a:pt x="823025" y="138007"/>
                  </a:lnTo>
                  <a:lnTo>
                    <a:pt x="823025" y="131106"/>
                  </a:lnTo>
                  <a:lnTo>
                    <a:pt x="857318" y="131106"/>
                  </a:lnTo>
                  <a:lnTo>
                    <a:pt x="857318" y="124206"/>
                  </a:lnTo>
                  <a:lnTo>
                    <a:pt x="857318" y="117306"/>
                  </a:lnTo>
                  <a:lnTo>
                    <a:pt x="857318" y="110405"/>
                  </a:lnTo>
                  <a:lnTo>
                    <a:pt x="857318" y="103505"/>
                  </a:lnTo>
                  <a:lnTo>
                    <a:pt x="857318" y="96605"/>
                  </a:lnTo>
                  <a:lnTo>
                    <a:pt x="857318" y="89704"/>
                  </a:lnTo>
                  <a:lnTo>
                    <a:pt x="857318" y="82804"/>
                  </a:lnTo>
                  <a:lnTo>
                    <a:pt x="857318" y="75904"/>
                  </a:lnTo>
                  <a:lnTo>
                    <a:pt x="857318" y="69003"/>
                  </a:lnTo>
                  <a:lnTo>
                    <a:pt x="857318" y="62103"/>
                  </a:lnTo>
                  <a:lnTo>
                    <a:pt x="891610" y="62103"/>
                  </a:lnTo>
                  <a:lnTo>
                    <a:pt x="891610" y="55202"/>
                  </a:lnTo>
                  <a:lnTo>
                    <a:pt x="891610" y="48302"/>
                  </a:lnTo>
                  <a:lnTo>
                    <a:pt x="891610" y="41402"/>
                  </a:lnTo>
                  <a:lnTo>
                    <a:pt x="891610" y="34501"/>
                  </a:lnTo>
                  <a:lnTo>
                    <a:pt x="891610" y="27601"/>
                  </a:lnTo>
                  <a:lnTo>
                    <a:pt x="891610" y="20701"/>
                  </a:lnTo>
                  <a:lnTo>
                    <a:pt x="891610" y="13800"/>
                  </a:lnTo>
                  <a:lnTo>
                    <a:pt x="925903" y="13800"/>
                  </a:lnTo>
                  <a:lnTo>
                    <a:pt x="925903" y="6900"/>
                  </a:lnTo>
                  <a:lnTo>
                    <a:pt x="925903" y="0"/>
                  </a:lnTo>
                  <a:lnTo>
                    <a:pt x="960196" y="0"/>
                  </a:lnTo>
                  <a:lnTo>
                    <a:pt x="994489" y="0"/>
                  </a:lnTo>
                  <a:lnTo>
                    <a:pt x="1028781" y="0"/>
                  </a:lnTo>
                  <a:lnTo>
                    <a:pt x="1063074" y="0"/>
                  </a:lnTo>
                  <a:lnTo>
                    <a:pt x="109736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16937463" y="15109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01" name="pg1101"/>
            <p:cNvSpPr/>
            <p:nvPr/>
          </p:nvSpPr>
          <p:spPr>
            <a:xfrm>
              <a:off x="17276961" y="20452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tx1102"/>
            <p:cNvSpPr/>
            <p:nvPr/>
          </p:nvSpPr>
          <p:spPr>
            <a:xfrm>
              <a:off x="17322491" y="2060133"/>
              <a:ext cx="2265241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-5.42 [-6.889, -4.157]</a:t>
              </a:r>
            </a:p>
          </p:txBody>
        </p:sp>
        <p:sp>
          <p:nvSpPr>
            <p:cNvPr id="1103" name="tx1103"/>
            <p:cNvSpPr/>
            <p:nvPr/>
          </p:nvSpPr>
          <p:spPr>
            <a:xfrm>
              <a:off x="17322491" y="23055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0.652</a:t>
              </a:r>
            </a:p>
          </p:txBody>
        </p:sp>
        <p:sp>
          <p:nvSpPr>
            <p:cNvPr id="1104" name="tx1104"/>
            <p:cNvSpPr/>
            <p:nvPr/>
          </p:nvSpPr>
          <p:spPr>
            <a:xfrm>
              <a:off x="17322491" y="25255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0.958</a:t>
              </a:r>
            </a:p>
          </p:txBody>
        </p:sp>
        <p:sp>
          <p:nvSpPr>
            <p:cNvPr id="1105" name="tx1105"/>
            <p:cNvSpPr/>
            <p:nvPr/>
          </p:nvSpPr>
          <p:spPr>
            <a:xfrm>
              <a:off x="17322491" y="27440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0.280</a:t>
              </a:r>
            </a:p>
          </p:txBody>
        </p:sp>
        <p:sp>
          <p:nvSpPr>
            <p:cNvPr id="1106" name="tx1106"/>
            <p:cNvSpPr/>
            <p:nvPr/>
          </p:nvSpPr>
          <p:spPr>
            <a:xfrm>
              <a:off x="16580912" y="26461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107" name="tx1107"/>
            <p:cNvSpPr/>
            <p:nvPr/>
          </p:nvSpPr>
          <p:spPr>
            <a:xfrm>
              <a:off x="16580912" y="23632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108" name="tx1108"/>
            <p:cNvSpPr/>
            <p:nvPr/>
          </p:nvSpPr>
          <p:spPr>
            <a:xfrm>
              <a:off x="16580912" y="20803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109" name="tx1109"/>
            <p:cNvSpPr/>
            <p:nvPr/>
          </p:nvSpPr>
          <p:spPr>
            <a:xfrm>
              <a:off x="16580912" y="17973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110" name="tx1110"/>
            <p:cNvSpPr/>
            <p:nvPr/>
          </p:nvSpPr>
          <p:spPr>
            <a:xfrm>
              <a:off x="16580912" y="15144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111" name="tx1111"/>
            <p:cNvSpPr/>
            <p:nvPr/>
          </p:nvSpPr>
          <p:spPr>
            <a:xfrm>
              <a:off x="1685562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112" name="tx1112"/>
            <p:cNvSpPr/>
            <p:nvPr/>
          </p:nvSpPr>
          <p:spPr>
            <a:xfrm>
              <a:off x="17138541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113" name="tx1113"/>
            <p:cNvSpPr/>
            <p:nvPr/>
          </p:nvSpPr>
          <p:spPr>
            <a:xfrm>
              <a:off x="1742145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114" name="tx1114"/>
            <p:cNvSpPr/>
            <p:nvPr/>
          </p:nvSpPr>
          <p:spPr>
            <a:xfrm>
              <a:off x="17704371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115" name="tx1115"/>
            <p:cNvSpPr/>
            <p:nvPr/>
          </p:nvSpPr>
          <p:spPr>
            <a:xfrm>
              <a:off x="17987286" y="2833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116" name="tx1116"/>
            <p:cNvSpPr/>
            <p:nvPr/>
          </p:nvSpPr>
          <p:spPr>
            <a:xfrm>
              <a:off x="16181492" y="29830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117" name="tx1117"/>
            <p:cNvSpPr/>
            <p:nvPr/>
          </p:nvSpPr>
          <p:spPr>
            <a:xfrm rot="-5400000">
              <a:off x="15209894" y="20499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118" name="tx1118"/>
            <p:cNvSpPr/>
            <p:nvPr/>
          </p:nvSpPr>
          <p:spPr>
            <a:xfrm>
              <a:off x="16937463" y="1231567"/>
              <a:ext cx="213360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D.</a:t>
              </a:r>
            </a:p>
          </p:txBody>
        </p:sp>
        <p:sp>
          <p:nvSpPr>
            <p:cNvPr id="1119" name="rc1119"/>
            <p:cNvSpPr/>
            <p:nvPr/>
          </p:nvSpPr>
          <p:spPr>
            <a:xfrm>
              <a:off x="2468562" y="3276599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rc1120"/>
            <p:cNvSpPr/>
            <p:nvPr/>
          </p:nvSpPr>
          <p:spPr>
            <a:xfrm>
              <a:off x="2964176" y="3573878"/>
              <a:ext cx="437255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2964176" y="463667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2964176" y="4238280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2964176" y="3839884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386500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90986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595472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699958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2964176" y="4835874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2964176" y="443747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2964176" y="403908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2964176" y="364068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3342574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38743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543229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647715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3283789" y="4766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553343" y="4790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5920217" y="383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259860" y="4816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335166" y="4824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3302791" y="4820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3819379" y="4624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417510" y="4823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366837" y="479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3631465" y="4425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5616176" y="4697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256341" y="4818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3278158" y="4816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4274736" y="4746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3303495" y="4788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3302087" y="4796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3240153" y="481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3214816" y="4821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3314756" y="4815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982660" y="4526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3964361" y="4463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258549" y="4242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3490705" y="4730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3312644" y="4798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5174894" y="475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5156596" y="4732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3531526" y="4765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3306310" y="47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236634" y="4823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3318979" y="4816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3201444" y="4820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3267601" y="4814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3354872" y="4812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3243672" y="479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3251414" y="4796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441439" y="4803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5892768" y="431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3494224" y="4794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3881313" y="476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258452" y="4814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354168" y="4809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355576" y="480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3480148" y="4801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314756" y="4805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368244" y="4802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3301384" y="48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342908" y="4801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4807512" y="431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4908155" y="4417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3384432" y="4815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459738" y="4806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3270417" y="4808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3246487" y="4816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4892671" y="3613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3219039" y="4805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3174700" y="4806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4262772" y="4677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5849837" y="407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5994115" y="3951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316867" y="4820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3322498" y="4808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977127" y="4289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5003168" y="4371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340796" y="4767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5441634" y="4572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4773026" y="449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5067213" y="4415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5270611" y="4433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3290123" y="4818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3283789" y="4799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292234" y="4822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347131" y="4803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941136" y="4754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3240857" y="4801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040372" y="4090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3599090" y="475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3247895" y="4794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387247" y="4805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3901723" y="477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4742058" y="468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311237" y="4817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349946" y="4809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3291530" y="4816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340093" y="479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318275" y="4793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663937" y="4762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3351353" y="4809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5445857" y="4694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5497938" y="4585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582903" y="48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3266194" y="4788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632970" y="4450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4151572" y="4304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3318979" y="4814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3323201" y="4812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3280270" y="4807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3351353" y="4808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3255637" y="4821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3841901" y="4755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3364725" y="481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t1236"/>
            <p:cNvSpPr/>
            <p:nvPr/>
          </p:nvSpPr>
          <p:spPr>
            <a:xfrm>
              <a:off x="3576569" y="448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t1237"/>
            <p:cNvSpPr/>
            <p:nvPr/>
          </p:nvSpPr>
          <p:spPr>
            <a:xfrm>
              <a:off x="4404939" y="448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t1238"/>
            <p:cNvSpPr/>
            <p:nvPr/>
          </p:nvSpPr>
          <p:spPr>
            <a:xfrm>
              <a:off x="3368948" y="481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t1239"/>
            <p:cNvSpPr/>
            <p:nvPr/>
          </p:nvSpPr>
          <p:spPr>
            <a:xfrm>
              <a:off x="3374579" y="4802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t1240"/>
            <p:cNvSpPr/>
            <p:nvPr/>
          </p:nvSpPr>
          <p:spPr>
            <a:xfrm>
              <a:off x="3351353" y="4818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t1241"/>
            <p:cNvSpPr/>
            <p:nvPr/>
          </p:nvSpPr>
          <p:spPr>
            <a:xfrm>
              <a:off x="3331647" y="4793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t1242"/>
            <p:cNvSpPr/>
            <p:nvPr/>
          </p:nvSpPr>
          <p:spPr>
            <a:xfrm>
              <a:off x="3325313" y="4788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t1243"/>
            <p:cNvSpPr/>
            <p:nvPr/>
          </p:nvSpPr>
          <p:spPr>
            <a:xfrm>
              <a:off x="3337277" y="4810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t1244"/>
            <p:cNvSpPr/>
            <p:nvPr/>
          </p:nvSpPr>
          <p:spPr>
            <a:xfrm>
              <a:off x="3295753" y="4756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t1245"/>
            <p:cNvSpPr/>
            <p:nvPr/>
          </p:nvSpPr>
          <p:spPr>
            <a:xfrm>
              <a:off x="3337277" y="4723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t1246"/>
            <p:cNvSpPr/>
            <p:nvPr/>
          </p:nvSpPr>
          <p:spPr>
            <a:xfrm>
              <a:off x="3285900" y="4797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t1247"/>
            <p:cNvSpPr/>
            <p:nvPr/>
          </p:nvSpPr>
          <p:spPr>
            <a:xfrm>
              <a:off x="3324609" y="4820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t1248"/>
            <p:cNvSpPr/>
            <p:nvPr/>
          </p:nvSpPr>
          <p:spPr>
            <a:xfrm>
              <a:off x="3332351" y="4821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t1249"/>
            <p:cNvSpPr/>
            <p:nvPr/>
          </p:nvSpPr>
          <p:spPr>
            <a:xfrm>
              <a:off x="3681435" y="4537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t1250"/>
            <p:cNvSpPr/>
            <p:nvPr/>
          </p:nvSpPr>
          <p:spPr>
            <a:xfrm>
              <a:off x="3364725" y="4818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3385136" y="4815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3323201" y="4817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3351353" y="4806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3159920" y="4803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4381010" y="4672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4693496" y="4660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3319682" y="481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3327424" y="4786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3452700" y="4765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3332351" y="4799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3261971" y="4812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3212001" y="4818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3830640" y="462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3330943" y="4821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3346427" y="4820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5761158" y="4537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5527497" y="4598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3223966" y="4811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4815253" y="4323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3264786" y="4819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3668766" y="4765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3832047" y="4730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3280270" y="4823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3344315" y="482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3331647" y="4822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3342908" y="4821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3351353" y="4825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3288715" y="4821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3629354" y="4651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3245784" y="4813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3210594" y="480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3242968" y="479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3316163" y="4821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3286604" y="4809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3232411" y="4818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3254933" y="482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3246487" y="4825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3364022" y="4774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3461146" y="4781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4170574" y="4283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3927764" y="4583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3299976" y="4799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3984068" y="4778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3955916" y="4718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3947470" y="4743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3963658" y="4580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3412584" y="479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3905242" y="480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3968584" y="4746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4290924" y="4260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3201444" y="4795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3278862" y="4551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3257748" y="4451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4870150" y="426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4927157" y="4120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5338879" y="3799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3388655" y="4814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4014331" y="3878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4061486" y="392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615375" y="4599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4136792" y="4618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4011516" y="4546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3314052" y="4816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3330239" y="4820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3284492" y="4811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3234523" y="480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4891264" y="4178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3883425" y="4666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3211297" y="4828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3290827" y="4816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5019355" y="4360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3474518" y="4789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3590645" y="4791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3374579" y="4815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3857384" y="455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3244376" y="4809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3295049" y="4793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3295049" y="480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3285196" y="4803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3356280" y="4812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3787708" y="475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3995329" y="4723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4249400" y="4741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3399212" y="481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3315460" y="4143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3326017" y="4257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3379505" y="4779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4278959" y="4704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3248599" y="481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3273232" y="4817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3944655" y="4711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4964459" y="4587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5238940" y="4668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3917207" y="4715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5839280" y="3654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3316163" y="4790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762469" y="4469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3635688" y="4753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t1349"/>
            <p:cNvSpPr/>
            <p:nvPr/>
          </p:nvSpPr>
          <p:spPr>
            <a:xfrm>
              <a:off x="3687065" y="4720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t1350"/>
            <p:cNvSpPr/>
            <p:nvPr/>
          </p:nvSpPr>
          <p:spPr>
            <a:xfrm>
              <a:off x="3886240" y="4711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t1351"/>
            <p:cNvSpPr/>
            <p:nvPr/>
          </p:nvSpPr>
          <p:spPr>
            <a:xfrm>
              <a:off x="3896093" y="4681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t1352"/>
            <p:cNvSpPr/>
            <p:nvPr/>
          </p:nvSpPr>
          <p:spPr>
            <a:xfrm>
              <a:off x="3316163" y="4808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t1353"/>
            <p:cNvSpPr/>
            <p:nvPr/>
          </p:nvSpPr>
          <p:spPr>
            <a:xfrm>
              <a:off x="5367031" y="467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t1354"/>
            <p:cNvSpPr/>
            <p:nvPr/>
          </p:nvSpPr>
          <p:spPr>
            <a:xfrm>
              <a:off x="5352251" y="4488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t1355"/>
            <p:cNvSpPr/>
            <p:nvPr/>
          </p:nvSpPr>
          <p:spPr>
            <a:xfrm>
              <a:off x="3375282" y="4810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t1356"/>
            <p:cNvSpPr/>
            <p:nvPr/>
          </p:nvSpPr>
          <p:spPr>
            <a:xfrm>
              <a:off x="3264082" y="4795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t1357"/>
            <p:cNvSpPr/>
            <p:nvPr/>
          </p:nvSpPr>
          <p:spPr>
            <a:xfrm>
              <a:off x="3426660" y="4616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t1358"/>
            <p:cNvSpPr/>
            <p:nvPr/>
          </p:nvSpPr>
          <p:spPr>
            <a:xfrm>
              <a:off x="3246487" y="4801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t1359"/>
            <p:cNvSpPr/>
            <p:nvPr/>
          </p:nvSpPr>
          <p:spPr>
            <a:xfrm>
              <a:off x="3273936" y="4804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t1360"/>
            <p:cNvSpPr/>
            <p:nvPr/>
          </p:nvSpPr>
          <p:spPr>
            <a:xfrm>
              <a:off x="3276751" y="4799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t1361"/>
            <p:cNvSpPr/>
            <p:nvPr/>
          </p:nvSpPr>
          <p:spPr>
            <a:xfrm>
              <a:off x="3280270" y="4804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t1362"/>
            <p:cNvSpPr/>
            <p:nvPr/>
          </p:nvSpPr>
          <p:spPr>
            <a:xfrm>
              <a:off x="3328832" y="4804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t1363"/>
            <p:cNvSpPr/>
            <p:nvPr/>
          </p:nvSpPr>
          <p:spPr>
            <a:xfrm>
              <a:off x="3228892" y="481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t1364"/>
            <p:cNvSpPr/>
            <p:nvPr/>
          </p:nvSpPr>
          <p:spPr>
            <a:xfrm>
              <a:off x="3313348" y="4820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t1365"/>
            <p:cNvSpPr/>
            <p:nvPr/>
          </p:nvSpPr>
          <p:spPr>
            <a:xfrm>
              <a:off x="3257748" y="481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t1366"/>
            <p:cNvSpPr/>
            <p:nvPr/>
          </p:nvSpPr>
          <p:spPr>
            <a:xfrm>
              <a:off x="3328832" y="4814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3474518" y="4808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3777151" y="472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3941136" y="4683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4180428" y="4619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3293642" y="4800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3297865" y="4782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3606832" y="478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3325313" y="481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3261267" y="480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4846221" y="4427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5838576" y="3985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3338685" y="4786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3334462" y="478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3359095" y="4794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4536549" y="4526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3254229" y="4808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777213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2964176" y="4794443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85" name="pg1385"/>
            <p:cNvSpPr/>
            <p:nvPr/>
          </p:nvSpPr>
          <p:spPr>
            <a:xfrm>
              <a:off x="2964176" y="4145385"/>
              <a:ext cx="639613" cy="384988"/>
            </a:xfrm>
            <a:custGeom>
              <a:avLst/>
              <a:pathLst>
                <a:path w="639613" h="384988">
                  <a:moveTo>
                    <a:pt x="0" y="384988"/>
                  </a:moveTo>
                  <a:lnTo>
                    <a:pt x="614467" y="384988"/>
                  </a:lnTo>
                  <a:lnTo>
                    <a:pt x="613455" y="384967"/>
                  </a:lnTo>
                  <a:lnTo>
                    <a:pt x="617498" y="384804"/>
                  </a:lnTo>
                  <a:lnTo>
                    <a:pt x="621463" y="383995"/>
                  </a:lnTo>
                  <a:lnTo>
                    <a:pt x="625247" y="382560"/>
                  </a:lnTo>
                  <a:lnTo>
                    <a:pt x="628752" y="380536"/>
                  </a:lnTo>
                  <a:lnTo>
                    <a:pt x="631886" y="377977"/>
                  </a:lnTo>
                  <a:lnTo>
                    <a:pt x="634570" y="374948"/>
                  </a:lnTo>
                  <a:lnTo>
                    <a:pt x="636733" y="371528"/>
                  </a:lnTo>
                  <a:lnTo>
                    <a:pt x="638319" y="367805"/>
                  </a:lnTo>
                  <a:lnTo>
                    <a:pt x="639288" y="363875"/>
                  </a:lnTo>
                  <a:lnTo>
                    <a:pt x="639613" y="359842"/>
                  </a:lnTo>
                  <a:lnTo>
                    <a:pt x="639613" y="25146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tx1386"/>
            <p:cNvSpPr/>
            <p:nvPr/>
          </p:nvSpPr>
          <p:spPr>
            <a:xfrm>
              <a:off x="2692302" y="4185658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1387" name="tx1387"/>
            <p:cNvSpPr/>
            <p:nvPr/>
          </p:nvSpPr>
          <p:spPr>
            <a:xfrm>
              <a:off x="2956217" y="4357358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 (6.1%)</a:t>
              </a:r>
            </a:p>
          </p:txBody>
        </p:sp>
        <p:sp>
          <p:nvSpPr>
            <p:cNvPr id="1388" name="pg1388"/>
            <p:cNvSpPr/>
            <p:nvPr/>
          </p:nvSpPr>
          <p:spPr>
            <a:xfrm>
              <a:off x="2964176" y="4742979"/>
              <a:ext cx="639613" cy="257331"/>
            </a:xfrm>
            <a:custGeom>
              <a:avLst/>
              <a:pathLst>
                <a:path w="639613" h="257331">
                  <a:moveTo>
                    <a:pt x="639613" y="257331"/>
                  </a:moveTo>
                  <a:lnTo>
                    <a:pt x="639613" y="25145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tx1389"/>
            <p:cNvSpPr/>
            <p:nvPr/>
          </p:nvSpPr>
          <p:spPr>
            <a:xfrm>
              <a:off x="2684457" y="47554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1390" name="tx1390"/>
            <p:cNvSpPr/>
            <p:nvPr/>
          </p:nvSpPr>
          <p:spPr>
            <a:xfrm>
              <a:off x="2800828" y="49549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143 (57.9%)</a:t>
              </a:r>
            </a:p>
          </p:txBody>
        </p:sp>
        <p:sp>
          <p:nvSpPr>
            <p:cNvPr id="1391" name="pg1391"/>
            <p:cNvSpPr/>
            <p:nvPr/>
          </p:nvSpPr>
          <p:spPr>
            <a:xfrm>
              <a:off x="4010833" y="4145385"/>
              <a:ext cx="899032" cy="384988"/>
            </a:xfrm>
            <a:custGeom>
              <a:avLst/>
              <a:pathLst>
                <a:path w="899032" h="384988">
                  <a:moveTo>
                    <a:pt x="25146" y="384988"/>
                  </a:moveTo>
                  <a:lnTo>
                    <a:pt x="873886" y="384988"/>
                  </a:lnTo>
                  <a:lnTo>
                    <a:pt x="872873" y="384967"/>
                  </a:lnTo>
                  <a:lnTo>
                    <a:pt x="876917" y="384804"/>
                  </a:lnTo>
                  <a:lnTo>
                    <a:pt x="880882" y="383995"/>
                  </a:lnTo>
                  <a:lnTo>
                    <a:pt x="884666" y="382560"/>
                  </a:lnTo>
                  <a:lnTo>
                    <a:pt x="888170" y="380536"/>
                  </a:lnTo>
                  <a:lnTo>
                    <a:pt x="891305" y="377977"/>
                  </a:lnTo>
                  <a:lnTo>
                    <a:pt x="893989" y="374948"/>
                  </a:lnTo>
                  <a:lnTo>
                    <a:pt x="896151" y="371528"/>
                  </a:lnTo>
                  <a:lnTo>
                    <a:pt x="897738" y="367805"/>
                  </a:lnTo>
                  <a:lnTo>
                    <a:pt x="898706" y="363875"/>
                  </a:lnTo>
                  <a:lnTo>
                    <a:pt x="899032" y="359842"/>
                  </a:lnTo>
                  <a:lnTo>
                    <a:pt x="899032" y="25146"/>
                  </a:lnTo>
                  <a:lnTo>
                    <a:pt x="898706" y="21112"/>
                  </a:lnTo>
                  <a:lnTo>
                    <a:pt x="897738" y="17183"/>
                  </a:lnTo>
                  <a:lnTo>
                    <a:pt x="896151" y="13460"/>
                  </a:lnTo>
                  <a:lnTo>
                    <a:pt x="893989" y="10039"/>
                  </a:lnTo>
                  <a:lnTo>
                    <a:pt x="891305" y="7010"/>
                  </a:lnTo>
                  <a:lnTo>
                    <a:pt x="888170" y="4451"/>
                  </a:lnTo>
                  <a:lnTo>
                    <a:pt x="884666" y="2427"/>
                  </a:lnTo>
                  <a:lnTo>
                    <a:pt x="880882" y="992"/>
                  </a:lnTo>
                  <a:lnTo>
                    <a:pt x="876917" y="183"/>
                  </a:lnTo>
                  <a:lnTo>
                    <a:pt x="873886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tx1392"/>
            <p:cNvSpPr/>
            <p:nvPr/>
          </p:nvSpPr>
          <p:spPr>
            <a:xfrm>
              <a:off x="4052743" y="4185658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1393" name="tx1393"/>
            <p:cNvSpPr/>
            <p:nvPr/>
          </p:nvSpPr>
          <p:spPr>
            <a:xfrm>
              <a:off x="4184598" y="4357358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87 (35.2%)</a:t>
              </a:r>
            </a:p>
          </p:txBody>
        </p:sp>
        <p:sp>
          <p:nvSpPr>
            <p:cNvPr id="1394" name="pg1394"/>
            <p:cNvSpPr/>
            <p:nvPr/>
          </p:nvSpPr>
          <p:spPr>
            <a:xfrm>
              <a:off x="3894257" y="47429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5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tx1395"/>
            <p:cNvSpPr/>
            <p:nvPr/>
          </p:nvSpPr>
          <p:spPr>
            <a:xfrm>
              <a:off x="3936167" y="47554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1396" name="tx1396"/>
            <p:cNvSpPr/>
            <p:nvPr/>
          </p:nvSpPr>
          <p:spPr>
            <a:xfrm>
              <a:off x="4339987" y="4954952"/>
              <a:ext cx="52796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 (0.8%)</a:t>
              </a:r>
            </a:p>
          </p:txBody>
        </p:sp>
        <p:sp>
          <p:nvSpPr>
            <p:cNvPr id="1397" name="rc1397"/>
            <p:cNvSpPr/>
            <p:nvPr/>
          </p:nvSpPr>
          <p:spPr>
            <a:xfrm>
              <a:off x="2964176" y="3573878"/>
              <a:ext cx="437255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tx1398"/>
            <p:cNvSpPr/>
            <p:nvPr/>
          </p:nvSpPr>
          <p:spPr>
            <a:xfrm>
              <a:off x="2839390" y="4794182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399" name="tx1399"/>
            <p:cNvSpPr/>
            <p:nvPr/>
          </p:nvSpPr>
          <p:spPr>
            <a:xfrm>
              <a:off x="2777234" y="439578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400" name="tx1400"/>
            <p:cNvSpPr/>
            <p:nvPr/>
          </p:nvSpPr>
          <p:spPr>
            <a:xfrm>
              <a:off x="2777234" y="399739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80</a:t>
              </a:r>
            </a:p>
          </p:txBody>
        </p:sp>
        <p:sp>
          <p:nvSpPr>
            <p:cNvPr id="1401" name="tx1401"/>
            <p:cNvSpPr/>
            <p:nvPr/>
          </p:nvSpPr>
          <p:spPr>
            <a:xfrm>
              <a:off x="2715079" y="3598994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120</a:t>
              </a:r>
            </a:p>
          </p:txBody>
        </p:sp>
        <p:sp>
          <p:nvSpPr>
            <p:cNvPr id="1402" name="pl1402"/>
            <p:cNvSpPr/>
            <p:nvPr/>
          </p:nvSpPr>
          <p:spPr>
            <a:xfrm>
              <a:off x="2929381" y="4835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2929381" y="44374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2929381" y="40390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2929381" y="3640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342574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438743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543229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647715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tx1410"/>
            <p:cNvSpPr/>
            <p:nvPr/>
          </p:nvSpPr>
          <p:spPr>
            <a:xfrm>
              <a:off x="3311497" y="50612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411" name="tx1411"/>
            <p:cNvSpPr/>
            <p:nvPr/>
          </p:nvSpPr>
          <p:spPr>
            <a:xfrm>
              <a:off x="4325279" y="50612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412" name="tx1412"/>
            <p:cNvSpPr/>
            <p:nvPr/>
          </p:nvSpPr>
          <p:spPr>
            <a:xfrm>
              <a:off x="5370139" y="50612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413" name="tx1413"/>
            <p:cNvSpPr/>
            <p:nvPr/>
          </p:nvSpPr>
          <p:spPr>
            <a:xfrm>
              <a:off x="6415000" y="50611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414" name="tx1414"/>
            <p:cNvSpPr/>
            <p:nvPr/>
          </p:nvSpPr>
          <p:spPr>
            <a:xfrm>
              <a:off x="4292643" y="51809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1415" name="tx1415"/>
            <p:cNvSpPr/>
            <p:nvPr/>
          </p:nvSpPr>
          <p:spPr>
            <a:xfrm rot="-5400000">
              <a:off x="1734126" y="4221542"/>
              <a:ext cx="16769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pTau217 - Nico (Z)</a:t>
              </a:r>
            </a:p>
          </p:txBody>
        </p:sp>
        <p:sp>
          <p:nvSpPr>
            <p:cNvPr id="1416" name="tx1416"/>
            <p:cNvSpPr/>
            <p:nvPr/>
          </p:nvSpPr>
          <p:spPr>
            <a:xfrm>
              <a:off x="2964176" y="3346189"/>
              <a:ext cx="158390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E.</a:t>
              </a:r>
            </a:p>
          </p:txBody>
        </p:sp>
        <p:sp>
          <p:nvSpPr>
            <p:cNvPr id="1417" name="rc1417"/>
            <p:cNvSpPr/>
            <p:nvPr/>
          </p:nvSpPr>
          <p:spPr>
            <a:xfrm>
              <a:off x="8063227" y="3276599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8707863" y="46913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8707863" y="44084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8707863" y="41255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8707863" y="38426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8905903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9188818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9471733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9754648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8707863" y="48328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8707863" y="45498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8707863" y="42669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8707863" y="39840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8707863" y="37011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876444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9047361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933027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9613191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989610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8764446" y="37011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18944"/>
                  </a:lnTo>
                  <a:lnTo>
                    <a:pt x="0" y="1106229"/>
                  </a:lnTo>
                  <a:lnTo>
                    <a:pt x="0" y="1093514"/>
                  </a:lnTo>
                  <a:lnTo>
                    <a:pt x="0" y="1080798"/>
                  </a:lnTo>
                  <a:lnTo>
                    <a:pt x="0" y="1068083"/>
                  </a:lnTo>
                  <a:lnTo>
                    <a:pt x="0" y="1055368"/>
                  </a:lnTo>
                  <a:lnTo>
                    <a:pt x="0" y="1042653"/>
                  </a:lnTo>
                  <a:lnTo>
                    <a:pt x="0" y="1029937"/>
                  </a:lnTo>
                  <a:lnTo>
                    <a:pt x="0" y="1017222"/>
                  </a:lnTo>
                  <a:lnTo>
                    <a:pt x="0" y="1004507"/>
                  </a:lnTo>
                  <a:lnTo>
                    <a:pt x="0" y="991791"/>
                  </a:lnTo>
                  <a:lnTo>
                    <a:pt x="7162" y="991791"/>
                  </a:lnTo>
                  <a:lnTo>
                    <a:pt x="7162" y="979076"/>
                  </a:lnTo>
                  <a:lnTo>
                    <a:pt x="7162" y="966361"/>
                  </a:lnTo>
                  <a:lnTo>
                    <a:pt x="14324" y="966361"/>
                  </a:lnTo>
                  <a:lnTo>
                    <a:pt x="14324" y="953646"/>
                  </a:lnTo>
                  <a:lnTo>
                    <a:pt x="14324" y="940930"/>
                  </a:lnTo>
                  <a:lnTo>
                    <a:pt x="14324" y="928215"/>
                  </a:lnTo>
                  <a:lnTo>
                    <a:pt x="14324" y="915500"/>
                  </a:lnTo>
                  <a:lnTo>
                    <a:pt x="14324" y="902785"/>
                  </a:lnTo>
                  <a:lnTo>
                    <a:pt x="14324" y="890069"/>
                  </a:lnTo>
                  <a:lnTo>
                    <a:pt x="14324" y="877354"/>
                  </a:lnTo>
                  <a:lnTo>
                    <a:pt x="14324" y="864639"/>
                  </a:lnTo>
                  <a:lnTo>
                    <a:pt x="14324" y="851923"/>
                  </a:lnTo>
                  <a:lnTo>
                    <a:pt x="14324" y="839208"/>
                  </a:lnTo>
                  <a:lnTo>
                    <a:pt x="14324" y="826493"/>
                  </a:lnTo>
                  <a:lnTo>
                    <a:pt x="14324" y="813778"/>
                  </a:lnTo>
                  <a:lnTo>
                    <a:pt x="14324" y="801062"/>
                  </a:lnTo>
                  <a:lnTo>
                    <a:pt x="14324" y="788347"/>
                  </a:lnTo>
                  <a:lnTo>
                    <a:pt x="14324" y="775632"/>
                  </a:lnTo>
                  <a:lnTo>
                    <a:pt x="14324" y="762916"/>
                  </a:lnTo>
                  <a:lnTo>
                    <a:pt x="21487" y="762916"/>
                  </a:lnTo>
                  <a:lnTo>
                    <a:pt x="21487" y="750201"/>
                  </a:lnTo>
                  <a:lnTo>
                    <a:pt x="21487" y="737486"/>
                  </a:lnTo>
                  <a:lnTo>
                    <a:pt x="21487" y="724771"/>
                  </a:lnTo>
                  <a:lnTo>
                    <a:pt x="28649" y="724771"/>
                  </a:lnTo>
                  <a:lnTo>
                    <a:pt x="28649" y="712055"/>
                  </a:lnTo>
                  <a:lnTo>
                    <a:pt x="28649" y="699340"/>
                  </a:lnTo>
                  <a:lnTo>
                    <a:pt x="28649" y="686625"/>
                  </a:lnTo>
                  <a:lnTo>
                    <a:pt x="28649" y="673909"/>
                  </a:lnTo>
                  <a:lnTo>
                    <a:pt x="28649" y="661194"/>
                  </a:lnTo>
                  <a:lnTo>
                    <a:pt x="28649" y="648479"/>
                  </a:lnTo>
                  <a:lnTo>
                    <a:pt x="28649" y="635764"/>
                  </a:lnTo>
                  <a:lnTo>
                    <a:pt x="35812" y="635764"/>
                  </a:lnTo>
                  <a:lnTo>
                    <a:pt x="35812" y="623048"/>
                  </a:lnTo>
                  <a:lnTo>
                    <a:pt x="35812" y="610333"/>
                  </a:lnTo>
                  <a:lnTo>
                    <a:pt x="35812" y="597618"/>
                  </a:lnTo>
                  <a:lnTo>
                    <a:pt x="35812" y="584902"/>
                  </a:lnTo>
                  <a:lnTo>
                    <a:pt x="35812" y="572187"/>
                  </a:lnTo>
                  <a:lnTo>
                    <a:pt x="35812" y="559472"/>
                  </a:lnTo>
                  <a:lnTo>
                    <a:pt x="35812" y="546757"/>
                  </a:lnTo>
                  <a:lnTo>
                    <a:pt x="35812" y="534041"/>
                  </a:lnTo>
                  <a:lnTo>
                    <a:pt x="42974" y="534041"/>
                  </a:lnTo>
                  <a:lnTo>
                    <a:pt x="42974" y="521326"/>
                  </a:lnTo>
                  <a:lnTo>
                    <a:pt x="42974" y="508611"/>
                  </a:lnTo>
                  <a:lnTo>
                    <a:pt x="42974" y="495895"/>
                  </a:lnTo>
                  <a:lnTo>
                    <a:pt x="42974" y="483180"/>
                  </a:lnTo>
                  <a:lnTo>
                    <a:pt x="42974" y="470465"/>
                  </a:lnTo>
                  <a:lnTo>
                    <a:pt x="42974" y="457750"/>
                  </a:lnTo>
                  <a:lnTo>
                    <a:pt x="42974" y="445034"/>
                  </a:lnTo>
                  <a:lnTo>
                    <a:pt x="42974" y="432319"/>
                  </a:lnTo>
                  <a:lnTo>
                    <a:pt x="42974" y="419604"/>
                  </a:lnTo>
                  <a:lnTo>
                    <a:pt x="42974" y="406889"/>
                  </a:lnTo>
                  <a:lnTo>
                    <a:pt x="42974" y="394173"/>
                  </a:lnTo>
                  <a:lnTo>
                    <a:pt x="42974" y="381458"/>
                  </a:lnTo>
                  <a:lnTo>
                    <a:pt x="42974" y="368743"/>
                  </a:lnTo>
                  <a:lnTo>
                    <a:pt x="42974" y="356027"/>
                  </a:lnTo>
                  <a:lnTo>
                    <a:pt x="42974" y="343312"/>
                  </a:lnTo>
                  <a:lnTo>
                    <a:pt x="42974" y="330597"/>
                  </a:lnTo>
                  <a:lnTo>
                    <a:pt x="42974" y="317882"/>
                  </a:lnTo>
                  <a:lnTo>
                    <a:pt x="42974" y="305166"/>
                  </a:lnTo>
                  <a:lnTo>
                    <a:pt x="42974" y="292451"/>
                  </a:lnTo>
                  <a:lnTo>
                    <a:pt x="42974" y="279736"/>
                  </a:lnTo>
                  <a:lnTo>
                    <a:pt x="42974" y="267020"/>
                  </a:lnTo>
                  <a:lnTo>
                    <a:pt x="42974" y="254305"/>
                  </a:lnTo>
                  <a:lnTo>
                    <a:pt x="50136" y="254305"/>
                  </a:lnTo>
                  <a:lnTo>
                    <a:pt x="50136" y="241590"/>
                  </a:lnTo>
                  <a:lnTo>
                    <a:pt x="50136" y="228875"/>
                  </a:lnTo>
                  <a:lnTo>
                    <a:pt x="50136" y="216159"/>
                  </a:lnTo>
                  <a:lnTo>
                    <a:pt x="57299" y="216159"/>
                  </a:lnTo>
                  <a:lnTo>
                    <a:pt x="57299" y="203444"/>
                  </a:lnTo>
                  <a:lnTo>
                    <a:pt x="57299" y="190729"/>
                  </a:lnTo>
                  <a:lnTo>
                    <a:pt x="57299" y="178013"/>
                  </a:lnTo>
                  <a:lnTo>
                    <a:pt x="57299" y="165298"/>
                  </a:lnTo>
                  <a:lnTo>
                    <a:pt x="57299" y="152583"/>
                  </a:lnTo>
                  <a:lnTo>
                    <a:pt x="57299" y="139868"/>
                  </a:lnTo>
                  <a:lnTo>
                    <a:pt x="57299" y="127152"/>
                  </a:lnTo>
                  <a:lnTo>
                    <a:pt x="57299" y="114437"/>
                  </a:lnTo>
                  <a:lnTo>
                    <a:pt x="57299" y="101722"/>
                  </a:lnTo>
                  <a:lnTo>
                    <a:pt x="57299" y="89006"/>
                  </a:lnTo>
                  <a:lnTo>
                    <a:pt x="64461" y="89006"/>
                  </a:lnTo>
                  <a:lnTo>
                    <a:pt x="71624" y="89006"/>
                  </a:lnTo>
                  <a:lnTo>
                    <a:pt x="71624" y="76291"/>
                  </a:lnTo>
                  <a:lnTo>
                    <a:pt x="78786" y="76291"/>
                  </a:lnTo>
                  <a:lnTo>
                    <a:pt x="78786" y="63576"/>
                  </a:lnTo>
                  <a:lnTo>
                    <a:pt x="85948" y="63576"/>
                  </a:lnTo>
                  <a:lnTo>
                    <a:pt x="93111" y="63576"/>
                  </a:lnTo>
                  <a:lnTo>
                    <a:pt x="100273" y="63576"/>
                  </a:lnTo>
                  <a:lnTo>
                    <a:pt x="100273" y="50861"/>
                  </a:lnTo>
                  <a:lnTo>
                    <a:pt x="100273" y="38145"/>
                  </a:lnTo>
                  <a:lnTo>
                    <a:pt x="107436" y="38145"/>
                  </a:lnTo>
                  <a:lnTo>
                    <a:pt x="107436" y="25430"/>
                  </a:lnTo>
                  <a:lnTo>
                    <a:pt x="114598" y="25430"/>
                  </a:lnTo>
                  <a:lnTo>
                    <a:pt x="121760" y="25430"/>
                  </a:lnTo>
                  <a:lnTo>
                    <a:pt x="128923" y="25430"/>
                  </a:lnTo>
                  <a:lnTo>
                    <a:pt x="136085" y="25430"/>
                  </a:lnTo>
                  <a:lnTo>
                    <a:pt x="143248" y="25430"/>
                  </a:lnTo>
                  <a:lnTo>
                    <a:pt x="150410" y="25430"/>
                  </a:lnTo>
                  <a:lnTo>
                    <a:pt x="150410" y="12715"/>
                  </a:lnTo>
                  <a:lnTo>
                    <a:pt x="157572" y="12715"/>
                  </a:lnTo>
                  <a:lnTo>
                    <a:pt x="164735" y="12715"/>
                  </a:lnTo>
                  <a:lnTo>
                    <a:pt x="171897" y="12715"/>
                  </a:lnTo>
                  <a:lnTo>
                    <a:pt x="179060" y="12715"/>
                  </a:lnTo>
                  <a:lnTo>
                    <a:pt x="186222" y="12715"/>
                  </a:lnTo>
                  <a:lnTo>
                    <a:pt x="193384" y="12715"/>
                  </a:lnTo>
                  <a:lnTo>
                    <a:pt x="200547" y="12715"/>
                  </a:lnTo>
                  <a:lnTo>
                    <a:pt x="207709" y="12715"/>
                  </a:lnTo>
                  <a:lnTo>
                    <a:pt x="214872" y="12715"/>
                  </a:lnTo>
                  <a:lnTo>
                    <a:pt x="222034" y="12715"/>
                  </a:lnTo>
                  <a:lnTo>
                    <a:pt x="229196" y="12715"/>
                  </a:lnTo>
                  <a:lnTo>
                    <a:pt x="236359" y="12715"/>
                  </a:lnTo>
                  <a:lnTo>
                    <a:pt x="243521" y="12715"/>
                  </a:lnTo>
                  <a:lnTo>
                    <a:pt x="250684" y="12715"/>
                  </a:lnTo>
                  <a:lnTo>
                    <a:pt x="257846" y="12715"/>
                  </a:lnTo>
                  <a:lnTo>
                    <a:pt x="265009" y="12715"/>
                  </a:lnTo>
                  <a:lnTo>
                    <a:pt x="272171" y="12715"/>
                  </a:lnTo>
                  <a:lnTo>
                    <a:pt x="279333" y="12715"/>
                  </a:lnTo>
                  <a:lnTo>
                    <a:pt x="286496" y="12715"/>
                  </a:lnTo>
                  <a:lnTo>
                    <a:pt x="293658" y="12715"/>
                  </a:lnTo>
                  <a:lnTo>
                    <a:pt x="300821" y="12715"/>
                  </a:lnTo>
                  <a:lnTo>
                    <a:pt x="307983" y="12715"/>
                  </a:lnTo>
                  <a:lnTo>
                    <a:pt x="315145" y="12715"/>
                  </a:lnTo>
                  <a:lnTo>
                    <a:pt x="322308" y="12715"/>
                  </a:lnTo>
                  <a:lnTo>
                    <a:pt x="329470" y="12715"/>
                  </a:lnTo>
                  <a:lnTo>
                    <a:pt x="336633" y="12715"/>
                  </a:lnTo>
                  <a:lnTo>
                    <a:pt x="343795" y="12715"/>
                  </a:lnTo>
                  <a:lnTo>
                    <a:pt x="350957" y="12715"/>
                  </a:lnTo>
                  <a:lnTo>
                    <a:pt x="358120" y="12715"/>
                  </a:lnTo>
                  <a:lnTo>
                    <a:pt x="365282" y="12715"/>
                  </a:lnTo>
                  <a:lnTo>
                    <a:pt x="372445" y="12715"/>
                  </a:lnTo>
                  <a:lnTo>
                    <a:pt x="379607" y="12715"/>
                  </a:lnTo>
                  <a:lnTo>
                    <a:pt x="386769" y="12715"/>
                  </a:lnTo>
                  <a:lnTo>
                    <a:pt x="393932" y="12715"/>
                  </a:lnTo>
                  <a:lnTo>
                    <a:pt x="401094" y="12715"/>
                  </a:lnTo>
                  <a:lnTo>
                    <a:pt x="408257" y="12715"/>
                  </a:lnTo>
                  <a:lnTo>
                    <a:pt x="415419" y="12715"/>
                  </a:lnTo>
                  <a:lnTo>
                    <a:pt x="422581" y="12715"/>
                  </a:lnTo>
                  <a:lnTo>
                    <a:pt x="429744" y="12715"/>
                  </a:lnTo>
                  <a:lnTo>
                    <a:pt x="436906" y="12715"/>
                  </a:lnTo>
                  <a:lnTo>
                    <a:pt x="444069" y="12715"/>
                  </a:lnTo>
                  <a:lnTo>
                    <a:pt x="451231" y="12715"/>
                  </a:lnTo>
                  <a:lnTo>
                    <a:pt x="458393" y="12715"/>
                  </a:lnTo>
                  <a:lnTo>
                    <a:pt x="465556" y="12715"/>
                  </a:lnTo>
                  <a:lnTo>
                    <a:pt x="472718" y="12715"/>
                  </a:lnTo>
                  <a:lnTo>
                    <a:pt x="479881" y="12715"/>
                  </a:lnTo>
                  <a:lnTo>
                    <a:pt x="487043" y="12715"/>
                  </a:lnTo>
                  <a:lnTo>
                    <a:pt x="494205" y="12715"/>
                  </a:lnTo>
                  <a:lnTo>
                    <a:pt x="501368" y="12715"/>
                  </a:lnTo>
                  <a:lnTo>
                    <a:pt x="501368" y="0"/>
                  </a:lnTo>
                  <a:lnTo>
                    <a:pt x="508530" y="0"/>
                  </a:lnTo>
                  <a:lnTo>
                    <a:pt x="515693" y="0"/>
                  </a:lnTo>
                  <a:lnTo>
                    <a:pt x="522855" y="0"/>
                  </a:lnTo>
                  <a:lnTo>
                    <a:pt x="530018" y="0"/>
                  </a:lnTo>
                  <a:lnTo>
                    <a:pt x="537180" y="0"/>
                  </a:lnTo>
                  <a:lnTo>
                    <a:pt x="544342" y="0"/>
                  </a:lnTo>
                  <a:lnTo>
                    <a:pt x="551505" y="0"/>
                  </a:lnTo>
                  <a:lnTo>
                    <a:pt x="558667" y="0"/>
                  </a:lnTo>
                  <a:lnTo>
                    <a:pt x="565830" y="0"/>
                  </a:lnTo>
                  <a:lnTo>
                    <a:pt x="572992" y="0"/>
                  </a:lnTo>
                  <a:lnTo>
                    <a:pt x="580154" y="0"/>
                  </a:lnTo>
                  <a:lnTo>
                    <a:pt x="587317" y="0"/>
                  </a:lnTo>
                  <a:lnTo>
                    <a:pt x="594479" y="0"/>
                  </a:lnTo>
                  <a:lnTo>
                    <a:pt x="601642" y="0"/>
                  </a:lnTo>
                  <a:lnTo>
                    <a:pt x="608804" y="0"/>
                  </a:lnTo>
                  <a:lnTo>
                    <a:pt x="615966" y="0"/>
                  </a:lnTo>
                  <a:lnTo>
                    <a:pt x="623129" y="0"/>
                  </a:lnTo>
                  <a:lnTo>
                    <a:pt x="630291" y="0"/>
                  </a:lnTo>
                  <a:lnTo>
                    <a:pt x="637454" y="0"/>
                  </a:lnTo>
                  <a:lnTo>
                    <a:pt x="644616" y="0"/>
                  </a:lnTo>
                  <a:lnTo>
                    <a:pt x="651778" y="0"/>
                  </a:lnTo>
                  <a:lnTo>
                    <a:pt x="658941" y="0"/>
                  </a:lnTo>
                  <a:lnTo>
                    <a:pt x="666103" y="0"/>
                  </a:lnTo>
                  <a:lnTo>
                    <a:pt x="673266" y="0"/>
                  </a:lnTo>
                  <a:lnTo>
                    <a:pt x="680428" y="0"/>
                  </a:lnTo>
                  <a:lnTo>
                    <a:pt x="687590" y="0"/>
                  </a:lnTo>
                  <a:lnTo>
                    <a:pt x="694753" y="0"/>
                  </a:lnTo>
                  <a:lnTo>
                    <a:pt x="701915" y="0"/>
                  </a:lnTo>
                  <a:lnTo>
                    <a:pt x="709078" y="0"/>
                  </a:lnTo>
                  <a:lnTo>
                    <a:pt x="716240" y="0"/>
                  </a:lnTo>
                  <a:lnTo>
                    <a:pt x="723402" y="0"/>
                  </a:lnTo>
                  <a:lnTo>
                    <a:pt x="730565" y="0"/>
                  </a:lnTo>
                  <a:lnTo>
                    <a:pt x="737727" y="0"/>
                  </a:lnTo>
                  <a:lnTo>
                    <a:pt x="744890" y="0"/>
                  </a:lnTo>
                  <a:lnTo>
                    <a:pt x="752052" y="0"/>
                  </a:lnTo>
                  <a:lnTo>
                    <a:pt x="759214" y="0"/>
                  </a:lnTo>
                  <a:lnTo>
                    <a:pt x="766377" y="0"/>
                  </a:lnTo>
                  <a:lnTo>
                    <a:pt x="773539" y="0"/>
                  </a:lnTo>
                  <a:lnTo>
                    <a:pt x="780702" y="0"/>
                  </a:lnTo>
                  <a:lnTo>
                    <a:pt x="787864" y="0"/>
                  </a:lnTo>
                  <a:lnTo>
                    <a:pt x="795027" y="0"/>
                  </a:lnTo>
                  <a:lnTo>
                    <a:pt x="802189" y="0"/>
                  </a:lnTo>
                  <a:lnTo>
                    <a:pt x="809351" y="0"/>
                  </a:lnTo>
                  <a:lnTo>
                    <a:pt x="816514" y="0"/>
                  </a:lnTo>
                  <a:lnTo>
                    <a:pt x="823676" y="0"/>
                  </a:lnTo>
                  <a:lnTo>
                    <a:pt x="830839" y="0"/>
                  </a:lnTo>
                  <a:lnTo>
                    <a:pt x="838001" y="0"/>
                  </a:lnTo>
                  <a:lnTo>
                    <a:pt x="845163" y="0"/>
                  </a:lnTo>
                  <a:lnTo>
                    <a:pt x="852326" y="0"/>
                  </a:lnTo>
                  <a:lnTo>
                    <a:pt x="859488" y="0"/>
                  </a:lnTo>
                  <a:lnTo>
                    <a:pt x="866651" y="0"/>
                  </a:lnTo>
                  <a:lnTo>
                    <a:pt x="873813" y="0"/>
                  </a:lnTo>
                  <a:lnTo>
                    <a:pt x="880975" y="0"/>
                  </a:lnTo>
                  <a:lnTo>
                    <a:pt x="888138" y="0"/>
                  </a:lnTo>
                  <a:lnTo>
                    <a:pt x="895300" y="0"/>
                  </a:lnTo>
                  <a:lnTo>
                    <a:pt x="902463" y="0"/>
                  </a:lnTo>
                  <a:lnTo>
                    <a:pt x="909625" y="0"/>
                  </a:lnTo>
                  <a:lnTo>
                    <a:pt x="916787" y="0"/>
                  </a:lnTo>
                  <a:lnTo>
                    <a:pt x="923950" y="0"/>
                  </a:lnTo>
                  <a:lnTo>
                    <a:pt x="931112" y="0"/>
                  </a:lnTo>
                  <a:lnTo>
                    <a:pt x="938275" y="0"/>
                  </a:lnTo>
                  <a:lnTo>
                    <a:pt x="945437" y="0"/>
                  </a:lnTo>
                  <a:lnTo>
                    <a:pt x="952599" y="0"/>
                  </a:lnTo>
                  <a:lnTo>
                    <a:pt x="959762" y="0"/>
                  </a:lnTo>
                  <a:lnTo>
                    <a:pt x="966924" y="0"/>
                  </a:lnTo>
                  <a:lnTo>
                    <a:pt x="974087" y="0"/>
                  </a:lnTo>
                  <a:lnTo>
                    <a:pt x="981249" y="0"/>
                  </a:lnTo>
                  <a:lnTo>
                    <a:pt x="988411" y="0"/>
                  </a:lnTo>
                  <a:lnTo>
                    <a:pt x="995574" y="0"/>
                  </a:lnTo>
                  <a:lnTo>
                    <a:pt x="1002736" y="0"/>
                  </a:lnTo>
                  <a:lnTo>
                    <a:pt x="1009899" y="0"/>
                  </a:lnTo>
                  <a:lnTo>
                    <a:pt x="1017061" y="0"/>
                  </a:lnTo>
                  <a:lnTo>
                    <a:pt x="1024224" y="0"/>
                  </a:lnTo>
                  <a:lnTo>
                    <a:pt x="1031386" y="0"/>
                  </a:lnTo>
                  <a:lnTo>
                    <a:pt x="1038548" y="0"/>
                  </a:lnTo>
                  <a:lnTo>
                    <a:pt x="1045711" y="0"/>
                  </a:lnTo>
                  <a:lnTo>
                    <a:pt x="1052873" y="0"/>
                  </a:lnTo>
                  <a:lnTo>
                    <a:pt x="1060036" y="0"/>
                  </a:lnTo>
                  <a:lnTo>
                    <a:pt x="1067198" y="0"/>
                  </a:lnTo>
                  <a:lnTo>
                    <a:pt x="1074360" y="0"/>
                  </a:lnTo>
                  <a:lnTo>
                    <a:pt x="1081523" y="0"/>
                  </a:lnTo>
                  <a:lnTo>
                    <a:pt x="1088685" y="0"/>
                  </a:lnTo>
                  <a:lnTo>
                    <a:pt x="1095848" y="0"/>
                  </a:lnTo>
                  <a:lnTo>
                    <a:pt x="1103010" y="0"/>
                  </a:lnTo>
                  <a:lnTo>
                    <a:pt x="1110172" y="0"/>
                  </a:lnTo>
                  <a:lnTo>
                    <a:pt x="1117335" y="0"/>
                  </a:lnTo>
                  <a:lnTo>
                    <a:pt x="112449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8707863" y="36445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438" name="pg1438"/>
            <p:cNvSpPr/>
            <p:nvPr/>
          </p:nvSpPr>
          <p:spPr>
            <a:xfrm>
              <a:off x="9047361" y="41788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tx1439"/>
            <p:cNvSpPr/>
            <p:nvPr/>
          </p:nvSpPr>
          <p:spPr>
            <a:xfrm>
              <a:off x="9092891" y="41937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3.87 [3.294, 5.644]</a:t>
              </a:r>
            </a:p>
          </p:txBody>
        </p:sp>
        <p:sp>
          <p:nvSpPr>
            <p:cNvPr id="1440" name="tx1440"/>
            <p:cNvSpPr/>
            <p:nvPr/>
          </p:nvSpPr>
          <p:spPr>
            <a:xfrm>
              <a:off x="9092891" y="44391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0.965</a:t>
              </a:r>
            </a:p>
          </p:txBody>
        </p:sp>
        <p:sp>
          <p:nvSpPr>
            <p:cNvPr id="1441" name="tx1441"/>
            <p:cNvSpPr/>
            <p:nvPr/>
          </p:nvSpPr>
          <p:spPr>
            <a:xfrm>
              <a:off x="9092891" y="4659056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0.853</a:t>
              </a:r>
            </a:p>
          </p:txBody>
        </p:sp>
        <p:sp>
          <p:nvSpPr>
            <p:cNvPr id="1442" name="tx1442"/>
            <p:cNvSpPr/>
            <p:nvPr/>
          </p:nvSpPr>
          <p:spPr>
            <a:xfrm>
              <a:off x="9092891" y="48776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0.978</a:t>
              </a:r>
            </a:p>
          </p:txBody>
        </p:sp>
        <p:sp>
          <p:nvSpPr>
            <p:cNvPr id="1443" name="tx1443"/>
            <p:cNvSpPr/>
            <p:nvPr/>
          </p:nvSpPr>
          <p:spPr>
            <a:xfrm>
              <a:off x="8351312" y="47797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44" name="tx1444"/>
            <p:cNvSpPr/>
            <p:nvPr/>
          </p:nvSpPr>
          <p:spPr>
            <a:xfrm>
              <a:off x="8351312" y="44968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45" name="tx1445"/>
            <p:cNvSpPr/>
            <p:nvPr/>
          </p:nvSpPr>
          <p:spPr>
            <a:xfrm>
              <a:off x="8351312" y="42139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46" name="tx1446"/>
            <p:cNvSpPr/>
            <p:nvPr/>
          </p:nvSpPr>
          <p:spPr>
            <a:xfrm>
              <a:off x="8351312" y="39309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47" name="tx1447"/>
            <p:cNvSpPr/>
            <p:nvPr/>
          </p:nvSpPr>
          <p:spPr>
            <a:xfrm>
              <a:off x="8351312" y="36480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48" name="tx1448"/>
            <p:cNvSpPr/>
            <p:nvPr/>
          </p:nvSpPr>
          <p:spPr>
            <a:xfrm>
              <a:off x="862602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449" name="tx1449"/>
            <p:cNvSpPr/>
            <p:nvPr/>
          </p:nvSpPr>
          <p:spPr>
            <a:xfrm>
              <a:off x="8908941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450" name="tx1450"/>
            <p:cNvSpPr/>
            <p:nvPr/>
          </p:nvSpPr>
          <p:spPr>
            <a:xfrm>
              <a:off x="919185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451" name="tx1451"/>
            <p:cNvSpPr/>
            <p:nvPr/>
          </p:nvSpPr>
          <p:spPr>
            <a:xfrm>
              <a:off x="9474771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452" name="tx1452"/>
            <p:cNvSpPr/>
            <p:nvPr/>
          </p:nvSpPr>
          <p:spPr>
            <a:xfrm>
              <a:off x="975768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453" name="tx1453"/>
            <p:cNvSpPr/>
            <p:nvPr/>
          </p:nvSpPr>
          <p:spPr>
            <a:xfrm>
              <a:off x="7951892" y="51166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454" name="tx1454"/>
            <p:cNvSpPr/>
            <p:nvPr/>
          </p:nvSpPr>
          <p:spPr>
            <a:xfrm rot="-5400000">
              <a:off x="6980294" y="41835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455" name="tx1455"/>
            <p:cNvSpPr/>
            <p:nvPr/>
          </p:nvSpPr>
          <p:spPr>
            <a:xfrm>
              <a:off x="8707863" y="3365167"/>
              <a:ext cx="18960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F.</a:t>
              </a:r>
            </a:p>
          </p:txBody>
        </p:sp>
        <p:sp>
          <p:nvSpPr>
            <p:cNvPr id="1456" name="rc1456"/>
            <p:cNvSpPr/>
            <p:nvPr/>
          </p:nvSpPr>
          <p:spPr>
            <a:xfrm>
              <a:off x="10698162" y="3276599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rc1457"/>
            <p:cNvSpPr/>
            <p:nvPr/>
          </p:nvSpPr>
          <p:spPr>
            <a:xfrm>
              <a:off x="11193776" y="3573878"/>
              <a:ext cx="437255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11193776" y="4708540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11193776" y="4384351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11193776" y="406016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11193776" y="373597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1209460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1313946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1418432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1522918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11193776" y="4870635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11193776" y="454644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11193776" y="422225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11193776" y="3898067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11193776" y="357387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11572174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1261703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1366189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14706755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t1475"/>
            <p:cNvSpPr/>
            <p:nvPr/>
          </p:nvSpPr>
          <p:spPr>
            <a:xfrm>
              <a:off x="11991268" y="4435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t1476"/>
            <p:cNvSpPr/>
            <p:nvPr/>
          </p:nvSpPr>
          <p:spPr>
            <a:xfrm>
              <a:off x="12170032" y="4589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t1477"/>
            <p:cNvSpPr/>
            <p:nvPr/>
          </p:nvSpPr>
          <p:spPr>
            <a:xfrm>
              <a:off x="11782943" y="465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t1478"/>
            <p:cNvSpPr/>
            <p:nvPr/>
          </p:nvSpPr>
          <p:spPr>
            <a:xfrm>
              <a:off x="12711253" y="440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t1479"/>
            <p:cNvSpPr/>
            <p:nvPr/>
          </p:nvSpPr>
          <p:spPr>
            <a:xfrm>
              <a:off x="12716884" y="4354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t1480"/>
            <p:cNvSpPr/>
            <p:nvPr/>
          </p:nvSpPr>
          <p:spPr>
            <a:xfrm>
              <a:off x="12888610" y="4323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12139769" y="4464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11969450" y="4498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11861065" y="448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13232064" y="4597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11972969" y="4413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12410028" y="4447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12193961" y="4449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11535206" y="452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11510573" y="471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13136347" y="4300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13350302" y="460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13404494" y="4672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11761126" y="4679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12113025" y="4678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12017308" y="4298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12044052" y="4297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12110913" y="4524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12483223" y="4548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12524043" y="444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12405805" y="4270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12321349" y="4225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13666307" y="4349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14262424" y="4326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13280626" y="4241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13019517" y="4199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13240509" y="4485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13225026" y="4511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12492372" y="4605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14079437" y="4265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14511569" y="418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12031384" y="4576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12317126" y="4659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11744938" y="4338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11570396" y="4245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12886499" y="4384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13002626" y="415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13296813" y="4177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13423497" y="4185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13500211" y="4186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13503730" y="419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14135037" y="4164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14447523" y="417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12269972" y="4342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11638665" y="473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11828690" y="4569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11647110" y="4489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11642888" y="4529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14037209" y="4348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13886596" y="4323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13675457" y="461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12027161" y="4570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12151734" y="448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12268564" y="4499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12453663" y="4254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12490964" y="4519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12195369" y="4256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12241116" y="4229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12347389" y="4367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12526154" y="4366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12362873" y="4406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13510768" y="4620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13491061" y="4403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13485431" y="4493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11732270" y="4275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11766756" y="4623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11842062" y="4560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14014687" y="4430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14379959" y="4376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14197675" y="445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14206824" y="4410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11991268" y="4580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11987749" y="4564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11809688" y="4455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11884290" y="4431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11911035" y="4438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12610610" y="4577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12923096" y="4524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12035607" y="4547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12146807" y="4270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13398160" y="442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12060240" y="452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12642985" y="4312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12457182" y="4196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13221507" y="4488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13990758" y="4402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13700793" y="4428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13757097" y="4375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11963819" y="4691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11951151" y="4285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11818133" y="4615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11898366" y="4402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12061647" y="4636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12305162" y="4674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12082058" y="4252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11934964" y="4611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12949137" y="4432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13392530" y="4566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13717684" y="4542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11610513" y="4457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12287567" y="4615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12559937" y="4633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12391025" y="4624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12676767" y="4260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12791486" y="4202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13189132" y="4194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12876646" y="4144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12173551" y="4432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12172144" y="462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12213668" y="4684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12185516" y="4656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12177070" y="4340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12193258" y="4604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12174959" y="4614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14200490" y="4154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14160374" y="415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14495381" y="4134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11597844" y="4755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11687931" y="450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12134842" y="4667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11852619" y="4371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11863176" y="4660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12280529" y="4324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12520524" y="4370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11941298" y="4661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12056721" y="4505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12412139" y="454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12436068" y="4345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13099750" y="4477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13156757" y="446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11602067" y="4615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11592214" y="474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12779522" y="4400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12243931" y="425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12294605" y="4284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12291086" y="4177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12117247" y="4648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12235486" y="4482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12366392" y="4535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12239005" y="457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12241116" y="452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12203111" y="435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12288270" y="4229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13120864" y="4379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12990661" y="441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12856236" y="4372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13248955" y="4241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12737294" y="4637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11704118" y="4359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11793500" y="4384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11820245" y="438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11604179" y="459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11830098" y="463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12317126" y="444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12198184" y="4553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12999810" y="423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13069486" y="4219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14109700" y="4556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13830292" y="4552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14015391" y="4501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14439781" y="4595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11562655" y="4510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11609105" y="4709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11804761" y="4385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13059633" y="4313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13194059" y="4531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13468540" y="4626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13339041" y="4527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14068880" y="4320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13301740" y="4358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12522635" y="4210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11549986" y="4357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13091304" y="4484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12965324" y="4422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12992069" y="4463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13410828" y="4356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11863880" y="457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12815415" y="4417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11560543" y="4516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11626700" y="4399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11663298" y="4700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13596631" y="4522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13581851" y="4388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13377750" y="4407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14051285" y="4216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11503536" y="4586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11506351" y="4381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11509870" y="4335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12199592" y="4634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13075821" y="45109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11965931" y="4645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12766149" y="4530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11605558" y="35738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11193776" y="4505014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674" name="pg1674"/>
            <p:cNvSpPr/>
            <p:nvPr/>
          </p:nvSpPr>
          <p:spPr>
            <a:xfrm>
              <a:off x="11193776" y="3573878"/>
              <a:ext cx="639613" cy="257331"/>
            </a:xfrm>
            <a:custGeom>
              <a:avLst/>
              <a:pathLst>
                <a:path w="639613" h="257331">
                  <a:moveTo>
                    <a:pt x="0" y="257331"/>
                  </a:moveTo>
                  <a:lnTo>
                    <a:pt x="614467" y="257331"/>
                  </a:lnTo>
                  <a:lnTo>
                    <a:pt x="613455" y="257311"/>
                  </a:lnTo>
                  <a:lnTo>
                    <a:pt x="617498" y="257148"/>
                  </a:lnTo>
                  <a:lnTo>
                    <a:pt x="621463" y="256339"/>
                  </a:lnTo>
                  <a:lnTo>
                    <a:pt x="625247" y="254904"/>
                  </a:lnTo>
                  <a:lnTo>
                    <a:pt x="628752" y="252880"/>
                  </a:lnTo>
                  <a:lnTo>
                    <a:pt x="631886" y="250321"/>
                  </a:lnTo>
                  <a:lnTo>
                    <a:pt x="634570" y="247292"/>
                  </a:lnTo>
                  <a:lnTo>
                    <a:pt x="636733" y="243871"/>
                  </a:lnTo>
                  <a:lnTo>
                    <a:pt x="638319" y="240148"/>
                  </a:lnTo>
                  <a:lnTo>
                    <a:pt x="639288" y="236219"/>
                  </a:lnTo>
                  <a:lnTo>
                    <a:pt x="639613" y="232185"/>
                  </a:lnTo>
                  <a:lnTo>
                    <a:pt x="63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tx1675"/>
            <p:cNvSpPr/>
            <p:nvPr/>
          </p:nvSpPr>
          <p:spPr>
            <a:xfrm>
              <a:off x="10921902" y="34864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1676" name="tx1676"/>
            <p:cNvSpPr/>
            <p:nvPr/>
          </p:nvSpPr>
          <p:spPr>
            <a:xfrm>
              <a:off x="11380019" y="3658194"/>
              <a:ext cx="41146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 (1%)</a:t>
              </a:r>
            </a:p>
          </p:txBody>
        </p:sp>
        <p:sp>
          <p:nvSpPr>
            <p:cNvPr id="1677" name="pg1677"/>
            <p:cNvSpPr/>
            <p:nvPr/>
          </p:nvSpPr>
          <p:spPr>
            <a:xfrm>
              <a:off x="11193776" y="4742979"/>
              <a:ext cx="639613" cy="257331"/>
            </a:xfrm>
            <a:custGeom>
              <a:avLst/>
              <a:pathLst>
                <a:path w="639613" h="257331">
                  <a:moveTo>
                    <a:pt x="639613" y="257331"/>
                  </a:moveTo>
                  <a:lnTo>
                    <a:pt x="639613" y="25145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tx1678"/>
            <p:cNvSpPr/>
            <p:nvPr/>
          </p:nvSpPr>
          <p:spPr>
            <a:xfrm>
              <a:off x="10914057" y="47554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1679" name="tx1679"/>
            <p:cNvSpPr/>
            <p:nvPr/>
          </p:nvSpPr>
          <p:spPr>
            <a:xfrm>
              <a:off x="11108123" y="4954952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 (15.7%)</a:t>
              </a:r>
            </a:p>
          </p:txBody>
        </p:sp>
        <p:sp>
          <p:nvSpPr>
            <p:cNvPr id="1680" name="pg1680"/>
            <p:cNvSpPr/>
            <p:nvPr/>
          </p:nvSpPr>
          <p:spPr>
            <a:xfrm>
              <a:off x="12240433" y="3573878"/>
              <a:ext cx="899032" cy="257331"/>
            </a:xfrm>
            <a:custGeom>
              <a:avLst/>
              <a:pathLst>
                <a:path w="899032" h="257331">
                  <a:moveTo>
                    <a:pt x="25145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tx1681"/>
            <p:cNvSpPr/>
            <p:nvPr/>
          </p:nvSpPr>
          <p:spPr>
            <a:xfrm>
              <a:off x="12282343" y="34864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1682" name="tx1682"/>
            <p:cNvSpPr/>
            <p:nvPr/>
          </p:nvSpPr>
          <p:spPr>
            <a:xfrm>
              <a:off x="12414198" y="3658194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 (23.4%)</a:t>
              </a:r>
            </a:p>
          </p:txBody>
        </p:sp>
        <p:sp>
          <p:nvSpPr>
            <p:cNvPr id="1683" name="pg1683"/>
            <p:cNvSpPr/>
            <p:nvPr/>
          </p:nvSpPr>
          <p:spPr>
            <a:xfrm>
              <a:off x="12123857" y="47429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5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5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tx1684"/>
            <p:cNvSpPr/>
            <p:nvPr/>
          </p:nvSpPr>
          <p:spPr>
            <a:xfrm>
              <a:off x="12165767" y="47554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1685" name="tx1685"/>
            <p:cNvSpPr/>
            <p:nvPr/>
          </p:nvSpPr>
          <p:spPr>
            <a:xfrm>
              <a:off x="12336504" y="49549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118 (59.9%)</a:t>
              </a:r>
            </a:p>
          </p:txBody>
        </p:sp>
        <p:sp>
          <p:nvSpPr>
            <p:cNvPr id="1686" name="rc1686"/>
            <p:cNvSpPr/>
            <p:nvPr/>
          </p:nvSpPr>
          <p:spPr>
            <a:xfrm>
              <a:off x="11193776" y="3573878"/>
              <a:ext cx="437255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tx1687"/>
            <p:cNvSpPr/>
            <p:nvPr/>
          </p:nvSpPr>
          <p:spPr>
            <a:xfrm>
              <a:off x="10938567" y="482894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1688" name="tx1688"/>
            <p:cNvSpPr/>
            <p:nvPr/>
          </p:nvSpPr>
          <p:spPr>
            <a:xfrm>
              <a:off x="10975784" y="450475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689" name="tx1689"/>
            <p:cNvSpPr/>
            <p:nvPr/>
          </p:nvSpPr>
          <p:spPr>
            <a:xfrm>
              <a:off x="10975784" y="418056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690" name="tx1690"/>
            <p:cNvSpPr/>
            <p:nvPr/>
          </p:nvSpPr>
          <p:spPr>
            <a:xfrm>
              <a:off x="10975784" y="385637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691" name="tx1691"/>
            <p:cNvSpPr/>
            <p:nvPr/>
          </p:nvSpPr>
          <p:spPr>
            <a:xfrm>
              <a:off x="10975784" y="353355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692" name="pl1692"/>
            <p:cNvSpPr/>
            <p:nvPr/>
          </p:nvSpPr>
          <p:spPr>
            <a:xfrm>
              <a:off x="11158981" y="48706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11158981" y="45464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11158981" y="42222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11158981" y="38980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11158981" y="35738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11572174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1261703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1366189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14706755" y="50003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tx1701"/>
            <p:cNvSpPr/>
            <p:nvPr/>
          </p:nvSpPr>
          <p:spPr>
            <a:xfrm>
              <a:off x="11541097" y="50612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702" name="tx1702"/>
            <p:cNvSpPr/>
            <p:nvPr/>
          </p:nvSpPr>
          <p:spPr>
            <a:xfrm>
              <a:off x="12554879" y="50612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703" name="tx1703"/>
            <p:cNvSpPr/>
            <p:nvPr/>
          </p:nvSpPr>
          <p:spPr>
            <a:xfrm>
              <a:off x="13599739" y="50612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704" name="tx1704"/>
            <p:cNvSpPr/>
            <p:nvPr/>
          </p:nvSpPr>
          <p:spPr>
            <a:xfrm>
              <a:off x="14644600" y="50611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1705" name="tx1705"/>
            <p:cNvSpPr/>
            <p:nvPr/>
          </p:nvSpPr>
          <p:spPr>
            <a:xfrm>
              <a:off x="12522243" y="51809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1706" name="tx1706"/>
            <p:cNvSpPr/>
            <p:nvPr/>
          </p:nvSpPr>
          <p:spPr>
            <a:xfrm rot="-5400000">
              <a:off x="10177198" y="4221542"/>
              <a:ext cx="125000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pTau217 (Z)</a:t>
              </a:r>
            </a:p>
          </p:txBody>
        </p:sp>
        <p:sp>
          <p:nvSpPr>
            <p:cNvPr id="1707" name="tx1707"/>
            <p:cNvSpPr/>
            <p:nvPr/>
          </p:nvSpPr>
          <p:spPr>
            <a:xfrm>
              <a:off x="11193776" y="3342096"/>
              <a:ext cx="176971" cy="124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G.</a:t>
              </a:r>
            </a:p>
          </p:txBody>
        </p:sp>
        <p:sp>
          <p:nvSpPr>
            <p:cNvPr id="1708" name="rc1708"/>
            <p:cNvSpPr/>
            <p:nvPr/>
          </p:nvSpPr>
          <p:spPr>
            <a:xfrm>
              <a:off x="16292827" y="3276599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16937463" y="46913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16937463" y="44084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16937463" y="41255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16937463" y="38426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17135503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17418418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17701333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17984248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16937463" y="48328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16937463" y="45498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16937463" y="42669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16937463" y="39840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16937463" y="37011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1699404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17276961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1755987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17842791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18125706" y="36445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16994046" y="37011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4759"/>
                  </a:lnTo>
                  <a:lnTo>
                    <a:pt x="0" y="1117859"/>
                  </a:lnTo>
                  <a:lnTo>
                    <a:pt x="0" y="1110958"/>
                  </a:lnTo>
                  <a:lnTo>
                    <a:pt x="0" y="1104058"/>
                  </a:lnTo>
                  <a:lnTo>
                    <a:pt x="0" y="1097158"/>
                  </a:lnTo>
                  <a:lnTo>
                    <a:pt x="0" y="1090257"/>
                  </a:lnTo>
                  <a:lnTo>
                    <a:pt x="0" y="1083357"/>
                  </a:lnTo>
                  <a:lnTo>
                    <a:pt x="0" y="1076457"/>
                  </a:lnTo>
                  <a:lnTo>
                    <a:pt x="0" y="1069556"/>
                  </a:lnTo>
                  <a:lnTo>
                    <a:pt x="0" y="1062656"/>
                  </a:lnTo>
                  <a:lnTo>
                    <a:pt x="0" y="1055756"/>
                  </a:lnTo>
                  <a:lnTo>
                    <a:pt x="0" y="1048855"/>
                  </a:lnTo>
                  <a:lnTo>
                    <a:pt x="0" y="1041955"/>
                  </a:lnTo>
                  <a:lnTo>
                    <a:pt x="0" y="1035054"/>
                  </a:lnTo>
                  <a:lnTo>
                    <a:pt x="0" y="1028154"/>
                  </a:lnTo>
                  <a:lnTo>
                    <a:pt x="0" y="1021254"/>
                  </a:lnTo>
                  <a:lnTo>
                    <a:pt x="0" y="1014353"/>
                  </a:lnTo>
                  <a:lnTo>
                    <a:pt x="0" y="1007453"/>
                  </a:lnTo>
                  <a:lnTo>
                    <a:pt x="0" y="1000553"/>
                  </a:lnTo>
                  <a:lnTo>
                    <a:pt x="0" y="993652"/>
                  </a:lnTo>
                  <a:lnTo>
                    <a:pt x="0" y="986752"/>
                  </a:lnTo>
                  <a:lnTo>
                    <a:pt x="0" y="979852"/>
                  </a:lnTo>
                  <a:lnTo>
                    <a:pt x="0" y="972951"/>
                  </a:lnTo>
                  <a:lnTo>
                    <a:pt x="0" y="966051"/>
                  </a:lnTo>
                  <a:lnTo>
                    <a:pt x="0" y="959150"/>
                  </a:lnTo>
                  <a:lnTo>
                    <a:pt x="0" y="952250"/>
                  </a:lnTo>
                  <a:lnTo>
                    <a:pt x="34292" y="952250"/>
                  </a:lnTo>
                  <a:lnTo>
                    <a:pt x="34292" y="945350"/>
                  </a:lnTo>
                  <a:lnTo>
                    <a:pt x="34292" y="938449"/>
                  </a:lnTo>
                  <a:lnTo>
                    <a:pt x="34292" y="931549"/>
                  </a:lnTo>
                  <a:lnTo>
                    <a:pt x="34292" y="924649"/>
                  </a:lnTo>
                  <a:lnTo>
                    <a:pt x="34292" y="917748"/>
                  </a:lnTo>
                  <a:lnTo>
                    <a:pt x="34292" y="910848"/>
                  </a:lnTo>
                  <a:lnTo>
                    <a:pt x="34292" y="903947"/>
                  </a:lnTo>
                  <a:lnTo>
                    <a:pt x="34292" y="897047"/>
                  </a:lnTo>
                  <a:lnTo>
                    <a:pt x="68585" y="897047"/>
                  </a:lnTo>
                  <a:lnTo>
                    <a:pt x="68585" y="890147"/>
                  </a:lnTo>
                  <a:lnTo>
                    <a:pt x="68585" y="883246"/>
                  </a:lnTo>
                  <a:lnTo>
                    <a:pt x="68585" y="876346"/>
                  </a:lnTo>
                  <a:lnTo>
                    <a:pt x="68585" y="869446"/>
                  </a:lnTo>
                  <a:lnTo>
                    <a:pt x="68585" y="862545"/>
                  </a:lnTo>
                  <a:lnTo>
                    <a:pt x="68585" y="855645"/>
                  </a:lnTo>
                  <a:lnTo>
                    <a:pt x="68585" y="848745"/>
                  </a:lnTo>
                  <a:lnTo>
                    <a:pt x="68585" y="841844"/>
                  </a:lnTo>
                  <a:lnTo>
                    <a:pt x="68585" y="834944"/>
                  </a:lnTo>
                  <a:lnTo>
                    <a:pt x="68585" y="828043"/>
                  </a:lnTo>
                  <a:lnTo>
                    <a:pt x="68585" y="821143"/>
                  </a:lnTo>
                  <a:lnTo>
                    <a:pt x="68585" y="814243"/>
                  </a:lnTo>
                  <a:lnTo>
                    <a:pt x="102878" y="814243"/>
                  </a:lnTo>
                  <a:lnTo>
                    <a:pt x="137170" y="814243"/>
                  </a:lnTo>
                  <a:lnTo>
                    <a:pt x="137170" y="807342"/>
                  </a:lnTo>
                  <a:lnTo>
                    <a:pt x="137170" y="800442"/>
                  </a:lnTo>
                  <a:lnTo>
                    <a:pt x="137170" y="793542"/>
                  </a:lnTo>
                  <a:lnTo>
                    <a:pt x="137170" y="786641"/>
                  </a:lnTo>
                  <a:lnTo>
                    <a:pt x="137170" y="779741"/>
                  </a:lnTo>
                  <a:lnTo>
                    <a:pt x="137170" y="772841"/>
                  </a:lnTo>
                  <a:lnTo>
                    <a:pt x="137170" y="765940"/>
                  </a:lnTo>
                  <a:lnTo>
                    <a:pt x="137170" y="759040"/>
                  </a:lnTo>
                  <a:lnTo>
                    <a:pt x="171463" y="759040"/>
                  </a:lnTo>
                  <a:lnTo>
                    <a:pt x="171463" y="752139"/>
                  </a:lnTo>
                  <a:lnTo>
                    <a:pt x="205756" y="752139"/>
                  </a:lnTo>
                  <a:lnTo>
                    <a:pt x="205756" y="745239"/>
                  </a:lnTo>
                  <a:lnTo>
                    <a:pt x="205756" y="738339"/>
                  </a:lnTo>
                  <a:lnTo>
                    <a:pt x="205756" y="731438"/>
                  </a:lnTo>
                  <a:lnTo>
                    <a:pt x="205756" y="724538"/>
                  </a:lnTo>
                  <a:lnTo>
                    <a:pt x="205756" y="717638"/>
                  </a:lnTo>
                  <a:lnTo>
                    <a:pt x="205756" y="710737"/>
                  </a:lnTo>
                  <a:lnTo>
                    <a:pt x="205756" y="703837"/>
                  </a:lnTo>
                  <a:lnTo>
                    <a:pt x="205756" y="696937"/>
                  </a:lnTo>
                  <a:lnTo>
                    <a:pt x="240049" y="696937"/>
                  </a:lnTo>
                  <a:lnTo>
                    <a:pt x="240049" y="690036"/>
                  </a:lnTo>
                  <a:lnTo>
                    <a:pt x="274341" y="690036"/>
                  </a:lnTo>
                  <a:lnTo>
                    <a:pt x="308634" y="690036"/>
                  </a:lnTo>
                  <a:lnTo>
                    <a:pt x="342927" y="690036"/>
                  </a:lnTo>
                  <a:lnTo>
                    <a:pt x="342927" y="683136"/>
                  </a:lnTo>
                  <a:lnTo>
                    <a:pt x="377220" y="683136"/>
                  </a:lnTo>
                  <a:lnTo>
                    <a:pt x="377220" y="676235"/>
                  </a:lnTo>
                  <a:lnTo>
                    <a:pt x="377220" y="669335"/>
                  </a:lnTo>
                  <a:lnTo>
                    <a:pt x="377220" y="662435"/>
                  </a:lnTo>
                  <a:lnTo>
                    <a:pt x="377220" y="655534"/>
                  </a:lnTo>
                  <a:lnTo>
                    <a:pt x="377220" y="648634"/>
                  </a:lnTo>
                  <a:lnTo>
                    <a:pt x="377220" y="641734"/>
                  </a:lnTo>
                  <a:lnTo>
                    <a:pt x="377220" y="634833"/>
                  </a:lnTo>
                  <a:lnTo>
                    <a:pt x="377220" y="627933"/>
                  </a:lnTo>
                  <a:lnTo>
                    <a:pt x="377220" y="621032"/>
                  </a:lnTo>
                  <a:lnTo>
                    <a:pt x="377220" y="614132"/>
                  </a:lnTo>
                  <a:lnTo>
                    <a:pt x="377220" y="607232"/>
                  </a:lnTo>
                  <a:lnTo>
                    <a:pt x="377220" y="600331"/>
                  </a:lnTo>
                  <a:lnTo>
                    <a:pt x="377220" y="593431"/>
                  </a:lnTo>
                  <a:lnTo>
                    <a:pt x="377220" y="586531"/>
                  </a:lnTo>
                  <a:lnTo>
                    <a:pt x="377220" y="579630"/>
                  </a:lnTo>
                  <a:lnTo>
                    <a:pt x="377220" y="572730"/>
                  </a:lnTo>
                  <a:lnTo>
                    <a:pt x="377220" y="565830"/>
                  </a:lnTo>
                  <a:lnTo>
                    <a:pt x="377220" y="558929"/>
                  </a:lnTo>
                  <a:lnTo>
                    <a:pt x="377220" y="552029"/>
                  </a:lnTo>
                  <a:lnTo>
                    <a:pt x="377220" y="545128"/>
                  </a:lnTo>
                  <a:lnTo>
                    <a:pt x="377220" y="538228"/>
                  </a:lnTo>
                  <a:lnTo>
                    <a:pt x="377220" y="531328"/>
                  </a:lnTo>
                  <a:lnTo>
                    <a:pt x="377220" y="524427"/>
                  </a:lnTo>
                  <a:lnTo>
                    <a:pt x="377220" y="517527"/>
                  </a:lnTo>
                  <a:lnTo>
                    <a:pt x="377220" y="510627"/>
                  </a:lnTo>
                  <a:lnTo>
                    <a:pt x="411512" y="510627"/>
                  </a:lnTo>
                  <a:lnTo>
                    <a:pt x="445805" y="510627"/>
                  </a:lnTo>
                  <a:lnTo>
                    <a:pt x="445805" y="503726"/>
                  </a:lnTo>
                  <a:lnTo>
                    <a:pt x="445805" y="496826"/>
                  </a:lnTo>
                  <a:lnTo>
                    <a:pt x="445805" y="489926"/>
                  </a:lnTo>
                  <a:lnTo>
                    <a:pt x="445805" y="483025"/>
                  </a:lnTo>
                  <a:lnTo>
                    <a:pt x="445805" y="476125"/>
                  </a:lnTo>
                  <a:lnTo>
                    <a:pt x="445805" y="469224"/>
                  </a:lnTo>
                  <a:lnTo>
                    <a:pt x="445805" y="462324"/>
                  </a:lnTo>
                  <a:lnTo>
                    <a:pt x="445805" y="455424"/>
                  </a:lnTo>
                  <a:lnTo>
                    <a:pt x="445805" y="448523"/>
                  </a:lnTo>
                  <a:lnTo>
                    <a:pt x="445805" y="441623"/>
                  </a:lnTo>
                  <a:lnTo>
                    <a:pt x="480098" y="441623"/>
                  </a:lnTo>
                  <a:lnTo>
                    <a:pt x="480098" y="434723"/>
                  </a:lnTo>
                  <a:lnTo>
                    <a:pt x="480098" y="427822"/>
                  </a:lnTo>
                  <a:lnTo>
                    <a:pt x="480098" y="420922"/>
                  </a:lnTo>
                  <a:lnTo>
                    <a:pt x="480098" y="414021"/>
                  </a:lnTo>
                  <a:lnTo>
                    <a:pt x="514390" y="414021"/>
                  </a:lnTo>
                  <a:lnTo>
                    <a:pt x="514390" y="407121"/>
                  </a:lnTo>
                  <a:lnTo>
                    <a:pt x="548683" y="407121"/>
                  </a:lnTo>
                  <a:lnTo>
                    <a:pt x="548683" y="400221"/>
                  </a:lnTo>
                  <a:lnTo>
                    <a:pt x="548683" y="393320"/>
                  </a:lnTo>
                  <a:lnTo>
                    <a:pt x="582976" y="393320"/>
                  </a:lnTo>
                  <a:lnTo>
                    <a:pt x="582976" y="386420"/>
                  </a:lnTo>
                  <a:lnTo>
                    <a:pt x="617269" y="386420"/>
                  </a:lnTo>
                  <a:lnTo>
                    <a:pt x="617269" y="379520"/>
                  </a:lnTo>
                  <a:lnTo>
                    <a:pt x="617269" y="372619"/>
                  </a:lnTo>
                  <a:lnTo>
                    <a:pt x="617269" y="365719"/>
                  </a:lnTo>
                  <a:lnTo>
                    <a:pt x="617269" y="358819"/>
                  </a:lnTo>
                  <a:lnTo>
                    <a:pt x="617269" y="351918"/>
                  </a:lnTo>
                  <a:lnTo>
                    <a:pt x="617269" y="345018"/>
                  </a:lnTo>
                  <a:lnTo>
                    <a:pt x="651561" y="345018"/>
                  </a:lnTo>
                  <a:lnTo>
                    <a:pt x="651561" y="338117"/>
                  </a:lnTo>
                  <a:lnTo>
                    <a:pt x="651561" y="331217"/>
                  </a:lnTo>
                  <a:lnTo>
                    <a:pt x="651561" y="324317"/>
                  </a:lnTo>
                  <a:lnTo>
                    <a:pt x="651561" y="317416"/>
                  </a:lnTo>
                  <a:lnTo>
                    <a:pt x="651561" y="310516"/>
                  </a:lnTo>
                  <a:lnTo>
                    <a:pt x="651561" y="303616"/>
                  </a:lnTo>
                  <a:lnTo>
                    <a:pt x="651561" y="296715"/>
                  </a:lnTo>
                  <a:lnTo>
                    <a:pt x="651561" y="289815"/>
                  </a:lnTo>
                  <a:lnTo>
                    <a:pt x="651561" y="282915"/>
                  </a:lnTo>
                  <a:lnTo>
                    <a:pt x="651561" y="276014"/>
                  </a:lnTo>
                  <a:lnTo>
                    <a:pt x="651561" y="269114"/>
                  </a:lnTo>
                  <a:lnTo>
                    <a:pt x="651561" y="262213"/>
                  </a:lnTo>
                  <a:lnTo>
                    <a:pt x="651561" y="255313"/>
                  </a:lnTo>
                  <a:lnTo>
                    <a:pt x="685854" y="255313"/>
                  </a:lnTo>
                  <a:lnTo>
                    <a:pt x="685854" y="248413"/>
                  </a:lnTo>
                  <a:lnTo>
                    <a:pt x="685854" y="241512"/>
                  </a:lnTo>
                  <a:lnTo>
                    <a:pt x="685854" y="234612"/>
                  </a:lnTo>
                  <a:lnTo>
                    <a:pt x="685854" y="227712"/>
                  </a:lnTo>
                  <a:lnTo>
                    <a:pt x="685854" y="220811"/>
                  </a:lnTo>
                  <a:lnTo>
                    <a:pt x="685854" y="213911"/>
                  </a:lnTo>
                  <a:lnTo>
                    <a:pt x="720147" y="213911"/>
                  </a:lnTo>
                  <a:lnTo>
                    <a:pt x="720147" y="207010"/>
                  </a:lnTo>
                  <a:lnTo>
                    <a:pt x="720147" y="200110"/>
                  </a:lnTo>
                  <a:lnTo>
                    <a:pt x="720147" y="193210"/>
                  </a:lnTo>
                  <a:lnTo>
                    <a:pt x="754440" y="193210"/>
                  </a:lnTo>
                  <a:lnTo>
                    <a:pt x="754440" y="186309"/>
                  </a:lnTo>
                  <a:lnTo>
                    <a:pt x="754440" y="179409"/>
                  </a:lnTo>
                  <a:lnTo>
                    <a:pt x="754440" y="172509"/>
                  </a:lnTo>
                  <a:lnTo>
                    <a:pt x="754440" y="165608"/>
                  </a:lnTo>
                  <a:lnTo>
                    <a:pt x="754440" y="158708"/>
                  </a:lnTo>
                  <a:lnTo>
                    <a:pt x="754440" y="151808"/>
                  </a:lnTo>
                  <a:lnTo>
                    <a:pt x="754440" y="144907"/>
                  </a:lnTo>
                  <a:lnTo>
                    <a:pt x="788732" y="144907"/>
                  </a:lnTo>
                  <a:lnTo>
                    <a:pt x="823025" y="144907"/>
                  </a:lnTo>
                  <a:lnTo>
                    <a:pt x="823025" y="138007"/>
                  </a:lnTo>
                  <a:lnTo>
                    <a:pt x="823025" y="131106"/>
                  </a:lnTo>
                  <a:lnTo>
                    <a:pt x="857318" y="131106"/>
                  </a:lnTo>
                  <a:lnTo>
                    <a:pt x="857318" y="124206"/>
                  </a:lnTo>
                  <a:lnTo>
                    <a:pt x="857318" y="117306"/>
                  </a:lnTo>
                  <a:lnTo>
                    <a:pt x="857318" y="110405"/>
                  </a:lnTo>
                  <a:lnTo>
                    <a:pt x="857318" y="103505"/>
                  </a:lnTo>
                  <a:lnTo>
                    <a:pt x="857318" y="96605"/>
                  </a:lnTo>
                  <a:lnTo>
                    <a:pt x="857318" y="89704"/>
                  </a:lnTo>
                  <a:lnTo>
                    <a:pt x="857318" y="82804"/>
                  </a:lnTo>
                  <a:lnTo>
                    <a:pt x="857318" y="75904"/>
                  </a:lnTo>
                  <a:lnTo>
                    <a:pt x="857318" y="69003"/>
                  </a:lnTo>
                  <a:lnTo>
                    <a:pt x="857318" y="62103"/>
                  </a:lnTo>
                  <a:lnTo>
                    <a:pt x="891610" y="62103"/>
                  </a:lnTo>
                  <a:lnTo>
                    <a:pt x="891610" y="55202"/>
                  </a:lnTo>
                  <a:lnTo>
                    <a:pt x="891610" y="48302"/>
                  </a:lnTo>
                  <a:lnTo>
                    <a:pt x="891610" y="41402"/>
                  </a:lnTo>
                  <a:lnTo>
                    <a:pt x="891610" y="34501"/>
                  </a:lnTo>
                  <a:lnTo>
                    <a:pt x="891610" y="27601"/>
                  </a:lnTo>
                  <a:lnTo>
                    <a:pt x="891610" y="20701"/>
                  </a:lnTo>
                  <a:lnTo>
                    <a:pt x="891610" y="13800"/>
                  </a:lnTo>
                  <a:lnTo>
                    <a:pt x="925903" y="13800"/>
                  </a:lnTo>
                  <a:lnTo>
                    <a:pt x="925903" y="6900"/>
                  </a:lnTo>
                  <a:lnTo>
                    <a:pt x="925903" y="0"/>
                  </a:lnTo>
                  <a:lnTo>
                    <a:pt x="960196" y="0"/>
                  </a:lnTo>
                  <a:lnTo>
                    <a:pt x="994489" y="0"/>
                  </a:lnTo>
                  <a:lnTo>
                    <a:pt x="1028781" y="0"/>
                  </a:lnTo>
                  <a:lnTo>
                    <a:pt x="1063074" y="0"/>
                  </a:lnTo>
                  <a:lnTo>
                    <a:pt x="109736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16937463" y="36445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29" name="pg1729"/>
            <p:cNvSpPr/>
            <p:nvPr/>
          </p:nvSpPr>
          <p:spPr>
            <a:xfrm>
              <a:off x="17276961" y="41788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tx1730"/>
            <p:cNvSpPr/>
            <p:nvPr/>
          </p:nvSpPr>
          <p:spPr>
            <a:xfrm>
              <a:off x="17322491" y="4193733"/>
              <a:ext cx="2164161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0.27 [-1.213, 1.519]</a:t>
              </a:r>
            </a:p>
          </p:txBody>
        </p:sp>
        <p:sp>
          <p:nvSpPr>
            <p:cNvPr id="1731" name="tx1731"/>
            <p:cNvSpPr/>
            <p:nvPr/>
          </p:nvSpPr>
          <p:spPr>
            <a:xfrm>
              <a:off x="17322491" y="44391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0.652</a:t>
              </a:r>
            </a:p>
          </p:txBody>
        </p:sp>
        <p:sp>
          <p:nvSpPr>
            <p:cNvPr id="1732" name="tx1732"/>
            <p:cNvSpPr/>
            <p:nvPr/>
          </p:nvSpPr>
          <p:spPr>
            <a:xfrm>
              <a:off x="17322491" y="46591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0.958</a:t>
              </a:r>
            </a:p>
          </p:txBody>
        </p:sp>
        <p:sp>
          <p:nvSpPr>
            <p:cNvPr id="1733" name="tx1733"/>
            <p:cNvSpPr/>
            <p:nvPr/>
          </p:nvSpPr>
          <p:spPr>
            <a:xfrm>
              <a:off x="17322491" y="48776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0.280</a:t>
              </a:r>
            </a:p>
          </p:txBody>
        </p:sp>
        <p:sp>
          <p:nvSpPr>
            <p:cNvPr id="1734" name="tx1734"/>
            <p:cNvSpPr/>
            <p:nvPr/>
          </p:nvSpPr>
          <p:spPr>
            <a:xfrm>
              <a:off x="16580912" y="47797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35" name="tx1735"/>
            <p:cNvSpPr/>
            <p:nvPr/>
          </p:nvSpPr>
          <p:spPr>
            <a:xfrm>
              <a:off x="16580912" y="44968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36" name="tx1736"/>
            <p:cNvSpPr/>
            <p:nvPr/>
          </p:nvSpPr>
          <p:spPr>
            <a:xfrm>
              <a:off x="16580912" y="42139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37" name="tx1737"/>
            <p:cNvSpPr/>
            <p:nvPr/>
          </p:nvSpPr>
          <p:spPr>
            <a:xfrm>
              <a:off x="16580912" y="39309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38" name="tx1738"/>
            <p:cNvSpPr/>
            <p:nvPr/>
          </p:nvSpPr>
          <p:spPr>
            <a:xfrm>
              <a:off x="16580912" y="36480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39" name="tx1739"/>
            <p:cNvSpPr/>
            <p:nvPr/>
          </p:nvSpPr>
          <p:spPr>
            <a:xfrm>
              <a:off x="1685562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1740" name="tx1740"/>
            <p:cNvSpPr/>
            <p:nvPr/>
          </p:nvSpPr>
          <p:spPr>
            <a:xfrm>
              <a:off x="17138541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1741" name="tx1741"/>
            <p:cNvSpPr/>
            <p:nvPr/>
          </p:nvSpPr>
          <p:spPr>
            <a:xfrm>
              <a:off x="1742145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1742" name="tx1742"/>
            <p:cNvSpPr/>
            <p:nvPr/>
          </p:nvSpPr>
          <p:spPr>
            <a:xfrm>
              <a:off x="17704371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1743" name="tx1743"/>
            <p:cNvSpPr/>
            <p:nvPr/>
          </p:nvSpPr>
          <p:spPr>
            <a:xfrm>
              <a:off x="17987286" y="49669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1744" name="tx1744"/>
            <p:cNvSpPr/>
            <p:nvPr/>
          </p:nvSpPr>
          <p:spPr>
            <a:xfrm>
              <a:off x="16181492" y="51166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1745" name="tx1745"/>
            <p:cNvSpPr/>
            <p:nvPr/>
          </p:nvSpPr>
          <p:spPr>
            <a:xfrm rot="-5400000">
              <a:off x="15209894" y="41835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1746" name="tx1746"/>
            <p:cNvSpPr/>
            <p:nvPr/>
          </p:nvSpPr>
          <p:spPr>
            <a:xfrm>
              <a:off x="16937463" y="3365167"/>
              <a:ext cx="213360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H.</a:t>
              </a:r>
            </a:p>
          </p:txBody>
        </p:sp>
        <p:sp>
          <p:nvSpPr>
            <p:cNvPr id="1747" name="rc1747"/>
            <p:cNvSpPr/>
            <p:nvPr/>
          </p:nvSpPr>
          <p:spPr>
            <a:xfrm>
              <a:off x="2468562" y="54102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rc1748"/>
            <p:cNvSpPr/>
            <p:nvPr/>
          </p:nvSpPr>
          <p:spPr>
            <a:xfrm>
              <a:off x="2897501" y="5707478"/>
              <a:ext cx="4439232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2897501" y="704480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2897501" y="680209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2897501" y="655938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2897501" y="631667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2897501" y="607396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2897501" y="5831253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3812066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872859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5933651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6994444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2897501" y="692344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2897501" y="668073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2897501" y="643802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2897501" y="619531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2897501" y="595260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2897501" y="570989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3281669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342462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5403255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6464048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3260950" y="6849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3239515" y="691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3373846" y="6866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3433152" y="6832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3219508" y="6926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3200215" y="6851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3185210" y="69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3222366" y="6924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3889022" y="6765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5718219" y="6535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5817539" y="653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5811108" y="6528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496031" y="6838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3716106" y="6712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225939" y="686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5898995" y="652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159487" y="6922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131621" y="6898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3254520" y="6872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3198072" y="6915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3274527" y="6866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241658" y="6874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3245231" y="687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4438496" y="6310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4444212" y="624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4618558" y="637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3859727" y="6793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434581" y="668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3238086" y="694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3858298" y="6728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3879019" y="648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4279156" y="6702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3358127" y="6939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3233798" y="6890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4020496" y="6252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3685381" y="6214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3298106" y="6862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4967248" y="6745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5590318" y="6732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3958332" y="679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4208417" y="6702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3194499" y="6899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3265952" y="6845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3243087" y="6795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3437439" y="6886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3688954" y="6800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3216650" y="6912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3895453" y="6816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3678951" y="6870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4128390" y="680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4249860" y="6819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4228424" y="6804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370274" y="678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3298821" y="692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3240944" y="6812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3170205" y="6863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178065" y="6885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3152342" y="6889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3253805" y="6860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3230226" y="6837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3303822" y="6898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158058" y="6929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3224509" y="6907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3244516" y="6891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3830431" y="5817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3767552" y="5747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4132677" y="6362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3913316" y="6334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4102667" y="65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3919033" y="638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4003347" y="6364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3243087" y="691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3334547" y="684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4211990" y="6404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4483511" y="656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3253091" y="686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432438" y="684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3251662" y="6936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3244516" y="6857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3219508" y="689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3737542" y="651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3706817" y="6637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4870072" y="6821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5087289" y="6728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5142308" y="6730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5123730" y="6686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3831145" y="6918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3257378" y="689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3144482" y="689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3307395" y="6878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3245231" y="6933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3247374" y="6919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174492" y="697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3251662" y="6906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3607498" y="617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3238086" y="6887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3205932" y="6877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3229511" y="6947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3294533" y="6854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3551764" y="686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3753262" y="6784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3844007" y="6864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3964048" y="6832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4322028" y="6637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3267381" y="6890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3331689" y="6985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3266667" y="6835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3290961" y="6866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3214506" y="6896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3181638" y="6911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3189497" y="687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6133361" y="6435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6144794" y="6520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3310968" y="6896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3733969" y="598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3761121" y="5988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3436010" y="6871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829002" y="68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3225224" y="687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3196643" y="6876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203788" y="6910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3293819" y="6921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295248" y="689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3398855" y="692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3421720" y="6873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3253805" y="6905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308109" y="6885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3152342" y="688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3240229" y="6876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3282386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3235942" y="6871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324544" y="6904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3400998" y="6902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3170205" y="6930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3208790" y="6937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4248431" y="666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4128390" y="6397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4042646" y="642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5408113" y="6491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5390250" y="6601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6013320" y="6578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3208790" y="6885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3184496" y="6881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5016551" y="6551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4751460" y="6281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4855782" y="6325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4735026" y="6378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4975823" y="6544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4960103" y="6522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4346322" y="6668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4471364" y="660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3156629" y="6950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3111614" y="696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3658944" y="6675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3610356" y="6599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3376704" y="6874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3385279" y="6875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3466021" y="6904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3558909" y="682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686810" y="6870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3875446" y="6834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3317398" y="6811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4216277" y="668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5827542" y="6399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6266264" y="6226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3748260" y="6768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t1935"/>
            <p:cNvSpPr/>
            <p:nvPr/>
          </p:nvSpPr>
          <p:spPr>
            <a:xfrm>
              <a:off x="4038359" y="6823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t1936"/>
            <p:cNvSpPr/>
            <p:nvPr/>
          </p:nvSpPr>
          <p:spPr>
            <a:xfrm>
              <a:off x="3190212" y="6900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t1937"/>
            <p:cNvSpPr/>
            <p:nvPr/>
          </p:nvSpPr>
          <p:spPr>
            <a:xfrm>
              <a:off x="3457446" y="691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t1938"/>
            <p:cNvSpPr/>
            <p:nvPr/>
          </p:nvSpPr>
          <p:spPr>
            <a:xfrm>
              <a:off x="5170175" y="6734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t1939"/>
            <p:cNvSpPr/>
            <p:nvPr/>
          </p:nvSpPr>
          <p:spPr>
            <a:xfrm>
              <a:off x="5067997" y="6825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t1940"/>
            <p:cNvSpPr/>
            <p:nvPr/>
          </p:nvSpPr>
          <p:spPr>
            <a:xfrm>
              <a:off x="3255949" y="6932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t1941"/>
            <p:cNvSpPr/>
            <p:nvPr/>
          </p:nvSpPr>
          <p:spPr>
            <a:xfrm>
              <a:off x="3261665" y="6899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t1942"/>
            <p:cNvSpPr/>
            <p:nvPr/>
          </p:nvSpPr>
          <p:spPr>
            <a:xfrm>
              <a:off x="4941525" y="665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t1943"/>
            <p:cNvSpPr/>
            <p:nvPr/>
          </p:nvSpPr>
          <p:spPr>
            <a:xfrm>
              <a:off x="4967963" y="6732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t1944"/>
            <p:cNvSpPr/>
            <p:nvPr/>
          </p:nvSpPr>
          <p:spPr>
            <a:xfrm>
              <a:off x="3581060" y="6856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t1945"/>
            <p:cNvSpPr/>
            <p:nvPr/>
          </p:nvSpPr>
          <p:spPr>
            <a:xfrm>
              <a:off x="3690383" y="6819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t1946"/>
            <p:cNvSpPr/>
            <p:nvPr/>
          </p:nvSpPr>
          <p:spPr>
            <a:xfrm>
              <a:off x="3280243" y="6631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t1947"/>
            <p:cNvSpPr/>
            <p:nvPr/>
          </p:nvSpPr>
          <p:spPr>
            <a:xfrm>
              <a:off x="4616414" y="6465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t1948"/>
            <p:cNvSpPr/>
            <p:nvPr/>
          </p:nvSpPr>
          <p:spPr>
            <a:xfrm>
              <a:off x="4734311" y="6489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t1949"/>
            <p:cNvSpPr/>
            <p:nvPr/>
          </p:nvSpPr>
          <p:spPr>
            <a:xfrm>
              <a:off x="5032985" y="6542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t1950"/>
            <p:cNvSpPr/>
            <p:nvPr/>
          </p:nvSpPr>
          <p:spPr>
            <a:xfrm>
              <a:off x="5161600" y="654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t1951"/>
            <p:cNvSpPr/>
            <p:nvPr/>
          </p:nvSpPr>
          <p:spPr>
            <a:xfrm>
              <a:off x="5239484" y="6665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t1952"/>
            <p:cNvSpPr/>
            <p:nvPr/>
          </p:nvSpPr>
          <p:spPr>
            <a:xfrm>
              <a:off x="3228797" y="6936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3260236" y="6975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3222366" y="6947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3230940" y="694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3746831" y="6396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7110124" y="6568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3229511" y="6903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3518181" y="6715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3881163" y="6693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4156257" y="6672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4196270" y="6576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3286674" y="6959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3240944" y="6923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3235942" y="6903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3889737" y="672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5243057" y="6095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5883990" y="6300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6201242" y="633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3188783" y="6775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3259521" y="6847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3202359" y="6923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178780" y="6909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3283815" y="6879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3511751" y="6764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3990486" y="6940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542475" y="6814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3185925" y="6896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3187354" y="690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3259521" y="6850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3138766" y="69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3144482" y="691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3162345" y="692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296677" y="690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392424" y="6857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3358127" y="6947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3253805" y="6925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3261665" y="6904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3327402" y="690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3322400" y="6895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223795" y="691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3245231" y="6896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4079802" y="6656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3892595" y="6525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3950472" y="6637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3934038" y="6619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4059795" y="6645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5521009" y="647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3273097" y="687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3140195" y="688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3192356" y="686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3308824" y="6839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3353839" y="6905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3229511" y="6861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3182352" y="6840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5784671" y="6473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5631761" y="653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3266667" y="6859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3218793" y="6856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3223795" y="6867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3288817" y="6968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4650711" y="6705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3279528" y="691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3216650" y="6899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3257378" y="6908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4475652" y="6656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4623559" y="6615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3315969" y="6833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3318113" y="6792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249518" y="6888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3283101" y="693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3233084" y="699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5417402" y="670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526041" y="6940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3204503" y="6850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4592120" y="6628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554622" y="6081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3622503" y="6749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3580345" y="677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3564626" y="6512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3216650" y="695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3277385" y="6864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3275241" y="6865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3178780" y="6924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3743973" y="6759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3870445" y="6601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3989057" y="6565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t2038"/>
            <p:cNvSpPr/>
            <p:nvPr/>
          </p:nvSpPr>
          <p:spPr>
            <a:xfrm>
              <a:off x="4176978" y="6553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t2039"/>
            <p:cNvSpPr/>
            <p:nvPr/>
          </p:nvSpPr>
          <p:spPr>
            <a:xfrm>
              <a:off x="4214848" y="655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t2040"/>
            <p:cNvSpPr/>
            <p:nvPr/>
          </p:nvSpPr>
          <p:spPr>
            <a:xfrm>
              <a:off x="4103381" y="6371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t2041"/>
            <p:cNvSpPr/>
            <p:nvPr/>
          </p:nvSpPr>
          <p:spPr>
            <a:xfrm>
              <a:off x="4310595" y="6428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t2042"/>
            <p:cNvSpPr/>
            <p:nvPr/>
          </p:nvSpPr>
          <p:spPr>
            <a:xfrm>
              <a:off x="3258092" y="6927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t2043"/>
            <p:cNvSpPr/>
            <p:nvPr/>
          </p:nvSpPr>
          <p:spPr>
            <a:xfrm>
              <a:off x="3262380" y="6969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t2044"/>
            <p:cNvSpPr/>
            <p:nvPr/>
          </p:nvSpPr>
          <p:spPr>
            <a:xfrm>
              <a:off x="3249518" y="693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t2045"/>
            <p:cNvSpPr/>
            <p:nvPr/>
          </p:nvSpPr>
          <p:spPr>
            <a:xfrm>
              <a:off x="3185925" y="6872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t2046"/>
            <p:cNvSpPr/>
            <p:nvPr/>
          </p:nvSpPr>
          <p:spPr>
            <a:xfrm>
              <a:off x="3210933" y="6781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t2047"/>
            <p:cNvSpPr/>
            <p:nvPr/>
          </p:nvSpPr>
          <p:spPr>
            <a:xfrm>
              <a:off x="3218793" y="6863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t2048"/>
            <p:cNvSpPr/>
            <p:nvPr/>
          </p:nvSpPr>
          <p:spPr>
            <a:xfrm>
              <a:off x="3914745" y="6215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t2049"/>
            <p:cNvSpPr/>
            <p:nvPr/>
          </p:nvSpPr>
          <p:spPr>
            <a:xfrm>
              <a:off x="3961190" y="623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t2050"/>
            <p:cNvSpPr/>
            <p:nvPr/>
          </p:nvSpPr>
          <p:spPr>
            <a:xfrm>
              <a:off x="3290961" y="6953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t2051"/>
            <p:cNvSpPr/>
            <p:nvPr/>
          </p:nvSpPr>
          <p:spPr>
            <a:xfrm>
              <a:off x="3074458" y="6809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t2052"/>
            <p:cNvSpPr/>
            <p:nvPr/>
          </p:nvSpPr>
          <p:spPr>
            <a:xfrm>
              <a:off x="3230226" y="6833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t2053"/>
            <p:cNvSpPr/>
            <p:nvPr/>
          </p:nvSpPr>
          <p:spPr>
            <a:xfrm>
              <a:off x="3193785" y="6929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t2054"/>
            <p:cNvSpPr/>
            <p:nvPr/>
          </p:nvSpPr>
          <p:spPr>
            <a:xfrm>
              <a:off x="3199501" y="691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3207361" y="6884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3788988" y="6794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3754691" y="6735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4069084" y="648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4250575" y="6543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4192698" y="6558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4121245" y="6618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3230226" y="6841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238086" y="6914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3283815" y="6882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3304537" y="688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3293104" y="6946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4084804" y="669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232369" y="6870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3233798" y="6933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3250947" y="6909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3228797" y="6925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3646797" y="6395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3664660" y="6154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3519610" y="6210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3323115" y="6926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3828287" y="6399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4360612" y="645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4182694" y="6461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3399569" y="6855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3239515" y="6851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3269525" y="6891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3217364" y="6927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3395997" y="6902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5250202" y="633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5230195" y="6355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5224479" y="632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5149453" y="6568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3308824" y="6893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3314540" y="687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5012264" y="656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3240229" y="690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3534615" y="6759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3594636" y="6738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3479597" y="672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3556051" y="6732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5761806" y="671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6132647" y="6753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5947583" y="6806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5956872" y="6787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5956158" y="678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3288103" y="6869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3290961" y="6844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3707532" y="6702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3703959" y="669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3280957" y="6871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3264523" y="6965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3234513" y="6914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3270239" y="6905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3220937" y="6880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3234513" y="6909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3276670" y="687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3310253" y="6918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3266667" y="6875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3285959" y="6874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3279528" y="6896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3263809" y="6931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3271668" y="6909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3523183" y="6663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3598923" y="6620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3626075" y="6738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3304537" y="687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3340978" y="6942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3325258" y="6879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3228797" y="6874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3356698" y="68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3329545" y="6912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3241658" y="6903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3240229" y="6971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3290961" y="6893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3412431" y="676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3350981" y="6912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3266667" y="6888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3242373" y="6901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4041217" y="6097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4046219" y="6058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4106954" y="6126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4111956" y="6320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4336318" y="6637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4653570" y="6650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t2140"/>
            <p:cNvSpPr/>
            <p:nvPr/>
          </p:nvSpPr>
          <p:spPr>
            <a:xfrm>
              <a:off x="3215221" y="6886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t2141"/>
            <p:cNvSpPr/>
            <p:nvPr/>
          </p:nvSpPr>
          <p:spPr>
            <a:xfrm>
              <a:off x="3222366" y="6884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t2142"/>
            <p:cNvSpPr/>
            <p:nvPr/>
          </p:nvSpPr>
          <p:spPr>
            <a:xfrm>
              <a:off x="3288817" y="683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t2143"/>
            <p:cNvSpPr/>
            <p:nvPr/>
          </p:nvSpPr>
          <p:spPr>
            <a:xfrm>
              <a:off x="3258807" y="6946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t2144"/>
            <p:cNvSpPr/>
            <p:nvPr/>
          </p:nvSpPr>
          <p:spPr>
            <a:xfrm>
              <a:off x="3266667" y="6866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t2145"/>
            <p:cNvSpPr/>
            <p:nvPr/>
          </p:nvSpPr>
          <p:spPr>
            <a:xfrm>
              <a:off x="3285959" y="6898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t2146"/>
            <p:cNvSpPr/>
            <p:nvPr/>
          </p:nvSpPr>
          <p:spPr>
            <a:xfrm>
              <a:off x="3213077" y="6865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t2147"/>
            <p:cNvSpPr/>
            <p:nvPr/>
          </p:nvSpPr>
          <p:spPr>
            <a:xfrm>
              <a:off x="3195214" y="6857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t2148"/>
            <p:cNvSpPr/>
            <p:nvPr/>
          </p:nvSpPr>
          <p:spPr>
            <a:xfrm>
              <a:off x="3403142" y="688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t2149"/>
            <p:cNvSpPr/>
            <p:nvPr/>
          </p:nvSpPr>
          <p:spPr>
            <a:xfrm>
              <a:off x="3271668" y="6927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t2150"/>
            <p:cNvSpPr/>
            <p:nvPr/>
          </p:nvSpPr>
          <p:spPr>
            <a:xfrm>
              <a:off x="3200215" y="692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t2151"/>
            <p:cNvSpPr/>
            <p:nvPr/>
          </p:nvSpPr>
          <p:spPr>
            <a:xfrm>
              <a:off x="3264523" y="694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t2152"/>
            <p:cNvSpPr/>
            <p:nvPr/>
          </p:nvSpPr>
          <p:spPr>
            <a:xfrm>
              <a:off x="3752547" y="6192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t2153"/>
            <p:cNvSpPr/>
            <p:nvPr/>
          </p:nvSpPr>
          <p:spPr>
            <a:xfrm>
              <a:off x="3865443" y="6413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t2154"/>
            <p:cNvSpPr/>
            <p:nvPr/>
          </p:nvSpPr>
          <p:spPr>
            <a:xfrm>
              <a:off x="3786845" y="6641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t2155"/>
            <p:cNvSpPr/>
            <p:nvPr/>
          </p:nvSpPr>
          <p:spPr>
            <a:xfrm>
              <a:off x="5135877" y="6487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t2156"/>
            <p:cNvSpPr/>
            <p:nvPr/>
          </p:nvSpPr>
          <p:spPr>
            <a:xfrm>
              <a:off x="3225224" y="688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t2157"/>
            <p:cNvSpPr/>
            <p:nvPr/>
          </p:nvSpPr>
          <p:spPr>
            <a:xfrm>
              <a:off x="3228797" y="6968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t2158"/>
            <p:cNvSpPr/>
            <p:nvPr/>
          </p:nvSpPr>
          <p:spPr>
            <a:xfrm>
              <a:off x="3271668" y="6905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t2159"/>
            <p:cNvSpPr/>
            <p:nvPr/>
          </p:nvSpPr>
          <p:spPr>
            <a:xfrm>
              <a:off x="3777556" y="6701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t2160"/>
            <p:cNvSpPr/>
            <p:nvPr/>
          </p:nvSpPr>
          <p:spPr>
            <a:xfrm>
              <a:off x="3262380" y="6957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t2161"/>
            <p:cNvSpPr/>
            <p:nvPr/>
          </p:nvSpPr>
          <p:spPr>
            <a:xfrm>
              <a:off x="3274527" y="6890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3256663" y="692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3175921" y="6924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3207361" y="6901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3270239" y="6921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4180551" y="6167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3346694" y="6854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4956530" y="6582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5737512" y="6567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5443125" y="6610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5500288" y="6620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3679665" y="6656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3401713" y="6823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3168776" y="6972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3161631" y="6952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3178065" y="6912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3211648" y="6960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3208075" y="696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4800048" y="6536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4777183" y="6605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3220937" y="687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3304537" y="6905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3203074" y="6958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3235227" y="6942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3531757" y="6746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3778985" y="6644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4349894" y="6459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3146626" y="6905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3382421" y="695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3343836" y="6906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4475652" y="6815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3218793" y="6877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3644653" y="6486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5074428" y="6767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3223795" y="6878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3192356" y="6905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3232369" y="6944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3787559" y="6809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3283815" y="6938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3270954" y="694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3090178" y="6897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3106612" y="6925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3290961" y="692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3206646" y="6910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3243087" y="6873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3235942" y="6881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3561768" y="687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3250947" y="6909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3175207" y="6896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3204503" y="6884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3221651" y="6869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3194499" y="6977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3227368" y="6924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3278099" y="6887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4026212" y="6864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4463505" y="6903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3573200" y="6688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3533901" y="667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3261665" y="6911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3244516" y="6859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3831860" y="6736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3799706" y="683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3148055" y="6907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3650369" y="6822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3245231" y="6858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3149484" y="6844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3180923" y="6836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5290216" y="6546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3255234" y="6913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3204503" y="6925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3225224" y="694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3646082" y="6826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3318113" y="6976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3250233" y="6916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3195928" y="695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3138766" y="6928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3235942" y="6906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3271668" y="693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5460274" y="6423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3737542" y="6044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3928322" y="623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3236656" y="687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3255949" y="6940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3231655" y="6949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3261665" y="696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3170205" y="6879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3184496" y="6914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3320971" y="6896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3303822" y="6850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3402427" y="676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3742544" y="672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3876161" y="6596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3919033" y="6568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3866157" y="6817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3238800" y="6894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3209504" y="689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4008349" y="6645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4284872" y="6618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3815426" y="6023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4113385" y="6737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4519952" y="6366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4923662" y="6366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4606411" y="6663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3891166" y="6747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3933323" y="6849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3904742" y="672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3896168" y="6679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3912602" y="648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3894024" y="6419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4038359" y="652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5909713" y="6211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6249830" y="6236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3267381" y="6878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3255949" y="6871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3303822" y="6863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3353125" y="6890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3175921" y="6818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3255234" y="6937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3245231" y="6888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4063368" y="6616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3308109" y="6885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3399569" y="685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3853296" y="6869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3566769" y="6204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3213791" y="6891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3577487" y="682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3917604" y="6846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4429207" y="6380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3235227" y="6898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3751118" y="6783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3733255" y="6790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4033357" y="6818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4244858" y="6384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3656800" y="6829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3773983" y="6873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3238086" y="6886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3215935" y="6958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3219508" y="6908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3330260" y="6850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3285244" y="6857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3189497" y="6916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3298106" y="6875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3203074" y="6889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3687525" y="6856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4185552" y="6851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4644281" y="6814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3178065" y="6878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3216650" y="6885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3269525" y="6936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3233084" y="6946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4134821" y="6439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4159115" y="6436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4832917" y="659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4890793" y="6603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5308794" y="656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3307395" y="690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3235227" y="6908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3312397" y="6937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4507805" y="6560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3964048" y="6360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4015494" y="6456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4011922" y="648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4574257" y="674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4088376" y="6533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3959046" y="6540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3961190" y="6464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3220937" y="6926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4009063" y="6762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4854352" y="6485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3831145" y="6681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3342407" y="6954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4321313" y="6743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3411716" y="6895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3267381" y="687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3359556" y="6908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3148769" y="6856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3129477" y="6852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3310253" y="6823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3183067" y="6887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4722164" y="64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4585689" y="634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4984397" y="631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4009063" y="6543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4348465" y="6505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3217364" y="6892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3416003" y="6934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3506749" y="6894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3533901" y="692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3314540" y="6946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3804708" y="6714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3543904" y="6775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4038359" y="6728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3286674" y="6916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3227368" y="6921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3233798" y="6927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3233798" y="6927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3223795" y="6923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3917604" y="6698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t2359"/>
            <p:cNvSpPr/>
            <p:nvPr/>
          </p:nvSpPr>
          <p:spPr>
            <a:xfrm>
              <a:off x="3237371" y="6912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t2360"/>
            <p:cNvSpPr/>
            <p:nvPr/>
          </p:nvSpPr>
          <p:spPr>
            <a:xfrm>
              <a:off x="3278099" y="6908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t2361"/>
            <p:cNvSpPr/>
            <p:nvPr/>
          </p:nvSpPr>
          <p:spPr>
            <a:xfrm>
              <a:off x="3295962" y="6895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t2362"/>
            <p:cNvSpPr/>
            <p:nvPr/>
          </p:nvSpPr>
          <p:spPr>
            <a:xfrm>
              <a:off x="3390280" y="6843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t2363"/>
            <p:cNvSpPr/>
            <p:nvPr/>
          </p:nvSpPr>
          <p:spPr>
            <a:xfrm>
              <a:off x="3733969" y="6791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t2364"/>
            <p:cNvSpPr/>
            <p:nvPr/>
          </p:nvSpPr>
          <p:spPr>
            <a:xfrm>
              <a:off x="4202701" y="67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t2365"/>
            <p:cNvSpPr/>
            <p:nvPr/>
          </p:nvSpPr>
          <p:spPr>
            <a:xfrm>
              <a:off x="3281672" y="6901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t2366"/>
            <p:cNvSpPr/>
            <p:nvPr/>
          </p:nvSpPr>
          <p:spPr>
            <a:xfrm>
              <a:off x="4101952" y="6671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t2367"/>
            <p:cNvSpPr/>
            <p:nvPr/>
          </p:nvSpPr>
          <p:spPr>
            <a:xfrm>
              <a:off x="4093378" y="6688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t2368"/>
            <p:cNvSpPr/>
            <p:nvPr/>
          </p:nvSpPr>
          <p:spPr>
            <a:xfrm>
              <a:off x="4731453" y="639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t2369"/>
            <p:cNvSpPr/>
            <p:nvPr/>
          </p:nvSpPr>
          <p:spPr>
            <a:xfrm>
              <a:off x="4802192" y="6334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t2370"/>
            <p:cNvSpPr/>
            <p:nvPr/>
          </p:nvSpPr>
          <p:spPr>
            <a:xfrm>
              <a:off x="6405597" y="6548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t2371"/>
            <p:cNvSpPr/>
            <p:nvPr/>
          </p:nvSpPr>
          <p:spPr>
            <a:xfrm>
              <a:off x="5858267" y="6515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t2372"/>
            <p:cNvSpPr/>
            <p:nvPr/>
          </p:nvSpPr>
          <p:spPr>
            <a:xfrm>
              <a:off x="5574599" y="6507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t2373"/>
            <p:cNvSpPr/>
            <p:nvPr/>
          </p:nvSpPr>
          <p:spPr>
            <a:xfrm>
              <a:off x="5762520" y="6613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t2374"/>
            <p:cNvSpPr/>
            <p:nvPr/>
          </p:nvSpPr>
          <p:spPr>
            <a:xfrm>
              <a:off x="6193382" y="662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t2375"/>
            <p:cNvSpPr/>
            <p:nvPr/>
          </p:nvSpPr>
          <p:spPr>
            <a:xfrm>
              <a:off x="3273097" y="6912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t2376"/>
            <p:cNvSpPr/>
            <p:nvPr/>
          </p:nvSpPr>
          <p:spPr>
            <a:xfrm>
              <a:off x="3253805" y="6995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t2377"/>
            <p:cNvSpPr/>
            <p:nvPr/>
          </p:nvSpPr>
          <p:spPr>
            <a:xfrm>
              <a:off x="3289532" y="6845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t2378"/>
            <p:cNvSpPr/>
            <p:nvPr/>
          </p:nvSpPr>
          <p:spPr>
            <a:xfrm>
              <a:off x="3223795" y="6883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t2379"/>
            <p:cNvSpPr/>
            <p:nvPr/>
          </p:nvSpPr>
          <p:spPr>
            <a:xfrm>
              <a:off x="3123046" y="6897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t2380"/>
            <p:cNvSpPr/>
            <p:nvPr/>
          </p:nvSpPr>
          <p:spPr>
            <a:xfrm>
              <a:off x="3211648" y="6943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3339549" y="6869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3257378" y="6892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3279528" y="6906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3254520" y="6488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3272383" y="6925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3319542" y="6915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3239515" y="6917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3518181" y="6725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3267381" y="6824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3262380" y="693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4710017" y="6801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3534615" y="6852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3822571" y="685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4162687" y="6765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3641080" y="6696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3186639" y="6950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3211648" y="6918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3893310" y="6841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3198072" y="6931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3164489" y="6932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3107327" y="695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3140195" y="6935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3166633" y="6924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3295962" y="6897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3224509" y="6858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4928664" y="6637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5207330" y="665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5075857" y="6562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3865443" y="674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3298106" y="6867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5489570" y="6337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5816824" y="6314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3271668" y="6901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4559252" y="6709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4728595" y="6660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3369559" y="688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3466021" y="6895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3849723" y="6658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4247002" y="682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3766123" y="6893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3288817" y="6774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3360270" y="6776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3334547" y="6850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7011519" y="6784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3228797" y="6921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3177350" y="6895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4824342" y="6425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4696441" y="639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4723593" y="6416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5148739" y="6409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3578202" y="6747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3270239" y="6884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3579631" y="6871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3834004" y="6778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3844007" y="6692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3255234" y="6944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3235942" y="6907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3252376" y="6913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3225224" y="6931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3290961" y="6907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3263809" y="6889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3361699" y="688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3337405" y="685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3374561" y="689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5322370" y="6556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5115156" y="657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3235227" y="6832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3263809" y="6955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3315255" y="6878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3498889" y="6886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3158058" y="6961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3184496" y="6837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3212362" y="684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3215221" y="6881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3218793" y="6878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3270954" y="68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3267381" y="689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3230226" y="6938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3262380" y="6908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3268096" y="6879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3228082" y="6847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3166633" y="6903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3252376" y="6962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3203074" y="6941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3195928" y="6908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3268096" y="6925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3416003" y="6942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3251662" y="6920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3723251" y="6769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3889737" y="6748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4132677" y="6678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3255949" y="6946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3232369" y="692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3236656" y="6915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4318455" y="6594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3264523" y="688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3265238" y="685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3286674" y="6931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3266667" y="6886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3290246" y="6939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3248089" y="6950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3311682" y="693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3280243" y="6942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3315255" y="7041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3316684" y="6994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3199501" y="690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4808623" y="659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5816110" y="626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3193785" y="6839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3132335" y="6878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3268096" y="6913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3278099" y="6851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3273812" y="6858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3298821" y="6909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4482082" y="6761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5410257" y="6507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4494229" y="6547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4837918" y="6657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3218079" y="7032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3192356" y="6928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3492458" y="6861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3300964" y="6927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3429463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2897501" y="685581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05" name="pg2505"/>
            <p:cNvSpPr/>
            <p:nvPr/>
          </p:nvSpPr>
          <p:spPr>
            <a:xfrm>
              <a:off x="2897501" y="5707478"/>
              <a:ext cx="649366" cy="291997"/>
            </a:xfrm>
            <a:custGeom>
              <a:avLst/>
              <a:pathLst>
                <a:path w="649366" h="291997">
                  <a:moveTo>
                    <a:pt x="0" y="291997"/>
                  </a:moveTo>
                  <a:lnTo>
                    <a:pt x="624220" y="291997"/>
                  </a:lnTo>
                  <a:lnTo>
                    <a:pt x="623208" y="291977"/>
                  </a:lnTo>
                  <a:lnTo>
                    <a:pt x="627251" y="291814"/>
                  </a:lnTo>
                  <a:lnTo>
                    <a:pt x="631216" y="291005"/>
                  </a:lnTo>
                  <a:lnTo>
                    <a:pt x="635000" y="289570"/>
                  </a:lnTo>
                  <a:lnTo>
                    <a:pt x="638505" y="287546"/>
                  </a:lnTo>
                  <a:lnTo>
                    <a:pt x="641640" y="284987"/>
                  </a:lnTo>
                  <a:lnTo>
                    <a:pt x="644323" y="281958"/>
                  </a:lnTo>
                  <a:lnTo>
                    <a:pt x="646486" y="278537"/>
                  </a:lnTo>
                  <a:lnTo>
                    <a:pt x="648072" y="274814"/>
                  </a:lnTo>
                  <a:lnTo>
                    <a:pt x="649041" y="270885"/>
                  </a:lnTo>
                  <a:lnTo>
                    <a:pt x="649366" y="266851"/>
                  </a:lnTo>
                  <a:lnTo>
                    <a:pt x="6493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tx2506"/>
            <p:cNvSpPr/>
            <p:nvPr/>
          </p:nvSpPr>
          <p:spPr>
            <a:xfrm>
              <a:off x="2635380" y="5654760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2507" name="tx2507"/>
            <p:cNvSpPr/>
            <p:nvPr/>
          </p:nvSpPr>
          <p:spPr>
            <a:xfrm>
              <a:off x="3015803" y="5826460"/>
              <a:ext cx="48915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29 (4%)</a:t>
              </a:r>
            </a:p>
          </p:txBody>
        </p:sp>
        <p:sp>
          <p:nvSpPr>
            <p:cNvPr id="2508" name="pg2508"/>
            <p:cNvSpPr/>
            <p:nvPr/>
          </p:nvSpPr>
          <p:spPr>
            <a:xfrm>
              <a:off x="2897501" y="6876579"/>
              <a:ext cx="649366" cy="257331"/>
            </a:xfrm>
            <a:custGeom>
              <a:avLst/>
              <a:pathLst>
                <a:path w="649366" h="257331">
                  <a:moveTo>
                    <a:pt x="649366" y="257331"/>
                  </a:moveTo>
                  <a:lnTo>
                    <a:pt x="649366" y="25146"/>
                  </a:lnTo>
                  <a:lnTo>
                    <a:pt x="649041" y="21112"/>
                  </a:lnTo>
                  <a:lnTo>
                    <a:pt x="648072" y="17183"/>
                  </a:lnTo>
                  <a:lnTo>
                    <a:pt x="646486" y="13460"/>
                  </a:lnTo>
                  <a:lnTo>
                    <a:pt x="644323" y="10039"/>
                  </a:lnTo>
                  <a:lnTo>
                    <a:pt x="641640" y="7010"/>
                  </a:lnTo>
                  <a:lnTo>
                    <a:pt x="638505" y="4451"/>
                  </a:lnTo>
                  <a:lnTo>
                    <a:pt x="635000" y="2427"/>
                  </a:lnTo>
                  <a:lnTo>
                    <a:pt x="631216" y="992"/>
                  </a:lnTo>
                  <a:lnTo>
                    <a:pt x="627251" y="183"/>
                  </a:lnTo>
                  <a:lnTo>
                    <a:pt x="624220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tx2509"/>
            <p:cNvSpPr/>
            <p:nvPr/>
          </p:nvSpPr>
          <p:spPr>
            <a:xfrm>
              <a:off x="2627535" y="68890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2510" name="tx2510"/>
            <p:cNvSpPr/>
            <p:nvPr/>
          </p:nvSpPr>
          <p:spPr>
            <a:xfrm>
              <a:off x="2743906" y="70885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408 (55.6%)</a:t>
              </a:r>
            </a:p>
          </p:txBody>
        </p:sp>
        <p:sp>
          <p:nvSpPr>
            <p:cNvPr id="2511" name="pg2511"/>
            <p:cNvSpPr/>
            <p:nvPr/>
          </p:nvSpPr>
          <p:spPr>
            <a:xfrm>
              <a:off x="3973826" y="5707478"/>
              <a:ext cx="899032" cy="291997"/>
            </a:xfrm>
            <a:custGeom>
              <a:avLst/>
              <a:pathLst>
                <a:path w="899032" h="291997">
                  <a:moveTo>
                    <a:pt x="25146" y="291997"/>
                  </a:moveTo>
                  <a:lnTo>
                    <a:pt x="873886" y="291997"/>
                  </a:lnTo>
                  <a:lnTo>
                    <a:pt x="872873" y="291977"/>
                  </a:lnTo>
                  <a:lnTo>
                    <a:pt x="876917" y="291814"/>
                  </a:lnTo>
                  <a:lnTo>
                    <a:pt x="880882" y="291005"/>
                  </a:lnTo>
                  <a:lnTo>
                    <a:pt x="884666" y="289570"/>
                  </a:lnTo>
                  <a:lnTo>
                    <a:pt x="888170" y="287546"/>
                  </a:lnTo>
                  <a:lnTo>
                    <a:pt x="891305" y="284987"/>
                  </a:lnTo>
                  <a:lnTo>
                    <a:pt x="893989" y="281958"/>
                  </a:lnTo>
                  <a:lnTo>
                    <a:pt x="896151" y="278537"/>
                  </a:lnTo>
                  <a:lnTo>
                    <a:pt x="897738" y="274814"/>
                  </a:lnTo>
                  <a:lnTo>
                    <a:pt x="898706" y="270885"/>
                  </a:lnTo>
                  <a:lnTo>
                    <a:pt x="899032" y="266851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66851"/>
                  </a:lnTo>
                  <a:lnTo>
                    <a:pt x="81" y="264828"/>
                  </a:lnTo>
                  <a:lnTo>
                    <a:pt x="81" y="268875"/>
                  </a:lnTo>
                  <a:lnTo>
                    <a:pt x="730" y="272869"/>
                  </a:lnTo>
                  <a:lnTo>
                    <a:pt x="2012" y="276708"/>
                  </a:lnTo>
                  <a:lnTo>
                    <a:pt x="3892" y="280291"/>
                  </a:lnTo>
                  <a:lnTo>
                    <a:pt x="6323" y="283526"/>
                  </a:lnTo>
                  <a:lnTo>
                    <a:pt x="9242" y="286330"/>
                  </a:lnTo>
                  <a:lnTo>
                    <a:pt x="12573" y="288629"/>
                  </a:lnTo>
                  <a:lnTo>
                    <a:pt x="16229" y="290363"/>
                  </a:lnTo>
                  <a:lnTo>
                    <a:pt x="20116" y="291489"/>
                  </a:lnTo>
                  <a:lnTo>
                    <a:pt x="24133" y="2919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tx2512"/>
            <p:cNvSpPr/>
            <p:nvPr/>
          </p:nvSpPr>
          <p:spPr>
            <a:xfrm>
              <a:off x="4015736" y="5654760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2513" name="tx2513"/>
            <p:cNvSpPr/>
            <p:nvPr/>
          </p:nvSpPr>
          <p:spPr>
            <a:xfrm>
              <a:off x="4069897" y="5826460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274 (37.3%)</a:t>
              </a:r>
            </a:p>
          </p:txBody>
        </p:sp>
        <p:sp>
          <p:nvSpPr>
            <p:cNvPr id="2514" name="pg2514"/>
            <p:cNvSpPr/>
            <p:nvPr/>
          </p:nvSpPr>
          <p:spPr>
            <a:xfrm>
              <a:off x="3857251" y="68765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tx2515"/>
            <p:cNvSpPr/>
            <p:nvPr/>
          </p:nvSpPr>
          <p:spPr>
            <a:xfrm>
              <a:off x="3899161" y="68890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2516" name="tx2516"/>
            <p:cNvSpPr/>
            <p:nvPr/>
          </p:nvSpPr>
          <p:spPr>
            <a:xfrm>
              <a:off x="4225286" y="7088552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23 (3.1%)</a:t>
              </a:r>
            </a:p>
          </p:txBody>
        </p:sp>
        <p:sp>
          <p:nvSpPr>
            <p:cNvPr id="2517" name="rc2517"/>
            <p:cNvSpPr/>
            <p:nvPr/>
          </p:nvSpPr>
          <p:spPr>
            <a:xfrm>
              <a:off x="2897501" y="5707478"/>
              <a:ext cx="4439232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tx2518"/>
            <p:cNvSpPr/>
            <p:nvPr/>
          </p:nvSpPr>
          <p:spPr>
            <a:xfrm>
              <a:off x="2772715" y="688175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19" name="tx2519"/>
            <p:cNvSpPr/>
            <p:nvPr/>
          </p:nvSpPr>
          <p:spPr>
            <a:xfrm>
              <a:off x="2772715" y="6640464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520" name="tx2520"/>
            <p:cNvSpPr/>
            <p:nvPr/>
          </p:nvSpPr>
          <p:spPr>
            <a:xfrm>
              <a:off x="2710559" y="639633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21" name="tx2521"/>
            <p:cNvSpPr/>
            <p:nvPr/>
          </p:nvSpPr>
          <p:spPr>
            <a:xfrm>
              <a:off x="2710559" y="61536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522" name="tx2522"/>
            <p:cNvSpPr/>
            <p:nvPr/>
          </p:nvSpPr>
          <p:spPr>
            <a:xfrm>
              <a:off x="2710559" y="591091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23" name="tx2523"/>
            <p:cNvSpPr/>
            <p:nvPr/>
          </p:nvSpPr>
          <p:spPr>
            <a:xfrm>
              <a:off x="2710559" y="566820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2524" name="pl2524"/>
            <p:cNvSpPr/>
            <p:nvPr/>
          </p:nvSpPr>
          <p:spPr>
            <a:xfrm>
              <a:off x="2862706" y="69234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2862706" y="66807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2862706" y="643802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2862706" y="61953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2862706" y="59526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2862706" y="570989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3281669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4342462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5403255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6464048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tx2534"/>
            <p:cNvSpPr/>
            <p:nvPr/>
          </p:nvSpPr>
          <p:spPr>
            <a:xfrm>
              <a:off x="3250592" y="71948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535" name="tx2535"/>
            <p:cNvSpPr/>
            <p:nvPr/>
          </p:nvSpPr>
          <p:spPr>
            <a:xfrm>
              <a:off x="4280307" y="71948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536" name="tx2536"/>
            <p:cNvSpPr/>
            <p:nvPr/>
          </p:nvSpPr>
          <p:spPr>
            <a:xfrm>
              <a:off x="5341099" y="71948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537" name="tx2537"/>
            <p:cNvSpPr/>
            <p:nvPr/>
          </p:nvSpPr>
          <p:spPr>
            <a:xfrm>
              <a:off x="6401892" y="71947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538" name="tx2538"/>
            <p:cNvSpPr/>
            <p:nvPr/>
          </p:nvSpPr>
          <p:spPr>
            <a:xfrm>
              <a:off x="4259306" y="73145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2539" name="tx2539"/>
            <p:cNvSpPr/>
            <p:nvPr/>
          </p:nvSpPr>
          <p:spPr>
            <a:xfrm rot="-5400000">
              <a:off x="2029146" y="6355142"/>
              <a:ext cx="108690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pTau181 (Z)</a:t>
              </a:r>
            </a:p>
          </p:txBody>
        </p:sp>
        <p:sp>
          <p:nvSpPr>
            <p:cNvPr id="2540" name="tx2540"/>
            <p:cNvSpPr/>
            <p:nvPr/>
          </p:nvSpPr>
          <p:spPr>
            <a:xfrm>
              <a:off x="2897501" y="5479789"/>
              <a:ext cx="93151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I.</a:t>
              </a:r>
            </a:p>
          </p:txBody>
        </p:sp>
        <p:sp>
          <p:nvSpPr>
            <p:cNvPr id="2541" name="rc2541"/>
            <p:cNvSpPr/>
            <p:nvPr/>
          </p:nvSpPr>
          <p:spPr>
            <a:xfrm>
              <a:off x="8063227" y="54102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8707863" y="68249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8707863" y="65420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8707863" y="62591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8707863" y="59762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8905903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9188818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9471733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9754648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8707863" y="69664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8707863" y="66834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8707863" y="64005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8707863" y="61176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8707863" y="58347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876444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9047361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933027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9613191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989610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8764446" y="58347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7849"/>
                  </a:lnTo>
                  <a:lnTo>
                    <a:pt x="0" y="1124039"/>
                  </a:lnTo>
                  <a:lnTo>
                    <a:pt x="0" y="1120229"/>
                  </a:lnTo>
                  <a:lnTo>
                    <a:pt x="0" y="1116418"/>
                  </a:lnTo>
                  <a:lnTo>
                    <a:pt x="0" y="1112608"/>
                  </a:lnTo>
                  <a:lnTo>
                    <a:pt x="0" y="1108798"/>
                  </a:lnTo>
                  <a:lnTo>
                    <a:pt x="0" y="1104987"/>
                  </a:lnTo>
                  <a:lnTo>
                    <a:pt x="0" y="1101177"/>
                  </a:lnTo>
                  <a:lnTo>
                    <a:pt x="0" y="1097367"/>
                  </a:lnTo>
                  <a:lnTo>
                    <a:pt x="0" y="1093557"/>
                  </a:lnTo>
                  <a:lnTo>
                    <a:pt x="0" y="1089746"/>
                  </a:lnTo>
                  <a:lnTo>
                    <a:pt x="0" y="1085936"/>
                  </a:lnTo>
                  <a:lnTo>
                    <a:pt x="0" y="1082126"/>
                  </a:lnTo>
                  <a:lnTo>
                    <a:pt x="0" y="1078315"/>
                  </a:lnTo>
                  <a:lnTo>
                    <a:pt x="0" y="1074505"/>
                  </a:lnTo>
                  <a:lnTo>
                    <a:pt x="0" y="1070695"/>
                  </a:lnTo>
                  <a:lnTo>
                    <a:pt x="2589" y="1070695"/>
                  </a:lnTo>
                  <a:lnTo>
                    <a:pt x="2589" y="1066884"/>
                  </a:lnTo>
                  <a:lnTo>
                    <a:pt x="2589" y="1063074"/>
                  </a:lnTo>
                  <a:lnTo>
                    <a:pt x="2589" y="1059264"/>
                  </a:lnTo>
                  <a:lnTo>
                    <a:pt x="2589" y="1055454"/>
                  </a:lnTo>
                  <a:lnTo>
                    <a:pt x="2589" y="1051643"/>
                  </a:lnTo>
                  <a:lnTo>
                    <a:pt x="2589" y="1047833"/>
                  </a:lnTo>
                  <a:lnTo>
                    <a:pt x="2589" y="1044023"/>
                  </a:lnTo>
                  <a:lnTo>
                    <a:pt x="2589" y="1040212"/>
                  </a:lnTo>
                  <a:lnTo>
                    <a:pt x="2589" y="1036402"/>
                  </a:lnTo>
                  <a:lnTo>
                    <a:pt x="2589" y="1032592"/>
                  </a:lnTo>
                  <a:lnTo>
                    <a:pt x="2589" y="1028781"/>
                  </a:lnTo>
                  <a:lnTo>
                    <a:pt x="2589" y="1024971"/>
                  </a:lnTo>
                  <a:lnTo>
                    <a:pt x="2589" y="1021161"/>
                  </a:lnTo>
                  <a:lnTo>
                    <a:pt x="2589" y="1017350"/>
                  </a:lnTo>
                  <a:lnTo>
                    <a:pt x="2589" y="1013540"/>
                  </a:lnTo>
                  <a:lnTo>
                    <a:pt x="2589" y="1009730"/>
                  </a:lnTo>
                  <a:lnTo>
                    <a:pt x="2589" y="1005920"/>
                  </a:lnTo>
                  <a:lnTo>
                    <a:pt x="2589" y="1002109"/>
                  </a:lnTo>
                  <a:lnTo>
                    <a:pt x="2589" y="998299"/>
                  </a:lnTo>
                  <a:lnTo>
                    <a:pt x="2589" y="994489"/>
                  </a:lnTo>
                  <a:lnTo>
                    <a:pt x="2589" y="990678"/>
                  </a:lnTo>
                  <a:lnTo>
                    <a:pt x="2589" y="986868"/>
                  </a:lnTo>
                  <a:lnTo>
                    <a:pt x="2589" y="983058"/>
                  </a:lnTo>
                  <a:lnTo>
                    <a:pt x="2589" y="979247"/>
                  </a:lnTo>
                  <a:lnTo>
                    <a:pt x="2589" y="975437"/>
                  </a:lnTo>
                  <a:lnTo>
                    <a:pt x="2589" y="971627"/>
                  </a:lnTo>
                  <a:lnTo>
                    <a:pt x="2589" y="967817"/>
                  </a:lnTo>
                  <a:lnTo>
                    <a:pt x="2589" y="964006"/>
                  </a:lnTo>
                  <a:lnTo>
                    <a:pt x="2589" y="960196"/>
                  </a:lnTo>
                  <a:lnTo>
                    <a:pt x="2589" y="956386"/>
                  </a:lnTo>
                  <a:lnTo>
                    <a:pt x="2589" y="952575"/>
                  </a:lnTo>
                  <a:lnTo>
                    <a:pt x="2589" y="948765"/>
                  </a:lnTo>
                  <a:lnTo>
                    <a:pt x="2589" y="944955"/>
                  </a:lnTo>
                  <a:lnTo>
                    <a:pt x="2589" y="941144"/>
                  </a:lnTo>
                  <a:lnTo>
                    <a:pt x="2589" y="937334"/>
                  </a:lnTo>
                  <a:lnTo>
                    <a:pt x="2589" y="933524"/>
                  </a:lnTo>
                  <a:lnTo>
                    <a:pt x="2589" y="929714"/>
                  </a:lnTo>
                  <a:lnTo>
                    <a:pt x="2589" y="925903"/>
                  </a:lnTo>
                  <a:lnTo>
                    <a:pt x="2589" y="922093"/>
                  </a:lnTo>
                  <a:lnTo>
                    <a:pt x="2589" y="918283"/>
                  </a:lnTo>
                  <a:lnTo>
                    <a:pt x="2589" y="914472"/>
                  </a:lnTo>
                  <a:lnTo>
                    <a:pt x="2589" y="910662"/>
                  </a:lnTo>
                  <a:lnTo>
                    <a:pt x="2589" y="906852"/>
                  </a:lnTo>
                  <a:lnTo>
                    <a:pt x="2589" y="903041"/>
                  </a:lnTo>
                  <a:lnTo>
                    <a:pt x="2589" y="899231"/>
                  </a:lnTo>
                  <a:lnTo>
                    <a:pt x="2589" y="895421"/>
                  </a:lnTo>
                  <a:lnTo>
                    <a:pt x="2589" y="891610"/>
                  </a:lnTo>
                  <a:lnTo>
                    <a:pt x="2589" y="887800"/>
                  </a:lnTo>
                  <a:lnTo>
                    <a:pt x="2589" y="883990"/>
                  </a:lnTo>
                  <a:lnTo>
                    <a:pt x="2589" y="880180"/>
                  </a:lnTo>
                  <a:lnTo>
                    <a:pt x="2589" y="876369"/>
                  </a:lnTo>
                  <a:lnTo>
                    <a:pt x="2589" y="872559"/>
                  </a:lnTo>
                  <a:lnTo>
                    <a:pt x="2589" y="868749"/>
                  </a:lnTo>
                  <a:lnTo>
                    <a:pt x="2589" y="864938"/>
                  </a:lnTo>
                  <a:lnTo>
                    <a:pt x="2589" y="861128"/>
                  </a:lnTo>
                  <a:lnTo>
                    <a:pt x="2589" y="857318"/>
                  </a:lnTo>
                  <a:lnTo>
                    <a:pt x="2589" y="853507"/>
                  </a:lnTo>
                  <a:lnTo>
                    <a:pt x="2589" y="849697"/>
                  </a:lnTo>
                  <a:lnTo>
                    <a:pt x="2589" y="845887"/>
                  </a:lnTo>
                  <a:lnTo>
                    <a:pt x="2589" y="842077"/>
                  </a:lnTo>
                  <a:lnTo>
                    <a:pt x="2589" y="838266"/>
                  </a:lnTo>
                  <a:lnTo>
                    <a:pt x="2589" y="834456"/>
                  </a:lnTo>
                  <a:lnTo>
                    <a:pt x="2589" y="830646"/>
                  </a:lnTo>
                  <a:lnTo>
                    <a:pt x="2589" y="826835"/>
                  </a:lnTo>
                  <a:lnTo>
                    <a:pt x="2589" y="823025"/>
                  </a:lnTo>
                  <a:lnTo>
                    <a:pt x="2589" y="819215"/>
                  </a:lnTo>
                  <a:lnTo>
                    <a:pt x="2589" y="815404"/>
                  </a:lnTo>
                  <a:lnTo>
                    <a:pt x="2589" y="811594"/>
                  </a:lnTo>
                  <a:lnTo>
                    <a:pt x="2589" y="807784"/>
                  </a:lnTo>
                  <a:lnTo>
                    <a:pt x="2589" y="803974"/>
                  </a:lnTo>
                  <a:lnTo>
                    <a:pt x="2589" y="800163"/>
                  </a:lnTo>
                  <a:lnTo>
                    <a:pt x="5179" y="800163"/>
                  </a:lnTo>
                  <a:lnTo>
                    <a:pt x="5179" y="796353"/>
                  </a:lnTo>
                  <a:lnTo>
                    <a:pt x="5179" y="792543"/>
                  </a:lnTo>
                  <a:lnTo>
                    <a:pt x="5179" y="788732"/>
                  </a:lnTo>
                  <a:lnTo>
                    <a:pt x="5179" y="784922"/>
                  </a:lnTo>
                  <a:lnTo>
                    <a:pt x="5179" y="781112"/>
                  </a:lnTo>
                  <a:lnTo>
                    <a:pt x="5179" y="777301"/>
                  </a:lnTo>
                  <a:lnTo>
                    <a:pt x="5179" y="773491"/>
                  </a:lnTo>
                  <a:lnTo>
                    <a:pt x="5179" y="769681"/>
                  </a:lnTo>
                  <a:lnTo>
                    <a:pt x="5179" y="765870"/>
                  </a:lnTo>
                  <a:lnTo>
                    <a:pt x="5179" y="762060"/>
                  </a:lnTo>
                  <a:lnTo>
                    <a:pt x="5179" y="758250"/>
                  </a:lnTo>
                  <a:lnTo>
                    <a:pt x="5179" y="754440"/>
                  </a:lnTo>
                  <a:lnTo>
                    <a:pt x="5179" y="750629"/>
                  </a:lnTo>
                  <a:lnTo>
                    <a:pt x="5179" y="746819"/>
                  </a:lnTo>
                  <a:lnTo>
                    <a:pt x="5179" y="743009"/>
                  </a:lnTo>
                  <a:lnTo>
                    <a:pt x="5179" y="739198"/>
                  </a:lnTo>
                  <a:lnTo>
                    <a:pt x="5179" y="735388"/>
                  </a:lnTo>
                  <a:lnTo>
                    <a:pt x="5179" y="731578"/>
                  </a:lnTo>
                  <a:lnTo>
                    <a:pt x="5179" y="727767"/>
                  </a:lnTo>
                  <a:lnTo>
                    <a:pt x="5179" y="723957"/>
                  </a:lnTo>
                  <a:lnTo>
                    <a:pt x="5179" y="720147"/>
                  </a:lnTo>
                  <a:lnTo>
                    <a:pt x="5179" y="716337"/>
                  </a:lnTo>
                  <a:lnTo>
                    <a:pt x="5179" y="712526"/>
                  </a:lnTo>
                  <a:lnTo>
                    <a:pt x="5179" y="708716"/>
                  </a:lnTo>
                  <a:lnTo>
                    <a:pt x="5179" y="704906"/>
                  </a:lnTo>
                  <a:lnTo>
                    <a:pt x="5179" y="701095"/>
                  </a:lnTo>
                  <a:lnTo>
                    <a:pt x="5179" y="697285"/>
                  </a:lnTo>
                  <a:lnTo>
                    <a:pt x="5179" y="693475"/>
                  </a:lnTo>
                  <a:lnTo>
                    <a:pt x="5179" y="689664"/>
                  </a:lnTo>
                  <a:lnTo>
                    <a:pt x="5179" y="685854"/>
                  </a:lnTo>
                  <a:lnTo>
                    <a:pt x="5179" y="682044"/>
                  </a:lnTo>
                  <a:lnTo>
                    <a:pt x="5179" y="678233"/>
                  </a:lnTo>
                  <a:lnTo>
                    <a:pt x="5179" y="674423"/>
                  </a:lnTo>
                  <a:lnTo>
                    <a:pt x="5179" y="670613"/>
                  </a:lnTo>
                  <a:lnTo>
                    <a:pt x="5179" y="666803"/>
                  </a:lnTo>
                  <a:lnTo>
                    <a:pt x="5179" y="662992"/>
                  </a:lnTo>
                  <a:lnTo>
                    <a:pt x="5179" y="659182"/>
                  </a:lnTo>
                  <a:lnTo>
                    <a:pt x="5179" y="655372"/>
                  </a:lnTo>
                  <a:lnTo>
                    <a:pt x="5179" y="651561"/>
                  </a:lnTo>
                  <a:lnTo>
                    <a:pt x="5179" y="647751"/>
                  </a:lnTo>
                  <a:lnTo>
                    <a:pt x="5179" y="643941"/>
                  </a:lnTo>
                  <a:lnTo>
                    <a:pt x="5179" y="640130"/>
                  </a:lnTo>
                  <a:lnTo>
                    <a:pt x="5179" y="636320"/>
                  </a:lnTo>
                  <a:lnTo>
                    <a:pt x="5179" y="632510"/>
                  </a:lnTo>
                  <a:lnTo>
                    <a:pt x="5179" y="628700"/>
                  </a:lnTo>
                  <a:lnTo>
                    <a:pt x="5179" y="624889"/>
                  </a:lnTo>
                  <a:lnTo>
                    <a:pt x="5179" y="621079"/>
                  </a:lnTo>
                  <a:lnTo>
                    <a:pt x="5179" y="617269"/>
                  </a:lnTo>
                  <a:lnTo>
                    <a:pt x="5179" y="613458"/>
                  </a:lnTo>
                  <a:lnTo>
                    <a:pt x="5179" y="609648"/>
                  </a:lnTo>
                  <a:lnTo>
                    <a:pt x="5179" y="605838"/>
                  </a:lnTo>
                  <a:lnTo>
                    <a:pt x="5179" y="602027"/>
                  </a:lnTo>
                  <a:lnTo>
                    <a:pt x="5179" y="598217"/>
                  </a:lnTo>
                  <a:lnTo>
                    <a:pt x="5179" y="594407"/>
                  </a:lnTo>
                  <a:lnTo>
                    <a:pt x="5179" y="590597"/>
                  </a:lnTo>
                  <a:lnTo>
                    <a:pt x="5179" y="586786"/>
                  </a:lnTo>
                  <a:lnTo>
                    <a:pt x="5179" y="582976"/>
                  </a:lnTo>
                  <a:lnTo>
                    <a:pt x="5179" y="579166"/>
                  </a:lnTo>
                  <a:lnTo>
                    <a:pt x="5179" y="575355"/>
                  </a:lnTo>
                  <a:lnTo>
                    <a:pt x="5179" y="571545"/>
                  </a:lnTo>
                  <a:lnTo>
                    <a:pt x="5179" y="567735"/>
                  </a:lnTo>
                  <a:lnTo>
                    <a:pt x="5179" y="563924"/>
                  </a:lnTo>
                  <a:lnTo>
                    <a:pt x="5179" y="560114"/>
                  </a:lnTo>
                  <a:lnTo>
                    <a:pt x="5179" y="556304"/>
                  </a:lnTo>
                  <a:lnTo>
                    <a:pt x="5179" y="552493"/>
                  </a:lnTo>
                  <a:lnTo>
                    <a:pt x="5179" y="548683"/>
                  </a:lnTo>
                  <a:lnTo>
                    <a:pt x="5179" y="544873"/>
                  </a:lnTo>
                  <a:lnTo>
                    <a:pt x="5179" y="541063"/>
                  </a:lnTo>
                  <a:lnTo>
                    <a:pt x="5179" y="537252"/>
                  </a:lnTo>
                  <a:lnTo>
                    <a:pt x="7768" y="537252"/>
                  </a:lnTo>
                  <a:lnTo>
                    <a:pt x="7768" y="533442"/>
                  </a:lnTo>
                  <a:lnTo>
                    <a:pt x="7768" y="529632"/>
                  </a:lnTo>
                  <a:lnTo>
                    <a:pt x="7768" y="525821"/>
                  </a:lnTo>
                  <a:lnTo>
                    <a:pt x="7768" y="522011"/>
                  </a:lnTo>
                  <a:lnTo>
                    <a:pt x="7768" y="518201"/>
                  </a:lnTo>
                  <a:lnTo>
                    <a:pt x="7768" y="514390"/>
                  </a:lnTo>
                  <a:lnTo>
                    <a:pt x="7768" y="510580"/>
                  </a:lnTo>
                  <a:lnTo>
                    <a:pt x="7768" y="506770"/>
                  </a:lnTo>
                  <a:lnTo>
                    <a:pt x="7768" y="502960"/>
                  </a:lnTo>
                  <a:lnTo>
                    <a:pt x="7768" y="499149"/>
                  </a:lnTo>
                  <a:lnTo>
                    <a:pt x="7768" y="495339"/>
                  </a:lnTo>
                  <a:lnTo>
                    <a:pt x="7768" y="491529"/>
                  </a:lnTo>
                  <a:lnTo>
                    <a:pt x="7768" y="487718"/>
                  </a:lnTo>
                  <a:lnTo>
                    <a:pt x="7768" y="483908"/>
                  </a:lnTo>
                  <a:lnTo>
                    <a:pt x="7768" y="480098"/>
                  </a:lnTo>
                  <a:lnTo>
                    <a:pt x="7768" y="476287"/>
                  </a:lnTo>
                  <a:lnTo>
                    <a:pt x="7768" y="472477"/>
                  </a:lnTo>
                  <a:lnTo>
                    <a:pt x="7768" y="468667"/>
                  </a:lnTo>
                  <a:lnTo>
                    <a:pt x="10358" y="468667"/>
                  </a:lnTo>
                  <a:lnTo>
                    <a:pt x="10358" y="464857"/>
                  </a:lnTo>
                  <a:lnTo>
                    <a:pt x="10358" y="461046"/>
                  </a:lnTo>
                  <a:lnTo>
                    <a:pt x="10358" y="457236"/>
                  </a:lnTo>
                  <a:lnTo>
                    <a:pt x="10358" y="453426"/>
                  </a:lnTo>
                  <a:lnTo>
                    <a:pt x="10358" y="449615"/>
                  </a:lnTo>
                  <a:lnTo>
                    <a:pt x="10358" y="445805"/>
                  </a:lnTo>
                  <a:lnTo>
                    <a:pt x="12948" y="445805"/>
                  </a:lnTo>
                  <a:lnTo>
                    <a:pt x="12948" y="441995"/>
                  </a:lnTo>
                  <a:lnTo>
                    <a:pt x="12948" y="438184"/>
                  </a:lnTo>
                  <a:lnTo>
                    <a:pt x="12948" y="434374"/>
                  </a:lnTo>
                  <a:lnTo>
                    <a:pt x="12948" y="430564"/>
                  </a:lnTo>
                  <a:lnTo>
                    <a:pt x="15537" y="430564"/>
                  </a:lnTo>
                  <a:lnTo>
                    <a:pt x="15537" y="426753"/>
                  </a:lnTo>
                  <a:lnTo>
                    <a:pt x="15537" y="422943"/>
                  </a:lnTo>
                  <a:lnTo>
                    <a:pt x="15537" y="419133"/>
                  </a:lnTo>
                  <a:lnTo>
                    <a:pt x="15537" y="415323"/>
                  </a:lnTo>
                  <a:lnTo>
                    <a:pt x="15537" y="411512"/>
                  </a:lnTo>
                  <a:lnTo>
                    <a:pt x="15537" y="407702"/>
                  </a:lnTo>
                  <a:lnTo>
                    <a:pt x="15537" y="403892"/>
                  </a:lnTo>
                  <a:lnTo>
                    <a:pt x="15537" y="400081"/>
                  </a:lnTo>
                  <a:lnTo>
                    <a:pt x="15537" y="396271"/>
                  </a:lnTo>
                  <a:lnTo>
                    <a:pt x="15537" y="392461"/>
                  </a:lnTo>
                  <a:lnTo>
                    <a:pt x="15537" y="388650"/>
                  </a:lnTo>
                  <a:lnTo>
                    <a:pt x="15537" y="384840"/>
                  </a:lnTo>
                  <a:lnTo>
                    <a:pt x="15537" y="381030"/>
                  </a:lnTo>
                  <a:lnTo>
                    <a:pt x="15537" y="377220"/>
                  </a:lnTo>
                  <a:lnTo>
                    <a:pt x="15537" y="373409"/>
                  </a:lnTo>
                  <a:lnTo>
                    <a:pt x="15537" y="369599"/>
                  </a:lnTo>
                  <a:lnTo>
                    <a:pt x="15537" y="365789"/>
                  </a:lnTo>
                  <a:lnTo>
                    <a:pt x="15537" y="361978"/>
                  </a:lnTo>
                  <a:lnTo>
                    <a:pt x="15537" y="358168"/>
                  </a:lnTo>
                  <a:lnTo>
                    <a:pt x="15537" y="354358"/>
                  </a:lnTo>
                  <a:lnTo>
                    <a:pt x="18127" y="354358"/>
                  </a:lnTo>
                  <a:lnTo>
                    <a:pt x="20716" y="354358"/>
                  </a:lnTo>
                  <a:lnTo>
                    <a:pt x="20716" y="350547"/>
                  </a:lnTo>
                  <a:lnTo>
                    <a:pt x="20716" y="346737"/>
                  </a:lnTo>
                  <a:lnTo>
                    <a:pt x="23306" y="346737"/>
                  </a:lnTo>
                  <a:lnTo>
                    <a:pt x="23306" y="342927"/>
                  </a:lnTo>
                  <a:lnTo>
                    <a:pt x="23306" y="339116"/>
                  </a:lnTo>
                  <a:lnTo>
                    <a:pt x="23306" y="335306"/>
                  </a:lnTo>
                  <a:lnTo>
                    <a:pt x="23306" y="331496"/>
                  </a:lnTo>
                  <a:lnTo>
                    <a:pt x="23306" y="327686"/>
                  </a:lnTo>
                  <a:lnTo>
                    <a:pt x="23306" y="323875"/>
                  </a:lnTo>
                  <a:lnTo>
                    <a:pt x="23306" y="320065"/>
                  </a:lnTo>
                  <a:lnTo>
                    <a:pt x="23306" y="316255"/>
                  </a:lnTo>
                  <a:lnTo>
                    <a:pt x="23306" y="312444"/>
                  </a:lnTo>
                  <a:lnTo>
                    <a:pt x="23306" y="308634"/>
                  </a:lnTo>
                  <a:lnTo>
                    <a:pt x="23306" y="304824"/>
                  </a:lnTo>
                  <a:lnTo>
                    <a:pt x="23306" y="301013"/>
                  </a:lnTo>
                  <a:lnTo>
                    <a:pt x="23306" y="297203"/>
                  </a:lnTo>
                  <a:lnTo>
                    <a:pt x="23306" y="293393"/>
                  </a:lnTo>
                  <a:lnTo>
                    <a:pt x="23306" y="289583"/>
                  </a:lnTo>
                  <a:lnTo>
                    <a:pt x="23306" y="285772"/>
                  </a:lnTo>
                  <a:lnTo>
                    <a:pt x="23306" y="281962"/>
                  </a:lnTo>
                  <a:lnTo>
                    <a:pt x="23306" y="278152"/>
                  </a:lnTo>
                  <a:lnTo>
                    <a:pt x="25896" y="278152"/>
                  </a:lnTo>
                  <a:lnTo>
                    <a:pt x="25896" y="274341"/>
                  </a:lnTo>
                  <a:lnTo>
                    <a:pt x="25896" y="270531"/>
                  </a:lnTo>
                  <a:lnTo>
                    <a:pt x="25896" y="266721"/>
                  </a:lnTo>
                  <a:lnTo>
                    <a:pt x="25896" y="262910"/>
                  </a:lnTo>
                  <a:lnTo>
                    <a:pt x="25896" y="259100"/>
                  </a:lnTo>
                  <a:lnTo>
                    <a:pt x="25896" y="255290"/>
                  </a:lnTo>
                  <a:lnTo>
                    <a:pt x="28485" y="255290"/>
                  </a:lnTo>
                  <a:lnTo>
                    <a:pt x="31075" y="255290"/>
                  </a:lnTo>
                  <a:lnTo>
                    <a:pt x="31075" y="251480"/>
                  </a:lnTo>
                  <a:lnTo>
                    <a:pt x="31075" y="247669"/>
                  </a:lnTo>
                  <a:lnTo>
                    <a:pt x="33664" y="247669"/>
                  </a:lnTo>
                  <a:lnTo>
                    <a:pt x="33664" y="243859"/>
                  </a:lnTo>
                  <a:lnTo>
                    <a:pt x="33664" y="240049"/>
                  </a:lnTo>
                  <a:lnTo>
                    <a:pt x="33664" y="236238"/>
                  </a:lnTo>
                  <a:lnTo>
                    <a:pt x="33664" y="232428"/>
                  </a:lnTo>
                  <a:lnTo>
                    <a:pt x="36254" y="232428"/>
                  </a:lnTo>
                  <a:lnTo>
                    <a:pt x="36254" y="228618"/>
                  </a:lnTo>
                  <a:lnTo>
                    <a:pt x="38844" y="228618"/>
                  </a:lnTo>
                  <a:lnTo>
                    <a:pt x="38844" y="224807"/>
                  </a:lnTo>
                  <a:lnTo>
                    <a:pt x="41433" y="224807"/>
                  </a:lnTo>
                  <a:lnTo>
                    <a:pt x="41433" y="220997"/>
                  </a:lnTo>
                  <a:lnTo>
                    <a:pt x="44023" y="220997"/>
                  </a:lnTo>
                  <a:lnTo>
                    <a:pt x="44023" y="217187"/>
                  </a:lnTo>
                  <a:lnTo>
                    <a:pt x="46613" y="217187"/>
                  </a:lnTo>
                  <a:lnTo>
                    <a:pt x="46613" y="213376"/>
                  </a:lnTo>
                  <a:lnTo>
                    <a:pt x="46613" y="209566"/>
                  </a:lnTo>
                  <a:lnTo>
                    <a:pt x="46613" y="205756"/>
                  </a:lnTo>
                  <a:lnTo>
                    <a:pt x="49202" y="205756"/>
                  </a:lnTo>
                  <a:lnTo>
                    <a:pt x="49202" y="201946"/>
                  </a:lnTo>
                  <a:lnTo>
                    <a:pt x="49202" y="198135"/>
                  </a:lnTo>
                  <a:lnTo>
                    <a:pt x="49202" y="194325"/>
                  </a:lnTo>
                  <a:lnTo>
                    <a:pt x="49202" y="190515"/>
                  </a:lnTo>
                  <a:lnTo>
                    <a:pt x="51792" y="190515"/>
                  </a:lnTo>
                  <a:lnTo>
                    <a:pt x="51792" y="186704"/>
                  </a:lnTo>
                  <a:lnTo>
                    <a:pt x="51792" y="182894"/>
                  </a:lnTo>
                  <a:lnTo>
                    <a:pt x="51792" y="179084"/>
                  </a:lnTo>
                  <a:lnTo>
                    <a:pt x="54381" y="179084"/>
                  </a:lnTo>
                  <a:lnTo>
                    <a:pt x="54381" y="175273"/>
                  </a:lnTo>
                  <a:lnTo>
                    <a:pt x="54381" y="171463"/>
                  </a:lnTo>
                  <a:lnTo>
                    <a:pt x="54381" y="167653"/>
                  </a:lnTo>
                  <a:lnTo>
                    <a:pt x="54381" y="163843"/>
                  </a:lnTo>
                  <a:lnTo>
                    <a:pt x="54381" y="160032"/>
                  </a:lnTo>
                  <a:lnTo>
                    <a:pt x="54381" y="156222"/>
                  </a:lnTo>
                  <a:lnTo>
                    <a:pt x="54381" y="152412"/>
                  </a:lnTo>
                  <a:lnTo>
                    <a:pt x="56971" y="152412"/>
                  </a:lnTo>
                  <a:lnTo>
                    <a:pt x="59561" y="152412"/>
                  </a:lnTo>
                  <a:lnTo>
                    <a:pt x="62150" y="152412"/>
                  </a:lnTo>
                  <a:lnTo>
                    <a:pt x="64740" y="152412"/>
                  </a:lnTo>
                  <a:lnTo>
                    <a:pt x="64740" y="148601"/>
                  </a:lnTo>
                  <a:lnTo>
                    <a:pt x="64740" y="144791"/>
                  </a:lnTo>
                  <a:lnTo>
                    <a:pt x="64740" y="140981"/>
                  </a:lnTo>
                  <a:lnTo>
                    <a:pt x="64740" y="137170"/>
                  </a:lnTo>
                  <a:lnTo>
                    <a:pt x="67329" y="137170"/>
                  </a:lnTo>
                  <a:lnTo>
                    <a:pt x="67329" y="133360"/>
                  </a:lnTo>
                  <a:lnTo>
                    <a:pt x="67329" y="129550"/>
                  </a:lnTo>
                  <a:lnTo>
                    <a:pt x="67329" y="125740"/>
                  </a:lnTo>
                  <a:lnTo>
                    <a:pt x="67329" y="121929"/>
                  </a:lnTo>
                  <a:lnTo>
                    <a:pt x="67329" y="118119"/>
                  </a:lnTo>
                  <a:lnTo>
                    <a:pt x="67329" y="114309"/>
                  </a:lnTo>
                  <a:lnTo>
                    <a:pt x="67329" y="110498"/>
                  </a:lnTo>
                  <a:lnTo>
                    <a:pt x="67329" y="106688"/>
                  </a:lnTo>
                  <a:lnTo>
                    <a:pt x="69919" y="106688"/>
                  </a:lnTo>
                  <a:lnTo>
                    <a:pt x="72509" y="106688"/>
                  </a:lnTo>
                  <a:lnTo>
                    <a:pt x="75098" y="106688"/>
                  </a:lnTo>
                  <a:lnTo>
                    <a:pt x="75098" y="102878"/>
                  </a:lnTo>
                  <a:lnTo>
                    <a:pt x="75098" y="99067"/>
                  </a:lnTo>
                  <a:lnTo>
                    <a:pt x="75098" y="95257"/>
                  </a:lnTo>
                  <a:lnTo>
                    <a:pt x="75098" y="91447"/>
                  </a:lnTo>
                  <a:lnTo>
                    <a:pt x="75098" y="87636"/>
                  </a:lnTo>
                  <a:lnTo>
                    <a:pt x="77688" y="87636"/>
                  </a:lnTo>
                  <a:lnTo>
                    <a:pt x="80277" y="87636"/>
                  </a:lnTo>
                  <a:lnTo>
                    <a:pt x="82867" y="87636"/>
                  </a:lnTo>
                  <a:lnTo>
                    <a:pt x="85457" y="87636"/>
                  </a:lnTo>
                  <a:lnTo>
                    <a:pt x="88046" y="87636"/>
                  </a:lnTo>
                  <a:lnTo>
                    <a:pt x="88046" y="83826"/>
                  </a:lnTo>
                  <a:lnTo>
                    <a:pt x="90636" y="83826"/>
                  </a:lnTo>
                  <a:lnTo>
                    <a:pt x="93226" y="83826"/>
                  </a:lnTo>
                  <a:lnTo>
                    <a:pt x="95815" y="83826"/>
                  </a:lnTo>
                  <a:lnTo>
                    <a:pt x="98405" y="83826"/>
                  </a:lnTo>
                  <a:lnTo>
                    <a:pt x="100994" y="83826"/>
                  </a:lnTo>
                  <a:lnTo>
                    <a:pt x="103584" y="83826"/>
                  </a:lnTo>
                  <a:lnTo>
                    <a:pt x="103584" y="80016"/>
                  </a:lnTo>
                  <a:lnTo>
                    <a:pt x="106174" y="80016"/>
                  </a:lnTo>
                  <a:lnTo>
                    <a:pt x="108763" y="80016"/>
                  </a:lnTo>
                  <a:lnTo>
                    <a:pt x="111353" y="80016"/>
                  </a:lnTo>
                  <a:lnTo>
                    <a:pt x="111353" y="76206"/>
                  </a:lnTo>
                  <a:lnTo>
                    <a:pt x="111353" y="72395"/>
                  </a:lnTo>
                  <a:lnTo>
                    <a:pt x="113942" y="72395"/>
                  </a:lnTo>
                  <a:lnTo>
                    <a:pt x="116532" y="72395"/>
                  </a:lnTo>
                  <a:lnTo>
                    <a:pt x="119122" y="72395"/>
                  </a:lnTo>
                  <a:lnTo>
                    <a:pt x="121711" y="72395"/>
                  </a:lnTo>
                  <a:lnTo>
                    <a:pt x="124301" y="72395"/>
                  </a:lnTo>
                  <a:lnTo>
                    <a:pt x="126890" y="72395"/>
                  </a:lnTo>
                  <a:lnTo>
                    <a:pt x="129480" y="72395"/>
                  </a:lnTo>
                  <a:lnTo>
                    <a:pt x="129480" y="68585"/>
                  </a:lnTo>
                  <a:lnTo>
                    <a:pt x="132070" y="68585"/>
                  </a:lnTo>
                  <a:lnTo>
                    <a:pt x="134659" y="68585"/>
                  </a:lnTo>
                  <a:lnTo>
                    <a:pt x="137249" y="68585"/>
                  </a:lnTo>
                  <a:lnTo>
                    <a:pt x="139839" y="68585"/>
                  </a:lnTo>
                  <a:lnTo>
                    <a:pt x="139839" y="64775"/>
                  </a:lnTo>
                  <a:lnTo>
                    <a:pt x="142428" y="64775"/>
                  </a:lnTo>
                  <a:lnTo>
                    <a:pt x="145018" y="64775"/>
                  </a:lnTo>
                  <a:lnTo>
                    <a:pt x="147607" y="64775"/>
                  </a:lnTo>
                  <a:lnTo>
                    <a:pt x="150197" y="64775"/>
                  </a:lnTo>
                  <a:lnTo>
                    <a:pt x="152787" y="64775"/>
                  </a:lnTo>
                  <a:lnTo>
                    <a:pt x="155376" y="64775"/>
                  </a:lnTo>
                  <a:lnTo>
                    <a:pt x="157966" y="64775"/>
                  </a:lnTo>
                  <a:lnTo>
                    <a:pt x="157966" y="60964"/>
                  </a:lnTo>
                  <a:lnTo>
                    <a:pt x="160555" y="60964"/>
                  </a:lnTo>
                  <a:lnTo>
                    <a:pt x="163145" y="60964"/>
                  </a:lnTo>
                  <a:lnTo>
                    <a:pt x="163145" y="57154"/>
                  </a:lnTo>
                  <a:lnTo>
                    <a:pt x="165735" y="57154"/>
                  </a:lnTo>
                  <a:lnTo>
                    <a:pt x="168324" y="57154"/>
                  </a:lnTo>
                  <a:lnTo>
                    <a:pt x="170914" y="57154"/>
                  </a:lnTo>
                  <a:lnTo>
                    <a:pt x="173503" y="57154"/>
                  </a:lnTo>
                  <a:lnTo>
                    <a:pt x="176093" y="57154"/>
                  </a:lnTo>
                  <a:lnTo>
                    <a:pt x="178683" y="57154"/>
                  </a:lnTo>
                  <a:lnTo>
                    <a:pt x="178683" y="53344"/>
                  </a:lnTo>
                  <a:lnTo>
                    <a:pt x="178683" y="49533"/>
                  </a:lnTo>
                  <a:lnTo>
                    <a:pt x="181272" y="49533"/>
                  </a:lnTo>
                  <a:lnTo>
                    <a:pt x="183862" y="49533"/>
                  </a:lnTo>
                  <a:lnTo>
                    <a:pt x="186452" y="49533"/>
                  </a:lnTo>
                  <a:lnTo>
                    <a:pt x="189041" y="49533"/>
                  </a:lnTo>
                  <a:lnTo>
                    <a:pt x="191631" y="49533"/>
                  </a:lnTo>
                  <a:lnTo>
                    <a:pt x="194220" y="49533"/>
                  </a:lnTo>
                  <a:lnTo>
                    <a:pt x="196810" y="49533"/>
                  </a:lnTo>
                  <a:lnTo>
                    <a:pt x="199400" y="49533"/>
                  </a:lnTo>
                  <a:lnTo>
                    <a:pt x="201989" y="49533"/>
                  </a:lnTo>
                  <a:lnTo>
                    <a:pt x="204579" y="49533"/>
                  </a:lnTo>
                  <a:lnTo>
                    <a:pt x="207168" y="49533"/>
                  </a:lnTo>
                  <a:lnTo>
                    <a:pt x="209758" y="49533"/>
                  </a:lnTo>
                  <a:lnTo>
                    <a:pt x="212348" y="49533"/>
                  </a:lnTo>
                  <a:lnTo>
                    <a:pt x="214937" y="49533"/>
                  </a:lnTo>
                  <a:lnTo>
                    <a:pt x="217527" y="49533"/>
                  </a:lnTo>
                  <a:lnTo>
                    <a:pt x="220116" y="49533"/>
                  </a:lnTo>
                  <a:lnTo>
                    <a:pt x="222706" y="49533"/>
                  </a:lnTo>
                  <a:lnTo>
                    <a:pt x="225296" y="49533"/>
                  </a:lnTo>
                  <a:lnTo>
                    <a:pt x="227885" y="49533"/>
                  </a:lnTo>
                  <a:lnTo>
                    <a:pt x="230475" y="49533"/>
                  </a:lnTo>
                  <a:lnTo>
                    <a:pt x="233065" y="49533"/>
                  </a:lnTo>
                  <a:lnTo>
                    <a:pt x="233065" y="45723"/>
                  </a:lnTo>
                  <a:lnTo>
                    <a:pt x="233065" y="41913"/>
                  </a:lnTo>
                  <a:lnTo>
                    <a:pt x="235654" y="41913"/>
                  </a:lnTo>
                  <a:lnTo>
                    <a:pt x="238244" y="41913"/>
                  </a:lnTo>
                  <a:lnTo>
                    <a:pt x="240833" y="41913"/>
                  </a:lnTo>
                  <a:lnTo>
                    <a:pt x="243423" y="41913"/>
                  </a:lnTo>
                  <a:lnTo>
                    <a:pt x="246013" y="41913"/>
                  </a:lnTo>
                  <a:lnTo>
                    <a:pt x="248602" y="41913"/>
                  </a:lnTo>
                  <a:lnTo>
                    <a:pt x="251192" y="41913"/>
                  </a:lnTo>
                  <a:lnTo>
                    <a:pt x="253781" y="41913"/>
                  </a:lnTo>
                  <a:lnTo>
                    <a:pt x="256371" y="41913"/>
                  </a:lnTo>
                  <a:lnTo>
                    <a:pt x="258961" y="41913"/>
                  </a:lnTo>
                  <a:lnTo>
                    <a:pt x="258961" y="38103"/>
                  </a:lnTo>
                  <a:lnTo>
                    <a:pt x="258961" y="34292"/>
                  </a:lnTo>
                  <a:lnTo>
                    <a:pt x="261550" y="34292"/>
                  </a:lnTo>
                  <a:lnTo>
                    <a:pt x="264140" y="34292"/>
                  </a:lnTo>
                  <a:lnTo>
                    <a:pt x="266729" y="34292"/>
                  </a:lnTo>
                  <a:lnTo>
                    <a:pt x="266729" y="30482"/>
                  </a:lnTo>
                  <a:lnTo>
                    <a:pt x="269319" y="30482"/>
                  </a:lnTo>
                  <a:lnTo>
                    <a:pt x="269319" y="26672"/>
                  </a:lnTo>
                  <a:lnTo>
                    <a:pt x="271909" y="26672"/>
                  </a:lnTo>
                  <a:lnTo>
                    <a:pt x="274498" y="26672"/>
                  </a:lnTo>
                  <a:lnTo>
                    <a:pt x="277088" y="26672"/>
                  </a:lnTo>
                  <a:lnTo>
                    <a:pt x="279678" y="26672"/>
                  </a:lnTo>
                  <a:lnTo>
                    <a:pt x="282267" y="26672"/>
                  </a:lnTo>
                  <a:lnTo>
                    <a:pt x="282267" y="22861"/>
                  </a:lnTo>
                  <a:lnTo>
                    <a:pt x="284857" y="22861"/>
                  </a:lnTo>
                  <a:lnTo>
                    <a:pt x="287446" y="22861"/>
                  </a:lnTo>
                  <a:lnTo>
                    <a:pt x="290036" y="22861"/>
                  </a:lnTo>
                  <a:lnTo>
                    <a:pt x="292626" y="22861"/>
                  </a:lnTo>
                  <a:lnTo>
                    <a:pt x="295215" y="22861"/>
                  </a:lnTo>
                  <a:lnTo>
                    <a:pt x="295215" y="19051"/>
                  </a:lnTo>
                  <a:lnTo>
                    <a:pt x="297805" y="19051"/>
                  </a:lnTo>
                  <a:lnTo>
                    <a:pt x="300394" y="19051"/>
                  </a:lnTo>
                  <a:lnTo>
                    <a:pt x="302984" y="19051"/>
                  </a:lnTo>
                  <a:lnTo>
                    <a:pt x="305574" y="19051"/>
                  </a:lnTo>
                  <a:lnTo>
                    <a:pt x="308163" y="19051"/>
                  </a:lnTo>
                  <a:lnTo>
                    <a:pt x="310753" y="19051"/>
                  </a:lnTo>
                  <a:lnTo>
                    <a:pt x="313342" y="19051"/>
                  </a:lnTo>
                  <a:lnTo>
                    <a:pt x="315932" y="19051"/>
                  </a:lnTo>
                  <a:lnTo>
                    <a:pt x="318522" y="19051"/>
                  </a:lnTo>
                  <a:lnTo>
                    <a:pt x="321111" y="19051"/>
                  </a:lnTo>
                  <a:lnTo>
                    <a:pt x="323701" y="19051"/>
                  </a:lnTo>
                  <a:lnTo>
                    <a:pt x="326291" y="19051"/>
                  </a:lnTo>
                  <a:lnTo>
                    <a:pt x="328880" y="19051"/>
                  </a:lnTo>
                  <a:lnTo>
                    <a:pt x="331470" y="19051"/>
                  </a:lnTo>
                  <a:lnTo>
                    <a:pt x="334059" y="19051"/>
                  </a:lnTo>
                  <a:lnTo>
                    <a:pt x="336649" y="19051"/>
                  </a:lnTo>
                  <a:lnTo>
                    <a:pt x="339239" y="19051"/>
                  </a:lnTo>
                  <a:lnTo>
                    <a:pt x="341828" y="19051"/>
                  </a:lnTo>
                  <a:lnTo>
                    <a:pt x="341828" y="15241"/>
                  </a:lnTo>
                  <a:lnTo>
                    <a:pt x="344418" y="15241"/>
                  </a:lnTo>
                  <a:lnTo>
                    <a:pt x="347007" y="15241"/>
                  </a:lnTo>
                  <a:lnTo>
                    <a:pt x="349597" y="15241"/>
                  </a:lnTo>
                  <a:lnTo>
                    <a:pt x="352187" y="15241"/>
                  </a:lnTo>
                  <a:lnTo>
                    <a:pt x="354776" y="15241"/>
                  </a:lnTo>
                  <a:lnTo>
                    <a:pt x="357366" y="15241"/>
                  </a:lnTo>
                  <a:lnTo>
                    <a:pt x="359955" y="15241"/>
                  </a:lnTo>
                  <a:lnTo>
                    <a:pt x="362545" y="15241"/>
                  </a:lnTo>
                  <a:lnTo>
                    <a:pt x="365135" y="15241"/>
                  </a:lnTo>
                  <a:lnTo>
                    <a:pt x="367724" y="15241"/>
                  </a:lnTo>
                  <a:lnTo>
                    <a:pt x="370314" y="15241"/>
                  </a:lnTo>
                  <a:lnTo>
                    <a:pt x="372904" y="15241"/>
                  </a:lnTo>
                  <a:lnTo>
                    <a:pt x="375493" y="15241"/>
                  </a:lnTo>
                  <a:lnTo>
                    <a:pt x="378083" y="15241"/>
                  </a:lnTo>
                  <a:lnTo>
                    <a:pt x="380672" y="15241"/>
                  </a:lnTo>
                  <a:lnTo>
                    <a:pt x="383262" y="15241"/>
                  </a:lnTo>
                  <a:lnTo>
                    <a:pt x="385852" y="15241"/>
                  </a:lnTo>
                  <a:lnTo>
                    <a:pt x="388441" y="15241"/>
                  </a:lnTo>
                  <a:lnTo>
                    <a:pt x="391031" y="15241"/>
                  </a:lnTo>
                  <a:lnTo>
                    <a:pt x="393620" y="15241"/>
                  </a:lnTo>
                  <a:lnTo>
                    <a:pt x="396210" y="15241"/>
                  </a:lnTo>
                  <a:lnTo>
                    <a:pt x="398800" y="15241"/>
                  </a:lnTo>
                  <a:lnTo>
                    <a:pt x="401389" y="15241"/>
                  </a:lnTo>
                  <a:lnTo>
                    <a:pt x="403979" y="15241"/>
                  </a:lnTo>
                  <a:lnTo>
                    <a:pt x="406568" y="15241"/>
                  </a:lnTo>
                  <a:lnTo>
                    <a:pt x="409158" y="15241"/>
                  </a:lnTo>
                  <a:lnTo>
                    <a:pt x="411748" y="15241"/>
                  </a:lnTo>
                  <a:lnTo>
                    <a:pt x="414337" y="15241"/>
                  </a:lnTo>
                  <a:lnTo>
                    <a:pt x="416927" y="15241"/>
                  </a:lnTo>
                  <a:lnTo>
                    <a:pt x="419517" y="15241"/>
                  </a:lnTo>
                  <a:lnTo>
                    <a:pt x="422106" y="15241"/>
                  </a:lnTo>
                  <a:lnTo>
                    <a:pt x="424696" y="15241"/>
                  </a:lnTo>
                  <a:lnTo>
                    <a:pt x="427285" y="15241"/>
                  </a:lnTo>
                  <a:lnTo>
                    <a:pt x="429875" y="15241"/>
                  </a:lnTo>
                  <a:lnTo>
                    <a:pt x="432465" y="15241"/>
                  </a:lnTo>
                  <a:lnTo>
                    <a:pt x="435054" y="15241"/>
                  </a:lnTo>
                  <a:lnTo>
                    <a:pt x="437644" y="15241"/>
                  </a:lnTo>
                  <a:lnTo>
                    <a:pt x="440233" y="15241"/>
                  </a:lnTo>
                  <a:lnTo>
                    <a:pt x="442823" y="15241"/>
                  </a:lnTo>
                  <a:lnTo>
                    <a:pt x="445413" y="15241"/>
                  </a:lnTo>
                  <a:lnTo>
                    <a:pt x="448002" y="15241"/>
                  </a:lnTo>
                  <a:lnTo>
                    <a:pt x="450592" y="15241"/>
                  </a:lnTo>
                  <a:lnTo>
                    <a:pt x="453181" y="15241"/>
                  </a:lnTo>
                  <a:lnTo>
                    <a:pt x="455771" y="15241"/>
                  </a:lnTo>
                  <a:lnTo>
                    <a:pt x="458361" y="15241"/>
                  </a:lnTo>
                  <a:lnTo>
                    <a:pt x="460950" y="15241"/>
                  </a:lnTo>
                  <a:lnTo>
                    <a:pt x="463540" y="15241"/>
                  </a:lnTo>
                  <a:lnTo>
                    <a:pt x="466130" y="15241"/>
                  </a:lnTo>
                  <a:lnTo>
                    <a:pt x="468719" y="15241"/>
                  </a:lnTo>
                  <a:lnTo>
                    <a:pt x="471309" y="15241"/>
                  </a:lnTo>
                  <a:lnTo>
                    <a:pt x="473898" y="15241"/>
                  </a:lnTo>
                  <a:lnTo>
                    <a:pt x="476488" y="15241"/>
                  </a:lnTo>
                  <a:lnTo>
                    <a:pt x="479078" y="15241"/>
                  </a:lnTo>
                  <a:lnTo>
                    <a:pt x="481667" y="15241"/>
                  </a:lnTo>
                  <a:lnTo>
                    <a:pt x="484257" y="15241"/>
                  </a:lnTo>
                  <a:lnTo>
                    <a:pt x="486846" y="15241"/>
                  </a:lnTo>
                  <a:lnTo>
                    <a:pt x="489436" y="15241"/>
                  </a:lnTo>
                  <a:lnTo>
                    <a:pt x="492026" y="15241"/>
                  </a:lnTo>
                  <a:lnTo>
                    <a:pt x="494615" y="15241"/>
                  </a:lnTo>
                  <a:lnTo>
                    <a:pt x="497205" y="15241"/>
                  </a:lnTo>
                  <a:lnTo>
                    <a:pt x="499794" y="15241"/>
                  </a:lnTo>
                  <a:lnTo>
                    <a:pt x="502384" y="15241"/>
                  </a:lnTo>
                  <a:lnTo>
                    <a:pt x="504974" y="15241"/>
                  </a:lnTo>
                  <a:lnTo>
                    <a:pt x="507563" y="15241"/>
                  </a:lnTo>
                  <a:lnTo>
                    <a:pt x="510153" y="15241"/>
                  </a:lnTo>
                  <a:lnTo>
                    <a:pt x="510153" y="11430"/>
                  </a:lnTo>
                  <a:lnTo>
                    <a:pt x="512743" y="11430"/>
                  </a:lnTo>
                  <a:lnTo>
                    <a:pt x="515332" y="11430"/>
                  </a:lnTo>
                  <a:lnTo>
                    <a:pt x="517922" y="11430"/>
                  </a:lnTo>
                  <a:lnTo>
                    <a:pt x="520511" y="11430"/>
                  </a:lnTo>
                  <a:lnTo>
                    <a:pt x="523101" y="11430"/>
                  </a:lnTo>
                  <a:lnTo>
                    <a:pt x="525691" y="11430"/>
                  </a:lnTo>
                  <a:lnTo>
                    <a:pt x="528280" y="11430"/>
                  </a:lnTo>
                  <a:lnTo>
                    <a:pt x="530870" y="11430"/>
                  </a:lnTo>
                  <a:lnTo>
                    <a:pt x="533459" y="11430"/>
                  </a:lnTo>
                  <a:lnTo>
                    <a:pt x="536049" y="11430"/>
                  </a:lnTo>
                  <a:lnTo>
                    <a:pt x="538639" y="11430"/>
                  </a:lnTo>
                  <a:lnTo>
                    <a:pt x="541228" y="11430"/>
                  </a:lnTo>
                  <a:lnTo>
                    <a:pt x="543818" y="11430"/>
                  </a:lnTo>
                  <a:lnTo>
                    <a:pt x="546407" y="11430"/>
                  </a:lnTo>
                  <a:lnTo>
                    <a:pt x="548997" y="11430"/>
                  </a:lnTo>
                  <a:lnTo>
                    <a:pt x="551587" y="11430"/>
                  </a:lnTo>
                  <a:lnTo>
                    <a:pt x="554176" y="11430"/>
                  </a:lnTo>
                  <a:lnTo>
                    <a:pt x="556766" y="11430"/>
                  </a:lnTo>
                  <a:lnTo>
                    <a:pt x="559356" y="11430"/>
                  </a:lnTo>
                  <a:lnTo>
                    <a:pt x="561945" y="11430"/>
                  </a:lnTo>
                  <a:lnTo>
                    <a:pt x="564535" y="11430"/>
                  </a:lnTo>
                  <a:lnTo>
                    <a:pt x="567124" y="11430"/>
                  </a:lnTo>
                  <a:lnTo>
                    <a:pt x="569714" y="11430"/>
                  </a:lnTo>
                  <a:lnTo>
                    <a:pt x="572304" y="11430"/>
                  </a:lnTo>
                  <a:lnTo>
                    <a:pt x="574893" y="11430"/>
                  </a:lnTo>
                  <a:lnTo>
                    <a:pt x="577483" y="11430"/>
                  </a:lnTo>
                  <a:lnTo>
                    <a:pt x="580072" y="11430"/>
                  </a:lnTo>
                  <a:lnTo>
                    <a:pt x="582662" y="11430"/>
                  </a:lnTo>
                  <a:lnTo>
                    <a:pt x="585252" y="11430"/>
                  </a:lnTo>
                  <a:lnTo>
                    <a:pt x="587841" y="11430"/>
                  </a:lnTo>
                  <a:lnTo>
                    <a:pt x="590431" y="11430"/>
                  </a:lnTo>
                  <a:lnTo>
                    <a:pt x="593020" y="11430"/>
                  </a:lnTo>
                  <a:lnTo>
                    <a:pt x="595610" y="11430"/>
                  </a:lnTo>
                  <a:lnTo>
                    <a:pt x="598200" y="11430"/>
                  </a:lnTo>
                  <a:lnTo>
                    <a:pt x="600789" y="11430"/>
                  </a:lnTo>
                  <a:lnTo>
                    <a:pt x="603379" y="11430"/>
                  </a:lnTo>
                  <a:lnTo>
                    <a:pt x="605969" y="11430"/>
                  </a:lnTo>
                  <a:lnTo>
                    <a:pt x="608558" y="11430"/>
                  </a:lnTo>
                  <a:lnTo>
                    <a:pt x="611148" y="11430"/>
                  </a:lnTo>
                  <a:lnTo>
                    <a:pt x="611148" y="7620"/>
                  </a:lnTo>
                  <a:lnTo>
                    <a:pt x="613737" y="7620"/>
                  </a:lnTo>
                  <a:lnTo>
                    <a:pt x="616327" y="7620"/>
                  </a:lnTo>
                  <a:lnTo>
                    <a:pt x="618917" y="7620"/>
                  </a:lnTo>
                  <a:lnTo>
                    <a:pt x="621506" y="7620"/>
                  </a:lnTo>
                  <a:lnTo>
                    <a:pt x="624096" y="7620"/>
                  </a:lnTo>
                  <a:lnTo>
                    <a:pt x="626685" y="7620"/>
                  </a:lnTo>
                  <a:lnTo>
                    <a:pt x="629275" y="7620"/>
                  </a:lnTo>
                  <a:lnTo>
                    <a:pt x="631865" y="7620"/>
                  </a:lnTo>
                  <a:lnTo>
                    <a:pt x="634454" y="7620"/>
                  </a:lnTo>
                  <a:lnTo>
                    <a:pt x="637044" y="7620"/>
                  </a:lnTo>
                  <a:lnTo>
                    <a:pt x="639633" y="7620"/>
                  </a:lnTo>
                  <a:lnTo>
                    <a:pt x="642223" y="7620"/>
                  </a:lnTo>
                  <a:lnTo>
                    <a:pt x="644813" y="7620"/>
                  </a:lnTo>
                  <a:lnTo>
                    <a:pt x="647402" y="7620"/>
                  </a:lnTo>
                  <a:lnTo>
                    <a:pt x="649992" y="7620"/>
                  </a:lnTo>
                  <a:lnTo>
                    <a:pt x="652582" y="7620"/>
                  </a:lnTo>
                  <a:lnTo>
                    <a:pt x="655171" y="7620"/>
                  </a:lnTo>
                  <a:lnTo>
                    <a:pt x="657761" y="7620"/>
                  </a:lnTo>
                  <a:lnTo>
                    <a:pt x="660350" y="7620"/>
                  </a:lnTo>
                  <a:lnTo>
                    <a:pt x="662940" y="7620"/>
                  </a:lnTo>
                  <a:lnTo>
                    <a:pt x="665530" y="7620"/>
                  </a:lnTo>
                  <a:lnTo>
                    <a:pt x="668119" y="7620"/>
                  </a:lnTo>
                  <a:lnTo>
                    <a:pt x="670709" y="7620"/>
                  </a:lnTo>
                  <a:lnTo>
                    <a:pt x="673298" y="7620"/>
                  </a:lnTo>
                  <a:lnTo>
                    <a:pt x="675888" y="7620"/>
                  </a:lnTo>
                  <a:lnTo>
                    <a:pt x="678478" y="7620"/>
                  </a:lnTo>
                  <a:lnTo>
                    <a:pt x="681067" y="7620"/>
                  </a:lnTo>
                  <a:lnTo>
                    <a:pt x="683657" y="7620"/>
                  </a:lnTo>
                  <a:lnTo>
                    <a:pt x="686246" y="7620"/>
                  </a:lnTo>
                  <a:lnTo>
                    <a:pt x="688836" y="7620"/>
                  </a:lnTo>
                  <a:lnTo>
                    <a:pt x="691426" y="7620"/>
                  </a:lnTo>
                  <a:lnTo>
                    <a:pt x="694015" y="7620"/>
                  </a:lnTo>
                  <a:lnTo>
                    <a:pt x="696605" y="7620"/>
                  </a:lnTo>
                  <a:lnTo>
                    <a:pt x="699195" y="7620"/>
                  </a:lnTo>
                  <a:lnTo>
                    <a:pt x="701784" y="7620"/>
                  </a:lnTo>
                  <a:lnTo>
                    <a:pt x="704374" y="7620"/>
                  </a:lnTo>
                  <a:lnTo>
                    <a:pt x="706963" y="7620"/>
                  </a:lnTo>
                  <a:lnTo>
                    <a:pt x="709553" y="7620"/>
                  </a:lnTo>
                  <a:lnTo>
                    <a:pt x="712143" y="7620"/>
                  </a:lnTo>
                  <a:lnTo>
                    <a:pt x="714732" y="7620"/>
                  </a:lnTo>
                  <a:lnTo>
                    <a:pt x="717322" y="7620"/>
                  </a:lnTo>
                  <a:lnTo>
                    <a:pt x="719911" y="7620"/>
                  </a:lnTo>
                  <a:lnTo>
                    <a:pt x="722501" y="7620"/>
                  </a:lnTo>
                  <a:lnTo>
                    <a:pt x="725091" y="7620"/>
                  </a:lnTo>
                  <a:lnTo>
                    <a:pt x="727680" y="7620"/>
                  </a:lnTo>
                  <a:lnTo>
                    <a:pt x="730270" y="7620"/>
                  </a:lnTo>
                  <a:lnTo>
                    <a:pt x="732859" y="7620"/>
                  </a:lnTo>
                  <a:lnTo>
                    <a:pt x="735449" y="7620"/>
                  </a:lnTo>
                  <a:lnTo>
                    <a:pt x="738039" y="7620"/>
                  </a:lnTo>
                  <a:lnTo>
                    <a:pt x="740628" y="7620"/>
                  </a:lnTo>
                  <a:lnTo>
                    <a:pt x="743218" y="7620"/>
                  </a:lnTo>
                  <a:lnTo>
                    <a:pt x="745808" y="7620"/>
                  </a:lnTo>
                  <a:lnTo>
                    <a:pt x="748397" y="7620"/>
                  </a:lnTo>
                  <a:lnTo>
                    <a:pt x="750987" y="7620"/>
                  </a:lnTo>
                  <a:lnTo>
                    <a:pt x="753576" y="7620"/>
                  </a:lnTo>
                  <a:lnTo>
                    <a:pt x="756166" y="7620"/>
                  </a:lnTo>
                  <a:lnTo>
                    <a:pt x="758756" y="7620"/>
                  </a:lnTo>
                  <a:lnTo>
                    <a:pt x="761345" y="7620"/>
                  </a:lnTo>
                  <a:lnTo>
                    <a:pt x="763935" y="7620"/>
                  </a:lnTo>
                  <a:lnTo>
                    <a:pt x="766524" y="7620"/>
                  </a:lnTo>
                  <a:lnTo>
                    <a:pt x="769114" y="7620"/>
                  </a:lnTo>
                  <a:lnTo>
                    <a:pt x="771704" y="7620"/>
                  </a:lnTo>
                  <a:lnTo>
                    <a:pt x="774293" y="7620"/>
                  </a:lnTo>
                  <a:lnTo>
                    <a:pt x="776883" y="7620"/>
                  </a:lnTo>
                  <a:lnTo>
                    <a:pt x="779472" y="7620"/>
                  </a:lnTo>
                  <a:lnTo>
                    <a:pt x="782062" y="7620"/>
                  </a:lnTo>
                  <a:lnTo>
                    <a:pt x="782062" y="3810"/>
                  </a:lnTo>
                  <a:lnTo>
                    <a:pt x="784652" y="3810"/>
                  </a:lnTo>
                  <a:lnTo>
                    <a:pt x="787241" y="3810"/>
                  </a:lnTo>
                  <a:lnTo>
                    <a:pt x="789831" y="3810"/>
                  </a:lnTo>
                  <a:lnTo>
                    <a:pt x="792421" y="3810"/>
                  </a:lnTo>
                  <a:lnTo>
                    <a:pt x="795010" y="3810"/>
                  </a:lnTo>
                  <a:lnTo>
                    <a:pt x="797600" y="3810"/>
                  </a:lnTo>
                  <a:lnTo>
                    <a:pt x="800189" y="3810"/>
                  </a:lnTo>
                  <a:lnTo>
                    <a:pt x="802779" y="3810"/>
                  </a:lnTo>
                  <a:lnTo>
                    <a:pt x="805369" y="3810"/>
                  </a:lnTo>
                  <a:lnTo>
                    <a:pt x="807958" y="3810"/>
                  </a:lnTo>
                  <a:lnTo>
                    <a:pt x="810548" y="3810"/>
                  </a:lnTo>
                  <a:lnTo>
                    <a:pt x="813137" y="3810"/>
                  </a:lnTo>
                  <a:lnTo>
                    <a:pt x="815727" y="3810"/>
                  </a:lnTo>
                  <a:lnTo>
                    <a:pt x="818317" y="3810"/>
                  </a:lnTo>
                  <a:lnTo>
                    <a:pt x="820906" y="3810"/>
                  </a:lnTo>
                  <a:lnTo>
                    <a:pt x="823496" y="3810"/>
                  </a:lnTo>
                  <a:lnTo>
                    <a:pt x="826085" y="3810"/>
                  </a:lnTo>
                  <a:lnTo>
                    <a:pt x="828675" y="3810"/>
                  </a:lnTo>
                  <a:lnTo>
                    <a:pt x="831265" y="3810"/>
                  </a:lnTo>
                  <a:lnTo>
                    <a:pt x="833854" y="3810"/>
                  </a:lnTo>
                  <a:lnTo>
                    <a:pt x="836444" y="3810"/>
                  </a:lnTo>
                  <a:lnTo>
                    <a:pt x="839034" y="3810"/>
                  </a:lnTo>
                  <a:lnTo>
                    <a:pt x="841623" y="3810"/>
                  </a:lnTo>
                  <a:lnTo>
                    <a:pt x="844213" y="3810"/>
                  </a:lnTo>
                  <a:lnTo>
                    <a:pt x="846802" y="3810"/>
                  </a:lnTo>
                  <a:lnTo>
                    <a:pt x="849392" y="3810"/>
                  </a:lnTo>
                  <a:lnTo>
                    <a:pt x="851982" y="3810"/>
                  </a:lnTo>
                  <a:lnTo>
                    <a:pt x="854571" y="3810"/>
                  </a:lnTo>
                  <a:lnTo>
                    <a:pt x="857161" y="3810"/>
                  </a:lnTo>
                  <a:lnTo>
                    <a:pt x="859750" y="3810"/>
                  </a:lnTo>
                  <a:lnTo>
                    <a:pt x="862340" y="3810"/>
                  </a:lnTo>
                  <a:lnTo>
                    <a:pt x="864930" y="3810"/>
                  </a:lnTo>
                  <a:lnTo>
                    <a:pt x="867519" y="3810"/>
                  </a:lnTo>
                  <a:lnTo>
                    <a:pt x="870109" y="3810"/>
                  </a:lnTo>
                  <a:lnTo>
                    <a:pt x="872698" y="3810"/>
                  </a:lnTo>
                  <a:lnTo>
                    <a:pt x="875288" y="3810"/>
                  </a:lnTo>
                  <a:lnTo>
                    <a:pt x="877878" y="3810"/>
                  </a:lnTo>
                  <a:lnTo>
                    <a:pt x="880467" y="3810"/>
                  </a:lnTo>
                  <a:lnTo>
                    <a:pt x="885647" y="3810"/>
                  </a:lnTo>
                  <a:lnTo>
                    <a:pt x="888236" y="3810"/>
                  </a:lnTo>
                  <a:lnTo>
                    <a:pt x="890826" y="3810"/>
                  </a:lnTo>
                  <a:lnTo>
                    <a:pt x="893415" y="3810"/>
                  </a:lnTo>
                  <a:lnTo>
                    <a:pt x="896005" y="3810"/>
                  </a:lnTo>
                  <a:lnTo>
                    <a:pt x="898595" y="3810"/>
                  </a:lnTo>
                  <a:lnTo>
                    <a:pt x="901184" y="3810"/>
                  </a:lnTo>
                  <a:lnTo>
                    <a:pt x="903774" y="3810"/>
                  </a:lnTo>
                  <a:lnTo>
                    <a:pt x="906363" y="3810"/>
                  </a:lnTo>
                  <a:lnTo>
                    <a:pt x="908953" y="3810"/>
                  </a:lnTo>
                  <a:lnTo>
                    <a:pt x="911543" y="3810"/>
                  </a:lnTo>
                  <a:lnTo>
                    <a:pt x="914132" y="3810"/>
                  </a:lnTo>
                  <a:lnTo>
                    <a:pt x="916722" y="3810"/>
                  </a:lnTo>
                  <a:lnTo>
                    <a:pt x="919311" y="3810"/>
                  </a:lnTo>
                  <a:lnTo>
                    <a:pt x="921901" y="3810"/>
                  </a:lnTo>
                  <a:lnTo>
                    <a:pt x="924491" y="3810"/>
                  </a:lnTo>
                  <a:lnTo>
                    <a:pt x="927080" y="3810"/>
                  </a:lnTo>
                  <a:lnTo>
                    <a:pt x="929670" y="3810"/>
                  </a:lnTo>
                  <a:lnTo>
                    <a:pt x="932260" y="3810"/>
                  </a:lnTo>
                  <a:lnTo>
                    <a:pt x="934849" y="3810"/>
                  </a:lnTo>
                  <a:lnTo>
                    <a:pt x="937439" y="3810"/>
                  </a:lnTo>
                  <a:lnTo>
                    <a:pt x="940028" y="3810"/>
                  </a:lnTo>
                  <a:lnTo>
                    <a:pt x="942618" y="3810"/>
                  </a:lnTo>
                  <a:lnTo>
                    <a:pt x="945208" y="3810"/>
                  </a:lnTo>
                  <a:lnTo>
                    <a:pt x="947797" y="3810"/>
                  </a:lnTo>
                  <a:lnTo>
                    <a:pt x="950387" y="3810"/>
                  </a:lnTo>
                  <a:lnTo>
                    <a:pt x="952976" y="3810"/>
                  </a:lnTo>
                  <a:lnTo>
                    <a:pt x="955566" y="3810"/>
                  </a:lnTo>
                  <a:lnTo>
                    <a:pt x="958156" y="3810"/>
                  </a:lnTo>
                  <a:lnTo>
                    <a:pt x="960745" y="3810"/>
                  </a:lnTo>
                  <a:lnTo>
                    <a:pt x="963335" y="3810"/>
                  </a:lnTo>
                  <a:lnTo>
                    <a:pt x="965924" y="3810"/>
                  </a:lnTo>
                  <a:lnTo>
                    <a:pt x="968514" y="3810"/>
                  </a:lnTo>
                  <a:lnTo>
                    <a:pt x="971104" y="3810"/>
                  </a:lnTo>
                  <a:lnTo>
                    <a:pt x="971104" y="0"/>
                  </a:lnTo>
                  <a:lnTo>
                    <a:pt x="973693" y="0"/>
                  </a:lnTo>
                  <a:lnTo>
                    <a:pt x="976283" y="0"/>
                  </a:lnTo>
                  <a:lnTo>
                    <a:pt x="978873" y="0"/>
                  </a:lnTo>
                  <a:lnTo>
                    <a:pt x="981462" y="0"/>
                  </a:lnTo>
                  <a:lnTo>
                    <a:pt x="984052" y="0"/>
                  </a:lnTo>
                  <a:lnTo>
                    <a:pt x="986641" y="0"/>
                  </a:lnTo>
                  <a:lnTo>
                    <a:pt x="989231" y="0"/>
                  </a:lnTo>
                  <a:lnTo>
                    <a:pt x="991821" y="0"/>
                  </a:lnTo>
                  <a:lnTo>
                    <a:pt x="994410" y="0"/>
                  </a:lnTo>
                  <a:lnTo>
                    <a:pt x="997000" y="0"/>
                  </a:lnTo>
                  <a:lnTo>
                    <a:pt x="999589" y="0"/>
                  </a:lnTo>
                  <a:lnTo>
                    <a:pt x="1002179" y="0"/>
                  </a:lnTo>
                  <a:lnTo>
                    <a:pt x="1004769" y="0"/>
                  </a:lnTo>
                  <a:lnTo>
                    <a:pt x="1007358" y="0"/>
                  </a:lnTo>
                  <a:lnTo>
                    <a:pt x="1009948" y="0"/>
                  </a:lnTo>
                  <a:lnTo>
                    <a:pt x="1012537" y="0"/>
                  </a:lnTo>
                  <a:lnTo>
                    <a:pt x="1015127" y="0"/>
                  </a:lnTo>
                  <a:lnTo>
                    <a:pt x="1017717" y="0"/>
                  </a:lnTo>
                  <a:lnTo>
                    <a:pt x="1020306" y="0"/>
                  </a:lnTo>
                  <a:lnTo>
                    <a:pt x="1022896" y="0"/>
                  </a:lnTo>
                  <a:lnTo>
                    <a:pt x="1025486" y="0"/>
                  </a:lnTo>
                  <a:lnTo>
                    <a:pt x="1028075" y="0"/>
                  </a:lnTo>
                  <a:lnTo>
                    <a:pt x="1030665" y="0"/>
                  </a:lnTo>
                  <a:lnTo>
                    <a:pt x="1033254" y="0"/>
                  </a:lnTo>
                  <a:lnTo>
                    <a:pt x="1035844" y="0"/>
                  </a:lnTo>
                  <a:lnTo>
                    <a:pt x="1038434" y="0"/>
                  </a:lnTo>
                  <a:lnTo>
                    <a:pt x="1041023" y="0"/>
                  </a:lnTo>
                  <a:lnTo>
                    <a:pt x="1043613" y="0"/>
                  </a:lnTo>
                  <a:lnTo>
                    <a:pt x="1046202" y="0"/>
                  </a:lnTo>
                  <a:lnTo>
                    <a:pt x="1048792" y="0"/>
                  </a:lnTo>
                  <a:lnTo>
                    <a:pt x="1051382" y="0"/>
                  </a:lnTo>
                  <a:lnTo>
                    <a:pt x="1053971" y="0"/>
                  </a:lnTo>
                  <a:lnTo>
                    <a:pt x="1056561" y="0"/>
                  </a:lnTo>
                  <a:lnTo>
                    <a:pt x="1059150" y="0"/>
                  </a:lnTo>
                  <a:lnTo>
                    <a:pt x="1061740" y="0"/>
                  </a:lnTo>
                  <a:lnTo>
                    <a:pt x="1064330" y="0"/>
                  </a:lnTo>
                  <a:lnTo>
                    <a:pt x="1066919" y="0"/>
                  </a:lnTo>
                  <a:lnTo>
                    <a:pt x="1069509" y="0"/>
                  </a:lnTo>
                  <a:lnTo>
                    <a:pt x="1072099" y="0"/>
                  </a:lnTo>
                  <a:lnTo>
                    <a:pt x="1074688" y="0"/>
                  </a:lnTo>
                  <a:lnTo>
                    <a:pt x="1077278" y="0"/>
                  </a:lnTo>
                  <a:lnTo>
                    <a:pt x="1079867" y="0"/>
                  </a:lnTo>
                  <a:lnTo>
                    <a:pt x="1082457" y="0"/>
                  </a:lnTo>
                  <a:lnTo>
                    <a:pt x="1085047" y="0"/>
                  </a:lnTo>
                  <a:lnTo>
                    <a:pt x="1087636" y="0"/>
                  </a:lnTo>
                  <a:lnTo>
                    <a:pt x="1090226" y="0"/>
                  </a:lnTo>
                  <a:lnTo>
                    <a:pt x="1092815" y="0"/>
                  </a:lnTo>
                  <a:lnTo>
                    <a:pt x="1095405" y="0"/>
                  </a:lnTo>
                  <a:lnTo>
                    <a:pt x="1097995" y="0"/>
                  </a:lnTo>
                  <a:lnTo>
                    <a:pt x="1100584" y="0"/>
                  </a:lnTo>
                  <a:lnTo>
                    <a:pt x="1103174" y="0"/>
                  </a:lnTo>
                  <a:lnTo>
                    <a:pt x="1105763" y="0"/>
                  </a:lnTo>
                  <a:lnTo>
                    <a:pt x="1108353" y="0"/>
                  </a:lnTo>
                  <a:lnTo>
                    <a:pt x="1110943" y="0"/>
                  </a:lnTo>
                  <a:lnTo>
                    <a:pt x="1113532" y="0"/>
                  </a:lnTo>
                  <a:lnTo>
                    <a:pt x="1116122" y="0"/>
                  </a:lnTo>
                  <a:lnTo>
                    <a:pt x="1118712" y="0"/>
                  </a:lnTo>
                  <a:lnTo>
                    <a:pt x="1121301" y="0"/>
                  </a:lnTo>
                  <a:lnTo>
                    <a:pt x="1123891" y="0"/>
                  </a:lnTo>
                  <a:lnTo>
                    <a:pt x="1126480" y="0"/>
                  </a:lnTo>
                  <a:lnTo>
                    <a:pt x="1129070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8707863" y="57781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62" name="pg2562"/>
            <p:cNvSpPr/>
            <p:nvPr/>
          </p:nvSpPr>
          <p:spPr>
            <a:xfrm>
              <a:off x="9047361" y="63124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tx2563"/>
            <p:cNvSpPr/>
            <p:nvPr/>
          </p:nvSpPr>
          <p:spPr>
            <a:xfrm>
              <a:off x="9092891" y="63273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1.37 [1.313, 1.558]</a:t>
              </a:r>
            </a:p>
          </p:txBody>
        </p:sp>
        <p:sp>
          <p:nvSpPr>
            <p:cNvPr id="2564" name="tx2564"/>
            <p:cNvSpPr/>
            <p:nvPr/>
          </p:nvSpPr>
          <p:spPr>
            <a:xfrm>
              <a:off x="9092891" y="65727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0.968</a:t>
              </a:r>
            </a:p>
          </p:txBody>
        </p:sp>
        <p:sp>
          <p:nvSpPr>
            <p:cNvPr id="2565" name="tx2565"/>
            <p:cNvSpPr/>
            <p:nvPr/>
          </p:nvSpPr>
          <p:spPr>
            <a:xfrm>
              <a:off x="9092891" y="67927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0.904</a:t>
              </a:r>
            </a:p>
          </p:txBody>
        </p:sp>
        <p:sp>
          <p:nvSpPr>
            <p:cNvPr id="2566" name="tx2566"/>
            <p:cNvSpPr/>
            <p:nvPr/>
          </p:nvSpPr>
          <p:spPr>
            <a:xfrm>
              <a:off x="9092891" y="7011200"/>
              <a:ext cx="974480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0.923</a:t>
              </a:r>
            </a:p>
          </p:txBody>
        </p:sp>
        <p:sp>
          <p:nvSpPr>
            <p:cNvPr id="2567" name="tx2567"/>
            <p:cNvSpPr/>
            <p:nvPr/>
          </p:nvSpPr>
          <p:spPr>
            <a:xfrm>
              <a:off x="8351312" y="69133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68" name="tx2568"/>
            <p:cNvSpPr/>
            <p:nvPr/>
          </p:nvSpPr>
          <p:spPr>
            <a:xfrm>
              <a:off x="8351312" y="66304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569" name="tx2569"/>
            <p:cNvSpPr/>
            <p:nvPr/>
          </p:nvSpPr>
          <p:spPr>
            <a:xfrm>
              <a:off x="8351312" y="63475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570" name="tx2570"/>
            <p:cNvSpPr/>
            <p:nvPr/>
          </p:nvSpPr>
          <p:spPr>
            <a:xfrm>
              <a:off x="8351312" y="60645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571" name="tx2571"/>
            <p:cNvSpPr/>
            <p:nvPr/>
          </p:nvSpPr>
          <p:spPr>
            <a:xfrm>
              <a:off x="8351312" y="57816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572" name="tx2572"/>
            <p:cNvSpPr/>
            <p:nvPr/>
          </p:nvSpPr>
          <p:spPr>
            <a:xfrm>
              <a:off x="862602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2573" name="tx2573"/>
            <p:cNvSpPr/>
            <p:nvPr/>
          </p:nvSpPr>
          <p:spPr>
            <a:xfrm>
              <a:off x="8908941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2574" name="tx2574"/>
            <p:cNvSpPr/>
            <p:nvPr/>
          </p:nvSpPr>
          <p:spPr>
            <a:xfrm>
              <a:off x="919185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2575" name="tx2575"/>
            <p:cNvSpPr/>
            <p:nvPr/>
          </p:nvSpPr>
          <p:spPr>
            <a:xfrm>
              <a:off x="9474771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2576" name="tx2576"/>
            <p:cNvSpPr/>
            <p:nvPr/>
          </p:nvSpPr>
          <p:spPr>
            <a:xfrm>
              <a:off x="975768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2577" name="tx2577"/>
            <p:cNvSpPr/>
            <p:nvPr/>
          </p:nvSpPr>
          <p:spPr>
            <a:xfrm>
              <a:off x="7951892" y="72502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2578" name="tx2578"/>
            <p:cNvSpPr/>
            <p:nvPr/>
          </p:nvSpPr>
          <p:spPr>
            <a:xfrm rot="-5400000">
              <a:off x="6980294" y="63171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2579" name="tx2579"/>
            <p:cNvSpPr/>
            <p:nvPr/>
          </p:nvSpPr>
          <p:spPr>
            <a:xfrm>
              <a:off x="8707863" y="5496163"/>
              <a:ext cx="165958" cy="1553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J.</a:t>
              </a:r>
            </a:p>
          </p:txBody>
        </p:sp>
        <p:sp>
          <p:nvSpPr>
            <p:cNvPr id="2580" name="rc2580"/>
            <p:cNvSpPr/>
            <p:nvPr/>
          </p:nvSpPr>
          <p:spPr>
            <a:xfrm>
              <a:off x="10698162" y="54102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rc2581"/>
            <p:cNvSpPr/>
            <p:nvPr/>
          </p:nvSpPr>
          <p:spPr>
            <a:xfrm>
              <a:off x="11127101" y="5707478"/>
              <a:ext cx="4439232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11127101" y="7044135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11127101" y="6794759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11127101" y="654538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11127101" y="6296006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11127101" y="6046630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11127101" y="5797253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12041666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13102459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14163251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15224044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11127101" y="691944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11127101" y="667007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11127101" y="6420694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11127101" y="617131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11127101" y="592194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11511269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12572062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13632855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14693648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t2601"/>
            <p:cNvSpPr/>
            <p:nvPr/>
          </p:nvSpPr>
          <p:spPr>
            <a:xfrm>
              <a:off x="11490550" y="69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t2602"/>
            <p:cNvSpPr/>
            <p:nvPr/>
          </p:nvSpPr>
          <p:spPr>
            <a:xfrm>
              <a:off x="12265101" y="6641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t2603"/>
            <p:cNvSpPr/>
            <p:nvPr/>
          </p:nvSpPr>
          <p:spPr>
            <a:xfrm>
              <a:off x="11469115" y="69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t2604"/>
            <p:cNvSpPr/>
            <p:nvPr/>
          </p:nvSpPr>
          <p:spPr>
            <a:xfrm>
              <a:off x="11603446" y="686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t2605"/>
            <p:cNvSpPr/>
            <p:nvPr/>
          </p:nvSpPr>
          <p:spPr>
            <a:xfrm>
              <a:off x="11662752" y="6856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t2606"/>
            <p:cNvSpPr/>
            <p:nvPr/>
          </p:nvSpPr>
          <p:spPr>
            <a:xfrm>
              <a:off x="11552715" y="691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t2607"/>
            <p:cNvSpPr/>
            <p:nvPr/>
          </p:nvSpPr>
          <p:spPr>
            <a:xfrm>
              <a:off x="11429815" y="693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t2608"/>
            <p:cNvSpPr/>
            <p:nvPr/>
          </p:nvSpPr>
          <p:spPr>
            <a:xfrm>
              <a:off x="11414810" y="6941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t2609"/>
            <p:cNvSpPr/>
            <p:nvPr/>
          </p:nvSpPr>
          <p:spPr>
            <a:xfrm>
              <a:off x="11451966" y="693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t2610"/>
            <p:cNvSpPr/>
            <p:nvPr/>
          </p:nvSpPr>
          <p:spPr>
            <a:xfrm>
              <a:off x="11937132" y="6878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t2611"/>
            <p:cNvSpPr/>
            <p:nvPr/>
          </p:nvSpPr>
          <p:spPr>
            <a:xfrm>
              <a:off x="12118622" y="6879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t2612"/>
            <p:cNvSpPr/>
            <p:nvPr/>
          </p:nvSpPr>
          <p:spPr>
            <a:xfrm>
              <a:off x="13947819" y="6734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t2613"/>
            <p:cNvSpPr/>
            <p:nvPr/>
          </p:nvSpPr>
          <p:spPr>
            <a:xfrm>
              <a:off x="14047139" y="667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14040708" y="664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11725631" y="685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11945706" y="6753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11455539" y="6864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14128595" y="6473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11440533" y="679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11389087" y="692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11361221" y="6922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11484120" y="6936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11427672" y="693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11504127" y="6933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11471258" y="6940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11474831" y="688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12668096" y="6423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12673812" y="6486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12848158" y="6496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12089327" y="6807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11664181" y="6586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11467686" y="6943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12087898" y="6821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12108619" y="6740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12508756" y="6647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11587727" y="69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11463398" y="6867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11489836" y="690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11541282" y="690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11592728" y="685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11849959" y="684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11914981" y="6148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11804944" y="5971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11389802" y="6942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11527706" y="694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13196848" y="681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13819918" y="6783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11416239" y="6942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12187932" y="6871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12438017" y="678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11424099" y="688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11509128" y="6923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11495552" y="6841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11472687" y="6795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11667039" y="6887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11918554" y="6855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11446250" y="6921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11908551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12357990" y="6861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12479460" y="687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12458024" y="6848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11599874" y="6795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13266872" y="636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11528421" y="692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11496267" y="685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11470544" y="691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11399805" y="692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11407665" y="6912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11381942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11483405" y="693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11436961" y="6905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11459826" y="689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11533422" y="688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11475545" y="689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11387658" y="6906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11454109" y="688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11474116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12060031" y="621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11997152" y="6169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12362277" y="6542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12318691" y="6802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12142916" y="6576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12332267" y="658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12148633" y="6488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12232947" y="644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11425528" y="691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11472687" y="693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11564147" y="693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12441590" y="6184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11465542" y="6876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12713111" y="6258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11482691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11662038" y="6871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11479118" y="694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11481262" y="692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11399805" y="6929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11474116" y="679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11449108" y="6801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11967142" y="6581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11936417" y="6540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12065033" y="6529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13099672" y="6873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13347614" y="6833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13316889" y="6816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13371908" y="682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13353330" y="6774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11703480" y="6869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12060745" y="685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11486978" y="6869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11374082" y="6871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11536995" y="6858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11476260" y="691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11474831" y="690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11473402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11546284" y="6876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11476974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11404092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11481262" y="691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11578438" y="6889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11499839" y="688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11467686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11435532" y="6897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11459111" y="6889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11523419" y="690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11558431" y="6943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11524133" y="693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11781364" y="693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11982862" y="6938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12193648" y="691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12551628" y="6826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11496981" y="6869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11561289" y="6887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11496267" y="686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11520561" y="6860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11444106" y="685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11411238" y="6881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11419097" y="6870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11637744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14100729" y="6271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14362961" y="6435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14374394" y="6406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11540568" y="691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11963569" y="5870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11990721" y="5829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11665610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11806373" y="6915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12058602" y="6890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11454824" y="691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11426243" y="6901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11433388" y="6916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11523419" y="6883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11524848" y="689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11628455" y="685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11651320" y="68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11483405" y="692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11537709" y="693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12145060" y="6866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11469829" y="6834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11511986" y="689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11465542" y="6907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11696335" y="691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11662038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11554144" y="693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11630598" y="69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11399805" y="693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11438390" y="6929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11413381" y="693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11391231" y="6933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11381227" y="691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11383371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11427672" y="692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12436588" y="6767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12478031" y="6677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12357990" y="6569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12272246" y="6607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13637713" y="6719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13619850" y="6723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14242920" y="674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11562718" y="6849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11414810" y="688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11438390" y="6890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11414096" y="682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13246151" y="639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12981060" y="6374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13085382" y="6619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12964626" y="6618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13205423" y="6599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13189703" y="657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12575922" y="6712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12700964" y="6712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11386229" y="6951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11341214" y="694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11572007" y="68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11888544" y="687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11839956" y="6846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11834954" y="6857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11606304" y="6842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11614879" y="6868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11695621" y="6845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11788509" y="672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11916410" y="6783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12105046" y="6820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11546998" y="6833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11602017" y="682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12445877" y="6800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11412667" y="6927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14057142" y="6440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14495864" y="6290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11938561" y="689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11551286" y="6901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11550571" y="6896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11562718" y="689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11520561" y="688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11977860" y="6853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12267959" y="6818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13531248" y="658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11419812" y="690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11687046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13399775" y="6634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13297597" y="6758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11491265" y="691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13171125" y="6713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13197563" y="6774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11810660" y="691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11919983" y="690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11509843" y="676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13642715" y="6760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12846014" y="635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12963911" y="6883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13262585" y="630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13391200" y="6379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13469084" y="6350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11458397" y="694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11451966" y="695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11460540" y="695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11976431" y="6733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14849556" y="6296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15339724" y="6466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11459111" y="6829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11423385" y="685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11630598" y="6915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11747781" y="6890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12045026" y="688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12110763" y="6677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12385857" y="66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12425870" y="6592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11541997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11516274" y="6907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11559860" y="692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11483405" y="691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11470544" y="6859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11465542" y="6867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12119337" y="6703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12845299" y="6617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14393686" y="682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13472657" y="6329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14113590" y="6396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14430842" y="6516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11418383" y="6879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11489121" y="6882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11431959" y="690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11408380" y="6880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11364079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11467686" y="6896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11513415" y="6906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11741351" y="685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12220086" y="6541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11579152" y="6813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11772075" y="6793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11415525" y="69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11416954" y="689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11489121" y="688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11368366" y="690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11374082" y="6906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11391945" y="688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11526277" y="690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11622024" y="6870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11587727" y="689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11483405" y="6940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11491265" y="694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11557002" y="686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11552000" y="6876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11453395" y="6926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11474831" y="692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11536280" y="691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12309402" y="6684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12122195" y="6576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12180072" y="6677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12163638" y="6693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12289395" y="6674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13676298" y="6574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13750609" y="6291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12502325" y="6712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11502697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11369795" y="687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11421956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11538424" y="680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11590585" y="6807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11460540" y="6934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11491265" y="692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11449822" y="6942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11583439" y="684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11521990" y="692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11459111" y="688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11411952" y="693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14014271" y="6482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13861361" y="6591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11496267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11448393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11453395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11518417" y="6853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12880311" y="681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11509128" y="6897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11446250" y="6926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11486978" y="691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12705252" y="6663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12853159" y="6619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11545569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11547713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11479118" y="6917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11512701" y="692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13647002" y="6838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11755641" y="6885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11434103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12756698" y="6520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12821720" y="646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11852103" y="687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11809945" y="6860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11794226" y="674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11780650" y="674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11446250" y="69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11506985" y="692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11504841" y="694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11408380" y="692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11973573" y="6586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12100045" y="6501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12218657" y="6544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12406578" y="658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12444448" y="6440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11549142" y="689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11506985" y="690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11490550" y="6903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12332981" y="6397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12540195" y="6379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11487692" y="6934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11491980" y="6938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11479118" y="693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11415525" y="6851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11440533" y="6864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11448393" y="688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11502697" y="6930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12144345" y="6129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12190790" y="605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11520561" y="690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11304058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11459826" y="6893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11423385" y="6940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11429101" y="6937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11367651" y="6952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11436961" y="691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12018588" y="6891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11984291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12298684" y="6630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12480175" y="6598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12422298" y="6581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12350845" y="6602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11459826" y="6924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11467686" y="68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11513415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11529135" y="691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11534137" y="6926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11522704" y="693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12314404" y="6763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11461969" y="6916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11463398" y="692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11480547" y="692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11458397" y="6924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12907464" y="6529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11876397" y="6682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11894260" y="658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11749210" y="6615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11425528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11552715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12057887" y="642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12590212" y="6483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12412294" y="6490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11629169" y="691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13727744" y="6712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11469115" y="691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11499125" y="692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11446964" y="6953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11460540" y="6951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11625597" y="684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13479802" y="639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13459795" y="6398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13454079" y="6134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13379053" y="681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11538424" y="69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t2999"/>
            <p:cNvSpPr/>
            <p:nvPr/>
          </p:nvSpPr>
          <p:spPr>
            <a:xfrm>
              <a:off x="11544140" y="6894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t3000"/>
            <p:cNvSpPr/>
            <p:nvPr/>
          </p:nvSpPr>
          <p:spPr>
            <a:xfrm>
              <a:off x="13241864" y="5889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t3001"/>
            <p:cNvSpPr/>
            <p:nvPr/>
          </p:nvSpPr>
          <p:spPr>
            <a:xfrm>
              <a:off x="11469829" y="6894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t3002"/>
            <p:cNvSpPr/>
            <p:nvPr/>
          </p:nvSpPr>
          <p:spPr>
            <a:xfrm>
              <a:off x="11430530" y="687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t3003"/>
            <p:cNvSpPr/>
            <p:nvPr/>
          </p:nvSpPr>
          <p:spPr>
            <a:xfrm>
              <a:off x="11764215" y="6779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t3004"/>
            <p:cNvSpPr/>
            <p:nvPr/>
          </p:nvSpPr>
          <p:spPr>
            <a:xfrm>
              <a:off x="11824236" y="6800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t3005"/>
            <p:cNvSpPr/>
            <p:nvPr/>
          </p:nvSpPr>
          <p:spPr>
            <a:xfrm>
              <a:off x="11674185" y="6902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t3006"/>
            <p:cNvSpPr/>
            <p:nvPr/>
          </p:nvSpPr>
          <p:spPr>
            <a:xfrm>
              <a:off x="11709197" y="6894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t3007"/>
            <p:cNvSpPr/>
            <p:nvPr/>
          </p:nvSpPr>
          <p:spPr>
            <a:xfrm>
              <a:off x="11785651" y="690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t3008"/>
            <p:cNvSpPr/>
            <p:nvPr/>
          </p:nvSpPr>
          <p:spPr>
            <a:xfrm>
              <a:off x="13991406" y="6781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t3009"/>
            <p:cNvSpPr/>
            <p:nvPr/>
          </p:nvSpPr>
          <p:spPr>
            <a:xfrm>
              <a:off x="14362247" y="6737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t3010"/>
            <p:cNvSpPr/>
            <p:nvPr/>
          </p:nvSpPr>
          <p:spPr>
            <a:xfrm>
              <a:off x="14177183" y="6774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t3011"/>
            <p:cNvSpPr/>
            <p:nvPr/>
          </p:nvSpPr>
          <p:spPr>
            <a:xfrm>
              <a:off x="14186472" y="6753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t3012"/>
            <p:cNvSpPr/>
            <p:nvPr/>
          </p:nvSpPr>
          <p:spPr>
            <a:xfrm>
              <a:off x="14185758" y="6770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11517703" y="687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11520561" y="684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11937132" y="6759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11933559" y="6782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11510557" y="6915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11494123" y="691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11460540" y="68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11464113" y="691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11499839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11514130" y="6872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11450537" y="690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11464113" y="689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11506270" y="687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11539853" y="6917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11496267" y="6834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11515559" y="6871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11509128" y="6882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11493409" y="688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11501268" y="6851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11454109" y="6905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11490550" y="691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11454109" y="6903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11471973" y="69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12115050" y="634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12026448" y="6473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11752783" y="6704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11828523" y="6756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11855675" y="6745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11534137" y="6917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11570578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11554858" y="691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11609162" y="6919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11458397" y="6919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11586298" y="6952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11559145" y="6949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11471258" y="6622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11469829" y="69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11520561" y="692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11642031" y="690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11580581" y="6876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14312230" y="6780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11442677" y="6930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11496267" y="690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11471973" y="6884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11482691" y="6884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11487692" y="6890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12270817" y="649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12275819" y="658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12336554" y="658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12341556" y="6679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11464827" y="690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12565918" y="6619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12883170" y="6658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11412667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11444821" y="691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11451966" y="692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11518417" y="6867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11399805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11488407" y="6864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11496267" y="690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11515559" y="690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11485549" y="6859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11509128" y="6816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11442677" y="6877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11424814" y="68671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11632742" y="6836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11717771" y="6853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11501268" y="6936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11429815" y="6934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11494123" y="6944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11982147" y="6015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12095043" y="6021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12016445" y="6838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13365477" y="6520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11454824" y="6897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11458397" y="6898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11501268" y="689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12007156" y="68171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11429815" y="6919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11486263" y="6942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11405521" y="6916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11436961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11499839" y="6902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11500554" y="6914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12598787" y="6296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12410151" y="6189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11808516" y="6832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11576294" y="6897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13186130" y="6483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13967112" y="6479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13672725" y="6491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13729888" y="6540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11759214" y="6748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11909265" y="6693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11438390" y="687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11492694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11631313" y="6822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11700622" y="6098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11341928" y="6909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11398376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11391231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11407665" y="688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11476974" y="6891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11441248" y="6910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11437675" y="693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13029648" y="6421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13006783" y="6452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11450537" y="693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11534137" y="6939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11432674" y="6928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11464827" y="690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11896404" y="5802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11761357" y="6723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11842814" y="6711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12008585" y="6685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12579494" y="6479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11376226" y="692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11612021" y="6946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11573436" y="6946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12705252" y="684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11448393" y="692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11481262" y="6943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11874253" y="6480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13304028" y="689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11453395" y="69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11421956" y="69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11461969" y="694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11341214" y="6944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11456968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12017159" y="6768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11513415" y="6946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11500554" y="695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11319778" y="68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11336212" y="690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11520561" y="6889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11452680" y="6909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11436246" y="689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11472687" y="6885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11465542" y="688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11655607" y="68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11707053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11730633" y="688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11846386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11852103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11791368" y="690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11506270" y="6934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11480547" y="6932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11404807" y="6925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11434103" y="6896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11451251" y="69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11424099" y="692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11456968" y="6909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11453395" y="6912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11507699" y="6878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12255812" y="6785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12693105" y="6690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11802800" y="685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11763501" y="6854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11491265" y="691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11468400" y="6855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11474116" y="684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12061460" y="6678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12029306" y="6760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11377655" y="6951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11803515" y="6761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11879969" y="676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12909607" y="6192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11474831" y="6790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11379084" y="6806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11410523" y="6809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13519816" y="6504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11484834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11434103" y="689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11454824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11875682" y="6850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11514130" y="69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11454109" y="693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11547713" y="6844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11479833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11425528" y="6929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11640602" y="6929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11368366" y="6954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11465542" y="687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11501268" y="688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13359761" y="6623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13689874" y="658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11472687" y="6932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11967142" y="6201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12157922" y="616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11466256" y="6905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11485549" y="68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11485549" y="69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11461255" y="693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11491265" y="6938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11399805" y="693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11422670" y="6947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11414096" y="6940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11389087" y="6941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11552715" y="6921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11550571" y="692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11431959" y="695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11533422" y="6906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11632027" y="6909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12360848" y="6609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11972144" y="6810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12105761" y="6777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12148633" y="6787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11466256" y="6859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12095757" y="6782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11468400" y="692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11439104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12237949" y="6812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12514472" y="6797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11567720" y="6890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12045026" y="6584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12342985" y="6739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12633084" y="6215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12749552" y="599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13153262" y="6065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12836011" y="6078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12122195" y="684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12120766" y="683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12162923" y="684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12134342" y="6823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12125768" y="6798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12142202" y="6701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12123624" y="6688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12267959" y="656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14180042" y="595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14139313" y="5936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14479430" y="57823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11496981" y="6884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11485549" y="690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11533422" y="695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11582725" y="6947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11405521" y="6889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11484834" y="6893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11474831" y="6834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12348701" y="6485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12292968" y="6598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11537709" y="68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11629169" y="6880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12082896" y="689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11796369" y="658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11443391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11807087" y="68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12147204" y="684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12578780" y="677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11454109" y="693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12658807" y="6301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14202906" y="676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11511272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11464827" y="689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11980718" y="6913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11962855" y="6915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12262957" y="6919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12230804" y="6253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12474458" y="6442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12488034" y="619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11886400" y="671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12003583" y="6621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11467686" y="6885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11535566" y="693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11445535" y="6927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11449108" y="692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11559860" y="684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11514844" y="6850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11431959" y="6890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11421956" y="690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11419097" y="6879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11490550" y="6876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11496981" y="6856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11527706" y="6821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11432674" y="692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11917125" y="6821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12415152" y="6793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12873881" y="6899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11407665" y="6920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11446250" y="691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11449108" y="68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11499125" y="69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11462684" y="6850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12364421" y="6464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12388715" y="6443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13062517" y="6651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13120393" y="6629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13538394" y="6633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13630568" y="6546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11504841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11535566" y="6912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11520561" y="6911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11511986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11549142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11536995" y="6912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11464827" y="6889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11541997" y="6944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11531993" y="6937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12737405" y="6376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11809945" y="6905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12193648" y="6361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12245094" y="6170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12241522" y="6146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12065033" y="6858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12185074" y="6799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11421241" y="685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12803857" y="6780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12317976" y="6717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12188646" y="6692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12190790" y="6741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11450537" y="69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12152205" y="688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12238663" y="6883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13083952" y="6495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12060745" y="681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11444821" y="6940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11572007" y="693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12550913" y="689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11512701" y="690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11641316" y="6878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11496981" y="688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11543426" y="6879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11589156" y="6941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11378369" y="6944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11359077" y="6944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11539853" y="684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11412667" y="688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11446964" y="691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13038937" y="6731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12951764" y="6669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12815289" y="6583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13213997" y="6456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12694534" y="6621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12977487" y="6729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11701337" y="6920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12238663" y="64713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12578065" y="6283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11446964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11645603" y="6891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11736349" y="6893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11763501" y="6883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11544140" y="6909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12087183" y="6781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12034308" y="6745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11773504" y="6823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12267959" y="6764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11516274" y="693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11456968" y="6914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11458397" y="692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11463398" y="6922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11463398" y="6922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11453395" y="6911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11447679" y="6847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12147204" y="6664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11466971" y="6913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12896746" y="641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11507699" y="6901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11525562" y="6902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11619880" y="690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11963569" y="687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12432301" y="688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11511272" y="6886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12331552" y="6500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12322978" y="6567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12125768" y="6728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14635197" y="6425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14087867" y="6539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13804199" y="6451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13992120" y="644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14422982" y="6504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11502697" y="6900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11483405" y="6884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t3384"/>
            <p:cNvSpPr/>
            <p:nvPr/>
          </p:nvSpPr>
          <p:spPr>
            <a:xfrm>
              <a:off x="11519132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t3385"/>
            <p:cNvSpPr/>
            <p:nvPr/>
          </p:nvSpPr>
          <p:spPr>
            <a:xfrm>
              <a:off x="11453395" y="6888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t3386"/>
            <p:cNvSpPr/>
            <p:nvPr/>
          </p:nvSpPr>
          <p:spPr>
            <a:xfrm>
              <a:off x="11352646" y="6911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t3387"/>
            <p:cNvSpPr/>
            <p:nvPr/>
          </p:nvSpPr>
          <p:spPr>
            <a:xfrm>
              <a:off x="11474831" y="681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t3388"/>
            <p:cNvSpPr/>
            <p:nvPr/>
          </p:nvSpPr>
          <p:spPr>
            <a:xfrm>
              <a:off x="11441248" y="685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t3389"/>
            <p:cNvSpPr/>
            <p:nvPr/>
          </p:nvSpPr>
          <p:spPr>
            <a:xfrm>
              <a:off x="11569149" y="6890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t3390"/>
            <p:cNvSpPr/>
            <p:nvPr/>
          </p:nvSpPr>
          <p:spPr>
            <a:xfrm>
              <a:off x="11486978" y="6844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t3391"/>
            <p:cNvSpPr/>
            <p:nvPr/>
          </p:nvSpPr>
          <p:spPr>
            <a:xfrm>
              <a:off x="11509128" y="6880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t3392"/>
            <p:cNvSpPr/>
            <p:nvPr/>
          </p:nvSpPr>
          <p:spPr>
            <a:xfrm>
              <a:off x="12210797" y="6758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t3393"/>
            <p:cNvSpPr/>
            <p:nvPr/>
          </p:nvSpPr>
          <p:spPr>
            <a:xfrm>
              <a:off x="11484120" y="6701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t3394"/>
            <p:cNvSpPr/>
            <p:nvPr/>
          </p:nvSpPr>
          <p:spPr>
            <a:xfrm>
              <a:off x="11501983" y="6896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t3395"/>
            <p:cNvSpPr/>
            <p:nvPr/>
          </p:nvSpPr>
          <p:spPr>
            <a:xfrm>
              <a:off x="11549142" y="6907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t3396"/>
            <p:cNvSpPr/>
            <p:nvPr/>
          </p:nvSpPr>
          <p:spPr>
            <a:xfrm>
              <a:off x="11891402" y="6877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t3397"/>
            <p:cNvSpPr/>
            <p:nvPr/>
          </p:nvSpPr>
          <p:spPr>
            <a:xfrm>
              <a:off x="11469115" y="6904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t3398"/>
            <p:cNvSpPr/>
            <p:nvPr/>
          </p:nvSpPr>
          <p:spPr>
            <a:xfrm>
              <a:off x="11747781" y="6702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11496981" y="6893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11491980" y="6916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12939617" y="6876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11764215" y="683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12052171" y="6818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12392287" y="6788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12462311" y="6795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11870680" y="6702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11441248" y="695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11441962" y="694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12122910" y="6923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11559860" y="6953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13021788" y="6541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11427672" y="6863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12598072" y="6748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11438390" y="6901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11394089" y="6907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11336927" y="689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11369795" y="691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11396233" y="690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11466256" y="692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11525562" y="686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11454109" y="6860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13158264" y="6720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13436930" y="6696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13305457" y="6667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12095043" y="6785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11527706" y="6927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13719170" y="634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14046424" y="6367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11484834" y="6932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11501268" y="6933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13267587" y="5853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12788852" y="6683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12958195" y="6661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12057173" y="6874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11599159" y="6854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11551286" y="689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11695621" y="685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12079323" y="6712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12476602" y="691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11995723" y="692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11518417" y="687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11589870" y="6870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11564147" y="6874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11564862" y="6879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11509128" y="685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15241119" y="684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11489121" y="6807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11458397" y="690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11426243" y="6927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11400520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11406950" y="692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13053942" y="6342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12926041" y="6222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12953193" y="6179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13378339" y="6129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11419097" y="692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11807802" y="6878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12372281" y="6824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11481976" y="688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12773846" y="6202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11499839" y="6928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12123624" y="69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12190790" y="6768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11809231" y="69068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11861392" y="6899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12063604" y="6895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12073607" y="6853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12274390" y="6783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12362277" y="6770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11484834" y="69286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11465542" y="6936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11481976" y="6887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11454824" y="6896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11520561" y="689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11450537" y="6925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11493409" y="6917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11591299" y="6912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11557002" y="6877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11567005" y="6841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11604161" y="6860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13566975" y="6786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13551970" y="6745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13344756" y="6740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11464827" y="6898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11493409" y="6886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11544855" y="6891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11728489" y="688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12008585" y="683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t3489"/>
            <p:cNvSpPr/>
            <p:nvPr/>
          </p:nvSpPr>
          <p:spPr>
            <a:xfrm>
              <a:off x="11431959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t3490"/>
            <p:cNvSpPr/>
            <p:nvPr/>
          </p:nvSpPr>
          <p:spPr>
            <a:xfrm>
              <a:off x="11480547" y="6936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t3491"/>
            <p:cNvSpPr/>
            <p:nvPr/>
          </p:nvSpPr>
          <p:spPr>
            <a:xfrm>
              <a:off x="14028561" y="6585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t3492"/>
            <p:cNvSpPr/>
            <p:nvPr/>
          </p:nvSpPr>
          <p:spPr>
            <a:xfrm>
              <a:off x="13486233" y="6505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t3493"/>
            <p:cNvSpPr/>
            <p:nvPr/>
          </p:nvSpPr>
          <p:spPr>
            <a:xfrm>
              <a:off x="13272588" y="6687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t3494"/>
            <p:cNvSpPr/>
            <p:nvPr/>
          </p:nvSpPr>
          <p:spPr>
            <a:xfrm>
              <a:off x="11414810" y="6854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t3495"/>
            <p:cNvSpPr/>
            <p:nvPr/>
          </p:nvSpPr>
          <p:spPr>
            <a:xfrm>
              <a:off x="11597015" y="684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t3496"/>
            <p:cNvSpPr/>
            <p:nvPr/>
          </p:nvSpPr>
          <p:spPr>
            <a:xfrm>
              <a:off x="12080752" y="6765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t3497"/>
            <p:cNvSpPr/>
            <p:nvPr/>
          </p:nvSpPr>
          <p:spPr>
            <a:xfrm>
              <a:off x="11426957" y="690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t3498"/>
            <p:cNvSpPr/>
            <p:nvPr/>
          </p:nvSpPr>
          <p:spPr>
            <a:xfrm>
              <a:off x="11387658" y="692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t3499"/>
            <p:cNvSpPr/>
            <p:nvPr/>
          </p:nvSpPr>
          <p:spPr>
            <a:xfrm>
              <a:off x="11414096" y="6887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t3500"/>
            <p:cNvSpPr/>
            <p:nvPr/>
          </p:nvSpPr>
          <p:spPr>
            <a:xfrm>
              <a:off x="11461255" y="6893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t3501"/>
            <p:cNvSpPr/>
            <p:nvPr/>
          </p:nvSpPr>
          <p:spPr>
            <a:xfrm>
              <a:off x="11426957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t3502"/>
            <p:cNvSpPr/>
            <p:nvPr/>
          </p:nvSpPr>
          <p:spPr>
            <a:xfrm>
              <a:off x="11441962" y="6891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t3503"/>
            <p:cNvSpPr/>
            <p:nvPr/>
          </p:nvSpPr>
          <p:spPr>
            <a:xfrm>
              <a:off x="11444821" y="6897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11448393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11570578" y="6876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11500554" y="688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11496981" y="6908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11459826" y="6894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11497696" y="6884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11478403" y="6769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11457682" y="6894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11396233" y="6933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11481976" y="6920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11432674" y="6897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11425528" y="6883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11497696" y="691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11645603" y="6907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11481262" y="6935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14837409" y="6663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11827094" y="6918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11952851" y="691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12119337" y="6869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12362277" y="6858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11485549" y="690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11461969" y="690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11469829" y="690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11778506" y="6923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12148633" y="6734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11466256" y="6914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12548055" y="6537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11494123" y="6858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11494838" y="6881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11516274" y="68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11496267" y="6899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11478403" y="6903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11519846" y="688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11546284" y="6958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13282592" y="6914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11429101" y="6937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13038223" y="6620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14045710" y="6472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11423385" y="6870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11361935" y="6880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11497696" y="688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11507699" y="6844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11503412" y="6830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11528421" y="6849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12711682" y="6794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13639857" y="6769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11432674" y="686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11453395" y="6856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11544855" y="685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11477689" y="687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11911409" y="6857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12723829" y="6609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13067518" y="6598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13133255" y="6677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13084667" y="6696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11430530" y="6883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11722058" y="6919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14335095" y="6919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11530564" y="6889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11633012" y="57074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11127101" y="686220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65" name="pg3565"/>
            <p:cNvSpPr/>
            <p:nvPr/>
          </p:nvSpPr>
          <p:spPr>
            <a:xfrm>
              <a:off x="11127101" y="5707478"/>
              <a:ext cx="649366" cy="257331"/>
            </a:xfrm>
            <a:custGeom>
              <a:avLst/>
              <a:pathLst>
                <a:path w="649366" h="257331">
                  <a:moveTo>
                    <a:pt x="0" y="257331"/>
                  </a:moveTo>
                  <a:lnTo>
                    <a:pt x="624220" y="257331"/>
                  </a:lnTo>
                  <a:lnTo>
                    <a:pt x="623208" y="257311"/>
                  </a:lnTo>
                  <a:lnTo>
                    <a:pt x="627251" y="257148"/>
                  </a:lnTo>
                  <a:lnTo>
                    <a:pt x="631216" y="256339"/>
                  </a:lnTo>
                  <a:lnTo>
                    <a:pt x="635000" y="254904"/>
                  </a:lnTo>
                  <a:lnTo>
                    <a:pt x="638505" y="252880"/>
                  </a:lnTo>
                  <a:lnTo>
                    <a:pt x="641640" y="250321"/>
                  </a:lnTo>
                  <a:lnTo>
                    <a:pt x="644323" y="247292"/>
                  </a:lnTo>
                  <a:lnTo>
                    <a:pt x="646486" y="243871"/>
                  </a:lnTo>
                  <a:lnTo>
                    <a:pt x="648072" y="240148"/>
                  </a:lnTo>
                  <a:lnTo>
                    <a:pt x="649041" y="236219"/>
                  </a:lnTo>
                  <a:lnTo>
                    <a:pt x="649366" y="232185"/>
                  </a:lnTo>
                  <a:lnTo>
                    <a:pt x="6493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tx3566"/>
            <p:cNvSpPr/>
            <p:nvPr/>
          </p:nvSpPr>
          <p:spPr>
            <a:xfrm>
              <a:off x="10864980" y="56200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3567" name="tx3567"/>
            <p:cNvSpPr/>
            <p:nvPr/>
          </p:nvSpPr>
          <p:spPr>
            <a:xfrm>
              <a:off x="11128895" y="5791794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 (4.1%)</a:t>
              </a:r>
            </a:p>
          </p:txBody>
        </p:sp>
        <p:sp>
          <p:nvSpPr>
            <p:cNvPr id="3568" name="pg3568"/>
            <p:cNvSpPr/>
            <p:nvPr/>
          </p:nvSpPr>
          <p:spPr>
            <a:xfrm>
              <a:off x="11127101" y="6876579"/>
              <a:ext cx="649366" cy="257331"/>
            </a:xfrm>
            <a:custGeom>
              <a:avLst/>
              <a:pathLst>
                <a:path w="649366" h="257331">
                  <a:moveTo>
                    <a:pt x="649366" y="257331"/>
                  </a:moveTo>
                  <a:lnTo>
                    <a:pt x="649366" y="25146"/>
                  </a:lnTo>
                  <a:lnTo>
                    <a:pt x="649041" y="21112"/>
                  </a:lnTo>
                  <a:lnTo>
                    <a:pt x="648072" y="17183"/>
                  </a:lnTo>
                  <a:lnTo>
                    <a:pt x="646486" y="13460"/>
                  </a:lnTo>
                  <a:lnTo>
                    <a:pt x="644323" y="10039"/>
                  </a:lnTo>
                  <a:lnTo>
                    <a:pt x="641640" y="7010"/>
                  </a:lnTo>
                  <a:lnTo>
                    <a:pt x="638505" y="4451"/>
                  </a:lnTo>
                  <a:lnTo>
                    <a:pt x="635000" y="2427"/>
                  </a:lnTo>
                  <a:lnTo>
                    <a:pt x="631216" y="992"/>
                  </a:lnTo>
                  <a:lnTo>
                    <a:pt x="627251" y="183"/>
                  </a:lnTo>
                  <a:lnTo>
                    <a:pt x="624220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tx3569"/>
            <p:cNvSpPr/>
            <p:nvPr/>
          </p:nvSpPr>
          <p:spPr>
            <a:xfrm>
              <a:off x="10857135" y="68890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3570" name="tx3570"/>
            <p:cNvSpPr/>
            <p:nvPr/>
          </p:nvSpPr>
          <p:spPr>
            <a:xfrm>
              <a:off x="10973506" y="70885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546 (56.8%)</a:t>
              </a:r>
            </a:p>
          </p:txBody>
        </p:sp>
        <p:sp>
          <p:nvSpPr>
            <p:cNvPr id="3571" name="pg3571"/>
            <p:cNvSpPr/>
            <p:nvPr/>
          </p:nvSpPr>
          <p:spPr>
            <a:xfrm>
              <a:off x="12203426" y="5707478"/>
              <a:ext cx="899032" cy="257331"/>
            </a:xfrm>
            <a:custGeom>
              <a:avLst/>
              <a:pathLst>
                <a:path w="899032" h="257331">
                  <a:moveTo>
                    <a:pt x="25146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tx3572"/>
            <p:cNvSpPr/>
            <p:nvPr/>
          </p:nvSpPr>
          <p:spPr>
            <a:xfrm>
              <a:off x="12245336" y="56200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3573" name="tx3573"/>
            <p:cNvSpPr/>
            <p:nvPr/>
          </p:nvSpPr>
          <p:spPr>
            <a:xfrm>
              <a:off x="12299497" y="5791794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302 (31.4%)</a:t>
              </a:r>
            </a:p>
          </p:txBody>
        </p:sp>
        <p:sp>
          <p:nvSpPr>
            <p:cNvPr id="3574" name="pg3574"/>
            <p:cNvSpPr/>
            <p:nvPr/>
          </p:nvSpPr>
          <p:spPr>
            <a:xfrm>
              <a:off x="12086851" y="68765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tx3575"/>
            <p:cNvSpPr/>
            <p:nvPr/>
          </p:nvSpPr>
          <p:spPr>
            <a:xfrm>
              <a:off x="12128761" y="68890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3576" name="tx3576"/>
            <p:cNvSpPr/>
            <p:nvPr/>
          </p:nvSpPr>
          <p:spPr>
            <a:xfrm>
              <a:off x="12454886" y="7088552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75 (7.8%)</a:t>
              </a:r>
            </a:p>
          </p:txBody>
        </p:sp>
        <p:sp>
          <p:nvSpPr>
            <p:cNvPr id="3577" name="rc3577"/>
            <p:cNvSpPr/>
            <p:nvPr/>
          </p:nvSpPr>
          <p:spPr>
            <a:xfrm>
              <a:off x="11127101" y="5707478"/>
              <a:ext cx="4439232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tx3578"/>
            <p:cNvSpPr/>
            <p:nvPr/>
          </p:nvSpPr>
          <p:spPr>
            <a:xfrm>
              <a:off x="11002315" y="687775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79" name="tx3579"/>
            <p:cNvSpPr/>
            <p:nvPr/>
          </p:nvSpPr>
          <p:spPr>
            <a:xfrm>
              <a:off x="11002315" y="662979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3580" name="tx3580"/>
            <p:cNvSpPr/>
            <p:nvPr/>
          </p:nvSpPr>
          <p:spPr>
            <a:xfrm>
              <a:off x="10940159" y="637900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581" name="tx3581"/>
            <p:cNvSpPr/>
            <p:nvPr/>
          </p:nvSpPr>
          <p:spPr>
            <a:xfrm>
              <a:off x="10940159" y="61296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3582" name="tx3582"/>
            <p:cNvSpPr/>
            <p:nvPr/>
          </p:nvSpPr>
          <p:spPr>
            <a:xfrm>
              <a:off x="10940159" y="588025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583" name="pl3583"/>
            <p:cNvSpPr/>
            <p:nvPr/>
          </p:nvSpPr>
          <p:spPr>
            <a:xfrm>
              <a:off x="11092306" y="69194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11092306" y="66700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11092306" y="64206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11092306" y="6171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11092306" y="59219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11511269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12572062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13632855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14693648" y="71339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tx3592"/>
            <p:cNvSpPr/>
            <p:nvPr/>
          </p:nvSpPr>
          <p:spPr>
            <a:xfrm>
              <a:off x="11480192" y="71948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593" name="tx3593"/>
            <p:cNvSpPr/>
            <p:nvPr/>
          </p:nvSpPr>
          <p:spPr>
            <a:xfrm>
              <a:off x="12509907" y="71948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594" name="tx3594"/>
            <p:cNvSpPr/>
            <p:nvPr/>
          </p:nvSpPr>
          <p:spPr>
            <a:xfrm>
              <a:off x="13570699" y="71948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595" name="tx3595"/>
            <p:cNvSpPr/>
            <p:nvPr/>
          </p:nvSpPr>
          <p:spPr>
            <a:xfrm>
              <a:off x="14631492" y="71947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596" name="tx3596"/>
            <p:cNvSpPr/>
            <p:nvPr/>
          </p:nvSpPr>
          <p:spPr>
            <a:xfrm>
              <a:off x="12488906" y="73145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3597" name="tx3597"/>
            <p:cNvSpPr/>
            <p:nvPr/>
          </p:nvSpPr>
          <p:spPr>
            <a:xfrm rot="-5400000">
              <a:off x="9920956" y="6355142"/>
              <a:ext cx="176248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Lumipulse pTau181 (Z)</a:t>
              </a:r>
            </a:p>
          </p:txBody>
        </p:sp>
        <p:sp>
          <p:nvSpPr>
            <p:cNvPr id="3598" name="tx3598"/>
            <p:cNvSpPr/>
            <p:nvPr/>
          </p:nvSpPr>
          <p:spPr>
            <a:xfrm>
              <a:off x="11127101" y="5479789"/>
              <a:ext cx="158390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K.</a:t>
              </a:r>
            </a:p>
          </p:txBody>
        </p:sp>
        <p:sp>
          <p:nvSpPr>
            <p:cNvPr id="3599" name="rc3599"/>
            <p:cNvSpPr/>
            <p:nvPr/>
          </p:nvSpPr>
          <p:spPr>
            <a:xfrm>
              <a:off x="16292827" y="54102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16937463" y="68249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16937463" y="65420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16937463" y="62591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16937463" y="59762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17135503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17418418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17701333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17984248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16937463" y="69664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16937463" y="66834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16937463" y="64005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16937463" y="61176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16937463" y="58347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1699404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17276961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1755987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17842791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18125706" y="57781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16994046" y="58347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8658"/>
                  </a:lnTo>
                  <a:lnTo>
                    <a:pt x="0" y="1125656"/>
                  </a:lnTo>
                  <a:lnTo>
                    <a:pt x="0" y="1122654"/>
                  </a:lnTo>
                  <a:lnTo>
                    <a:pt x="0" y="1119653"/>
                  </a:lnTo>
                  <a:lnTo>
                    <a:pt x="0" y="1116651"/>
                  </a:lnTo>
                  <a:lnTo>
                    <a:pt x="0" y="1113649"/>
                  </a:lnTo>
                  <a:lnTo>
                    <a:pt x="0" y="1110647"/>
                  </a:lnTo>
                  <a:lnTo>
                    <a:pt x="0" y="1107646"/>
                  </a:lnTo>
                  <a:lnTo>
                    <a:pt x="0" y="1104644"/>
                  </a:lnTo>
                  <a:lnTo>
                    <a:pt x="0" y="1101642"/>
                  </a:lnTo>
                  <a:lnTo>
                    <a:pt x="0" y="1098640"/>
                  </a:lnTo>
                  <a:lnTo>
                    <a:pt x="0" y="1095639"/>
                  </a:lnTo>
                  <a:lnTo>
                    <a:pt x="0" y="1092637"/>
                  </a:lnTo>
                  <a:lnTo>
                    <a:pt x="0" y="1089635"/>
                  </a:lnTo>
                  <a:lnTo>
                    <a:pt x="0" y="1086633"/>
                  </a:lnTo>
                  <a:lnTo>
                    <a:pt x="1934" y="1086633"/>
                  </a:lnTo>
                  <a:lnTo>
                    <a:pt x="1934" y="1083632"/>
                  </a:lnTo>
                  <a:lnTo>
                    <a:pt x="1934" y="1080630"/>
                  </a:lnTo>
                  <a:lnTo>
                    <a:pt x="1934" y="1077628"/>
                  </a:lnTo>
                  <a:lnTo>
                    <a:pt x="1934" y="1074626"/>
                  </a:lnTo>
                  <a:lnTo>
                    <a:pt x="1934" y="1071625"/>
                  </a:lnTo>
                  <a:lnTo>
                    <a:pt x="1934" y="1068623"/>
                  </a:lnTo>
                  <a:lnTo>
                    <a:pt x="1934" y="1065621"/>
                  </a:lnTo>
                  <a:lnTo>
                    <a:pt x="1934" y="1062619"/>
                  </a:lnTo>
                  <a:lnTo>
                    <a:pt x="1934" y="1059618"/>
                  </a:lnTo>
                  <a:lnTo>
                    <a:pt x="1934" y="1056616"/>
                  </a:lnTo>
                  <a:lnTo>
                    <a:pt x="1934" y="1053614"/>
                  </a:lnTo>
                  <a:lnTo>
                    <a:pt x="1934" y="1050612"/>
                  </a:lnTo>
                  <a:lnTo>
                    <a:pt x="1934" y="1047611"/>
                  </a:lnTo>
                  <a:lnTo>
                    <a:pt x="1934" y="1044609"/>
                  </a:lnTo>
                  <a:lnTo>
                    <a:pt x="1934" y="1041607"/>
                  </a:lnTo>
                  <a:lnTo>
                    <a:pt x="1934" y="1038605"/>
                  </a:lnTo>
                  <a:lnTo>
                    <a:pt x="1934" y="1035604"/>
                  </a:lnTo>
                  <a:lnTo>
                    <a:pt x="1934" y="1032602"/>
                  </a:lnTo>
                  <a:lnTo>
                    <a:pt x="1934" y="1029600"/>
                  </a:lnTo>
                  <a:lnTo>
                    <a:pt x="1934" y="1026598"/>
                  </a:lnTo>
                  <a:lnTo>
                    <a:pt x="1934" y="1023597"/>
                  </a:lnTo>
                  <a:lnTo>
                    <a:pt x="1934" y="1020595"/>
                  </a:lnTo>
                  <a:lnTo>
                    <a:pt x="1934" y="1017593"/>
                  </a:lnTo>
                  <a:lnTo>
                    <a:pt x="1934" y="1014591"/>
                  </a:lnTo>
                  <a:lnTo>
                    <a:pt x="1934" y="1011590"/>
                  </a:lnTo>
                  <a:lnTo>
                    <a:pt x="1934" y="1008588"/>
                  </a:lnTo>
                  <a:lnTo>
                    <a:pt x="1934" y="1005586"/>
                  </a:lnTo>
                  <a:lnTo>
                    <a:pt x="1934" y="1002584"/>
                  </a:lnTo>
                  <a:lnTo>
                    <a:pt x="1934" y="999583"/>
                  </a:lnTo>
                  <a:lnTo>
                    <a:pt x="1934" y="996581"/>
                  </a:lnTo>
                  <a:lnTo>
                    <a:pt x="1934" y="993579"/>
                  </a:lnTo>
                  <a:lnTo>
                    <a:pt x="1934" y="990577"/>
                  </a:lnTo>
                  <a:lnTo>
                    <a:pt x="1934" y="984574"/>
                  </a:lnTo>
                  <a:lnTo>
                    <a:pt x="1934" y="981572"/>
                  </a:lnTo>
                  <a:lnTo>
                    <a:pt x="1934" y="978570"/>
                  </a:lnTo>
                  <a:lnTo>
                    <a:pt x="1934" y="975569"/>
                  </a:lnTo>
                  <a:lnTo>
                    <a:pt x="1934" y="972567"/>
                  </a:lnTo>
                  <a:lnTo>
                    <a:pt x="1934" y="969565"/>
                  </a:lnTo>
                  <a:lnTo>
                    <a:pt x="1934" y="966563"/>
                  </a:lnTo>
                  <a:lnTo>
                    <a:pt x="1934" y="963562"/>
                  </a:lnTo>
                  <a:lnTo>
                    <a:pt x="1934" y="960560"/>
                  </a:lnTo>
                  <a:lnTo>
                    <a:pt x="1934" y="954556"/>
                  </a:lnTo>
                  <a:lnTo>
                    <a:pt x="1934" y="951555"/>
                  </a:lnTo>
                  <a:lnTo>
                    <a:pt x="1934" y="948553"/>
                  </a:lnTo>
                  <a:lnTo>
                    <a:pt x="1934" y="945551"/>
                  </a:lnTo>
                  <a:lnTo>
                    <a:pt x="1934" y="942549"/>
                  </a:lnTo>
                  <a:lnTo>
                    <a:pt x="1934" y="939548"/>
                  </a:lnTo>
                  <a:lnTo>
                    <a:pt x="1934" y="936546"/>
                  </a:lnTo>
                  <a:lnTo>
                    <a:pt x="1934" y="933544"/>
                  </a:lnTo>
                  <a:lnTo>
                    <a:pt x="1934" y="930542"/>
                  </a:lnTo>
                  <a:lnTo>
                    <a:pt x="1934" y="927541"/>
                  </a:lnTo>
                  <a:lnTo>
                    <a:pt x="1934" y="921537"/>
                  </a:lnTo>
                  <a:lnTo>
                    <a:pt x="1934" y="918535"/>
                  </a:lnTo>
                  <a:lnTo>
                    <a:pt x="1934" y="915534"/>
                  </a:lnTo>
                  <a:lnTo>
                    <a:pt x="1934" y="912532"/>
                  </a:lnTo>
                  <a:lnTo>
                    <a:pt x="1934" y="909530"/>
                  </a:lnTo>
                  <a:lnTo>
                    <a:pt x="1934" y="906528"/>
                  </a:lnTo>
                  <a:lnTo>
                    <a:pt x="1934" y="903527"/>
                  </a:lnTo>
                  <a:lnTo>
                    <a:pt x="1934" y="900525"/>
                  </a:lnTo>
                  <a:lnTo>
                    <a:pt x="1934" y="897523"/>
                  </a:lnTo>
                  <a:lnTo>
                    <a:pt x="1934" y="894521"/>
                  </a:lnTo>
                  <a:lnTo>
                    <a:pt x="1934" y="891520"/>
                  </a:lnTo>
                  <a:lnTo>
                    <a:pt x="1934" y="888518"/>
                  </a:lnTo>
                  <a:lnTo>
                    <a:pt x="1934" y="885516"/>
                  </a:lnTo>
                  <a:lnTo>
                    <a:pt x="1934" y="879513"/>
                  </a:lnTo>
                  <a:lnTo>
                    <a:pt x="1934" y="873509"/>
                  </a:lnTo>
                  <a:lnTo>
                    <a:pt x="1934" y="870507"/>
                  </a:lnTo>
                  <a:lnTo>
                    <a:pt x="1934" y="867506"/>
                  </a:lnTo>
                  <a:lnTo>
                    <a:pt x="1934" y="861502"/>
                  </a:lnTo>
                  <a:lnTo>
                    <a:pt x="1934" y="858500"/>
                  </a:lnTo>
                  <a:lnTo>
                    <a:pt x="1934" y="855499"/>
                  </a:lnTo>
                  <a:lnTo>
                    <a:pt x="1934" y="852497"/>
                  </a:lnTo>
                  <a:lnTo>
                    <a:pt x="1934" y="849495"/>
                  </a:lnTo>
                  <a:lnTo>
                    <a:pt x="1934" y="846493"/>
                  </a:lnTo>
                  <a:lnTo>
                    <a:pt x="1934" y="843492"/>
                  </a:lnTo>
                  <a:lnTo>
                    <a:pt x="1934" y="840490"/>
                  </a:lnTo>
                  <a:lnTo>
                    <a:pt x="1934" y="837488"/>
                  </a:lnTo>
                  <a:lnTo>
                    <a:pt x="1934" y="834486"/>
                  </a:lnTo>
                  <a:lnTo>
                    <a:pt x="1934" y="831484"/>
                  </a:lnTo>
                  <a:lnTo>
                    <a:pt x="1934" y="825481"/>
                  </a:lnTo>
                  <a:lnTo>
                    <a:pt x="1934" y="822479"/>
                  </a:lnTo>
                  <a:lnTo>
                    <a:pt x="1934" y="819477"/>
                  </a:lnTo>
                  <a:lnTo>
                    <a:pt x="1934" y="816476"/>
                  </a:lnTo>
                  <a:lnTo>
                    <a:pt x="1934" y="813474"/>
                  </a:lnTo>
                  <a:lnTo>
                    <a:pt x="1934" y="810472"/>
                  </a:lnTo>
                  <a:lnTo>
                    <a:pt x="1934" y="807470"/>
                  </a:lnTo>
                  <a:lnTo>
                    <a:pt x="1934" y="804469"/>
                  </a:lnTo>
                  <a:lnTo>
                    <a:pt x="1934" y="801467"/>
                  </a:lnTo>
                  <a:lnTo>
                    <a:pt x="1934" y="795463"/>
                  </a:lnTo>
                  <a:lnTo>
                    <a:pt x="1934" y="792462"/>
                  </a:lnTo>
                  <a:lnTo>
                    <a:pt x="1934" y="789460"/>
                  </a:lnTo>
                  <a:lnTo>
                    <a:pt x="1934" y="786458"/>
                  </a:lnTo>
                  <a:lnTo>
                    <a:pt x="1934" y="783456"/>
                  </a:lnTo>
                  <a:lnTo>
                    <a:pt x="1934" y="780455"/>
                  </a:lnTo>
                  <a:lnTo>
                    <a:pt x="1934" y="777453"/>
                  </a:lnTo>
                  <a:lnTo>
                    <a:pt x="1934" y="774451"/>
                  </a:lnTo>
                  <a:lnTo>
                    <a:pt x="1934" y="771449"/>
                  </a:lnTo>
                  <a:lnTo>
                    <a:pt x="1934" y="768448"/>
                  </a:lnTo>
                  <a:lnTo>
                    <a:pt x="1934" y="765446"/>
                  </a:lnTo>
                  <a:lnTo>
                    <a:pt x="1934" y="762444"/>
                  </a:lnTo>
                  <a:lnTo>
                    <a:pt x="1934" y="759442"/>
                  </a:lnTo>
                  <a:lnTo>
                    <a:pt x="1934" y="756441"/>
                  </a:lnTo>
                  <a:lnTo>
                    <a:pt x="1934" y="753439"/>
                  </a:lnTo>
                  <a:lnTo>
                    <a:pt x="1934" y="747435"/>
                  </a:lnTo>
                  <a:lnTo>
                    <a:pt x="1934" y="744434"/>
                  </a:lnTo>
                  <a:lnTo>
                    <a:pt x="1934" y="741432"/>
                  </a:lnTo>
                  <a:lnTo>
                    <a:pt x="1934" y="738430"/>
                  </a:lnTo>
                  <a:lnTo>
                    <a:pt x="1934" y="735428"/>
                  </a:lnTo>
                  <a:lnTo>
                    <a:pt x="1934" y="723421"/>
                  </a:lnTo>
                  <a:lnTo>
                    <a:pt x="3868" y="720420"/>
                  </a:lnTo>
                  <a:lnTo>
                    <a:pt x="3868" y="717418"/>
                  </a:lnTo>
                  <a:lnTo>
                    <a:pt x="3868" y="714416"/>
                  </a:lnTo>
                  <a:lnTo>
                    <a:pt x="3868" y="711414"/>
                  </a:lnTo>
                  <a:lnTo>
                    <a:pt x="3868" y="702409"/>
                  </a:lnTo>
                  <a:lnTo>
                    <a:pt x="3868" y="699407"/>
                  </a:lnTo>
                  <a:lnTo>
                    <a:pt x="3868" y="696406"/>
                  </a:lnTo>
                  <a:lnTo>
                    <a:pt x="3868" y="693404"/>
                  </a:lnTo>
                  <a:lnTo>
                    <a:pt x="3868" y="687400"/>
                  </a:lnTo>
                  <a:lnTo>
                    <a:pt x="5803" y="687400"/>
                  </a:lnTo>
                  <a:lnTo>
                    <a:pt x="5803" y="684399"/>
                  </a:lnTo>
                  <a:lnTo>
                    <a:pt x="5803" y="681397"/>
                  </a:lnTo>
                  <a:lnTo>
                    <a:pt x="5803" y="678395"/>
                  </a:lnTo>
                  <a:lnTo>
                    <a:pt x="5803" y="675393"/>
                  </a:lnTo>
                  <a:lnTo>
                    <a:pt x="5803" y="672392"/>
                  </a:lnTo>
                  <a:lnTo>
                    <a:pt x="5803" y="669390"/>
                  </a:lnTo>
                  <a:lnTo>
                    <a:pt x="5803" y="663386"/>
                  </a:lnTo>
                  <a:lnTo>
                    <a:pt x="7737" y="663386"/>
                  </a:lnTo>
                  <a:lnTo>
                    <a:pt x="7737" y="660385"/>
                  </a:lnTo>
                  <a:lnTo>
                    <a:pt x="7737" y="657383"/>
                  </a:lnTo>
                  <a:lnTo>
                    <a:pt x="7737" y="654381"/>
                  </a:lnTo>
                  <a:lnTo>
                    <a:pt x="7737" y="651379"/>
                  </a:lnTo>
                  <a:lnTo>
                    <a:pt x="7737" y="648378"/>
                  </a:lnTo>
                  <a:lnTo>
                    <a:pt x="7737" y="645376"/>
                  </a:lnTo>
                  <a:lnTo>
                    <a:pt x="7737" y="642374"/>
                  </a:lnTo>
                  <a:lnTo>
                    <a:pt x="7737" y="639372"/>
                  </a:lnTo>
                  <a:lnTo>
                    <a:pt x="7737" y="636371"/>
                  </a:lnTo>
                  <a:lnTo>
                    <a:pt x="7737" y="633369"/>
                  </a:lnTo>
                  <a:lnTo>
                    <a:pt x="7737" y="630367"/>
                  </a:lnTo>
                  <a:lnTo>
                    <a:pt x="7737" y="624364"/>
                  </a:lnTo>
                  <a:lnTo>
                    <a:pt x="7737" y="618360"/>
                  </a:lnTo>
                  <a:lnTo>
                    <a:pt x="7737" y="615358"/>
                  </a:lnTo>
                  <a:lnTo>
                    <a:pt x="7737" y="612357"/>
                  </a:lnTo>
                  <a:lnTo>
                    <a:pt x="7737" y="606353"/>
                  </a:lnTo>
                  <a:lnTo>
                    <a:pt x="7737" y="603351"/>
                  </a:lnTo>
                  <a:lnTo>
                    <a:pt x="7737" y="594346"/>
                  </a:lnTo>
                  <a:lnTo>
                    <a:pt x="7737" y="591344"/>
                  </a:lnTo>
                  <a:lnTo>
                    <a:pt x="7737" y="588343"/>
                  </a:lnTo>
                  <a:lnTo>
                    <a:pt x="7737" y="585341"/>
                  </a:lnTo>
                  <a:lnTo>
                    <a:pt x="7737" y="582339"/>
                  </a:lnTo>
                  <a:lnTo>
                    <a:pt x="7737" y="579337"/>
                  </a:lnTo>
                  <a:lnTo>
                    <a:pt x="7737" y="576336"/>
                  </a:lnTo>
                  <a:lnTo>
                    <a:pt x="7737" y="573334"/>
                  </a:lnTo>
                  <a:lnTo>
                    <a:pt x="7737" y="570332"/>
                  </a:lnTo>
                  <a:lnTo>
                    <a:pt x="7737" y="567330"/>
                  </a:lnTo>
                  <a:lnTo>
                    <a:pt x="7737" y="564329"/>
                  </a:lnTo>
                  <a:lnTo>
                    <a:pt x="7737" y="561327"/>
                  </a:lnTo>
                  <a:lnTo>
                    <a:pt x="7737" y="558325"/>
                  </a:lnTo>
                  <a:lnTo>
                    <a:pt x="7737" y="552322"/>
                  </a:lnTo>
                  <a:lnTo>
                    <a:pt x="9672" y="552322"/>
                  </a:lnTo>
                  <a:lnTo>
                    <a:pt x="9672" y="549320"/>
                  </a:lnTo>
                  <a:lnTo>
                    <a:pt x="11606" y="549320"/>
                  </a:lnTo>
                  <a:lnTo>
                    <a:pt x="11606" y="546318"/>
                  </a:lnTo>
                  <a:lnTo>
                    <a:pt x="11606" y="543316"/>
                  </a:lnTo>
                  <a:lnTo>
                    <a:pt x="13541" y="543316"/>
                  </a:lnTo>
                  <a:lnTo>
                    <a:pt x="13541" y="540315"/>
                  </a:lnTo>
                  <a:lnTo>
                    <a:pt x="13541" y="537313"/>
                  </a:lnTo>
                  <a:lnTo>
                    <a:pt x="13541" y="531309"/>
                  </a:lnTo>
                  <a:lnTo>
                    <a:pt x="13541" y="525306"/>
                  </a:lnTo>
                  <a:lnTo>
                    <a:pt x="13541" y="522304"/>
                  </a:lnTo>
                  <a:lnTo>
                    <a:pt x="13541" y="519302"/>
                  </a:lnTo>
                  <a:lnTo>
                    <a:pt x="13541" y="516301"/>
                  </a:lnTo>
                  <a:lnTo>
                    <a:pt x="13541" y="513299"/>
                  </a:lnTo>
                  <a:lnTo>
                    <a:pt x="13541" y="510297"/>
                  </a:lnTo>
                  <a:lnTo>
                    <a:pt x="13541" y="507295"/>
                  </a:lnTo>
                  <a:lnTo>
                    <a:pt x="15475" y="507295"/>
                  </a:lnTo>
                  <a:lnTo>
                    <a:pt x="15475" y="504294"/>
                  </a:lnTo>
                  <a:lnTo>
                    <a:pt x="15475" y="501292"/>
                  </a:lnTo>
                  <a:lnTo>
                    <a:pt x="15475" y="498290"/>
                  </a:lnTo>
                  <a:lnTo>
                    <a:pt x="15475" y="495288"/>
                  </a:lnTo>
                  <a:lnTo>
                    <a:pt x="15475" y="492287"/>
                  </a:lnTo>
                  <a:lnTo>
                    <a:pt x="15475" y="489285"/>
                  </a:lnTo>
                  <a:lnTo>
                    <a:pt x="15475" y="486283"/>
                  </a:lnTo>
                  <a:lnTo>
                    <a:pt x="15475" y="483281"/>
                  </a:lnTo>
                  <a:lnTo>
                    <a:pt x="15475" y="480280"/>
                  </a:lnTo>
                  <a:lnTo>
                    <a:pt x="15475" y="477278"/>
                  </a:lnTo>
                  <a:lnTo>
                    <a:pt x="15475" y="474276"/>
                  </a:lnTo>
                  <a:lnTo>
                    <a:pt x="15475" y="465271"/>
                  </a:lnTo>
                  <a:lnTo>
                    <a:pt x="15475" y="462269"/>
                  </a:lnTo>
                  <a:lnTo>
                    <a:pt x="15475" y="459267"/>
                  </a:lnTo>
                  <a:lnTo>
                    <a:pt x="15475" y="453264"/>
                  </a:lnTo>
                  <a:lnTo>
                    <a:pt x="15475" y="450262"/>
                  </a:lnTo>
                  <a:lnTo>
                    <a:pt x="17410" y="450262"/>
                  </a:lnTo>
                  <a:lnTo>
                    <a:pt x="17410" y="447260"/>
                  </a:lnTo>
                  <a:lnTo>
                    <a:pt x="17410" y="444259"/>
                  </a:lnTo>
                  <a:lnTo>
                    <a:pt x="17410" y="441257"/>
                  </a:lnTo>
                  <a:lnTo>
                    <a:pt x="17410" y="438255"/>
                  </a:lnTo>
                  <a:lnTo>
                    <a:pt x="17410" y="435253"/>
                  </a:lnTo>
                  <a:lnTo>
                    <a:pt x="17410" y="432252"/>
                  </a:lnTo>
                  <a:lnTo>
                    <a:pt x="17410" y="429250"/>
                  </a:lnTo>
                  <a:lnTo>
                    <a:pt x="19344" y="426248"/>
                  </a:lnTo>
                  <a:lnTo>
                    <a:pt x="19344" y="423246"/>
                  </a:lnTo>
                  <a:lnTo>
                    <a:pt x="19344" y="420245"/>
                  </a:lnTo>
                  <a:lnTo>
                    <a:pt x="19344" y="417243"/>
                  </a:lnTo>
                  <a:lnTo>
                    <a:pt x="19344" y="408238"/>
                  </a:lnTo>
                  <a:lnTo>
                    <a:pt x="19344" y="405236"/>
                  </a:lnTo>
                  <a:lnTo>
                    <a:pt x="19344" y="402234"/>
                  </a:lnTo>
                  <a:lnTo>
                    <a:pt x="19344" y="399232"/>
                  </a:lnTo>
                  <a:lnTo>
                    <a:pt x="21279" y="399232"/>
                  </a:lnTo>
                  <a:lnTo>
                    <a:pt x="21279" y="396231"/>
                  </a:lnTo>
                  <a:lnTo>
                    <a:pt x="21279" y="390227"/>
                  </a:lnTo>
                  <a:lnTo>
                    <a:pt x="21279" y="387225"/>
                  </a:lnTo>
                  <a:lnTo>
                    <a:pt x="21279" y="381222"/>
                  </a:lnTo>
                  <a:lnTo>
                    <a:pt x="21279" y="378220"/>
                  </a:lnTo>
                  <a:lnTo>
                    <a:pt x="21279" y="375218"/>
                  </a:lnTo>
                  <a:lnTo>
                    <a:pt x="23213" y="375218"/>
                  </a:lnTo>
                  <a:lnTo>
                    <a:pt x="23213" y="372217"/>
                  </a:lnTo>
                  <a:lnTo>
                    <a:pt x="23213" y="369215"/>
                  </a:lnTo>
                  <a:lnTo>
                    <a:pt x="23213" y="363211"/>
                  </a:lnTo>
                  <a:lnTo>
                    <a:pt x="23213" y="357208"/>
                  </a:lnTo>
                  <a:lnTo>
                    <a:pt x="23213" y="354206"/>
                  </a:lnTo>
                  <a:lnTo>
                    <a:pt x="23213" y="348203"/>
                  </a:lnTo>
                  <a:lnTo>
                    <a:pt x="23213" y="342199"/>
                  </a:lnTo>
                  <a:lnTo>
                    <a:pt x="23213" y="339197"/>
                  </a:lnTo>
                  <a:lnTo>
                    <a:pt x="23213" y="336196"/>
                  </a:lnTo>
                  <a:lnTo>
                    <a:pt x="23213" y="333194"/>
                  </a:lnTo>
                  <a:lnTo>
                    <a:pt x="23213" y="330192"/>
                  </a:lnTo>
                  <a:lnTo>
                    <a:pt x="25148" y="330192"/>
                  </a:lnTo>
                  <a:lnTo>
                    <a:pt x="27082" y="330192"/>
                  </a:lnTo>
                  <a:lnTo>
                    <a:pt x="29016" y="330192"/>
                  </a:lnTo>
                  <a:lnTo>
                    <a:pt x="29016" y="327190"/>
                  </a:lnTo>
                  <a:lnTo>
                    <a:pt x="30951" y="324189"/>
                  </a:lnTo>
                  <a:lnTo>
                    <a:pt x="34820" y="324189"/>
                  </a:lnTo>
                  <a:lnTo>
                    <a:pt x="34820" y="321187"/>
                  </a:lnTo>
                  <a:lnTo>
                    <a:pt x="34820" y="318185"/>
                  </a:lnTo>
                  <a:lnTo>
                    <a:pt x="34820" y="315183"/>
                  </a:lnTo>
                  <a:lnTo>
                    <a:pt x="34820" y="312182"/>
                  </a:lnTo>
                  <a:lnTo>
                    <a:pt x="34820" y="306178"/>
                  </a:lnTo>
                  <a:lnTo>
                    <a:pt x="36754" y="306178"/>
                  </a:lnTo>
                  <a:lnTo>
                    <a:pt x="36754" y="303176"/>
                  </a:lnTo>
                  <a:lnTo>
                    <a:pt x="38689" y="303176"/>
                  </a:lnTo>
                  <a:lnTo>
                    <a:pt x="40623" y="303176"/>
                  </a:lnTo>
                  <a:lnTo>
                    <a:pt x="42558" y="300175"/>
                  </a:lnTo>
                  <a:lnTo>
                    <a:pt x="44492" y="300175"/>
                  </a:lnTo>
                  <a:lnTo>
                    <a:pt x="46427" y="300175"/>
                  </a:lnTo>
                  <a:lnTo>
                    <a:pt x="46427" y="297173"/>
                  </a:lnTo>
                  <a:lnTo>
                    <a:pt x="46427" y="294171"/>
                  </a:lnTo>
                  <a:lnTo>
                    <a:pt x="48361" y="294171"/>
                  </a:lnTo>
                  <a:lnTo>
                    <a:pt x="48361" y="288168"/>
                  </a:lnTo>
                  <a:lnTo>
                    <a:pt x="50296" y="288168"/>
                  </a:lnTo>
                  <a:lnTo>
                    <a:pt x="50296" y="282164"/>
                  </a:lnTo>
                  <a:lnTo>
                    <a:pt x="52230" y="279162"/>
                  </a:lnTo>
                  <a:lnTo>
                    <a:pt x="52230" y="276161"/>
                  </a:lnTo>
                  <a:lnTo>
                    <a:pt x="52230" y="273159"/>
                  </a:lnTo>
                  <a:lnTo>
                    <a:pt x="52230" y="270157"/>
                  </a:lnTo>
                  <a:lnTo>
                    <a:pt x="52230" y="267155"/>
                  </a:lnTo>
                  <a:lnTo>
                    <a:pt x="54164" y="267155"/>
                  </a:lnTo>
                  <a:lnTo>
                    <a:pt x="54164" y="261152"/>
                  </a:lnTo>
                  <a:lnTo>
                    <a:pt x="56099" y="261152"/>
                  </a:lnTo>
                  <a:lnTo>
                    <a:pt x="56099" y="255148"/>
                  </a:lnTo>
                  <a:lnTo>
                    <a:pt x="58033" y="246143"/>
                  </a:lnTo>
                  <a:lnTo>
                    <a:pt x="58033" y="243141"/>
                  </a:lnTo>
                  <a:lnTo>
                    <a:pt x="59968" y="243141"/>
                  </a:lnTo>
                  <a:lnTo>
                    <a:pt x="61902" y="243141"/>
                  </a:lnTo>
                  <a:lnTo>
                    <a:pt x="65771" y="243141"/>
                  </a:lnTo>
                  <a:lnTo>
                    <a:pt x="65771" y="240140"/>
                  </a:lnTo>
                  <a:lnTo>
                    <a:pt x="67706" y="237138"/>
                  </a:lnTo>
                  <a:lnTo>
                    <a:pt x="73509" y="237138"/>
                  </a:lnTo>
                  <a:lnTo>
                    <a:pt x="73509" y="231134"/>
                  </a:lnTo>
                  <a:lnTo>
                    <a:pt x="75444" y="231134"/>
                  </a:lnTo>
                  <a:lnTo>
                    <a:pt x="75444" y="228133"/>
                  </a:lnTo>
                  <a:lnTo>
                    <a:pt x="75444" y="225131"/>
                  </a:lnTo>
                  <a:lnTo>
                    <a:pt x="79312" y="225131"/>
                  </a:lnTo>
                  <a:lnTo>
                    <a:pt x="81247" y="225131"/>
                  </a:lnTo>
                  <a:lnTo>
                    <a:pt x="81247" y="222129"/>
                  </a:lnTo>
                  <a:lnTo>
                    <a:pt x="85116" y="219127"/>
                  </a:lnTo>
                  <a:lnTo>
                    <a:pt x="88985" y="219127"/>
                  </a:lnTo>
                  <a:lnTo>
                    <a:pt x="92854" y="216126"/>
                  </a:lnTo>
                  <a:lnTo>
                    <a:pt x="94788" y="216126"/>
                  </a:lnTo>
                  <a:lnTo>
                    <a:pt x="96723" y="210122"/>
                  </a:lnTo>
                  <a:lnTo>
                    <a:pt x="98657" y="210122"/>
                  </a:lnTo>
                  <a:lnTo>
                    <a:pt x="98657" y="207120"/>
                  </a:lnTo>
                  <a:lnTo>
                    <a:pt x="100592" y="204119"/>
                  </a:lnTo>
                  <a:lnTo>
                    <a:pt x="102526" y="204119"/>
                  </a:lnTo>
                  <a:lnTo>
                    <a:pt x="104460" y="204119"/>
                  </a:lnTo>
                  <a:lnTo>
                    <a:pt x="104460" y="201117"/>
                  </a:lnTo>
                  <a:lnTo>
                    <a:pt x="106395" y="201117"/>
                  </a:lnTo>
                  <a:lnTo>
                    <a:pt x="108329" y="201117"/>
                  </a:lnTo>
                  <a:lnTo>
                    <a:pt x="110264" y="201117"/>
                  </a:lnTo>
                  <a:lnTo>
                    <a:pt x="114133" y="198115"/>
                  </a:lnTo>
                  <a:lnTo>
                    <a:pt x="118002" y="198115"/>
                  </a:lnTo>
                  <a:lnTo>
                    <a:pt x="121871" y="198115"/>
                  </a:lnTo>
                  <a:lnTo>
                    <a:pt x="123805" y="198115"/>
                  </a:lnTo>
                  <a:lnTo>
                    <a:pt x="125740" y="195113"/>
                  </a:lnTo>
                  <a:lnTo>
                    <a:pt x="125740" y="192112"/>
                  </a:lnTo>
                  <a:lnTo>
                    <a:pt x="127674" y="192112"/>
                  </a:lnTo>
                  <a:lnTo>
                    <a:pt x="129608" y="192112"/>
                  </a:lnTo>
                  <a:lnTo>
                    <a:pt x="131543" y="192112"/>
                  </a:lnTo>
                  <a:lnTo>
                    <a:pt x="135412" y="192112"/>
                  </a:lnTo>
                  <a:lnTo>
                    <a:pt x="137346" y="189110"/>
                  </a:lnTo>
                  <a:lnTo>
                    <a:pt x="143150" y="186108"/>
                  </a:lnTo>
                  <a:lnTo>
                    <a:pt x="145084" y="186108"/>
                  </a:lnTo>
                  <a:lnTo>
                    <a:pt x="147019" y="186108"/>
                  </a:lnTo>
                  <a:lnTo>
                    <a:pt x="147019" y="183106"/>
                  </a:lnTo>
                  <a:lnTo>
                    <a:pt x="148953" y="180105"/>
                  </a:lnTo>
                  <a:lnTo>
                    <a:pt x="148953" y="177103"/>
                  </a:lnTo>
                  <a:lnTo>
                    <a:pt x="152822" y="177103"/>
                  </a:lnTo>
                  <a:lnTo>
                    <a:pt x="156691" y="171099"/>
                  </a:lnTo>
                  <a:lnTo>
                    <a:pt x="162494" y="171099"/>
                  </a:lnTo>
                  <a:lnTo>
                    <a:pt x="166363" y="171099"/>
                  </a:lnTo>
                  <a:lnTo>
                    <a:pt x="168298" y="171099"/>
                  </a:lnTo>
                  <a:lnTo>
                    <a:pt x="170232" y="171099"/>
                  </a:lnTo>
                  <a:lnTo>
                    <a:pt x="172167" y="168098"/>
                  </a:lnTo>
                  <a:lnTo>
                    <a:pt x="176036" y="168098"/>
                  </a:lnTo>
                  <a:lnTo>
                    <a:pt x="176036" y="165096"/>
                  </a:lnTo>
                  <a:lnTo>
                    <a:pt x="179904" y="165096"/>
                  </a:lnTo>
                  <a:lnTo>
                    <a:pt x="183773" y="165096"/>
                  </a:lnTo>
                  <a:lnTo>
                    <a:pt x="185708" y="165096"/>
                  </a:lnTo>
                  <a:lnTo>
                    <a:pt x="189577" y="165096"/>
                  </a:lnTo>
                  <a:lnTo>
                    <a:pt x="189577" y="162094"/>
                  </a:lnTo>
                  <a:lnTo>
                    <a:pt x="193446" y="162094"/>
                  </a:lnTo>
                  <a:lnTo>
                    <a:pt x="195380" y="162094"/>
                  </a:lnTo>
                  <a:lnTo>
                    <a:pt x="199249" y="162094"/>
                  </a:lnTo>
                  <a:lnTo>
                    <a:pt x="201184" y="162094"/>
                  </a:lnTo>
                  <a:lnTo>
                    <a:pt x="203118" y="162094"/>
                  </a:lnTo>
                  <a:lnTo>
                    <a:pt x="205052" y="162094"/>
                  </a:lnTo>
                  <a:lnTo>
                    <a:pt x="205052" y="159092"/>
                  </a:lnTo>
                  <a:lnTo>
                    <a:pt x="208921" y="159092"/>
                  </a:lnTo>
                  <a:lnTo>
                    <a:pt x="212790" y="159092"/>
                  </a:lnTo>
                  <a:lnTo>
                    <a:pt x="216659" y="159092"/>
                  </a:lnTo>
                  <a:lnTo>
                    <a:pt x="220528" y="156091"/>
                  </a:lnTo>
                  <a:lnTo>
                    <a:pt x="222463" y="156091"/>
                  </a:lnTo>
                  <a:lnTo>
                    <a:pt x="224397" y="156091"/>
                  </a:lnTo>
                  <a:lnTo>
                    <a:pt x="226332" y="153089"/>
                  </a:lnTo>
                  <a:lnTo>
                    <a:pt x="232135" y="150087"/>
                  </a:lnTo>
                  <a:lnTo>
                    <a:pt x="234069" y="150087"/>
                  </a:lnTo>
                  <a:lnTo>
                    <a:pt x="234069" y="147085"/>
                  </a:lnTo>
                  <a:lnTo>
                    <a:pt x="234069" y="144084"/>
                  </a:lnTo>
                  <a:lnTo>
                    <a:pt x="236004" y="144084"/>
                  </a:lnTo>
                  <a:lnTo>
                    <a:pt x="237938" y="144084"/>
                  </a:lnTo>
                  <a:lnTo>
                    <a:pt x="239873" y="144084"/>
                  </a:lnTo>
                  <a:lnTo>
                    <a:pt x="247611" y="141082"/>
                  </a:lnTo>
                  <a:lnTo>
                    <a:pt x="251480" y="141082"/>
                  </a:lnTo>
                  <a:lnTo>
                    <a:pt x="255348" y="132077"/>
                  </a:lnTo>
                  <a:lnTo>
                    <a:pt x="257283" y="126073"/>
                  </a:lnTo>
                  <a:lnTo>
                    <a:pt x="261152" y="126073"/>
                  </a:lnTo>
                  <a:lnTo>
                    <a:pt x="263086" y="123071"/>
                  </a:lnTo>
                  <a:lnTo>
                    <a:pt x="266955" y="123071"/>
                  </a:lnTo>
                  <a:lnTo>
                    <a:pt x="268890" y="123071"/>
                  </a:lnTo>
                  <a:lnTo>
                    <a:pt x="272759" y="120070"/>
                  </a:lnTo>
                  <a:lnTo>
                    <a:pt x="278562" y="120070"/>
                  </a:lnTo>
                  <a:lnTo>
                    <a:pt x="280496" y="120070"/>
                  </a:lnTo>
                  <a:lnTo>
                    <a:pt x="284365" y="117068"/>
                  </a:lnTo>
                  <a:lnTo>
                    <a:pt x="286300" y="117068"/>
                  </a:lnTo>
                  <a:lnTo>
                    <a:pt x="288234" y="117068"/>
                  </a:lnTo>
                  <a:lnTo>
                    <a:pt x="292103" y="117068"/>
                  </a:lnTo>
                  <a:lnTo>
                    <a:pt x="294038" y="111064"/>
                  </a:lnTo>
                  <a:lnTo>
                    <a:pt x="295972" y="111064"/>
                  </a:lnTo>
                  <a:lnTo>
                    <a:pt x="299841" y="111064"/>
                  </a:lnTo>
                  <a:lnTo>
                    <a:pt x="303710" y="111064"/>
                  </a:lnTo>
                  <a:lnTo>
                    <a:pt x="305644" y="111064"/>
                  </a:lnTo>
                  <a:lnTo>
                    <a:pt x="309513" y="111064"/>
                  </a:lnTo>
                  <a:lnTo>
                    <a:pt x="315317" y="111064"/>
                  </a:lnTo>
                  <a:lnTo>
                    <a:pt x="323055" y="111064"/>
                  </a:lnTo>
                  <a:lnTo>
                    <a:pt x="326924" y="108063"/>
                  </a:lnTo>
                  <a:lnTo>
                    <a:pt x="328858" y="108063"/>
                  </a:lnTo>
                  <a:lnTo>
                    <a:pt x="336596" y="108063"/>
                  </a:lnTo>
                  <a:lnTo>
                    <a:pt x="340465" y="108063"/>
                  </a:lnTo>
                  <a:lnTo>
                    <a:pt x="348203" y="108063"/>
                  </a:lnTo>
                  <a:lnTo>
                    <a:pt x="354006" y="108063"/>
                  </a:lnTo>
                  <a:lnTo>
                    <a:pt x="361744" y="102059"/>
                  </a:lnTo>
                  <a:lnTo>
                    <a:pt x="367547" y="102059"/>
                  </a:lnTo>
                  <a:lnTo>
                    <a:pt x="371416" y="102059"/>
                  </a:lnTo>
                  <a:lnTo>
                    <a:pt x="379154" y="99057"/>
                  </a:lnTo>
                  <a:lnTo>
                    <a:pt x="386892" y="99057"/>
                  </a:lnTo>
                  <a:lnTo>
                    <a:pt x="388826" y="99057"/>
                  </a:lnTo>
                  <a:lnTo>
                    <a:pt x="394630" y="96056"/>
                  </a:lnTo>
                  <a:lnTo>
                    <a:pt x="400433" y="96056"/>
                  </a:lnTo>
                  <a:lnTo>
                    <a:pt x="406236" y="96056"/>
                  </a:lnTo>
                  <a:lnTo>
                    <a:pt x="408171" y="93054"/>
                  </a:lnTo>
                  <a:lnTo>
                    <a:pt x="413974" y="90052"/>
                  </a:lnTo>
                  <a:lnTo>
                    <a:pt x="419778" y="90052"/>
                  </a:lnTo>
                  <a:lnTo>
                    <a:pt x="421712" y="87050"/>
                  </a:lnTo>
                  <a:lnTo>
                    <a:pt x="425581" y="87050"/>
                  </a:lnTo>
                  <a:lnTo>
                    <a:pt x="431384" y="87050"/>
                  </a:lnTo>
                  <a:lnTo>
                    <a:pt x="435253" y="87050"/>
                  </a:lnTo>
                  <a:lnTo>
                    <a:pt x="437188" y="87050"/>
                  </a:lnTo>
                  <a:lnTo>
                    <a:pt x="439122" y="87050"/>
                  </a:lnTo>
                  <a:lnTo>
                    <a:pt x="444926" y="87050"/>
                  </a:lnTo>
                  <a:lnTo>
                    <a:pt x="444926" y="84049"/>
                  </a:lnTo>
                  <a:lnTo>
                    <a:pt x="458467" y="84049"/>
                  </a:lnTo>
                  <a:lnTo>
                    <a:pt x="466205" y="84049"/>
                  </a:lnTo>
                  <a:lnTo>
                    <a:pt x="470074" y="78045"/>
                  </a:lnTo>
                  <a:lnTo>
                    <a:pt x="473943" y="78045"/>
                  </a:lnTo>
                  <a:lnTo>
                    <a:pt x="479746" y="78045"/>
                  </a:lnTo>
                  <a:lnTo>
                    <a:pt x="481680" y="78045"/>
                  </a:lnTo>
                  <a:lnTo>
                    <a:pt x="485549" y="78045"/>
                  </a:lnTo>
                  <a:lnTo>
                    <a:pt x="493287" y="78045"/>
                  </a:lnTo>
                  <a:lnTo>
                    <a:pt x="502960" y="78045"/>
                  </a:lnTo>
                  <a:lnTo>
                    <a:pt x="502960" y="75043"/>
                  </a:lnTo>
                  <a:lnTo>
                    <a:pt x="506828" y="72042"/>
                  </a:lnTo>
                  <a:lnTo>
                    <a:pt x="518435" y="72042"/>
                  </a:lnTo>
                  <a:lnTo>
                    <a:pt x="526173" y="72042"/>
                  </a:lnTo>
                  <a:lnTo>
                    <a:pt x="533911" y="72042"/>
                  </a:lnTo>
                  <a:lnTo>
                    <a:pt x="539714" y="72042"/>
                  </a:lnTo>
                  <a:lnTo>
                    <a:pt x="543583" y="72042"/>
                  </a:lnTo>
                  <a:lnTo>
                    <a:pt x="547452" y="72042"/>
                  </a:lnTo>
                  <a:lnTo>
                    <a:pt x="553256" y="72042"/>
                  </a:lnTo>
                  <a:lnTo>
                    <a:pt x="560993" y="72042"/>
                  </a:lnTo>
                  <a:lnTo>
                    <a:pt x="566797" y="72042"/>
                  </a:lnTo>
                  <a:lnTo>
                    <a:pt x="570666" y="72042"/>
                  </a:lnTo>
                  <a:lnTo>
                    <a:pt x="572600" y="72042"/>
                  </a:lnTo>
                  <a:lnTo>
                    <a:pt x="574535" y="69040"/>
                  </a:lnTo>
                  <a:lnTo>
                    <a:pt x="586141" y="69040"/>
                  </a:lnTo>
                  <a:lnTo>
                    <a:pt x="590010" y="66038"/>
                  </a:lnTo>
                  <a:lnTo>
                    <a:pt x="599683" y="60035"/>
                  </a:lnTo>
                  <a:lnTo>
                    <a:pt x="605486" y="57033"/>
                  </a:lnTo>
                  <a:lnTo>
                    <a:pt x="613224" y="57033"/>
                  </a:lnTo>
                  <a:lnTo>
                    <a:pt x="620962" y="57033"/>
                  </a:lnTo>
                  <a:lnTo>
                    <a:pt x="632568" y="54031"/>
                  </a:lnTo>
                  <a:lnTo>
                    <a:pt x="636437" y="51029"/>
                  </a:lnTo>
                  <a:lnTo>
                    <a:pt x="644175" y="51029"/>
                  </a:lnTo>
                  <a:lnTo>
                    <a:pt x="657716" y="51029"/>
                  </a:lnTo>
                  <a:lnTo>
                    <a:pt x="663520" y="51029"/>
                  </a:lnTo>
                  <a:lnTo>
                    <a:pt x="667389" y="51029"/>
                  </a:lnTo>
                  <a:lnTo>
                    <a:pt x="669323" y="51029"/>
                  </a:lnTo>
                  <a:lnTo>
                    <a:pt x="675127" y="51029"/>
                  </a:lnTo>
                  <a:lnTo>
                    <a:pt x="678996" y="48028"/>
                  </a:lnTo>
                  <a:lnTo>
                    <a:pt x="680930" y="48028"/>
                  </a:lnTo>
                  <a:lnTo>
                    <a:pt x="684799" y="42024"/>
                  </a:lnTo>
                  <a:lnTo>
                    <a:pt x="694471" y="42024"/>
                  </a:lnTo>
                  <a:lnTo>
                    <a:pt x="698340" y="42024"/>
                  </a:lnTo>
                  <a:lnTo>
                    <a:pt x="702209" y="42024"/>
                  </a:lnTo>
                  <a:lnTo>
                    <a:pt x="708012" y="42024"/>
                  </a:lnTo>
                  <a:lnTo>
                    <a:pt x="711881" y="39022"/>
                  </a:lnTo>
                  <a:lnTo>
                    <a:pt x="719619" y="36021"/>
                  </a:lnTo>
                  <a:lnTo>
                    <a:pt x="723488" y="36021"/>
                  </a:lnTo>
                  <a:lnTo>
                    <a:pt x="731226" y="36021"/>
                  </a:lnTo>
                  <a:lnTo>
                    <a:pt x="737029" y="33019"/>
                  </a:lnTo>
                  <a:lnTo>
                    <a:pt x="740898" y="27015"/>
                  </a:lnTo>
                  <a:lnTo>
                    <a:pt x="742833" y="27015"/>
                  </a:lnTo>
                  <a:lnTo>
                    <a:pt x="750571" y="24014"/>
                  </a:lnTo>
                  <a:lnTo>
                    <a:pt x="758308" y="24014"/>
                  </a:lnTo>
                  <a:lnTo>
                    <a:pt x="764112" y="24014"/>
                  </a:lnTo>
                  <a:lnTo>
                    <a:pt x="773784" y="24014"/>
                  </a:lnTo>
                  <a:lnTo>
                    <a:pt x="777653" y="24014"/>
                  </a:lnTo>
                  <a:lnTo>
                    <a:pt x="781522" y="24014"/>
                  </a:lnTo>
                  <a:lnTo>
                    <a:pt x="791194" y="21012"/>
                  </a:lnTo>
                  <a:lnTo>
                    <a:pt x="796998" y="21012"/>
                  </a:lnTo>
                  <a:lnTo>
                    <a:pt x="802801" y="18010"/>
                  </a:lnTo>
                  <a:lnTo>
                    <a:pt x="810539" y="15008"/>
                  </a:lnTo>
                  <a:lnTo>
                    <a:pt x="822146" y="15008"/>
                  </a:lnTo>
                  <a:lnTo>
                    <a:pt x="824080" y="15008"/>
                  </a:lnTo>
                  <a:lnTo>
                    <a:pt x="837621" y="15008"/>
                  </a:lnTo>
                  <a:lnTo>
                    <a:pt x="843425" y="15008"/>
                  </a:lnTo>
                  <a:lnTo>
                    <a:pt x="847294" y="15008"/>
                  </a:lnTo>
                  <a:lnTo>
                    <a:pt x="851163" y="15008"/>
                  </a:lnTo>
                  <a:lnTo>
                    <a:pt x="853097" y="15008"/>
                  </a:lnTo>
                  <a:lnTo>
                    <a:pt x="856966" y="15008"/>
                  </a:lnTo>
                  <a:lnTo>
                    <a:pt x="864704" y="12007"/>
                  </a:lnTo>
                  <a:lnTo>
                    <a:pt x="866638" y="9005"/>
                  </a:lnTo>
                  <a:lnTo>
                    <a:pt x="868573" y="9005"/>
                  </a:lnTo>
                  <a:lnTo>
                    <a:pt x="878245" y="9005"/>
                  </a:lnTo>
                  <a:lnTo>
                    <a:pt x="882114" y="9005"/>
                  </a:lnTo>
                  <a:lnTo>
                    <a:pt x="889852" y="6003"/>
                  </a:lnTo>
                  <a:lnTo>
                    <a:pt x="893721" y="6003"/>
                  </a:lnTo>
                  <a:lnTo>
                    <a:pt x="895655" y="6003"/>
                  </a:lnTo>
                  <a:lnTo>
                    <a:pt x="899524" y="6003"/>
                  </a:lnTo>
                  <a:lnTo>
                    <a:pt x="903393" y="6003"/>
                  </a:lnTo>
                  <a:lnTo>
                    <a:pt x="911131" y="6003"/>
                  </a:lnTo>
                  <a:lnTo>
                    <a:pt x="915000" y="6003"/>
                  </a:lnTo>
                  <a:lnTo>
                    <a:pt x="920803" y="6003"/>
                  </a:lnTo>
                  <a:lnTo>
                    <a:pt x="924672" y="6003"/>
                  </a:lnTo>
                  <a:lnTo>
                    <a:pt x="926607" y="6003"/>
                  </a:lnTo>
                  <a:lnTo>
                    <a:pt x="928541" y="6003"/>
                  </a:lnTo>
                  <a:lnTo>
                    <a:pt x="934344" y="6003"/>
                  </a:lnTo>
                  <a:lnTo>
                    <a:pt x="942082" y="6003"/>
                  </a:lnTo>
                  <a:lnTo>
                    <a:pt x="945951" y="6003"/>
                  </a:lnTo>
                  <a:lnTo>
                    <a:pt x="953689" y="6003"/>
                  </a:lnTo>
                  <a:lnTo>
                    <a:pt x="961427" y="6003"/>
                  </a:lnTo>
                  <a:lnTo>
                    <a:pt x="967230" y="6003"/>
                  </a:lnTo>
                  <a:lnTo>
                    <a:pt x="969165" y="6003"/>
                  </a:lnTo>
                  <a:lnTo>
                    <a:pt x="974968" y="6003"/>
                  </a:lnTo>
                  <a:lnTo>
                    <a:pt x="976903" y="6003"/>
                  </a:lnTo>
                  <a:lnTo>
                    <a:pt x="980772" y="6003"/>
                  </a:lnTo>
                  <a:lnTo>
                    <a:pt x="986575" y="6003"/>
                  </a:lnTo>
                  <a:lnTo>
                    <a:pt x="994313" y="3001"/>
                  </a:lnTo>
                  <a:lnTo>
                    <a:pt x="998182" y="3001"/>
                  </a:lnTo>
                  <a:lnTo>
                    <a:pt x="1000116" y="3001"/>
                  </a:lnTo>
                  <a:lnTo>
                    <a:pt x="1002051" y="3001"/>
                  </a:lnTo>
                  <a:lnTo>
                    <a:pt x="1007854" y="3001"/>
                  </a:lnTo>
                  <a:lnTo>
                    <a:pt x="1009789" y="3001"/>
                  </a:lnTo>
                  <a:lnTo>
                    <a:pt x="1017526" y="3001"/>
                  </a:lnTo>
                  <a:lnTo>
                    <a:pt x="1021395" y="3001"/>
                  </a:lnTo>
                  <a:lnTo>
                    <a:pt x="1025264" y="3001"/>
                  </a:lnTo>
                  <a:lnTo>
                    <a:pt x="1027199" y="0"/>
                  </a:lnTo>
                  <a:lnTo>
                    <a:pt x="1029133" y="0"/>
                  </a:lnTo>
                  <a:lnTo>
                    <a:pt x="1034937" y="0"/>
                  </a:lnTo>
                  <a:lnTo>
                    <a:pt x="1036871" y="0"/>
                  </a:lnTo>
                  <a:lnTo>
                    <a:pt x="1040740" y="0"/>
                  </a:lnTo>
                  <a:lnTo>
                    <a:pt x="1044609" y="0"/>
                  </a:lnTo>
                  <a:lnTo>
                    <a:pt x="1048478" y="0"/>
                  </a:lnTo>
                  <a:lnTo>
                    <a:pt x="1050412" y="0"/>
                  </a:lnTo>
                  <a:lnTo>
                    <a:pt x="1054281" y="0"/>
                  </a:lnTo>
                  <a:lnTo>
                    <a:pt x="1058150" y="0"/>
                  </a:lnTo>
                  <a:lnTo>
                    <a:pt x="1060085" y="0"/>
                  </a:lnTo>
                  <a:lnTo>
                    <a:pt x="1062019" y="0"/>
                  </a:lnTo>
                  <a:lnTo>
                    <a:pt x="1065888" y="0"/>
                  </a:lnTo>
                  <a:lnTo>
                    <a:pt x="1067822" y="0"/>
                  </a:lnTo>
                  <a:lnTo>
                    <a:pt x="1069757" y="0"/>
                  </a:lnTo>
                  <a:lnTo>
                    <a:pt x="1077495" y="0"/>
                  </a:lnTo>
                  <a:lnTo>
                    <a:pt x="1079429" y="0"/>
                  </a:lnTo>
                  <a:lnTo>
                    <a:pt x="1083298" y="0"/>
                  </a:lnTo>
                  <a:lnTo>
                    <a:pt x="1085233" y="0"/>
                  </a:lnTo>
                  <a:lnTo>
                    <a:pt x="1089101" y="0"/>
                  </a:lnTo>
                  <a:lnTo>
                    <a:pt x="1092970" y="0"/>
                  </a:lnTo>
                  <a:lnTo>
                    <a:pt x="1098774" y="0"/>
                  </a:lnTo>
                  <a:lnTo>
                    <a:pt x="1100708" y="0"/>
                  </a:lnTo>
                  <a:lnTo>
                    <a:pt x="1102643" y="0"/>
                  </a:lnTo>
                  <a:lnTo>
                    <a:pt x="1106512" y="0"/>
                  </a:lnTo>
                  <a:lnTo>
                    <a:pt x="1108446" y="0"/>
                  </a:lnTo>
                  <a:lnTo>
                    <a:pt x="1114249" y="0"/>
                  </a:lnTo>
                  <a:lnTo>
                    <a:pt x="1116184" y="0"/>
                  </a:lnTo>
                  <a:lnTo>
                    <a:pt x="1118118" y="0"/>
                  </a:lnTo>
                  <a:lnTo>
                    <a:pt x="1120053" y="0"/>
                  </a:lnTo>
                  <a:lnTo>
                    <a:pt x="1127791" y="0"/>
                  </a:lnTo>
                  <a:lnTo>
                    <a:pt x="1129725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16937463" y="57781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20" name="pg3620"/>
            <p:cNvSpPr/>
            <p:nvPr/>
          </p:nvSpPr>
          <p:spPr>
            <a:xfrm>
              <a:off x="17276961" y="63124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tx3621"/>
            <p:cNvSpPr/>
            <p:nvPr/>
          </p:nvSpPr>
          <p:spPr>
            <a:xfrm>
              <a:off x="17322491" y="63273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1.12 [0.878, 1.398]</a:t>
              </a:r>
            </a:p>
          </p:txBody>
        </p:sp>
        <p:sp>
          <p:nvSpPr>
            <p:cNvPr id="3622" name="tx3622"/>
            <p:cNvSpPr/>
            <p:nvPr/>
          </p:nvSpPr>
          <p:spPr>
            <a:xfrm>
              <a:off x="17322491" y="65727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0.921</a:t>
              </a:r>
            </a:p>
          </p:txBody>
        </p:sp>
        <p:sp>
          <p:nvSpPr>
            <p:cNvPr id="3623" name="tx3623"/>
            <p:cNvSpPr/>
            <p:nvPr/>
          </p:nvSpPr>
          <p:spPr>
            <a:xfrm>
              <a:off x="17322491" y="67927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0.886</a:t>
              </a:r>
            </a:p>
          </p:txBody>
        </p:sp>
        <p:sp>
          <p:nvSpPr>
            <p:cNvPr id="3624" name="tx3624"/>
            <p:cNvSpPr/>
            <p:nvPr/>
          </p:nvSpPr>
          <p:spPr>
            <a:xfrm>
              <a:off x="17322491" y="70112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0.801</a:t>
              </a:r>
            </a:p>
          </p:txBody>
        </p:sp>
        <p:sp>
          <p:nvSpPr>
            <p:cNvPr id="3625" name="tx3625"/>
            <p:cNvSpPr/>
            <p:nvPr/>
          </p:nvSpPr>
          <p:spPr>
            <a:xfrm>
              <a:off x="16580912" y="69133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626" name="tx3626"/>
            <p:cNvSpPr/>
            <p:nvPr/>
          </p:nvSpPr>
          <p:spPr>
            <a:xfrm>
              <a:off x="16580912" y="66304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627" name="tx3627"/>
            <p:cNvSpPr/>
            <p:nvPr/>
          </p:nvSpPr>
          <p:spPr>
            <a:xfrm>
              <a:off x="16580912" y="63475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628" name="tx3628"/>
            <p:cNvSpPr/>
            <p:nvPr/>
          </p:nvSpPr>
          <p:spPr>
            <a:xfrm>
              <a:off x="16580912" y="60645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629" name="tx3629"/>
            <p:cNvSpPr/>
            <p:nvPr/>
          </p:nvSpPr>
          <p:spPr>
            <a:xfrm>
              <a:off x="16580912" y="57816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630" name="tx3630"/>
            <p:cNvSpPr/>
            <p:nvPr/>
          </p:nvSpPr>
          <p:spPr>
            <a:xfrm>
              <a:off x="1685562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631" name="tx3631"/>
            <p:cNvSpPr/>
            <p:nvPr/>
          </p:nvSpPr>
          <p:spPr>
            <a:xfrm>
              <a:off x="17138541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632" name="tx3632"/>
            <p:cNvSpPr/>
            <p:nvPr/>
          </p:nvSpPr>
          <p:spPr>
            <a:xfrm>
              <a:off x="1742145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633" name="tx3633"/>
            <p:cNvSpPr/>
            <p:nvPr/>
          </p:nvSpPr>
          <p:spPr>
            <a:xfrm>
              <a:off x="17704371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634" name="tx3634"/>
            <p:cNvSpPr/>
            <p:nvPr/>
          </p:nvSpPr>
          <p:spPr>
            <a:xfrm>
              <a:off x="17987286" y="71005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635" name="tx3635"/>
            <p:cNvSpPr/>
            <p:nvPr/>
          </p:nvSpPr>
          <p:spPr>
            <a:xfrm>
              <a:off x="16181492" y="72502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3636" name="tx3636"/>
            <p:cNvSpPr/>
            <p:nvPr/>
          </p:nvSpPr>
          <p:spPr>
            <a:xfrm rot="-5400000">
              <a:off x="15209894" y="63171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3637" name="tx3637"/>
            <p:cNvSpPr/>
            <p:nvPr/>
          </p:nvSpPr>
          <p:spPr>
            <a:xfrm>
              <a:off x="16937463" y="5498767"/>
              <a:ext cx="177938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L.</a:t>
              </a:r>
            </a:p>
          </p:txBody>
        </p:sp>
        <p:sp>
          <p:nvSpPr>
            <p:cNvPr id="3638" name="rc3638"/>
            <p:cNvSpPr/>
            <p:nvPr/>
          </p:nvSpPr>
          <p:spPr>
            <a:xfrm>
              <a:off x="2468562" y="75438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rc3639"/>
            <p:cNvSpPr/>
            <p:nvPr/>
          </p:nvSpPr>
          <p:spPr>
            <a:xfrm>
              <a:off x="2868926" y="7841078"/>
              <a:ext cx="446780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2868926" y="901917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2868926" y="867663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2868926" y="833409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2868926" y="799155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3124438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094615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5064793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6034970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7005148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2868926" y="919044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2868926" y="884790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2868926" y="850536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2868926" y="8162821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3609526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579704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5549881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6520059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3996890" y="8933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4162877" y="9060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3803456" y="908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4665414" y="8849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4670642" y="884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4830094" y="8833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4134777" y="8954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3976632" y="8957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3875994" y="8976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5148999" y="9020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3979899" y="8909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4385718" y="8951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4185096" y="8851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3573426" y="9010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3550554" y="8996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5060123" y="8853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5258785" y="9024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5309104" y="9037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3783198" y="909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4109944" y="9084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4021069" y="8827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4045902" y="8833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4107984" y="8954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4453682" y="8986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4491584" y="8918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4381797" y="8702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4303378" y="8662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5552204" y="8865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6105713" y="8829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5194090" y="8817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4951644" y="8791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5156840" y="892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5142464" y="8939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4462177" y="9028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5935804" y="8797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6337049" y="8731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4034139" y="9026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4299457" y="9033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3768167" y="8822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3606101" y="8829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4828133" y="8886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4935960" y="8728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5209120" y="8721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5326749" y="8751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5397980" y="871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5401247" y="8736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5987430" y="8706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6277581" y="871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4255673" y="8822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3669490" y="9177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3845933" y="9047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3677332" y="8920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3673411" y="8966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5896595" y="8856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5756747" y="884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5560699" y="9012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4030218" y="8972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4145886" y="8904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4254366" y="889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4426235" y="858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4460870" y="8927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4186403" y="8788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4228880" y="8736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4327558" y="8882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4493545" y="8881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4341934" y="896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5407782" y="9002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5389484" y="8872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5384256" y="889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3756404" y="8889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3788426" y="9013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3858349" y="9001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5875683" y="8886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6214846" y="885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6045591" y="8903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6054087" y="8906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3996890" y="8972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3993622" y="8943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3828289" y="8918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3897559" y="8903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3922392" y="8865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4571964" y="9025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4862115" y="8942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4038060" y="892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4141312" y="8773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5303223" y="8862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4060932" y="8984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4602025" y="8835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4429502" y="880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5139196" y="8897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5853464" y="8899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5584225" y="8912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5636505" y="891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3971404" y="9083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3959641" y="88189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3836131" y="8996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3910629" y="8944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4062239" y="9033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4288348" y="904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4081191" y="8740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3944610" y="8976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4886294" y="8880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5297995" y="899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5599909" y="8981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3643350" y="8893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4272011" y="9043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4524913" y="9056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4368074" y="9071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4633392" y="877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4739912" y="8782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5109135" y="873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4818984" y="8720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4166145" y="8943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4164838" y="8909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4203394" y="8978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4177254" y="9022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4169412" y="8938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4184443" y="9019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4167452" y="8998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6048205" y="8768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6010956" y="8698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6322019" y="868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3631587" y="8990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3715234" y="8888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4130203" y="9029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3868152" y="8915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3877954" y="9060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4265476" y="888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4488317" y="8884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3950492" y="902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4057665" y="8923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4387679" y="8992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4409898" y="8615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5026142" y="8923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5079075" y="8938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3635508" y="9003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3626359" y="8998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4728802" y="8879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4231494" y="8801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4278546" y="8792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4275278" y="8767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4113865" y="903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4223652" y="8966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4345202" y="897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4226920" y="8977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4228880" y="8976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4193591" y="8874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4272664" y="879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5045747" y="8884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4924850" y="8890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4800033" y="8903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5164682" y="8783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4689593" y="9002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3730265" y="8825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3813258" y="8941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3838091" y="8856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3637469" y="8986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3847240" y="9040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4299457" y="8935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4189017" y="8984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4933346" y="8684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4998042" y="8779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5963905" y="893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5704468" y="8970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5876337" y="8962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6270393" y="9023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3598913" y="902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3642043" y="9100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3823714" y="884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4988893" y="8810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5113710" y="8963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5368572" y="9010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5248330" y="8961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5926002" y="8825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5213694" y="8864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4490277" y="87408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3587150" y="882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5018300" y="8960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4901325" y="8910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4926157" y="8948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5314986" y="8877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3878608" y="900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4762131" y="8862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3596952" y="886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3658380" y="9000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3692362" y="9089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5487508" y="8960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5473785" y="8874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5284272" y="8890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5909665" y="878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3544019" y="8951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3546633" y="8786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3549901" y="8788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4190324" y="9040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5003923" y="8984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3973364" y="9057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4716386" y="8982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072008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2868926" y="8979814"/>
              <a:ext cx="4467807" cy="0"/>
            </a:xfrm>
            <a:custGeom>
              <a:avLst/>
              <a:pathLst>
                <a:path w="4467807" h="0">
                  <a:moveTo>
                    <a:pt x="0" y="0"/>
                  </a:moveTo>
                  <a:lnTo>
                    <a:pt x="4467807" y="0"/>
                  </a:lnTo>
                  <a:lnTo>
                    <a:pt x="446780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56" name="pg3856"/>
            <p:cNvSpPr/>
            <p:nvPr/>
          </p:nvSpPr>
          <p:spPr>
            <a:xfrm>
              <a:off x="2898673" y="7841078"/>
              <a:ext cx="953397" cy="257331"/>
            </a:xfrm>
            <a:custGeom>
              <a:avLst/>
              <a:pathLst>
                <a:path w="953397" h="257331">
                  <a:moveTo>
                    <a:pt x="25145" y="257331"/>
                  </a:moveTo>
                  <a:lnTo>
                    <a:pt x="928251" y="257331"/>
                  </a:lnTo>
                  <a:lnTo>
                    <a:pt x="927239" y="257311"/>
                  </a:lnTo>
                  <a:lnTo>
                    <a:pt x="931282" y="257148"/>
                  </a:lnTo>
                  <a:lnTo>
                    <a:pt x="935247" y="256339"/>
                  </a:lnTo>
                  <a:lnTo>
                    <a:pt x="939031" y="254904"/>
                  </a:lnTo>
                  <a:lnTo>
                    <a:pt x="942536" y="252880"/>
                  </a:lnTo>
                  <a:lnTo>
                    <a:pt x="945671" y="250321"/>
                  </a:lnTo>
                  <a:lnTo>
                    <a:pt x="948354" y="247292"/>
                  </a:lnTo>
                  <a:lnTo>
                    <a:pt x="950517" y="243871"/>
                  </a:lnTo>
                  <a:lnTo>
                    <a:pt x="952103" y="240148"/>
                  </a:lnTo>
                  <a:lnTo>
                    <a:pt x="953072" y="236219"/>
                  </a:lnTo>
                  <a:lnTo>
                    <a:pt x="953397" y="232185"/>
                  </a:lnTo>
                  <a:lnTo>
                    <a:pt x="953397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tx3857"/>
            <p:cNvSpPr/>
            <p:nvPr/>
          </p:nvSpPr>
          <p:spPr>
            <a:xfrm>
              <a:off x="2940583" y="77536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3858" name="tx3858"/>
            <p:cNvSpPr/>
            <p:nvPr/>
          </p:nvSpPr>
          <p:spPr>
            <a:xfrm>
              <a:off x="3204499" y="7925394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 (8.6%)</a:t>
              </a:r>
            </a:p>
          </p:txBody>
        </p:sp>
        <p:sp>
          <p:nvSpPr>
            <p:cNvPr id="3859" name="pg3859"/>
            <p:cNvSpPr/>
            <p:nvPr/>
          </p:nvSpPr>
          <p:spPr>
            <a:xfrm>
              <a:off x="2890828" y="8569772"/>
              <a:ext cx="961242" cy="384988"/>
            </a:xfrm>
            <a:custGeom>
              <a:avLst/>
              <a:pathLst>
                <a:path w="961242" h="384988">
                  <a:moveTo>
                    <a:pt x="25145" y="384988"/>
                  </a:moveTo>
                  <a:lnTo>
                    <a:pt x="936096" y="384988"/>
                  </a:lnTo>
                  <a:lnTo>
                    <a:pt x="935083" y="384967"/>
                  </a:lnTo>
                  <a:lnTo>
                    <a:pt x="939127" y="384804"/>
                  </a:lnTo>
                  <a:lnTo>
                    <a:pt x="943092" y="383995"/>
                  </a:lnTo>
                  <a:lnTo>
                    <a:pt x="946876" y="382560"/>
                  </a:lnTo>
                  <a:lnTo>
                    <a:pt x="950380" y="380536"/>
                  </a:lnTo>
                  <a:lnTo>
                    <a:pt x="953515" y="377977"/>
                  </a:lnTo>
                  <a:lnTo>
                    <a:pt x="956199" y="374948"/>
                  </a:lnTo>
                  <a:lnTo>
                    <a:pt x="958362" y="371528"/>
                  </a:lnTo>
                  <a:lnTo>
                    <a:pt x="959948" y="367805"/>
                  </a:lnTo>
                  <a:lnTo>
                    <a:pt x="960916" y="363875"/>
                  </a:lnTo>
                  <a:lnTo>
                    <a:pt x="961242" y="359842"/>
                  </a:lnTo>
                  <a:lnTo>
                    <a:pt x="961242" y="25146"/>
                  </a:lnTo>
                  <a:lnTo>
                    <a:pt x="960916" y="21112"/>
                  </a:lnTo>
                  <a:lnTo>
                    <a:pt x="959948" y="17183"/>
                  </a:lnTo>
                  <a:lnTo>
                    <a:pt x="958362" y="13460"/>
                  </a:lnTo>
                  <a:lnTo>
                    <a:pt x="956199" y="10039"/>
                  </a:lnTo>
                  <a:lnTo>
                    <a:pt x="953515" y="7010"/>
                  </a:lnTo>
                  <a:lnTo>
                    <a:pt x="950380" y="4451"/>
                  </a:lnTo>
                  <a:lnTo>
                    <a:pt x="946876" y="2427"/>
                  </a:lnTo>
                  <a:lnTo>
                    <a:pt x="943092" y="992"/>
                  </a:lnTo>
                  <a:lnTo>
                    <a:pt x="939127" y="183"/>
                  </a:lnTo>
                  <a:lnTo>
                    <a:pt x="936096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tx3860"/>
            <p:cNvSpPr/>
            <p:nvPr/>
          </p:nvSpPr>
          <p:spPr>
            <a:xfrm>
              <a:off x="2932738" y="8582282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3861" name="tx3861"/>
            <p:cNvSpPr/>
            <p:nvPr/>
          </p:nvSpPr>
          <p:spPr>
            <a:xfrm>
              <a:off x="3204499" y="8781745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 (8.1%)</a:t>
              </a:r>
            </a:p>
          </p:txBody>
        </p:sp>
        <p:sp>
          <p:nvSpPr>
            <p:cNvPr id="3862" name="pg3862"/>
            <p:cNvSpPr/>
            <p:nvPr/>
          </p:nvSpPr>
          <p:spPr>
            <a:xfrm>
              <a:off x="4165760" y="7841078"/>
              <a:ext cx="899032" cy="257331"/>
            </a:xfrm>
            <a:custGeom>
              <a:avLst/>
              <a:pathLst>
                <a:path w="899032" h="257331">
                  <a:moveTo>
                    <a:pt x="25145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2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tx3863"/>
            <p:cNvSpPr/>
            <p:nvPr/>
          </p:nvSpPr>
          <p:spPr>
            <a:xfrm>
              <a:off x="4207670" y="77536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3864" name="tx3864"/>
            <p:cNvSpPr/>
            <p:nvPr/>
          </p:nvSpPr>
          <p:spPr>
            <a:xfrm>
              <a:off x="4378339" y="7925394"/>
              <a:ext cx="64454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130 (66%)</a:t>
              </a:r>
            </a:p>
          </p:txBody>
        </p:sp>
        <p:sp>
          <p:nvSpPr>
            <p:cNvPr id="3865" name="pg3865"/>
            <p:cNvSpPr/>
            <p:nvPr/>
          </p:nvSpPr>
          <p:spPr>
            <a:xfrm>
              <a:off x="4049185" y="8569772"/>
              <a:ext cx="1015608" cy="384988"/>
            </a:xfrm>
            <a:custGeom>
              <a:avLst/>
              <a:pathLst>
                <a:path w="1015608" h="384988">
                  <a:moveTo>
                    <a:pt x="25145" y="384988"/>
                  </a:moveTo>
                  <a:lnTo>
                    <a:pt x="990462" y="384988"/>
                  </a:lnTo>
                  <a:lnTo>
                    <a:pt x="989449" y="384967"/>
                  </a:lnTo>
                  <a:lnTo>
                    <a:pt x="993493" y="384804"/>
                  </a:lnTo>
                  <a:lnTo>
                    <a:pt x="997458" y="383995"/>
                  </a:lnTo>
                  <a:lnTo>
                    <a:pt x="1001241" y="382560"/>
                  </a:lnTo>
                  <a:lnTo>
                    <a:pt x="1004746" y="380536"/>
                  </a:lnTo>
                  <a:lnTo>
                    <a:pt x="1007881" y="377977"/>
                  </a:lnTo>
                  <a:lnTo>
                    <a:pt x="1010564" y="374948"/>
                  </a:lnTo>
                  <a:lnTo>
                    <a:pt x="1012727" y="371528"/>
                  </a:lnTo>
                  <a:lnTo>
                    <a:pt x="1014313" y="367805"/>
                  </a:lnTo>
                  <a:lnTo>
                    <a:pt x="1015282" y="363875"/>
                  </a:lnTo>
                  <a:lnTo>
                    <a:pt x="1015608" y="359842"/>
                  </a:ln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5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2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2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tx3866"/>
            <p:cNvSpPr/>
            <p:nvPr/>
          </p:nvSpPr>
          <p:spPr>
            <a:xfrm>
              <a:off x="4091095" y="8582282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3867" name="tx3867"/>
            <p:cNvSpPr/>
            <p:nvPr/>
          </p:nvSpPr>
          <p:spPr>
            <a:xfrm>
              <a:off x="4339526" y="8781745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 (17.3%)</a:t>
              </a:r>
            </a:p>
          </p:txBody>
        </p:sp>
        <p:sp>
          <p:nvSpPr>
            <p:cNvPr id="3868" name="rc3868"/>
            <p:cNvSpPr/>
            <p:nvPr/>
          </p:nvSpPr>
          <p:spPr>
            <a:xfrm>
              <a:off x="2868926" y="7841078"/>
              <a:ext cx="446780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tx3869"/>
            <p:cNvSpPr/>
            <p:nvPr/>
          </p:nvSpPr>
          <p:spPr>
            <a:xfrm>
              <a:off x="2706923" y="9148749"/>
              <a:ext cx="9937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-8</a:t>
              </a:r>
            </a:p>
          </p:txBody>
        </p:sp>
        <p:sp>
          <p:nvSpPr>
            <p:cNvPr id="3870" name="tx3870"/>
            <p:cNvSpPr/>
            <p:nvPr/>
          </p:nvSpPr>
          <p:spPr>
            <a:xfrm>
              <a:off x="2706923" y="8807901"/>
              <a:ext cx="99372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3871" name="tx3871"/>
            <p:cNvSpPr/>
            <p:nvPr/>
          </p:nvSpPr>
          <p:spPr>
            <a:xfrm>
              <a:off x="2744140" y="846366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872" name="tx3872"/>
            <p:cNvSpPr/>
            <p:nvPr/>
          </p:nvSpPr>
          <p:spPr>
            <a:xfrm>
              <a:off x="2744140" y="8122821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873" name="pl3873"/>
            <p:cNvSpPr/>
            <p:nvPr/>
          </p:nvSpPr>
          <p:spPr>
            <a:xfrm>
              <a:off x="2834131" y="91904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2834131" y="884790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2834131" y="850536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2834131" y="816282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3609526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579704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5549881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6520059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tx3881"/>
            <p:cNvSpPr/>
            <p:nvPr/>
          </p:nvSpPr>
          <p:spPr>
            <a:xfrm>
              <a:off x="3578449" y="93284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882" name="tx3882"/>
            <p:cNvSpPr/>
            <p:nvPr/>
          </p:nvSpPr>
          <p:spPr>
            <a:xfrm>
              <a:off x="4517548" y="93284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883" name="tx3883"/>
            <p:cNvSpPr/>
            <p:nvPr/>
          </p:nvSpPr>
          <p:spPr>
            <a:xfrm>
              <a:off x="5487726" y="93284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884" name="tx3884"/>
            <p:cNvSpPr/>
            <p:nvPr/>
          </p:nvSpPr>
          <p:spPr>
            <a:xfrm>
              <a:off x="6457903" y="93283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885" name="tx3885"/>
            <p:cNvSpPr/>
            <p:nvPr/>
          </p:nvSpPr>
          <p:spPr>
            <a:xfrm>
              <a:off x="4245018" y="94481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3886" name="tx3886"/>
            <p:cNvSpPr/>
            <p:nvPr/>
          </p:nvSpPr>
          <p:spPr>
            <a:xfrm rot="-5400000">
              <a:off x="1788491" y="8488742"/>
              <a:ext cx="156821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Alamar pTau181 (Z)</a:t>
              </a:r>
            </a:p>
          </p:txBody>
        </p:sp>
        <p:sp>
          <p:nvSpPr>
            <p:cNvPr id="3887" name="tx3887"/>
            <p:cNvSpPr/>
            <p:nvPr/>
          </p:nvSpPr>
          <p:spPr>
            <a:xfrm>
              <a:off x="2868926" y="7613389"/>
              <a:ext cx="186221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M.</a:t>
              </a:r>
            </a:p>
          </p:txBody>
        </p:sp>
        <p:sp>
          <p:nvSpPr>
            <p:cNvPr id="3888" name="rc3888"/>
            <p:cNvSpPr/>
            <p:nvPr/>
          </p:nvSpPr>
          <p:spPr>
            <a:xfrm>
              <a:off x="8063227" y="75438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8707863" y="89585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8707863" y="86756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8707863" y="83927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8707863" y="81098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8905903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9188818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9471733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9754648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8707863" y="91000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8707863" y="88170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8707863" y="85341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8707863" y="82512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8707863" y="79683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876444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9047361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933027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9613191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989610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8764446" y="79683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4759"/>
                  </a:lnTo>
                  <a:lnTo>
                    <a:pt x="0" y="1117859"/>
                  </a:lnTo>
                  <a:lnTo>
                    <a:pt x="0" y="1110958"/>
                  </a:lnTo>
                  <a:lnTo>
                    <a:pt x="0" y="1104058"/>
                  </a:lnTo>
                  <a:lnTo>
                    <a:pt x="0" y="1097158"/>
                  </a:lnTo>
                  <a:lnTo>
                    <a:pt x="0" y="1090257"/>
                  </a:lnTo>
                  <a:lnTo>
                    <a:pt x="0" y="1083357"/>
                  </a:lnTo>
                  <a:lnTo>
                    <a:pt x="0" y="1076457"/>
                  </a:lnTo>
                  <a:lnTo>
                    <a:pt x="0" y="1069556"/>
                  </a:lnTo>
                  <a:lnTo>
                    <a:pt x="0" y="1062656"/>
                  </a:lnTo>
                  <a:lnTo>
                    <a:pt x="0" y="1055756"/>
                  </a:lnTo>
                  <a:lnTo>
                    <a:pt x="0" y="1048855"/>
                  </a:lnTo>
                  <a:lnTo>
                    <a:pt x="0" y="1041955"/>
                  </a:lnTo>
                  <a:lnTo>
                    <a:pt x="0" y="1035054"/>
                  </a:lnTo>
                  <a:lnTo>
                    <a:pt x="0" y="1028154"/>
                  </a:lnTo>
                  <a:lnTo>
                    <a:pt x="0" y="1021254"/>
                  </a:lnTo>
                  <a:lnTo>
                    <a:pt x="0" y="1014353"/>
                  </a:lnTo>
                  <a:lnTo>
                    <a:pt x="0" y="1007453"/>
                  </a:lnTo>
                  <a:lnTo>
                    <a:pt x="0" y="1000553"/>
                  </a:lnTo>
                  <a:lnTo>
                    <a:pt x="0" y="993652"/>
                  </a:lnTo>
                  <a:lnTo>
                    <a:pt x="0" y="986752"/>
                  </a:lnTo>
                  <a:lnTo>
                    <a:pt x="0" y="979852"/>
                  </a:lnTo>
                  <a:lnTo>
                    <a:pt x="0" y="972951"/>
                  </a:lnTo>
                  <a:lnTo>
                    <a:pt x="0" y="966051"/>
                  </a:lnTo>
                  <a:lnTo>
                    <a:pt x="0" y="959150"/>
                  </a:lnTo>
                  <a:lnTo>
                    <a:pt x="0" y="952250"/>
                  </a:lnTo>
                  <a:lnTo>
                    <a:pt x="0" y="945350"/>
                  </a:lnTo>
                  <a:lnTo>
                    <a:pt x="0" y="938449"/>
                  </a:lnTo>
                  <a:lnTo>
                    <a:pt x="34292" y="938449"/>
                  </a:lnTo>
                  <a:lnTo>
                    <a:pt x="34292" y="931549"/>
                  </a:lnTo>
                  <a:lnTo>
                    <a:pt x="68585" y="931549"/>
                  </a:lnTo>
                  <a:lnTo>
                    <a:pt x="68585" y="924649"/>
                  </a:lnTo>
                  <a:lnTo>
                    <a:pt x="68585" y="917748"/>
                  </a:lnTo>
                  <a:lnTo>
                    <a:pt x="68585" y="910848"/>
                  </a:lnTo>
                  <a:lnTo>
                    <a:pt x="68585" y="903947"/>
                  </a:lnTo>
                  <a:lnTo>
                    <a:pt x="68585" y="897047"/>
                  </a:lnTo>
                  <a:lnTo>
                    <a:pt x="68585" y="890147"/>
                  </a:lnTo>
                  <a:lnTo>
                    <a:pt x="68585" y="883246"/>
                  </a:lnTo>
                  <a:lnTo>
                    <a:pt x="68585" y="876346"/>
                  </a:lnTo>
                  <a:lnTo>
                    <a:pt x="68585" y="869446"/>
                  </a:lnTo>
                  <a:lnTo>
                    <a:pt x="102878" y="869446"/>
                  </a:lnTo>
                  <a:lnTo>
                    <a:pt x="102878" y="862545"/>
                  </a:lnTo>
                  <a:lnTo>
                    <a:pt x="137170" y="862545"/>
                  </a:lnTo>
                  <a:lnTo>
                    <a:pt x="171463" y="862545"/>
                  </a:lnTo>
                  <a:lnTo>
                    <a:pt x="171463" y="855645"/>
                  </a:lnTo>
                  <a:lnTo>
                    <a:pt x="171463" y="848745"/>
                  </a:lnTo>
                  <a:lnTo>
                    <a:pt x="205756" y="848745"/>
                  </a:lnTo>
                  <a:lnTo>
                    <a:pt x="205756" y="841844"/>
                  </a:lnTo>
                  <a:lnTo>
                    <a:pt x="205756" y="834944"/>
                  </a:lnTo>
                  <a:lnTo>
                    <a:pt x="205756" y="828043"/>
                  </a:lnTo>
                  <a:lnTo>
                    <a:pt x="205756" y="821143"/>
                  </a:lnTo>
                  <a:lnTo>
                    <a:pt x="205756" y="814243"/>
                  </a:lnTo>
                  <a:lnTo>
                    <a:pt x="205756" y="807342"/>
                  </a:lnTo>
                  <a:lnTo>
                    <a:pt x="240049" y="807342"/>
                  </a:lnTo>
                  <a:lnTo>
                    <a:pt x="240049" y="800442"/>
                  </a:lnTo>
                  <a:lnTo>
                    <a:pt x="240049" y="793542"/>
                  </a:lnTo>
                  <a:lnTo>
                    <a:pt x="240049" y="786641"/>
                  </a:lnTo>
                  <a:lnTo>
                    <a:pt x="240049" y="779741"/>
                  </a:lnTo>
                  <a:lnTo>
                    <a:pt x="274341" y="779741"/>
                  </a:lnTo>
                  <a:lnTo>
                    <a:pt x="274341" y="772841"/>
                  </a:lnTo>
                  <a:lnTo>
                    <a:pt x="308634" y="772841"/>
                  </a:lnTo>
                  <a:lnTo>
                    <a:pt x="308634" y="765940"/>
                  </a:lnTo>
                  <a:lnTo>
                    <a:pt x="308634" y="759040"/>
                  </a:lnTo>
                  <a:lnTo>
                    <a:pt x="308634" y="752139"/>
                  </a:lnTo>
                  <a:lnTo>
                    <a:pt x="308634" y="745239"/>
                  </a:lnTo>
                  <a:lnTo>
                    <a:pt x="308634" y="738339"/>
                  </a:lnTo>
                  <a:lnTo>
                    <a:pt x="308634" y="731438"/>
                  </a:lnTo>
                  <a:lnTo>
                    <a:pt x="308634" y="724538"/>
                  </a:lnTo>
                  <a:lnTo>
                    <a:pt x="308634" y="717638"/>
                  </a:lnTo>
                  <a:lnTo>
                    <a:pt x="308634" y="710737"/>
                  </a:lnTo>
                  <a:lnTo>
                    <a:pt x="308634" y="703837"/>
                  </a:lnTo>
                  <a:lnTo>
                    <a:pt x="308634" y="696937"/>
                  </a:lnTo>
                  <a:lnTo>
                    <a:pt x="308634" y="690036"/>
                  </a:lnTo>
                  <a:lnTo>
                    <a:pt x="308634" y="683136"/>
                  </a:lnTo>
                  <a:lnTo>
                    <a:pt x="308634" y="676235"/>
                  </a:lnTo>
                  <a:lnTo>
                    <a:pt x="308634" y="669335"/>
                  </a:lnTo>
                  <a:lnTo>
                    <a:pt x="308634" y="662435"/>
                  </a:lnTo>
                  <a:lnTo>
                    <a:pt x="308634" y="655534"/>
                  </a:lnTo>
                  <a:lnTo>
                    <a:pt x="308634" y="648634"/>
                  </a:lnTo>
                  <a:lnTo>
                    <a:pt x="342927" y="648634"/>
                  </a:lnTo>
                  <a:lnTo>
                    <a:pt x="377220" y="648634"/>
                  </a:lnTo>
                  <a:lnTo>
                    <a:pt x="377220" y="641734"/>
                  </a:lnTo>
                  <a:lnTo>
                    <a:pt x="377220" y="634833"/>
                  </a:lnTo>
                  <a:lnTo>
                    <a:pt x="377220" y="627933"/>
                  </a:lnTo>
                  <a:lnTo>
                    <a:pt x="377220" y="621032"/>
                  </a:lnTo>
                  <a:lnTo>
                    <a:pt x="411512" y="621032"/>
                  </a:lnTo>
                  <a:lnTo>
                    <a:pt x="411512" y="614132"/>
                  </a:lnTo>
                  <a:lnTo>
                    <a:pt x="411512" y="607232"/>
                  </a:lnTo>
                  <a:lnTo>
                    <a:pt x="411512" y="600331"/>
                  </a:lnTo>
                  <a:lnTo>
                    <a:pt x="411512" y="593431"/>
                  </a:lnTo>
                  <a:lnTo>
                    <a:pt x="411512" y="586531"/>
                  </a:lnTo>
                  <a:lnTo>
                    <a:pt x="411512" y="579630"/>
                  </a:lnTo>
                  <a:lnTo>
                    <a:pt x="411512" y="572730"/>
                  </a:lnTo>
                  <a:lnTo>
                    <a:pt x="411512" y="565830"/>
                  </a:lnTo>
                  <a:lnTo>
                    <a:pt x="411512" y="558929"/>
                  </a:lnTo>
                  <a:lnTo>
                    <a:pt x="411512" y="552029"/>
                  </a:lnTo>
                  <a:lnTo>
                    <a:pt x="411512" y="545128"/>
                  </a:lnTo>
                  <a:lnTo>
                    <a:pt x="411512" y="538228"/>
                  </a:lnTo>
                  <a:lnTo>
                    <a:pt x="411512" y="531328"/>
                  </a:lnTo>
                  <a:lnTo>
                    <a:pt x="445805" y="531328"/>
                  </a:lnTo>
                  <a:lnTo>
                    <a:pt x="445805" y="524427"/>
                  </a:lnTo>
                  <a:lnTo>
                    <a:pt x="480098" y="524427"/>
                  </a:lnTo>
                  <a:lnTo>
                    <a:pt x="480098" y="517527"/>
                  </a:lnTo>
                  <a:lnTo>
                    <a:pt x="480098" y="510627"/>
                  </a:lnTo>
                  <a:lnTo>
                    <a:pt x="480098" y="503726"/>
                  </a:lnTo>
                  <a:lnTo>
                    <a:pt x="480098" y="496826"/>
                  </a:lnTo>
                  <a:lnTo>
                    <a:pt x="480098" y="489926"/>
                  </a:lnTo>
                  <a:lnTo>
                    <a:pt x="480098" y="483025"/>
                  </a:lnTo>
                  <a:lnTo>
                    <a:pt x="480098" y="476125"/>
                  </a:lnTo>
                  <a:lnTo>
                    <a:pt x="480098" y="469224"/>
                  </a:lnTo>
                  <a:lnTo>
                    <a:pt x="480098" y="462324"/>
                  </a:lnTo>
                  <a:lnTo>
                    <a:pt x="480098" y="455424"/>
                  </a:lnTo>
                  <a:lnTo>
                    <a:pt x="480098" y="448523"/>
                  </a:lnTo>
                  <a:lnTo>
                    <a:pt x="514390" y="448523"/>
                  </a:lnTo>
                  <a:lnTo>
                    <a:pt x="514390" y="441623"/>
                  </a:lnTo>
                  <a:lnTo>
                    <a:pt x="514390" y="434723"/>
                  </a:lnTo>
                  <a:lnTo>
                    <a:pt x="514390" y="427822"/>
                  </a:lnTo>
                  <a:lnTo>
                    <a:pt x="514390" y="420922"/>
                  </a:lnTo>
                  <a:lnTo>
                    <a:pt x="514390" y="414021"/>
                  </a:lnTo>
                  <a:lnTo>
                    <a:pt x="548683" y="414021"/>
                  </a:lnTo>
                  <a:lnTo>
                    <a:pt x="548683" y="407121"/>
                  </a:lnTo>
                  <a:lnTo>
                    <a:pt x="548683" y="400221"/>
                  </a:lnTo>
                  <a:lnTo>
                    <a:pt x="548683" y="393320"/>
                  </a:lnTo>
                  <a:lnTo>
                    <a:pt x="548683" y="386420"/>
                  </a:lnTo>
                  <a:lnTo>
                    <a:pt x="548683" y="379520"/>
                  </a:lnTo>
                  <a:lnTo>
                    <a:pt x="548683" y="372619"/>
                  </a:lnTo>
                  <a:lnTo>
                    <a:pt x="548683" y="365719"/>
                  </a:lnTo>
                  <a:lnTo>
                    <a:pt x="548683" y="358819"/>
                  </a:lnTo>
                  <a:lnTo>
                    <a:pt x="548683" y="351918"/>
                  </a:lnTo>
                  <a:lnTo>
                    <a:pt x="548683" y="345018"/>
                  </a:lnTo>
                  <a:lnTo>
                    <a:pt x="548683" y="338117"/>
                  </a:lnTo>
                  <a:lnTo>
                    <a:pt x="582976" y="338117"/>
                  </a:lnTo>
                  <a:lnTo>
                    <a:pt x="582976" y="331217"/>
                  </a:lnTo>
                  <a:lnTo>
                    <a:pt x="582976" y="324317"/>
                  </a:lnTo>
                  <a:lnTo>
                    <a:pt x="582976" y="317416"/>
                  </a:lnTo>
                  <a:lnTo>
                    <a:pt x="582976" y="310516"/>
                  </a:lnTo>
                  <a:lnTo>
                    <a:pt x="582976" y="303616"/>
                  </a:lnTo>
                  <a:lnTo>
                    <a:pt x="582976" y="296715"/>
                  </a:lnTo>
                  <a:lnTo>
                    <a:pt x="582976" y="289815"/>
                  </a:lnTo>
                  <a:lnTo>
                    <a:pt x="582976" y="282915"/>
                  </a:lnTo>
                  <a:lnTo>
                    <a:pt x="582976" y="276014"/>
                  </a:lnTo>
                  <a:lnTo>
                    <a:pt x="582976" y="269114"/>
                  </a:lnTo>
                  <a:lnTo>
                    <a:pt x="582976" y="262213"/>
                  </a:lnTo>
                  <a:lnTo>
                    <a:pt x="582976" y="255313"/>
                  </a:lnTo>
                  <a:lnTo>
                    <a:pt x="582976" y="248413"/>
                  </a:lnTo>
                  <a:lnTo>
                    <a:pt x="582976" y="241512"/>
                  </a:lnTo>
                  <a:lnTo>
                    <a:pt x="582976" y="234612"/>
                  </a:lnTo>
                  <a:lnTo>
                    <a:pt x="617269" y="234612"/>
                  </a:lnTo>
                  <a:lnTo>
                    <a:pt x="651561" y="234612"/>
                  </a:lnTo>
                  <a:lnTo>
                    <a:pt x="651561" y="227712"/>
                  </a:lnTo>
                  <a:lnTo>
                    <a:pt x="685854" y="227712"/>
                  </a:lnTo>
                  <a:lnTo>
                    <a:pt x="720147" y="227712"/>
                  </a:lnTo>
                  <a:lnTo>
                    <a:pt x="720147" y="220811"/>
                  </a:lnTo>
                  <a:lnTo>
                    <a:pt x="754440" y="220811"/>
                  </a:lnTo>
                  <a:lnTo>
                    <a:pt x="754440" y="213911"/>
                  </a:lnTo>
                  <a:lnTo>
                    <a:pt x="788732" y="213911"/>
                  </a:lnTo>
                  <a:lnTo>
                    <a:pt x="788732" y="207010"/>
                  </a:lnTo>
                  <a:lnTo>
                    <a:pt x="788732" y="200110"/>
                  </a:lnTo>
                  <a:lnTo>
                    <a:pt x="788732" y="193210"/>
                  </a:lnTo>
                  <a:lnTo>
                    <a:pt x="823025" y="193210"/>
                  </a:lnTo>
                  <a:lnTo>
                    <a:pt x="823025" y="186309"/>
                  </a:lnTo>
                  <a:lnTo>
                    <a:pt x="823025" y="179409"/>
                  </a:lnTo>
                  <a:lnTo>
                    <a:pt x="857318" y="179409"/>
                  </a:lnTo>
                  <a:lnTo>
                    <a:pt x="857318" y="172509"/>
                  </a:lnTo>
                  <a:lnTo>
                    <a:pt x="891610" y="172509"/>
                  </a:lnTo>
                  <a:lnTo>
                    <a:pt x="891610" y="165608"/>
                  </a:lnTo>
                  <a:lnTo>
                    <a:pt x="891610" y="158708"/>
                  </a:lnTo>
                  <a:lnTo>
                    <a:pt x="891610" y="151808"/>
                  </a:lnTo>
                  <a:lnTo>
                    <a:pt x="891610" y="144907"/>
                  </a:lnTo>
                  <a:lnTo>
                    <a:pt x="891610" y="138007"/>
                  </a:lnTo>
                  <a:lnTo>
                    <a:pt x="891610" y="131106"/>
                  </a:lnTo>
                  <a:lnTo>
                    <a:pt x="891610" y="124206"/>
                  </a:lnTo>
                  <a:lnTo>
                    <a:pt x="891610" y="117306"/>
                  </a:lnTo>
                  <a:lnTo>
                    <a:pt x="925903" y="117306"/>
                  </a:lnTo>
                  <a:lnTo>
                    <a:pt x="925903" y="110405"/>
                  </a:lnTo>
                  <a:lnTo>
                    <a:pt x="925903" y="103505"/>
                  </a:lnTo>
                  <a:lnTo>
                    <a:pt x="925903" y="96605"/>
                  </a:lnTo>
                  <a:lnTo>
                    <a:pt x="925903" y="89704"/>
                  </a:lnTo>
                  <a:lnTo>
                    <a:pt x="925903" y="82804"/>
                  </a:lnTo>
                  <a:lnTo>
                    <a:pt x="925903" y="75904"/>
                  </a:lnTo>
                  <a:lnTo>
                    <a:pt x="925903" y="69003"/>
                  </a:lnTo>
                  <a:lnTo>
                    <a:pt x="925903" y="62103"/>
                  </a:lnTo>
                  <a:lnTo>
                    <a:pt x="925903" y="55202"/>
                  </a:lnTo>
                  <a:lnTo>
                    <a:pt x="925903" y="48302"/>
                  </a:lnTo>
                  <a:lnTo>
                    <a:pt x="960196" y="48302"/>
                  </a:lnTo>
                  <a:lnTo>
                    <a:pt x="960196" y="41402"/>
                  </a:lnTo>
                  <a:lnTo>
                    <a:pt x="960196" y="34501"/>
                  </a:lnTo>
                  <a:lnTo>
                    <a:pt x="960196" y="27601"/>
                  </a:lnTo>
                  <a:lnTo>
                    <a:pt x="960196" y="20701"/>
                  </a:lnTo>
                  <a:lnTo>
                    <a:pt x="960196" y="13800"/>
                  </a:lnTo>
                  <a:lnTo>
                    <a:pt x="994489" y="13800"/>
                  </a:lnTo>
                  <a:lnTo>
                    <a:pt x="994489" y="6900"/>
                  </a:lnTo>
                  <a:lnTo>
                    <a:pt x="994489" y="0"/>
                  </a:lnTo>
                  <a:lnTo>
                    <a:pt x="1028781" y="0"/>
                  </a:lnTo>
                  <a:lnTo>
                    <a:pt x="1063074" y="0"/>
                  </a:lnTo>
                  <a:lnTo>
                    <a:pt x="109736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8707863" y="79117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9" name="pg3909"/>
            <p:cNvSpPr/>
            <p:nvPr/>
          </p:nvSpPr>
          <p:spPr>
            <a:xfrm>
              <a:off x="9047361" y="84460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tx3910"/>
            <p:cNvSpPr/>
            <p:nvPr/>
          </p:nvSpPr>
          <p:spPr>
            <a:xfrm>
              <a:off x="9092891" y="8460933"/>
              <a:ext cx="2265241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-5.91 [-5.983, -3.554]</a:t>
              </a:r>
            </a:p>
          </p:txBody>
        </p:sp>
        <p:sp>
          <p:nvSpPr>
            <p:cNvPr id="3911" name="tx3911"/>
            <p:cNvSpPr/>
            <p:nvPr/>
          </p:nvSpPr>
          <p:spPr>
            <a:xfrm>
              <a:off x="9092891" y="87063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0.627</a:t>
              </a:r>
            </a:p>
          </p:txBody>
        </p:sp>
        <p:sp>
          <p:nvSpPr>
            <p:cNvPr id="3912" name="tx3912"/>
            <p:cNvSpPr/>
            <p:nvPr/>
          </p:nvSpPr>
          <p:spPr>
            <a:xfrm>
              <a:off x="9092891" y="89263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0.884</a:t>
              </a:r>
            </a:p>
          </p:txBody>
        </p:sp>
        <p:sp>
          <p:nvSpPr>
            <p:cNvPr id="3913" name="tx3913"/>
            <p:cNvSpPr/>
            <p:nvPr/>
          </p:nvSpPr>
          <p:spPr>
            <a:xfrm>
              <a:off x="9092891" y="9144800"/>
              <a:ext cx="974480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0.793</a:t>
              </a:r>
            </a:p>
          </p:txBody>
        </p:sp>
        <p:sp>
          <p:nvSpPr>
            <p:cNvPr id="3914" name="tx3914"/>
            <p:cNvSpPr/>
            <p:nvPr/>
          </p:nvSpPr>
          <p:spPr>
            <a:xfrm>
              <a:off x="8351312" y="90469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915" name="tx3915"/>
            <p:cNvSpPr/>
            <p:nvPr/>
          </p:nvSpPr>
          <p:spPr>
            <a:xfrm>
              <a:off x="8351312" y="87640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916" name="tx3916"/>
            <p:cNvSpPr/>
            <p:nvPr/>
          </p:nvSpPr>
          <p:spPr>
            <a:xfrm>
              <a:off x="8351312" y="84811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17" name="tx3917"/>
            <p:cNvSpPr/>
            <p:nvPr/>
          </p:nvSpPr>
          <p:spPr>
            <a:xfrm>
              <a:off x="8351312" y="81981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918" name="tx3918"/>
            <p:cNvSpPr/>
            <p:nvPr/>
          </p:nvSpPr>
          <p:spPr>
            <a:xfrm>
              <a:off x="8351312" y="79152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919" name="tx3919"/>
            <p:cNvSpPr/>
            <p:nvPr/>
          </p:nvSpPr>
          <p:spPr>
            <a:xfrm>
              <a:off x="862602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920" name="tx3920"/>
            <p:cNvSpPr/>
            <p:nvPr/>
          </p:nvSpPr>
          <p:spPr>
            <a:xfrm>
              <a:off x="8908941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921" name="tx3921"/>
            <p:cNvSpPr/>
            <p:nvPr/>
          </p:nvSpPr>
          <p:spPr>
            <a:xfrm>
              <a:off x="919185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22" name="tx3922"/>
            <p:cNvSpPr/>
            <p:nvPr/>
          </p:nvSpPr>
          <p:spPr>
            <a:xfrm>
              <a:off x="9474771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3923" name="tx3923"/>
            <p:cNvSpPr/>
            <p:nvPr/>
          </p:nvSpPr>
          <p:spPr>
            <a:xfrm>
              <a:off x="975768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3924" name="tx3924"/>
            <p:cNvSpPr/>
            <p:nvPr/>
          </p:nvSpPr>
          <p:spPr>
            <a:xfrm>
              <a:off x="7951892" y="93838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3925" name="tx3925"/>
            <p:cNvSpPr/>
            <p:nvPr/>
          </p:nvSpPr>
          <p:spPr>
            <a:xfrm rot="-5400000">
              <a:off x="6980294" y="84507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3926" name="tx3926"/>
            <p:cNvSpPr/>
            <p:nvPr/>
          </p:nvSpPr>
          <p:spPr>
            <a:xfrm>
              <a:off x="8707863" y="7632367"/>
              <a:ext cx="213360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</a:t>
              </a:r>
            </a:p>
          </p:txBody>
        </p:sp>
        <p:sp>
          <p:nvSpPr>
            <p:cNvPr id="3927" name="rc3927"/>
            <p:cNvSpPr/>
            <p:nvPr/>
          </p:nvSpPr>
          <p:spPr>
            <a:xfrm>
              <a:off x="10698162" y="75438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rc3928"/>
            <p:cNvSpPr/>
            <p:nvPr/>
          </p:nvSpPr>
          <p:spPr>
            <a:xfrm>
              <a:off x="11127101" y="7841078"/>
              <a:ext cx="4439232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11127101" y="9177735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11127101" y="8928359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11127101" y="867898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11127101" y="8429606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11127101" y="8180230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11127101" y="7930853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12041666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13102459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14163251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15224044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11127101" y="905304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11127101" y="880367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11127101" y="8554294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11127101" y="830491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11127101" y="805554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11511269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12572062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13632855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14693648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11451966" y="8952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11725631" y="9038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14128595" y="8629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11427672" y="901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11504127" y="9048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11471258" y="9051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t3954"/>
            <p:cNvSpPr/>
            <p:nvPr/>
          </p:nvSpPr>
          <p:spPr>
            <a:xfrm>
              <a:off x="11995723" y="8873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t3955"/>
            <p:cNvSpPr/>
            <p:nvPr/>
          </p:nvSpPr>
          <p:spPr>
            <a:xfrm>
              <a:off x="11587727" y="9091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t3956"/>
            <p:cNvSpPr/>
            <p:nvPr/>
          </p:nvSpPr>
          <p:spPr>
            <a:xfrm>
              <a:off x="11536280" y="9015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t3957"/>
            <p:cNvSpPr/>
            <p:nvPr/>
          </p:nvSpPr>
          <p:spPr>
            <a:xfrm>
              <a:off x="11804944" y="8695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t3958"/>
            <p:cNvSpPr/>
            <p:nvPr/>
          </p:nvSpPr>
          <p:spPr>
            <a:xfrm>
              <a:off x="13819918" y="893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t3959"/>
            <p:cNvSpPr/>
            <p:nvPr/>
          </p:nvSpPr>
          <p:spPr>
            <a:xfrm>
              <a:off x="11424099" y="9098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t3960"/>
            <p:cNvSpPr/>
            <p:nvPr/>
          </p:nvSpPr>
          <p:spPr>
            <a:xfrm>
              <a:off x="11446250" y="9032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t3961"/>
            <p:cNvSpPr/>
            <p:nvPr/>
          </p:nvSpPr>
          <p:spPr>
            <a:xfrm>
              <a:off x="12458024" y="8916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t3962"/>
            <p:cNvSpPr/>
            <p:nvPr/>
          </p:nvSpPr>
          <p:spPr>
            <a:xfrm>
              <a:off x="11471973" y="8974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t3963"/>
            <p:cNvSpPr/>
            <p:nvPr/>
          </p:nvSpPr>
          <p:spPr>
            <a:xfrm>
              <a:off x="11470544" y="9037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t3964"/>
            <p:cNvSpPr/>
            <p:nvPr/>
          </p:nvSpPr>
          <p:spPr>
            <a:xfrm>
              <a:off x="11407665" y="899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t3965"/>
            <p:cNvSpPr/>
            <p:nvPr/>
          </p:nvSpPr>
          <p:spPr>
            <a:xfrm>
              <a:off x="11381942" y="8992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t3966"/>
            <p:cNvSpPr/>
            <p:nvPr/>
          </p:nvSpPr>
          <p:spPr>
            <a:xfrm>
              <a:off x="11483405" y="9017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t3967"/>
            <p:cNvSpPr/>
            <p:nvPr/>
          </p:nvSpPr>
          <p:spPr>
            <a:xfrm>
              <a:off x="12161494" y="8711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t3968"/>
            <p:cNvSpPr/>
            <p:nvPr/>
          </p:nvSpPr>
          <p:spPr>
            <a:xfrm>
              <a:off x="12142916" y="864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12441590" y="861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11662038" y="8938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11481262" y="8939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13371908" y="8953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13353330" y="8931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11703480" y="9015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11474831" y="894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11404092" y="9073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11487692" y="8982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11368366" y="8983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11435532" y="8991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11524133" y="8987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11411238" y="9030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11419097" y="9031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11612021" y="8984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14100729" y="8773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11665610" y="8971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12058602" y="9048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11426243" y="8946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11523419" y="8967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11524848" y="9047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11651320" y="9022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11483405" y="9003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11537709" y="8954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11469829" y="899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11511986" y="9027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12998923" y="8751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13101101" y="8745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11554144" y="9069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11630598" y="9055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11438390" y="9046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11414096" y="896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13085382" y="8463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11386229" y="896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11341214" y="8959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12445877" y="8944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14057142" y="8687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14203621" y="8631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11485549" y="9033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11491265" y="8999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13171125" y="8825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13197563" y="8903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11509843" y="8907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13642715" y="8885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12963911" y="8724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13262585" y="871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13469084" y="8712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11458397" y="9082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11451966" y="9053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11460540" y="9083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11516274" y="900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12119337" y="8955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11408380" y="892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12220086" y="8670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11772075" y="8943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11415525" y="8960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11557002" y="9060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12079323" y="8967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12932472" y="8893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11479833" y="9014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11519132" y="9040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11459826" y="9016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11509128" y="8977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11486978" y="900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12853159" y="897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11520561" y="8970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13647002" y="8858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13699877" y="8740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11755641" y="9061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11434103" y="8930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12821720" y="880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12332981" y="8637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11487692" y="9054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11491980" y="9032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t4043"/>
            <p:cNvSpPr/>
            <p:nvPr/>
          </p:nvSpPr>
          <p:spPr>
            <a:xfrm>
              <a:off x="11448393" y="896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t4044"/>
            <p:cNvSpPr/>
            <p:nvPr/>
          </p:nvSpPr>
          <p:spPr>
            <a:xfrm>
              <a:off x="11520561" y="897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t4045"/>
            <p:cNvSpPr/>
            <p:nvPr/>
          </p:nvSpPr>
          <p:spPr>
            <a:xfrm>
              <a:off x="11423385" y="9026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t4046"/>
            <p:cNvSpPr/>
            <p:nvPr/>
          </p:nvSpPr>
          <p:spPr>
            <a:xfrm>
              <a:off x="12018588" y="8949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t4047"/>
            <p:cNvSpPr/>
            <p:nvPr/>
          </p:nvSpPr>
          <p:spPr>
            <a:xfrm>
              <a:off x="11534137" y="9089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t4048"/>
            <p:cNvSpPr/>
            <p:nvPr/>
          </p:nvSpPr>
          <p:spPr>
            <a:xfrm>
              <a:off x="11749210" y="8685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t4049"/>
            <p:cNvSpPr/>
            <p:nvPr/>
          </p:nvSpPr>
          <p:spPr>
            <a:xfrm>
              <a:off x="12590212" y="8841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t4050"/>
            <p:cNvSpPr/>
            <p:nvPr/>
          </p:nvSpPr>
          <p:spPr>
            <a:xfrm>
              <a:off x="11538424" y="9023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t4051"/>
            <p:cNvSpPr/>
            <p:nvPr/>
          </p:nvSpPr>
          <p:spPr>
            <a:xfrm>
              <a:off x="11544140" y="9041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t4052"/>
            <p:cNvSpPr/>
            <p:nvPr/>
          </p:nvSpPr>
          <p:spPr>
            <a:xfrm>
              <a:off x="11520561" y="9063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t4053"/>
            <p:cNvSpPr/>
            <p:nvPr/>
          </p:nvSpPr>
          <p:spPr>
            <a:xfrm>
              <a:off x="11500554" y="9009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t4054"/>
            <p:cNvSpPr/>
            <p:nvPr/>
          </p:nvSpPr>
          <p:spPr>
            <a:xfrm>
              <a:off x="11494123" y="898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t4055"/>
            <p:cNvSpPr/>
            <p:nvPr/>
          </p:nvSpPr>
          <p:spPr>
            <a:xfrm>
              <a:off x="11506270" y="9001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t4056"/>
            <p:cNvSpPr/>
            <p:nvPr/>
          </p:nvSpPr>
          <p:spPr>
            <a:xfrm>
              <a:off x="11464113" y="9020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11506270" y="8981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11454109" y="8978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11493409" y="8967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11501268" y="8988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11855675" y="8865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11534137" y="9044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11554858" y="9076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11491980" y="8989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11520561" y="8986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11326209" y="8983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12565918" y="8961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12883170" y="8950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11488407" y="9055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11496267" y="9066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11623453" y="9044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11501268" y="9002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11429815" y="9058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11379084" y="9019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12007156" y="884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11499839" y="9035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11515559" y="9079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13967112" y="8966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13729888" y="9000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11391231" y="8962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13006783" y="8686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11432674" y="899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11842814" y="8959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12008585" y="895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11448393" y="9071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11513415" y="9097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11500554" y="9101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11511986" y="908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11520561" y="9094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11456968" y="9002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11802800" y="8874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11413381" y="9028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11377655" y="9016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11410523" y="9044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11484834" y="9053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11454824" y="9088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11399805" y="900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11422670" y="9022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11414096" y="9031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11533422" y="9017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11632027" y="9046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12352274" y="8637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12105761" y="8885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11468400" y="9041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12162923" y="9008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12134342" y="8958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12125768" y="8997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12142202" y="8854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11582725" y="90639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12082896" y="9072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12147204" y="8975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12474458" y="8655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11368366" y="8927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11446964" y="8771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11425528" y="8704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13062517" y="8706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13120393" y="8606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13538394" y="8531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11558431" y="8979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12193648" y="868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12241522" y="8753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12803857" y="8799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12317976" y="885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12190790" y="8828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11482691" y="8995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11499125" y="8993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11452680" y="9005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11401949" y="8976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13083952" y="8776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12060745" y="890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t4131"/>
            <p:cNvSpPr/>
            <p:nvPr/>
          </p:nvSpPr>
          <p:spPr>
            <a:xfrm>
              <a:off x="11378369" y="9020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t4132"/>
            <p:cNvSpPr/>
            <p:nvPr/>
          </p:nvSpPr>
          <p:spPr>
            <a:xfrm>
              <a:off x="11459111" y="903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t4133"/>
            <p:cNvSpPr/>
            <p:nvPr/>
          </p:nvSpPr>
          <p:spPr>
            <a:xfrm>
              <a:off x="13213997" y="870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t4134"/>
            <p:cNvSpPr/>
            <p:nvPr/>
          </p:nvSpPr>
          <p:spPr>
            <a:xfrm>
              <a:off x="11645603" y="899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t4135"/>
            <p:cNvSpPr/>
            <p:nvPr/>
          </p:nvSpPr>
          <p:spPr>
            <a:xfrm>
              <a:off x="11763501" y="8986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t4136"/>
            <p:cNvSpPr/>
            <p:nvPr/>
          </p:nvSpPr>
          <p:spPr>
            <a:xfrm>
              <a:off x="11544140" y="9071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t4137"/>
            <p:cNvSpPr/>
            <p:nvPr/>
          </p:nvSpPr>
          <p:spPr>
            <a:xfrm>
              <a:off x="12034308" y="8830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t4138"/>
            <p:cNvSpPr/>
            <p:nvPr/>
          </p:nvSpPr>
          <p:spPr>
            <a:xfrm>
              <a:off x="11411952" y="8889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t4139"/>
            <p:cNvSpPr/>
            <p:nvPr/>
          </p:nvSpPr>
          <p:spPr>
            <a:xfrm>
              <a:off x="11463398" y="891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t4140"/>
            <p:cNvSpPr/>
            <p:nvPr/>
          </p:nvSpPr>
          <p:spPr>
            <a:xfrm>
              <a:off x="11463398" y="893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t4141"/>
            <p:cNvSpPr/>
            <p:nvPr/>
          </p:nvSpPr>
          <p:spPr>
            <a:xfrm>
              <a:off x="11453395" y="8974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t4142"/>
            <p:cNvSpPr/>
            <p:nvPr/>
          </p:nvSpPr>
          <p:spPr>
            <a:xfrm>
              <a:off x="11525562" y="9089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t4143"/>
            <p:cNvSpPr/>
            <p:nvPr/>
          </p:nvSpPr>
          <p:spPr>
            <a:xfrm>
              <a:off x="11963569" y="894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t4144"/>
            <p:cNvSpPr/>
            <p:nvPr/>
          </p:nvSpPr>
          <p:spPr>
            <a:xfrm>
              <a:off x="12174356" y="8896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t4145"/>
            <p:cNvSpPr/>
            <p:nvPr/>
          </p:nvSpPr>
          <p:spPr>
            <a:xfrm>
              <a:off x="12432301" y="8934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t4146"/>
            <p:cNvSpPr/>
            <p:nvPr/>
          </p:nvSpPr>
          <p:spPr>
            <a:xfrm>
              <a:off x="11569149" y="9094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t4147"/>
            <p:cNvSpPr/>
            <p:nvPr/>
          </p:nvSpPr>
          <p:spPr>
            <a:xfrm>
              <a:off x="11484120" y="8458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t4148"/>
            <p:cNvSpPr/>
            <p:nvPr/>
          </p:nvSpPr>
          <p:spPr>
            <a:xfrm>
              <a:off x="11494838" y="8595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t4149"/>
            <p:cNvSpPr/>
            <p:nvPr/>
          </p:nvSpPr>
          <p:spPr>
            <a:xfrm>
              <a:off x="11549142" y="8968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12462311" y="8995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11416239" y="9031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11441248" y="8975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12122910" y="8957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13158264" y="87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13436930" y="8882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12095043" y="891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14046424" y="867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11484834" y="8967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12953193" y="8895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11809231" y="9016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11861392" y="9001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12063604" y="8996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12073607" y="899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11484834" y="894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13566975" y="8839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13551970" y="8701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11544855" y="900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11431959" y="8975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11597015" y="901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11414096" y="8989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11441962" y="9041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11444821" y="9026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11448393" y="9038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11497696" y="9026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11396233" y="8999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11481976" y="9007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11425528" y="9004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11497696" y="9074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11645603" y="9052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11952851" y="8901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12119337" y="8883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12362277" y="8845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11461969" y="9039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11466256" y="890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11779935" y="9043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11494123" y="9090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11429101" y="9018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13038223" y="8766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14045710" y="8569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11507699" y="893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11503412" y="8932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11528421" y="8943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12723829" y="884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11421956" y="90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11666943" y="78410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11127101" y="8979854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197" name="pg4197"/>
            <p:cNvSpPr/>
            <p:nvPr/>
          </p:nvSpPr>
          <p:spPr>
            <a:xfrm>
              <a:off x="11127101" y="7841078"/>
              <a:ext cx="649366" cy="257331"/>
            </a:xfrm>
            <a:custGeom>
              <a:avLst/>
              <a:pathLst>
                <a:path w="649366" h="257331">
                  <a:moveTo>
                    <a:pt x="0" y="257331"/>
                  </a:moveTo>
                  <a:lnTo>
                    <a:pt x="624220" y="257331"/>
                  </a:lnTo>
                  <a:lnTo>
                    <a:pt x="623208" y="257311"/>
                  </a:lnTo>
                  <a:lnTo>
                    <a:pt x="627251" y="257148"/>
                  </a:lnTo>
                  <a:lnTo>
                    <a:pt x="631216" y="256339"/>
                  </a:lnTo>
                  <a:lnTo>
                    <a:pt x="635000" y="254904"/>
                  </a:lnTo>
                  <a:lnTo>
                    <a:pt x="638505" y="252880"/>
                  </a:lnTo>
                  <a:lnTo>
                    <a:pt x="641640" y="250321"/>
                  </a:lnTo>
                  <a:lnTo>
                    <a:pt x="644323" y="247292"/>
                  </a:lnTo>
                  <a:lnTo>
                    <a:pt x="646486" y="243871"/>
                  </a:lnTo>
                  <a:lnTo>
                    <a:pt x="648072" y="240148"/>
                  </a:lnTo>
                  <a:lnTo>
                    <a:pt x="649041" y="236219"/>
                  </a:lnTo>
                  <a:lnTo>
                    <a:pt x="649366" y="232185"/>
                  </a:lnTo>
                  <a:lnTo>
                    <a:pt x="6493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tx4198"/>
            <p:cNvSpPr/>
            <p:nvPr/>
          </p:nvSpPr>
          <p:spPr>
            <a:xfrm>
              <a:off x="10864980" y="77536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4199" name="tx4199"/>
            <p:cNvSpPr/>
            <p:nvPr/>
          </p:nvSpPr>
          <p:spPr>
            <a:xfrm>
              <a:off x="11128895" y="7925394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 (9.7%)</a:t>
              </a:r>
            </a:p>
          </p:txBody>
        </p:sp>
        <p:sp>
          <p:nvSpPr>
            <p:cNvPr id="4200" name="pg4200"/>
            <p:cNvSpPr/>
            <p:nvPr/>
          </p:nvSpPr>
          <p:spPr>
            <a:xfrm>
              <a:off x="11127101" y="9010179"/>
              <a:ext cx="649366" cy="257331"/>
            </a:xfrm>
            <a:custGeom>
              <a:avLst/>
              <a:pathLst>
                <a:path w="649366" h="257331">
                  <a:moveTo>
                    <a:pt x="649366" y="257331"/>
                  </a:moveTo>
                  <a:lnTo>
                    <a:pt x="649366" y="25146"/>
                  </a:lnTo>
                  <a:lnTo>
                    <a:pt x="649041" y="21112"/>
                  </a:lnTo>
                  <a:lnTo>
                    <a:pt x="648072" y="17183"/>
                  </a:lnTo>
                  <a:lnTo>
                    <a:pt x="646486" y="13460"/>
                  </a:lnTo>
                  <a:lnTo>
                    <a:pt x="644323" y="10039"/>
                  </a:lnTo>
                  <a:lnTo>
                    <a:pt x="641640" y="7010"/>
                  </a:lnTo>
                  <a:lnTo>
                    <a:pt x="638505" y="4451"/>
                  </a:lnTo>
                  <a:lnTo>
                    <a:pt x="635000" y="2427"/>
                  </a:lnTo>
                  <a:lnTo>
                    <a:pt x="631216" y="992"/>
                  </a:lnTo>
                  <a:lnTo>
                    <a:pt x="627251" y="183"/>
                  </a:lnTo>
                  <a:lnTo>
                    <a:pt x="624220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tx4201"/>
            <p:cNvSpPr/>
            <p:nvPr/>
          </p:nvSpPr>
          <p:spPr>
            <a:xfrm>
              <a:off x="10857135" y="90226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4202" name="tx4202"/>
            <p:cNvSpPr/>
            <p:nvPr/>
          </p:nvSpPr>
          <p:spPr>
            <a:xfrm>
              <a:off x="10973506" y="92221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134 (54.3%)</a:t>
              </a:r>
            </a:p>
          </p:txBody>
        </p:sp>
        <p:sp>
          <p:nvSpPr>
            <p:cNvPr id="4203" name="pg4203"/>
            <p:cNvSpPr/>
            <p:nvPr/>
          </p:nvSpPr>
          <p:spPr>
            <a:xfrm>
              <a:off x="12203426" y="7841078"/>
              <a:ext cx="899032" cy="257331"/>
            </a:xfrm>
            <a:custGeom>
              <a:avLst/>
              <a:pathLst>
                <a:path w="899032" h="257331">
                  <a:moveTo>
                    <a:pt x="25146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tx4204"/>
            <p:cNvSpPr/>
            <p:nvPr/>
          </p:nvSpPr>
          <p:spPr>
            <a:xfrm>
              <a:off x="12245336" y="77536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4205" name="tx4205"/>
            <p:cNvSpPr/>
            <p:nvPr/>
          </p:nvSpPr>
          <p:spPr>
            <a:xfrm>
              <a:off x="12377192" y="7925394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73 (29.6%)</a:t>
              </a:r>
            </a:p>
          </p:txBody>
        </p:sp>
        <p:sp>
          <p:nvSpPr>
            <p:cNvPr id="4206" name="pg4206"/>
            <p:cNvSpPr/>
            <p:nvPr/>
          </p:nvSpPr>
          <p:spPr>
            <a:xfrm>
              <a:off x="12086851" y="90101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tx4207"/>
            <p:cNvSpPr/>
            <p:nvPr/>
          </p:nvSpPr>
          <p:spPr>
            <a:xfrm>
              <a:off x="12128761" y="90226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4208" name="tx4208"/>
            <p:cNvSpPr/>
            <p:nvPr/>
          </p:nvSpPr>
          <p:spPr>
            <a:xfrm>
              <a:off x="12454886" y="9222152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 (6.5%)</a:t>
              </a:r>
            </a:p>
          </p:txBody>
        </p:sp>
        <p:sp>
          <p:nvSpPr>
            <p:cNvPr id="4209" name="rc4209"/>
            <p:cNvSpPr/>
            <p:nvPr/>
          </p:nvSpPr>
          <p:spPr>
            <a:xfrm>
              <a:off x="11127101" y="7841078"/>
              <a:ext cx="4439232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tx4210"/>
            <p:cNvSpPr/>
            <p:nvPr/>
          </p:nvSpPr>
          <p:spPr>
            <a:xfrm>
              <a:off x="11002315" y="901135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11" name="tx4211"/>
            <p:cNvSpPr/>
            <p:nvPr/>
          </p:nvSpPr>
          <p:spPr>
            <a:xfrm>
              <a:off x="11002315" y="876339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212" name="tx4212"/>
            <p:cNvSpPr/>
            <p:nvPr/>
          </p:nvSpPr>
          <p:spPr>
            <a:xfrm>
              <a:off x="10940159" y="851260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13" name="tx4213"/>
            <p:cNvSpPr/>
            <p:nvPr/>
          </p:nvSpPr>
          <p:spPr>
            <a:xfrm>
              <a:off x="10940159" y="82632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4214" name="tx4214"/>
            <p:cNvSpPr/>
            <p:nvPr/>
          </p:nvSpPr>
          <p:spPr>
            <a:xfrm>
              <a:off x="10940159" y="801385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215" name="pl4215"/>
            <p:cNvSpPr/>
            <p:nvPr/>
          </p:nvSpPr>
          <p:spPr>
            <a:xfrm>
              <a:off x="11092306" y="90530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11092306" y="88036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11092306" y="85542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11092306" y="83049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11092306" y="80555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11511269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12572062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13632855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14693648" y="92675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tx4224"/>
            <p:cNvSpPr/>
            <p:nvPr/>
          </p:nvSpPr>
          <p:spPr>
            <a:xfrm>
              <a:off x="11480192" y="93284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25" name="tx4225"/>
            <p:cNvSpPr/>
            <p:nvPr/>
          </p:nvSpPr>
          <p:spPr>
            <a:xfrm>
              <a:off x="12509907" y="93284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226" name="tx4226"/>
            <p:cNvSpPr/>
            <p:nvPr/>
          </p:nvSpPr>
          <p:spPr>
            <a:xfrm>
              <a:off x="13570699" y="93284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227" name="tx4227"/>
            <p:cNvSpPr/>
            <p:nvPr/>
          </p:nvSpPr>
          <p:spPr>
            <a:xfrm>
              <a:off x="14631492" y="93283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228" name="tx4228"/>
            <p:cNvSpPr/>
            <p:nvPr/>
          </p:nvSpPr>
          <p:spPr>
            <a:xfrm>
              <a:off x="12488906" y="94481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4229" name="tx4229"/>
            <p:cNvSpPr/>
            <p:nvPr/>
          </p:nvSpPr>
          <p:spPr>
            <a:xfrm rot="-5400000">
              <a:off x="9963726" y="8488742"/>
              <a:ext cx="16769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Nico (Z)</a:t>
              </a:r>
            </a:p>
          </p:txBody>
        </p:sp>
        <p:sp>
          <p:nvSpPr>
            <p:cNvPr id="4230" name="tx4230"/>
            <p:cNvSpPr/>
            <p:nvPr/>
          </p:nvSpPr>
          <p:spPr>
            <a:xfrm>
              <a:off x="11127101" y="7609214"/>
              <a:ext cx="176971" cy="1241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O.</a:t>
              </a:r>
            </a:p>
          </p:txBody>
        </p:sp>
        <p:sp>
          <p:nvSpPr>
            <p:cNvPr id="4231" name="rc4231"/>
            <p:cNvSpPr/>
            <p:nvPr/>
          </p:nvSpPr>
          <p:spPr>
            <a:xfrm>
              <a:off x="16292827" y="75438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16937463" y="89585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16937463" y="86756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16937463" y="83927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16937463" y="81098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17135503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17418418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17701333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17984248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16937463" y="91000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16937463" y="88170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16937463" y="85341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16937463" y="82512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16937463" y="79683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1699404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17276961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1755987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17842791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18125706" y="79117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16994046" y="79683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7162" y="1131660"/>
                  </a:lnTo>
                  <a:lnTo>
                    <a:pt x="7162" y="1118944"/>
                  </a:lnTo>
                  <a:lnTo>
                    <a:pt x="7162" y="1106229"/>
                  </a:lnTo>
                  <a:lnTo>
                    <a:pt x="7162" y="1093514"/>
                  </a:lnTo>
                  <a:lnTo>
                    <a:pt x="14324" y="1093514"/>
                  </a:lnTo>
                  <a:lnTo>
                    <a:pt x="14324" y="1080798"/>
                  </a:lnTo>
                  <a:lnTo>
                    <a:pt x="14324" y="1068083"/>
                  </a:lnTo>
                  <a:lnTo>
                    <a:pt x="14324" y="1055368"/>
                  </a:lnTo>
                  <a:lnTo>
                    <a:pt x="14324" y="1042653"/>
                  </a:lnTo>
                  <a:lnTo>
                    <a:pt x="14324" y="1029937"/>
                  </a:lnTo>
                  <a:lnTo>
                    <a:pt x="14324" y="1017222"/>
                  </a:lnTo>
                  <a:lnTo>
                    <a:pt x="14324" y="1004507"/>
                  </a:lnTo>
                  <a:lnTo>
                    <a:pt x="14324" y="991791"/>
                  </a:lnTo>
                  <a:lnTo>
                    <a:pt x="14324" y="979076"/>
                  </a:lnTo>
                  <a:lnTo>
                    <a:pt x="14324" y="966361"/>
                  </a:lnTo>
                  <a:lnTo>
                    <a:pt x="14324" y="953646"/>
                  </a:lnTo>
                  <a:lnTo>
                    <a:pt x="21487" y="953646"/>
                  </a:lnTo>
                  <a:lnTo>
                    <a:pt x="21487" y="940930"/>
                  </a:lnTo>
                  <a:lnTo>
                    <a:pt x="21487" y="928215"/>
                  </a:lnTo>
                  <a:lnTo>
                    <a:pt x="21487" y="915500"/>
                  </a:lnTo>
                  <a:lnTo>
                    <a:pt x="21487" y="902785"/>
                  </a:lnTo>
                  <a:lnTo>
                    <a:pt x="21487" y="890069"/>
                  </a:lnTo>
                  <a:lnTo>
                    <a:pt x="28649" y="890069"/>
                  </a:lnTo>
                  <a:lnTo>
                    <a:pt x="28649" y="877354"/>
                  </a:lnTo>
                  <a:lnTo>
                    <a:pt x="28649" y="864639"/>
                  </a:lnTo>
                  <a:lnTo>
                    <a:pt x="28649" y="851923"/>
                  </a:lnTo>
                  <a:lnTo>
                    <a:pt x="28649" y="839208"/>
                  </a:lnTo>
                  <a:lnTo>
                    <a:pt x="28649" y="826493"/>
                  </a:lnTo>
                  <a:lnTo>
                    <a:pt x="28649" y="813778"/>
                  </a:lnTo>
                  <a:lnTo>
                    <a:pt x="28649" y="801062"/>
                  </a:lnTo>
                  <a:lnTo>
                    <a:pt x="28649" y="788347"/>
                  </a:lnTo>
                  <a:lnTo>
                    <a:pt x="28649" y="775632"/>
                  </a:lnTo>
                  <a:lnTo>
                    <a:pt x="28649" y="762916"/>
                  </a:lnTo>
                  <a:lnTo>
                    <a:pt x="28649" y="750201"/>
                  </a:lnTo>
                  <a:lnTo>
                    <a:pt x="35812" y="750201"/>
                  </a:lnTo>
                  <a:lnTo>
                    <a:pt x="35812" y="737486"/>
                  </a:lnTo>
                  <a:lnTo>
                    <a:pt x="35812" y="724771"/>
                  </a:lnTo>
                  <a:lnTo>
                    <a:pt x="35812" y="712055"/>
                  </a:lnTo>
                  <a:lnTo>
                    <a:pt x="35812" y="699340"/>
                  </a:lnTo>
                  <a:lnTo>
                    <a:pt x="35812" y="686625"/>
                  </a:lnTo>
                  <a:lnTo>
                    <a:pt x="35812" y="673909"/>
                  </a:lnTo>
                  <a:lnTo>
                    <a:pt x="35812" y="661194"/>
                  </a:lnTo>
                  <a:lnTo>
                    <a:pt x="35812" y="648479"/>
                  </a:lnTo>
                  <a:lnTo>
                    <a:pt x="35812" y="635764"/>
                  </a:lnTo>
                  <a:lnTo>
                    <a:pt x="35812" y="623048"/>
                  </a:lnTo>
                  <a:lnTo>
                    <a:pt x="35812" y="610333"/>
                  </a:lnTo>
                  <a:lnTo>
                    <a:pt x="35812" y="597618"/>
                  </a:lnTo>
                  <a:lnTo>
                    <a:pt x="35812" y="584902"/>
                  </a:lnTo>
                  <a:lnTo>
                    <a:pt x="35812" y="572187"/>
                  </a:lnTo>
                  <a:lnTo>
                    <a:pt x="35812" y="559472"/>
                  </a:lnTo>
                  <a:lnTo>
                    <a:pt x="35812" y="546757"/>
                  </a:lnTo>
                  <a:lnTo>
                    <a:pt x="35812" y="534041"/>
                  </a:lnTo>
                  <a:lnTo>
                    <a:pt x="35812" y="521326"/>
                  </a:lnTo>
                  <a:lnTo>
                    <a:pt x="35812" y="508611"/>
                  </a:lnTo>
                  <a:lnTo>
                    <a:pt x="35812" y="495895"/>
                  </a:lnTo>
                  <a:lnTo>
                    <a:pt x="35812" y="483180"/>
                  </a:lnTo>
                  <a:lnTo>
                    <a:pt x="35812" y="470465"/>
                  </a:lnTo>
                  <a:lnTo>
                    <a:pt x="42974" y="470465"/>
                  </a:lnTo>
                  <a:lnTo>
                    <a:pt x="42974" y="457750"/>
                  </a:lnTo>
                  <a:lnTo>
                    <a:pt x="42974" y="445034"/>
                  </a:lnTo>
                  <a:lnTo>
                    <a:pt x="42974" y="432319"/>
                  </a:lnTo>
                  <a:lnTo>
                    <a:pt x="42974" y="419604"/>
                  </a:lnTo>
                  <a:lnTo>
                    <a:pt x="42974" y="406889"/>
                  </a:lnTo>
                  <a:lnTo>
                    <a:pt x="42974" y="394173"/>
                  </a:lnTo>
                  <a:lnTo>
                    <a:pt x="50136" y="394173"/>
                  </a:lnTo>
                  <a:lnTo>
                    <a:pt x="57299" y="394173"/>
                  </a:lnTo>
                  <a:lnTo>
                    <a:pt x="57299" y="381458"/>
                  </a:lnTo>
                  <a:lnTo>
                    <a:pt x="57299" y="368743"/>
                  </a:lnTo>
                  <a:lnTo>
                    <a:pt x="64461" y="368743"/>
                  </a:lnTo>
                  <a:lnTo>
                    <a:pt x="71624" y="368743"/>
                  </a:lnTo>
                  <a:lnTo>
                    <a:pt x="78786" y="368743"/>
                  </a:lnTo>
                  <a:lnTo>
                    <a:pt x="85948" y="368743"/>
                  </a:lnTo>
                  <a:lnTo>
                    <a:pt x="93111" y="368743"/>
                  </a:lnTo>
                  <a:lnTo>
                    <a:pt x="93111" y="356027"/>
                  </a:lnTo>
                  <a:lnTo>
                    <a:pt x="100273" y="356027"/>
                  </a:lnTo>
                  <a:lnTo>
                    <a:pt x="107436" y="356027"/>
                  </a:lnTo>
                  <a:lnTo>
                    <a:pt x="107436" y="343312"/>
                  </a:lnTo>
                  <a:lnTo>
                    <a:pt x="107436" y="330597"/>
                  </a:lnTo>
                  <a:lnTo>
                    <a:pt x="114598" y="330597"/>
                  </a:lnTo>
                  <a:lnTo>
                    <a:pt x="121760" y="330597"/>
                  </a:lnTo>
                  <a:lnTo>
                    <a:pt x="121760" y="317882"/>
                  </a:lnTo>
                  <a:lnTo>
                    <a:pt x="128923" y="317882"/>
                  </a:lnTo>
                  <a:lnTo>
                    <a:pt x="136085" y="317882"/>
                  </a:lnTo>
                  <a:lnTo>
                    <a:pt x="143248" y="317882"/>
                  </a:lnTo>
                  <a:lnTo>
                    <a:pt x="143248" y="305166"/>
                  </a:lnTo>
                  <a:lnTo>
                    <a:pt x="150410" y="305166"/>
                  </a:lnTo>
                  <a:lnTo>
                    <a:pt x="157572" y="305166"/>
                  </a:lnTo>
                  <a:lnTo>
                    <a:pt x="157572" y="292451"/>
                  </a:lnTo>
                  <a:lnTo>
                    <a:pt x="157572" y="279736"/>
                  </a:lnTo>
                  <a:lnTo>
                    <a:pt x="164735" y="279736"/>
                  </a:lnTo>
                  <a:lnTo>
                    <a:pt x="164735" y="267020"/>
                  </a:lnTo>
                  <a:lnTo>
                    <a:pt x="164735" y="254305"/>
                  </a:lnTo>
                  <a:lnTo>
                    <a:pt x="171897" y="254305"/>
                  </a:lnTo>
                  <a:lnTo>
                    <a:pt x="171897" y="241590"/>
                  </a:lnTo>
                  <a:lnTo>
                    <a:pt x="171897" y="228875"/>
                  </a:lnTo>
                  <a:lnTo>
                    <a:pt x="171897" y="216159"/>
                  </a:lnTo>
                  <a:lnTo>
                    <a:pt x="171897" y="203444"/>
                  </a:lnTo>
                  <a:lnTo>
                    <a:pt x="179060" y="203444"/>
                  </a:lnTo>
                  <a:lnTo>
                    <a:pt x="186222" y="203444"/>
                  </a:lnTo>
                  <a:lnTo>
                    <a:pt x="193384" y="203444"/>
                  </a:lnTo>
                  <a:lnTo>
                    <a:pt x="193384" y="190729"/>
                  </a:lnTo>
                  <a:lnTo>
                    <a:pt x="200547" y="190729"/>
                  </a:lnTo>
                  <a:lnTo>
                    <a:pt x="207709" y="190729"/>
                  </a:lnTo>
                  <a:lnTo>
                    <a:pt x="207709" y="178013"/>
                  </a:lnTo>
                  <a:lnTo>
                    <a:pt x="214872" y="178013"/>
                  </a:lnTo>
                  <a:lnTo>
                    <a:pt x="222034" y="178013"/>
                  </a:lnTo>
                  <a:lnTo>
                    <a:pt x="229196" y="178013"/>
                  </a:lnTo>
                  <a:lnTo>
                    <a:pt x="229196" y="165298"/>
                  </a:lnTo>
                  <a:lnTo>
                    <a:pt x="236359" y="165298"/>
                  </a:lnTo>
                  <a:lnTo>
                    <a:pt x="243521" y="165298"/>
                  </a:lnTo>
                  <a:lnTo>
                    <a:pt x="250684" y="165298"/>
                  </a:lnTo>
                  <a:lnTo>
                    <a:pt x="257846" y="165298"/>
                  </a:lnTo>
                  <a:lnTo>
                    <a:pt x="265009" y="165298"/>
                  </a:lnTo>
                  <a:lnTo>
                    <a:pt x="272171" y="165298"/>
                  </a:lnTo>
                  <a:lnTo>
                    <a:pt x="272171" y="152583"/>
                  </a:lnTo>
                  <a:lnTo>
                    <a:pt x="279333" y="152583"/>
                  </a:lnTo>
                  <a:lnTo>
                    <a:pt x="286496" y="152583"/>
                  </a:lnTo>
                  <a:lnTo>
                    <a:pt x="286496" y="139868"/>
                  </a:lnTo>
                  <a:lnTo>
                    <a:pt x="293658" y="139868"/>
                  </a:lnTo>
                  <a:lnTo>
                    <a:pt x="300821" y="139868"/>
                  </a:lnTo>
                  <a:lnTo>
                    <a:pt x="307983" y="139868"/>
                  </a:lnTo>
                  <a:lnTo>
                    <a:pt x="315145" y="139868"/>
                  </a:lnTo>
                  <a:lnTo>
                    <a:pt x="322308" y="139868"/>
                  </a:lnTo>
                  <a:lnTo>
                    <a:pt x="329470" y="139868"/>
                  </a:lnTo>
                  <a:lnTo>
                    <a:pt x="336633" y="139868"/>
                  </a:lnTo>
                  <a:lnTo>
                    <a:pt x="343795" y="139868"/>
                  </a:lnTo>
                  <a:lnTo>
                    <a:pt x="350957" y="139868"/>
                  </a:lnTo>
                  <a:lnTo>
                    <a:pt x="358120" y="139868"/>
                  </a:lnTo>
                  <a:lnTo>
                    <a:pt x="365282" y="139868"/>
                  </a:lnTo>
                  <a:lnTo>
                    <a:pt x="372445" y="139868"/>
                  </a:lnTo>
                  <a:lnTo>
                    <a:pt x="379607" y="139868"/>
                  </a:lnTo>
                  <a:lnTo>
                    <a:pt x="386769" y="139868"/>
                  </a:lnTo>
                  <a:lnTo>
                    <a:pt x="393932" y="139868"/>
                  </a:lnTo>
                  <a:lnTo>
                    <a:pt x="401094" y="139868"/>
                  </a:lnTo>
                  <a:lnTo>
                    <a:pt x="408257" y="139868"/>
                  </a:lnTo>
                  <a:lnTo>
                    <a:pt x="415419" y="139868"/>
                  </a:lnTo>
                  <a:lnTo>
                    <a:pt x="422581" y="139868"/>
                  </a:lnTo>
                  <a:lnTo>
                    <a:pt x="429744" y="139868"/>
                  </a:lnTo>
                  <a:lnTo>
                    <a:pt x="436906" y="139868"/>
                  </a:lnTo>
                  <a:lnTo>
                    <a:pt x="444069" y="139868"/>
                  </a:lnTo>
                  <a:lnTo>
                    <a:pt x="451231" y="139868"/>
                  </a:lnTo>
                  <a:lnTo>
                    <a:pt x="458393" y="139868"/>
                  </a:lnTo>
                  <a:lnTo>
                    <a:pt x="458393" y="127152"/>
                  </a:lnTo>
                  <a:lnTo>
                    <a:pt x="458393" y="114437"/>
                  </a:lnTo>
                  <a:lnTo>
                    <a:pt x="458393" y="101722"/>
                  </a:lnTo>
                  <a:lnTo>
                    <a:pt x="458393" y="89006"/>
                  </a:lnTo>
                  <a:lnTo>
                    <a:pt x="465556" y="89006"/>
                  </a:lnTo>
                  <a:lnTo>
                    <a:pt x="472718" y="89006"/>
                  </a:lnTo>
                  <a:lnTo>
                    <a:pt x="479881" y="89006"/>
                  </a:lnTo>
                  <a:lnTo>
                    <a:pt x="479881" y="76291"/>
                  </a:lnTo>
                  <a:lnTo>
                    <a:pt x="487043" y="76291"/>
                  </a:lnTo>
                  <a:lnTo>
                    <a:pt x="494205" y="76291"/>
                  </a:lnTo>
                  <a:lnTo>
                    <a:pt x="494205" y="63576"/>
                  </a:lnTo>
                  <a:lnTo>
                    <a:pt x="501368" y="63576"/>
                  </a:lnTo>
                  <a:lnTo>
                    <a:pt x="508530" y="63576"/>
                  </a:lnTo>
                  <a:lnTo>
                    <a:pt x="515693" y="63576"/>
                  </a:lnTo>
                  <a:lnTo>
                    <a:pt x="522855" y="63576"/>
                  </a:lnTo>
                  <a:lnTo>
                    <a:pt x="530018" y="63576"/>
                  </a:lnTo>
                  <a:lnTo>
                    <a:pt x="537180" y="63576"/>
                  </a:lnTo>
                  <a:lnTo>
                    <a:pt x="544342" y="63576"/>
                  </a:lnTo>
                  <a:lnTo>
                    <a:pt x="551505" y="63576"/>
                  </a:lnTo>
                  <a:lnTo>
                    <a:pt x="558667" y="63576"/>
                  </a:lnTo>
                  <a:lnTo>
                    <a:pt x="558667" y="50861"/>
                  </a:lnTo>
                  <a:lnTo>
                    <a:pt x="565830" y="50861"/>
                  </a:lnTo>
                  <a:lnTo>
                    <a:pt x="572992" y="50861"/>
                  </a:lnTo>
                  <a:lnTo>
                    <a:pt x="580154" y="50861"/>
                  </a:lnTo>
                  <a:lnTo>
                    <a:pt x="587317" y="50861"/>
                  </a:lnTo>
                  <a:lnTo>
                    <a:pt x="594479" y="50861"/>
                  </a:lnTo>
                  <a:lnTo>
                    <a:pt x="601642" y="50861"/>
                  </a:lnTo>
                  <a:lnTo>
                    <a:pt x="601642" y="38145"/>
                  </a:lnTo>
                  <a:lnTo>
                    <a:pt x="608804" y="38145"/>
                  </a:lnTo>
                  <a:lnTo>
                    <a:pt x="615966" y="38145"/>
                  </a:lnTo>
                  <a:lnTo>
                    <a:pt x="623129" y="38145"/>
                  </a:lnTo>
                  <a:lnTo>
                    <a:pt x="630291" y="38145"/>
                  </a:lnTo>
                  <a:lnTo>
                    <a:pt x="637454" y="38145"/>
                  </a:lnTo>
                  <a:lnTo>
                    <a:pt x="644616" y="38145"/>
                  </a:lnTo>
                  <a:lnTo>
                    <a:pt x="651778" y="38145"/>
                  </a:lnTo>
                  <a:lnTo>
                    <a:pt x="658941" y="38145"/>
                  </a:lnTo>
                  <a:lnTo>
                    <a:pt x="666103" y="38145"/>
                  </a:lnTo>
                  <a:lnTo>
                    <a:pt x="673266" y="38145"/>
                  </a:lnTo>
                  <a:lnTo>
                    <a:pt x="680428" y="38145"/>
                  </a:lnTo>
                  <a:lnTo>
                    <a:pt x="687590" y="38145"/>
                  </a:lnTo>
                  <a:lnTo>
                    <a:pt x="694753" y="38145"/>
                  </a:lnTo>
                  <a:lnTo>
                    <a:pt x="701915" y="38145"/>
                  </a:lnTo>
                  <a:lnTo>
                    <a:pt x="709078" y="38145"/>
                  </a:lnTo>
                  <a:lnTo>
                    <a:pt x="716240" y="38145"/>
                  </a:lnTo>
                  <a:lnTo>
                    <a:pt x="723402" y="38145"/>
                  </a:lnTo>
                  <a:lnTo>
                    <a:pt x="730565" y="38145"/>
                  </a:lnTo>
                  <a:lnTo>
                    <a:pt x="737727" y="38145"/>
                  </a:lnTo>
                  <a:lnTo>
                    <a:pt x="744890" y="38145"/>
                  </a:lnTo>
                  <a:lnTo>
                    <a:pt x="752052" y="38145"/>
                  </a:lnTo>
                  <a:lnTo>
                    <a:pt x="759214" y="38145"/>
                  </a:lnTo>
                  <a:lnTo>
                    <a:pt x="766377" y="38145"/>
                  </a:lnTo>
                  <a:lnTo>
                    <a:pt x="773539" y="38145"/>
                  </a:lnTo>
                  <a:lnTo>
                    <a:pt x="780702" y="38145"/>
                  </a:lnTo>
                  <a:lnTo>
                    <a:pt x="787864" y="38145"/>
                  </a:lnTo>
                  <a:lnTo>
                    <a:pt x="795027" y="38145"/>
                  </a:lnTo>
                  <a:lnTo>
                    <a:pt x="802189" y="38145"/>
                  </a:lnTo>
                  <a:lnTo>
                    <a:pt x="809351" y="38145"/>
                  </a:lnTo>
                  <a:lnTo>
                    <a:pt x="816514" y="38145"/>
                  </a:lnTo>
                  <a:lnTo>
                    <a:pt x="823676" y="38145"/>
                  </a:lnTo>
                  <a:lnTo>
                    <a:pt x="830839" y="38145"/>
                  </a:lnTo>
                  <a:lnTo>
                    <a:pt x="838001" y="38145"/>
                  </a:lnTo>
                  <a:lnTo>
                    <a:pt x="845163" y="38145"/>
                  </a:lnTo>
                  <a:lnTo>
                    <a:pt x="845163" y="25430"/>
                  </a:lnTo>
                  <a:lnTo>
                    <a:pt x="852326" y="25430"/>
                  </a:lnTo>
                  <a:lnTo>
                    <a:pt x="859488" y="25430"/>
                  </a:lnTo>
                  <a:lnTo>
                    <a:pt x="866651" y="25430"/>
                  </a:lnTo>
                  <a:lnTo>
                    <a:pt x="873813" y="25430"/>
                  </a:lnTo>
                  <a:lnTo>
                    <a:pt x="880975" y="25430"/>
                  </a:lnTo>
                  <a:lnTo>
                    <a:pt x="888138" y="25430"/>
                  </a:lnTo>
                  <a:lnTo>
                    <a:pt x="888138" y="12715"/>
                  </a:lnTo>
                  <a:lnTo>
                    <a:pt x="895300" y="12715"/>
                  </a:lnTo>
                  <a:lnTo>
                    <a:pt x="902463" y="12715"/>
                  </a:lnTo>
                  <a:lnTo>
                    <a:pt x="909625" y="12715"/>
                  </a:lnTo>
                  <a:lnTo>
                    <a:pt x="916787" y="12715"/>
                  </a:lnTo>
                  <a:lnTo>
                    <a:pt x="923950" y="12715"/>
                  </a:lnTo>
                  <a:lnTo>
                    <a:pt x="931112" y="12715"/>
                  </a:lnTo>
                  <a:lnTo>
                    <a:pt x="938275" y="12715"/>
                  </a:lnTo>
                  <a:lnTo>
                    <a:pt x="945437" y="12715"/>
                  </a:lnTo>
                  <a:lnTo>
                    <a:pt x="952599" y="12715"/>
                  </a:lnTo>
                  <a:lnTo>
                    <a:pt x="959762" y="12715"/>
                  </a:lnTo>
                  <a:lnTo>
                    <a:pt x="966924" y="12715"/>
                  </a:lnTo>
                  <a:lnTo>
                    <a:pt x="974087" y="12715"/>
                  </a:lnTo>
                  <a:lnTo>
                    <a:pt x="981249" y="12715"/>
                  </a:lnTo>
                  <a:lnTo>
                    <a:pt x="988411" y="12715"/>
                  </a:lnTo>
                  <a:lnTo>
                    <a:pt x="995574" y="12715"/>
                  </a:lnTo>
                  <a:lnTo>
                    <a:pt x="1002736" y="12715"/>
                  </a:lnTo>
                  <a:lnTo>
                    <a:pt x="1009899" y="12715"/>
                  </a:lnTo>
                  <a:lnTo>
                    <a:pt x="1009899" y="0"/>
                  </a:lnTo>
                  <a:lnTo>
                    <a:pt x="1017061" y="0"/>
                  </a:lnTo>
                  <a:lnTo>
                    <a:pt x="1024224" y="0"/>
                  </a:lnTo>
                  <a:lnTo>
                    <a:pt x="1031386" y="0"/>
                  </a:lnTo>
                  <a:lnTo>
                    <a:pt x="1038548" y="0"/>
                  </a:lnTo>
                  <a:lnTo>
                    <a:pt x="1045711" y="0"/>
                  </a:lnTo>
                  <a:lnTo>
                    <a:pt x="1052873" y="0"/>
                  </a:lnTo>
                  <a:lnTo>
                    <a:pt x="1060036" y="0"/>
                  </a:lnTo>
                  <a:lnTo>
                    <a:pt x="1067198" y="0"/>
                  </a:lnTo>
                  <a:lnTo>
                    <a:pt x="1074360" y="0"/>
                  </a:lnTo>
                  <a:lnTo>
                    <a:pt x="1081523" y="0"/>
                  </a:lnTo>
                  <a:lnTo>
                    <a:pt x="1088685" y="0"/>
                  </a:lnTo>
                  <a:lnTo>
                    <a:pt x="1095848" y="0"/>
                  </a:lnTo>
                  <a:lnTo>
                    <a:pt x="1103010" y="0"/>
                  </a:lnTo>
                  <a:lnTo>
                    <a:pt x="1110172" y="0"/>
                  </a:lnTo>
                  <a:lnTo>
                    <a:pt x="1117335" y="0"/>
                  </a:lnTo>
                  <a:lnTo>
                    <a:pt x="112449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16937463" y="79117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252" name="pg4252"/>
            <p:cNvSpPr/>
            <p:nvPr/>
          </p:nvSpPr>
          <p:spPr>
            <a:xfrm>
              <a:off x="17276961" y="84460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tx4253"/>
            <p:cNvSpPr/>
            <p:nvPr/>
          </p:nvSpPr>
          <p:spPr>
            <a:xfrm>
              <a:off x="17322491" y="84609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1.38 [1.218, 2.425]</a:t>
              </a:r>
            </a:p>
          </p:txBody>
        </p:sp>
        <p:sp>
          <p:nvSpPr>
            <p:cNvPr id="4254" name="tx4254"/>
            <p:cNvSpPr/>
            <p:nvPr/>
          </p:nvSpPr>
          <p:spPr>
            <a:xfrm>
              <a:off x="17322491" y="87063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0.885</a:t>
              </a:r>
            </a:p>
          </p:txBody>
        </p:sp>
        <p:sp>
          <p:nvSpPr>
            <p:cNvPr id="4255" name="tx4255"/>
            <p:cNvSpPr/>
            <p:nvPr/>
          </p:nvSpPr>
          <p:spPr>
            <a:xfrm>
              <a:off x="17322491" y="8926256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0.753</a:t>
              </a:r>
            </a:p>
          </p:txBody>
        </p:sp>
        <p:sp>
          <p:nvSpPr>
            <p:cNvPr id="4256" name="tx4256"/>
            <p:cNvSpPr/>
            <p:nvPr/>
          </p:nvSpPr>
          <p:spPr>
            <a:xfrm>
              <a:off x="17322491" y="91448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0.820</a:t>
              </a:r>
            </a:p>
          </p:txBody>
        </p:sp>
        <p:sp>
          <p:nvSpPr>
            <p:cNvPr id="4257" name="tx4257"/>
            <p:cNvSpPr/>
            <p:nvPr/>
          </p:nvSpPr>
          <p:spPr>
            <a:xfrm>
              <a:off x="16580912" y="90469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58" name="tx4258"/>
            <p:cNvSpPr/>
            <p:nvPr/>
          </p:nvSpPr>
          <p:spPr>
            <a:xfrm>
              <a:off x="16580912" y="87640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259" name="tx4259"/>
            <p:cNvSpPr/>
            <p:nvPr/>
          </p:nvSpPr>
          <p:spPr>
            <a:xfrm>
              <a:off x="16580912" y="84811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60" name="tx4260"/>
            <p:cNvSpPr/>
            <p:nvPr/>
          </p:nvSpPr>
          <p:spPr>
            <a:xfrm>
              <a:off x="16580912" y="81981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61" name="tx4261"/>
            <p:cNvSpPr/>
            <p:nvPr/>
          </p:nvSpPr>
          <p:spPr>
            <a:xfrm>
              <a:off x="16580912" y="79152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62" name="tx4262"/>
            <p:cNvSpPr/>
            <p:nvPr/>
          </p:nvSpPr>
          <p:spPr>
            <a:xfrm>
              <a:off x="1685562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63" name="tx4263"/>
            <p:cNvSpPr/>
            <p:nvPr/>
          </p:nvSpPr>
          <p:spPr>
            <a:xfrm>
              <a:off x="17138541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264" name="tx4264"/>
            <p:cNvSpPr/>
            <p:nvPr/>
          </p:nvSpPr>
          <p:spPr>
            <a:xfrm>
              <a:off x="1742145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265" name="tx4265"/>
            <p:cNvSpPr/>
            <p:nvPr/>
          </p:nvSpPr>
          <p:spPr>
            <a:xfrm>
              <a:off x="17704371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266" name="tx4266"/>
            <p:cNvSpPr/>
            <p:nvPr/>
          </p:nvSpPr>
          <p:spPr>
            <a:xfrm>
              <a:off x="17987286" y="92341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267" name="tx4267"/>
            <p:cNvSpPr/>
            <p:nvPr/>
          </p:nvSpPr>
          <p:spPr>
            <a:xfrm>
              <a:off x="16181492" y="93838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4268" name="tx4268"/>
            <p:cNvSpPr/>
            <p:nvPr/>
          </p:nvSpPr>
          <p:spPr>
            <a:xfrm rot="-5400000">
              <a:off x="15209894" y="84507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4269" name="tx4269"/>
            <p:cNvSpPr/>
            <p:nvPr/>
          </p:nvSpPr>
          <p:spPr>
            <a:xfrm>
              <a:off x="16937463" y="7632367"/>
              <a:ext cx="20158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P.</a:t>
              </a:r>
            </a:p>
          </p:txBody>
        </p:sp>
        <p:sp>
          <p:nvSpPr>
            <p:cNvPr id="4270" name="rc4270"/>
            <p:cNvSpPr/>
            <p:nvPr/>
          </p:nvSpPr>
          <p:spPr>
            <a:xfrm>
              <a:off x="2468562" y="9677400"/>
              <a:ext cx="493775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rc4271"/>
            <p:cNvSpPr/>
            <p:nvPr/>
          </p:nvSpPr>
          <p:spPr>
            <a:xfrm>
              <a:off x="2897501" y="9974678"/>
              <a:ext cx="4439232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2897501" y="11311335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2897501" y="11061959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2897501" y="10812582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2897501" y="10563206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2897501" y="10313830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2897501" y="10064453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3812066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72859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5933651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6994444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2897501" y="11186647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2897501" y="1093727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2897501" y="10687894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2897501" y="10438518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2897501" y="10189141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3281669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342462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540325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6464048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3260950" y="11163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t4292"/>
            <p:cNvSpPr/>
            <p:nvPr/>
          </p:nvSpPr>
          <p:spPr>
            <a:xfrm>
              <a:off x="3606068" y="11109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t4293"/>
            <p:cNvSpPr/>
            <p:nvPr/>
          </p:nvSpPr>
          <p:spPr>
            <a:xfrm>
              <a:off x="4035501" y="109675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t4294"/>
            <p:cNvSpPr/>
            <p:nvPr/>
          </p:nvSpPr>
          <p:spPr>
            <a:xfrm>
              <a:off x="3239515" y="1117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t4295"/>
            <p:cNvSpPr/>
            <p:nvPr/>
          </p:nvSpPr>
          <p:spPr>
            <a:xfrm>
              <a:off x="3373846" y="11127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t4296"/>
            <p:cNvSpPr/>
            <p:nvPr/>
          </p:nvSpPr>
          <p:spPr>
            <a:xfrm>
              <a:off x="3433152" y="11095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t4297"/>
            <p:cNvSpPr/>
            <p:nvPr/>
          </p:nvSpPr>
          <p:spPr>
            <a:xfrm>
              <a:off x="3219508" y="11194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t4298"/>
            <p:cNvSpPr/>
            <p:nvPr/>
          </p:nvSpPr>
          <p:spPr>
            <a:xfrm>
              <a:off x="3200215" y="11171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t4299"/>
            <p:cNvSpPr/>
            <p:nvPr/>
          </p:nvSpPr>
          <p:spPr>
            <a:xfrm>
              <a:off x="3185210" y="1115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t4300"/>
            <p:cNvSpPr/>
            <p:nvPr/>
          </p:nvSpPr>
          <p:spPr>
            <a:xfrm>
              <a:off x="3222366" y="11177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t4301"/>
            <p:cNvSpPr/>
            <p:nvPr/>
          </p:nvSpPr>
          <p:spPr>
            <a:xfrm>
              <a:off x="3707532" y="1119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t4302"/>
            <p:cNvSpPr/>
            <p:nvPr/>
          </p:nvSpPr>
          <p:spPr>
            <a:xfrm>
              <a:off x="3889022" y="11214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t4303"/>
            <p:cNvSpPr/>
            <p:nvPr/>
          </p:nvSpPr>
          <p:spPr>
            <a:xfrm>
              <a:off x="5718219" y="10875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t4304"/>
            <p:cNvSpPr/>
            <p:nvPr/>
          </p:nvSpPr>
          <p:spPr>
            <a:xfrm>
              <a:off x="3496031" y="1113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t4305"/>
            <p:cNvSpPr/>
            <p:nvPr/>
          </p:nvSpPr>
          <p:spPr>
            <a:xfrm>
              <a:off x="3225939" y="1117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t4306"/>
            <p:cNvSpPr/>
            <p:nvPr/>
          </p:nvSpPr>
          <p:spPr>
            <a:xfrm>
              <a:off x="3159487" y="11166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t4307"/>
            <p:cNvSpPr/>
            <p:nvPr/>
          </p:nvSpPr>
          <p:spPr>
            <a:xfrm>
              <a:off x="3131621" y="11178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t4308"/>
            <p:cNvSpPr/>
            <p:nvPr/>
          </p:nvSpPr>
          <p:spPr>
            <a:xfrm>
              <a:off x="3254520" y="11097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t4309"/>
            <p:cNvSpPr/>
            <p:nvPr/>
          </p:nvSpPr>
          <p:spPr>
            <a:xfrm>
              <a:off x="3183781" y="11093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t4310"/>
            <p:cNvSpPr/>
            <p:nvPr/>
          </p:nvSpPr>
          <p:spPr>
            <a:xfrm>
              <a:off x="3198072" y="11184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3274527" y="11180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3241658" y="1120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3245231" y="11154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4438496" y="1094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4444212" y="10923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4618558" y="10874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3859727" y="1115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3306680" y="1119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3238086" y="11214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3766123" y="1108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3858298" y="11055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3879019" y="10807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4279156" y="11082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3358127" y="11149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3306680" y="11179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3233798" y="11197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4020496" y="10758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3363128" y="11195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3620359" y="11174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3685381" y="11088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3575344" y="11109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3160202" y="11198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3298106" y="11160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4967248" y="11092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3958332" y="11118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4233426" y="11122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3194499" y="1120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3265952" y="11068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3243087" y="10987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3437439" y="11166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3688954" y="11143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3216650" y="11237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3378133" y="11174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3300964" y="1116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3457446" y="11154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3448157" y="1114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3678951" y="1115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4128390" y="11182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4249860" y="11149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4228424" y="11069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3353125" y="11168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3370274" y="11143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5037272" y="1084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3298821" y="11198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3270954" y="111977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3285244" y="11186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3242373" y="11203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3230226" y="111851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3266667" y="11182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3240944" y="11199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3240944" y="1121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3170205" y="11209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3178065" y="11210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3171634" y="11229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3152342" y="11226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3253805" y="11196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3207361" y="11214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3230226" y="1117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3303822" y="11173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3245945" y="11203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3158058" y="11199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3224509" y="11210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3830431" y="10875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3767552" y="1083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3999775" y="10907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4132677" y="11065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3931894" y="10953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3913316" y="10876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4102667" y="10832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3919033" y="10944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4003347" y="1067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3195928" y="11184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3216650" y="11208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3243087" y="11170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3334547" y="11116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4211990" y="10970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4483511" y="1085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3253091" y="11180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3432438" y="11188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3195928" y="11155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3190212" y="11115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3249518" y="11111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3244516" y="1115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3270954" y="11163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3239515" y="11142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3244516" y="11178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3219508" y="11184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3737542" y="10590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3835433" y="10604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4870072" y="11131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5118014" y="11128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5087289" y="11143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5142308" y="11120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3473880" y="1117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3831145" y="11176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3257378" y="11182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3144482" y="11124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3307395" y="1119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3245231" y="1114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3247374" y="11139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3174492" y="11163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3245945" y="11209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3258092" y="1119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3270239" y="11197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3225939" y="1115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3138051" y="11122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3193785" y="1112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3238086" y="11188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3205932" y="10935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3265238" y="11193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3229511" y="1122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3253805" y="11183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3293819" y="11147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3197357" y="11090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3294533" y="11184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3551764" y="1119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3753262" y="11166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3844007" y="11154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4322028" y="11014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3267381" y="1119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3331689" y="11183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3266667" y="1117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3290961" y="1116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3214506" y="11161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3181638" y="11174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3189497" y="11153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3186639" y="11166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3408144" y="11213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3364557" y="11208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3382421" y="11206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6133361" y="1098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6144794" y="10966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3310968" y="11163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3733969" y="1090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3761121" y="10851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3436010" y="11215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3576773" y="11196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3829002" y="11206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3225224" y="11201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3196643" y="11053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3203788" y="11190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3293819" y="11184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t4453"/>
            <p:cNvSpPr/>
            <p:nvPr/>
          </p:nvSpPr>
          <p:spPr>
            <a:xfrm>
              <a:off x="3300250" y="11164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t4454"/>
            <p:cNvSpPr/>
            <p:nvPr/>
          </p:nvSpPr>
          <p:spPr>
            <a:xfrm>
              <a:off x="3282386" y="11195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t4455"/>
            <p:cNvSpPr/>
            <p:nvPr/>
          </p:nvSpPr>
          <p:spPr>
            <a:xfrm>
              <a:off x="3287388" y="11145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t4456"/>
            <p:cNvSpPr/>
            <p:nvPr/>
          </p:nvSpPr>
          <p:spPr>
            <a:xfrm>
              <a:off x="3295248" y="11157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t4457"/>
            <p:cNvSpPr/>
            <p:nvPr/>
          </p:nvSpPr>
          <p:spPr>
            <a:xfrm>
              <a:off x="3586062" y="11131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t4458"/>
            <p:cNvSpPr/>
            <p:nvPr/>
          </p:nvSpPr>
          <p:spPr>
            <a:xfrm>
              <a:off x="3398855" y="11167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t4459"/>
            <p:cNvSpPr/>
            <p:nvPr/>
          </p:nvSpPr>
          <p:spPr>
            <a:xfrm>
              <a:off x="3421720" y="11153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t4460"/>
            <p:cNvSpPr/>
            <p:nvPr/>
          </p:nvSpPr>
          <p:spPr>
            <a:xfrm>
              <a:off x="3493173" y="1116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t4461"/>
            <p:cNvSpPr/>
            <p:nvPr/>
          </p:nvSpPr>
          <p:spPr>
            <a:xfrm>
              <a:off x="3253805" y="11199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t4462"/>
            <p:cNvSpPr/>
            <p:nvPr/>
          </p:nvSpPr>
          <p:spPr>
            <a:xfrm>
              <a:off x="3308109" y="1115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t4463"/>
            <p:cNvSpPr/>
            <p:nvPr/>
          </p:nvSpPr>
          <p:spPr>
            <a:xfrm>
              <a:off x="3915460" y="11094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t4464"/>
            <p:cNvSpPr/>
            <p:nvPr/>
          </p:nvSpPr>
          <p:spPr>
            <a:xfrm>
              <a:off x="3152342" y="11210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t4465"/>
            <p:cNvSpPr/>
            <p:nvPr/>
          </p:nvSpPr>
          <p:spPr>
            <a:xfrm>
              <a:off x="3282386" y="11158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t4466"/>
            <p:cNvSpPr/>
            <p:nvPr/>
          </p:nvSpPr>
          <p:spPr>
            <a:xfrm>
              <a:off x="3257378" y="11158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t4467"/>
            <p:cNvSpPr/>
            <p:nvPr/>
          </p:nvSpPr>
          <p:spPr>
            <a:xfrm>
              <a:off x="3244516" y="11150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t4468"/>
            <p:cNvSpPr/>
            <p:nvPr/>
          </p:nvSpPr>
          <p:spPr>
            <a:xfrm>
              <a:off x="3235942" y="11171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t4469"/>
            <p:cNvSpPr/>
            <p:nvPr/>
          </p:nvSpPr>
          <p:spPr>
            <a:xfrm>
              <a:off x="4797905" y="1051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t4470"/>
            <p:cNvSpPr/>
            <p:nvPr/>
          </p:nvSpPr>
          <p:spPr>
            <a:xfrm>
              <a:off x="3466735" y="11161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t4471"/>
            <p:cNvSpPr/>
            <p:nvPr/>
          </p:nvSpPr>
          <p:spPr>
            <a:xfrm>
              <a:off x="3432438" y="11164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t4472"/>
            <p:cNvSpPr/>
            <p:nvPr/>
          </p:nvSpPr>
          <p:spPr>
            <a:xfrm>
              <a:off x="3324544" y="11136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t4473"/>
            <p:cNvSpPr/>
            <p:nvPr/>
          </p:nvSpPr>
          <p:spPr>
            <a:xfrm>
              <a:off x="3400998" y="11106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t4474"/>
            <p:cNvSpPr/>
            <p:nvPr/>
          </p:nvSpPr>
          <p:spPr>
            <a:xfrm>
              <a:off x="3170205" y="11090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t4475"/>
            <p:cNvSpPr/>
            <p:nvPr/>
          </p:nvSpPr>
          <p:spPr>
            <a:xfrm>
              <a:off x="3208790" y="11116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t4476"/>
            <p:cNvSpPr/>
            <p:nvPr/>
          </p:nvSpPr>
          <p:spPr>
            <a:xfrm>
              <a:off x="5040130" y="10975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t4477"/>
            <p:cNvSpPr/>
            <p:nvPr/>
          </p:nvSpPr>
          <p:spPr>
            <a:xfrm>
              <a:off x="5435265" y="10902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t4478"/>
            <p:cNvSpPr/>
            <p:nvPr/>
          </p:nvSpPr>
          <p:spPr>
            <a:xfrm>
              <a:off x="3161631" y="11128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t4479"/>
            <p:cNvSpPr/>
            <p:nvPr/>
          </p:nvSpPr>
          <p:spPr>
            <a:xfrm>
              <a:off x="3151627" y="11139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t4480"/>
            <p:cNvSpPr/>
            <p:nvPr/>
          </p:nvSpPr>
          <p:spPr>
            <a:xfrm>
              <a:off x="3153771" y="11148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t4481"/>
            <p:cNvSpPr/>
            <p:nvPr/>
          </p:nvSpPr>
          <p:spPr>
            <a:xfrm>
              <a:off x="3198072" y="11153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t4482"/>
            <p:cNvSpPr/>
            <p:nvPr/>
          </p:nvSpPr>
          <p:spPr>
            <a:xfrm>
              <a:off x="4206988" y="11112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t4483"/>
            <p:cNvSpPr/>
            <p:nvPr/>
          </p:nvSpPr>
          <p:spPr>
            <a:xfrm>
              <a:off x="4248431" y="11035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t4484"/>
            <p:cNvSpPr/>
            <p:nvPr/>
          </p:nvSpPr>
          <p:spPr>
            <a:xfrm>
              <a:off x="4128390" y="10530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t4485"/>
            <p:cNvSpPr/>
            <p:nvPr/>
          </p:nvSpPr>
          <p:spPr>
            <a:xfrm>
              <a:off x="4042646" y="10504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t4486"/>
            <p:cNvSpPr/>
            <p:nvPr/>
          </p:nvSpPr>
          <p:spPr>
            <a:xfrm>
              <a:off x="3251662" y="11191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t4487"/>
            <p:cNvSpPr/>
            <p:nvPr/>
          </p:nvSpPr>
          <p:spPr>
            <a:xfrm>
              <a:off x="5408113" y="10885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t4488"/>
            <p:cNvSpPr/>
            <p:nvPr/>
          </p:nvSpPr>
          <p:spPr>
            <a:xfrm>
              <a:off x="5390250" y="10735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t4489"/>
            <p:cNvSpPr/>
            <p:nvPr/>
          </p:nvSpPr>
          <p:spPr>
            <a:xfrm>
              <a:off x="6013320" y="1087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t4490"/>
            <p:cNvSpPr/>
            <p:nvPr/>
          </p:nvSpPr>
          <p:spPr>
            <a:xfrm>
              <a:off x="3185210" y="11185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t4491"/>
            <p:cNvSpPr/>
            <p:nvPr/>
          </p:nvSpPr>
          <p:spPr>
            <a:xfrm>
              <a:off x="3208790" y="11205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t4492"/>
            <p:cNvSpPr/>
            <p:nvPr/>
          </p:nvSpPr>
          <p:spPr>
            <a:xfrm>
              <a:off x="3184496" y="11138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t4493"/>
            <p:cNvSpPr/>
            <p:nvPr/>
          </p:nvSpPr>
          <p:spPr>
            <a:xfrm>
              <a:off x="4751460" y="10744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t4494"/>
            <p:cNvSpPr/>
            <p:nvPr/>
          </p:nvSpPr>
          <p:spPr>
            <a:xfrm>
              <a:off x="4975823" y="11056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t4495"/>
            <p:cNvSpPr/>
            <p:nvPr/>
          </p:nvSpPr>
          <p:spPr>
            <a:xfrm>
              <a:off x="4960103" y="1095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4346322" y="11027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4471364" y="11009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3156629" y="1118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3111614" y="11173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3342407" y="111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3376704" y="11150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3385279" y="11157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3466021" y="11142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3558909" y="11134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3686810" y="1113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3875446" y="11144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4216277" y="11141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5827542" y="10765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5974021" y="10697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6266264" y="10518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3708961" y="11177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3321686" y="11143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3320971" y="1117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3333118" y="11160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3290961" y="1116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3305966" y="111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3748260" y="11150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4038359" y="11118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3218079" y="11193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3190212" y="11160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3457446" y="1100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3325973" y="111381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3305251" y="1117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3335976" y="11178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3354554" y="11165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3318113" y="11166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3301679" y="11118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3337405" y="11111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5170175" y="10604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3255949" y="1117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3261665" y="11181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4941525" y="10825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4967963" y="10944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3581060" y="11129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3690383" y="1111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3280243" y="11112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5413115" y="11081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4616414" y="10936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4734311" y="10672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5032985" y="1049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5161600" y="10611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5239484" y="10445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3228797" y="11199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3260236" y="1119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4201272" y="11108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4333460" y="11078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6619956" y="10641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7110124" y="10750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3229511" y="11158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3193785" y="11203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3400998" y="11189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3518181" y="11157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3815426" y="11130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3881163" y="11126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4156257" y="11128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3358841" y="11183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3240944" y="11165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3235942" y="11202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3889737" y="1119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3770410" y="1103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3829716" y="10980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5243057" y="10487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5883990" y="10408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6201242" y="10509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3188783" y="11176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3259521" y="1115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3202359" y="11179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3178780" y="11137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3238086" y="11191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3283815" y="11181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3990486" y="10773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3349552" y="11222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3542475" y="11208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3185925" y="11194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3187354" y="11187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3259521" y="11137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3138766" y="1119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3144482" y="1119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3296677" y="11126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3392424" y="11153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3358127" y="11189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3253805" y="1116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3261665" y="11203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3252376" y="11163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3327402" y="11166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3223795" y="11159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4079802" y="11081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3892595" y="11120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3950472" y="11134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3934038" y="11153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3349552" y="11144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3468164" y="11180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3849723" y="11176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4702872" y="11112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5521009" y="10746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5901139" y="10691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3273097" y="11170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3140195" y="1115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3192356" y="1120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3230940" y="11089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3261665" y="11098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3245945" y="1110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3252376" y="1110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3220222" y="11109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3233798" y="11094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3353839" y="11172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3275956" y="11178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3292390" y="11199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3278814" y="11181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3250233" y="11189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3289532" y="11188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3230226" y="11071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3229511" y="11145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3182352" y="1115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5784671" y="10836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5631761" y="10896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3182352" y="11174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3237371" y="11173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3266667" y="11154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3218793" y="11170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3223795" y="11189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3288817" y="11195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4650711" y="11128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3279528" y="11169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3216650" y="11170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4475652" y="11139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4623559" y="111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3315969" y="11159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3318113" y="10876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3249518" y="11171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3283101" y="11188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3233084" y="11178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3323829" y="11146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3234513" y="11157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3263809" y="11182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5417402" y="11084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5470277" y="10925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3526041" y="11168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3204503" y="11126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4527098" y="1074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4592120" y="1096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3580345" y="111670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3186639" y="11185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3216650" y="11183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3277385" y="1119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3275241" y="11201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3743973" y="11112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3870445" y="11018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3989057" y="11004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4176978" y="1109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4214848" y="11024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3319542" y="11168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3277385" y="11172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3260950" y="11176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3280957" y="11181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4103381" y="10885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3258092" y="11190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3262380" y="11165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3185925" y="1115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3210933" y="11146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3218793" y="11151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3273097" y="11104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3914745" y="107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3961190" y="10716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3290961" y="1119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3074458" y="11174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3230226" y="11188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3207361" y="11150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3754691" y="11089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4069084" y="10903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4250575" y="10937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4192698" y="10956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3230226" y="11035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3238086" y="11219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3283815" y="11171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3304537" y="11122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4084804" y="1113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3232369" y="1119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3233798" y="11180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3250947" y="11172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3228797" y="1118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4677864" y="10890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3646797" y="11001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3664660" y="1090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3519610" y="10894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3323115" y="11215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3828287" y="10732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4360612" y="10875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4182694" y="10903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3399569" y="1118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3239515" y="11184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3269525" y="11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3278099" y="1117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3217364" y="11107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5250202" y="11060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5230195" y="11004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5224479" y="10968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5149453" y="11006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4745744" y="11006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3258092" y="11153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3308824" y="11169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3314540" y="1116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5012264" y="1085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3534615" y="11139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3594636" y="11103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3444585" y="1114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3479597" y="11144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3556051" y="11133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3288103" y="11010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3290961" y="11194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3270954" y="11159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3703959" y="1108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3280957" y="11143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3264523" y="1122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3276670" y="1117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3230940" y="11137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3234513" y="1118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3270239" y="1115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3284530" y="11179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3310253" y="11200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3224509" y="11178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3266667" y="11125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3285959" y="11175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3279528" y="1117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3263809" y="11172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3224509" y="11131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3260950" y="11150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3224509" y="11167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3242373" y="11184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3202359" y="11168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3598923" y="109927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3626075" y="1097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3304537" y="1122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3340978" y="11169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3228797" y="11196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3356698" y="11180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3241658" y="11196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3240229" y="11216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3262380" y="11198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3276670" y="1118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3290961" y="11170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3412431" y="11149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3267381" y="11221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3350981" y="11201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6082630" y="10852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3266667" y="1117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3096609" y="11149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3258092" y="11213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4041217" y="10986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4046219" y="10837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4106954" y="10966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4111956" y="11001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4336318" y="11123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4653570" y="11092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3183067" y="11192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3215221" y="11193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3222366" y="11196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3288817" y="111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3273097" y="11156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3258807" y="11148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4664287" y="1079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3260950" y="11093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3220937" y="11039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3233798" y="11072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3266667" y="11164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3285959" y="11180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3291675" y="1119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3393853" y="11172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3255949" y="11133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3279528" y="11146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3213077" y="1113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3195214" y="11121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3403142" y="11152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3271668" y="11175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3264523" y="1117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3752547" y="10847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3865443" y="10809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3786845" y="11144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3208790" y="11046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3172349" y="11185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3186639" y="11172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3149484" y="11150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5135877" y="10933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3225224" y="11100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3228797" y="11128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3334547" y="11116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3777556" y="1107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3262380" y="11161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3274527" y="11175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3175921" y="11190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3207361" y="1118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3248803" y="11156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4369187" y="10880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4180551" y="10800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3285959" y="1117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3281672" y="1117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3346694" y="11164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3421720" y="1114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3647511" y="10949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4956530" y="10991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5737512" y="11011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5443125" y="11040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5500288" y="10992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3529614" y="11170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3679665" y="11156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3208790" y="11149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3263094" y="1120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3401713" y="1108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3471022" y="10821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3112328" y="11186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3168776" y="11192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3161631" y="11177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3235942" y="1116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3178065" y="11146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3211648" y="11175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3208075" y="11173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3220937" y="10860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3304537" y="11207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3235227" y="11189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3666804" y="10825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3531757" y="11103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3613214" y="11150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3778985" y="1114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4349894" y="11051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3146626" y="11200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3382421" y="11132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3343836" y="11126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3198072" y="1121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4475652" y="11131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3218793" y="11179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3644653" y="1097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5074428" y="11127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5480995" y="11129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3223795" y="11190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3192356" y="11169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3111614" y="11181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3227368" y="11164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3214506" y="11186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3787559" y="11122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3283815" y="11174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3282386" y="11155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3090178" y="11145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3106612" y="1115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3206646" y="1119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3243087" y="11179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3235942" y="11180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3426007" y="1114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3477453" y="11161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3501033" y="11151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3616786" y="11168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3622503" y="11187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3276670" y="11186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3250947" y="11188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3175207" y="11183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3204503" y="11197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3221651" y="11187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3194499" y="11197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4463505" y="11053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3573200" y="11092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3162345" y="11171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3261665" y="11136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3238800" y="1112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3244516" y="1113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3831860" y="11162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3799706" y="11076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t4866"/>
            <p:cNvSpPr/>
            <p:nvPr/>
          </p:nvSpPr>
          <p:spPr>
            <a:xfrm>
              <a:off x="3183781" y="1118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t4867"/>
            <p:cNvSpPr/>
            <p:nvPr/>
          </p:nvSpPr>
          <p:spPr>
            <a:xfrm>
              <a:off x="3650369" y="110695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t4868"/>
            <p:cNvSpPr/>
            <p:nvPr/>
          </p:nvSpPr>
          <p:spPr>
            <a:xfrm>
              <a:off x="4680007" y="11021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t4869"/>
            <p:cNvSpPr/>
            <p:nvPr/>
          </p:nvSpPr>
          <p:spPr>
            <a:xfrm>
              <a:off x="3245231" y="11211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t4870"/>
            <p:cNvSpPr/>
            <p:nvPr/>
          </p:nvSpPr>
          <p:spPr>
            <a:xfrm>
              <a:off x="3149484" y="11214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t4871"/>
            <p:cNvSpPr/>
            <p:nvPr/>
          </p:nvSpPr>
          <p:spPr>
            <a:xfrm>
              <a:off x="3180923" y="11203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t4872"/>
            <p:cNvSpPr/>
            <p:nvPr/>
          </p:nvSpPr>
          <p:spPr>
            <a:xfrm>
              <a:off x="5290216" y="109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t4873"/>
            <p:cNvSpPr/>
            <p:nvPr/>
          </p:nvSpPr>
          <p:spPr>
            <a:xfrm>
              <a:off x="3255234" y="1118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t4874"/>
            <p:cNvSpPr/>
            <p:nvPr/>
          </p:nvSpPr>
          <p:spPr>
            <a:xfrm>
              <a:off x="3225224" y="1117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t4875"/>
            <p:cNvSpPr/>
            <p:nvPr/>
          </p:nvSpPr>
          <p:spPr>
            <a:xfrm>
              <a:off x="3646082" y="11144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t4876"/>
            <p:cNvSpPr/>
            <p:nvPr/>
          </p:nvSpPr>
          <p:spPr>
            <a:xfrm>
              <a:off x="3318113" y="11154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t4877"/>
            <p:cNvSpPr/>
            <p:nvPr/>
          </p:nvSpPr>
          <p:spPr>
            <a:xfrm>
              <a:off x="3250233" y="11205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t4878"/>
            <p:cNvSpPr/>
            <p:nvPr/>
          </p:nvSpPr>
          <p:spPr>
            <a:xfrm>
              <a:off x="3195928" y="11195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t4879"/>
            <p:cNvSpPr/>
            <p:nvPr/>
          </p:nvSpPr>
          <p:spPr>
            <a:xfrm>
              <a:off x="3411002" y="11152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t4880"/>
            <p:cNvSpPr/>
            <p:nvPr/>
          </p:nvSpPr>
          <p:spPr>
            <a:xfrm>
              <a:off x="3235942" y="11126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t4881"/>
            <p:cNvSpPr/>
            <p:nvPr/>
          </p:nvSpPr>
          <p:spPr>
            <a:xfrm>
              <a:off x="4451358" y="10883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4751460" y="10856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5134448" y="10638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5037987" y="10555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3271668" y="10941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5460274" y="1108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3598923" y="10982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3737542" y="10825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3928322" y="10820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3236656" y="1109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3231655" y="11183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3261665" y="11180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3170205" y="1116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3193070" y="11128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3323115" y="1114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3320971" y="11154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3303822" y="11149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4131248" y="11005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4122674" y="11022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3742544" y="11046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3876161" y="10989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3919033" y="10991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3236656" y="1117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3866157" y="1116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t4905"/>
            <p:cNvSpPr/>
            <p:nvPr/>
          </p:nvSpPr>
          <p:spPr>
            <a:xfrm>
              <a:off x="3238800" y="11178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t4906"/>
            <p:cNvSpPr/>
            <p:nvPr/>
          </p:nvSpPr>
          <p:spPr>
            <a:xfrm>
              <a:off x="3209504" y="11159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t4907"/>
            <p:cNvSpPr/>
            <p:nvPr/>
          </p:nvSpPr>
          <p:spPr>
            <a:xfrm>
              <a:off x="4008349" y="1115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t4908"/>
            <p:cNvSpPr/>
            <p:nvPr/>
          </p:nvSpPr>
          <p:spPr>
            <a:xfrm>
              <a:off x="4284872" y="11207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t4909"/>
            <p:cNvSpPr/>
            <p:nvPr/>
          </p:nvSpPr>
          <p:spPr>
            <a:xfrm>
              <a:off x="3338120" y="11209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t4910"/>
            <p:cNvSpPr/>
            <p:nvPr/>
          </p:nvSpPr>
          <p:spPr>
            <a:xfrm>
              <a:off x="3815426" y="10898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t4911"/>
            <p:cNvSpPr/>
            <p:nvPr/>
          </p:nvSpPr>
          <p:spPr>
            <a:xfrm>
              <a:off x="3912602" y="108748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t4912"/>
            <p:cNvSpPr/>
            <p:nvPr/>
          </p:nvSpPr>
          <p:spPr>
            <a:xfrm>
              <a:off x="4113385" y="11140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t4913"/>
            <p:cNvSpPr/>
            <p:nvPr/>
          </p:nvSpPr>
          <p:spPr>
            <a:xfrm>
              <a:off x="4403484" y="10717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t4914"/>
            <p:cNvSpPr/>
            <p:nvPr/>
          </p:nvSpPr>
          <p:spPr>
            <a:xfrm>
              <a:off x="4519952" y="10700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t4915"/>
            <p:cNvSpPr/>
            <p:nvPr/>
          </p:nvSpPr>
          <p:spPr>
            <a:xfrm>
              <a:off x="4923662" y="10618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t4916"/>
            <p:cNvSpPr/>
            <p:nvPr/>
          </p:nvSpPr>
          <p:spPr>
            <a:xfrm>
              <a:off x="4606411" y="104724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t4917"/>
            <p:cNvSpPr/>
            <p:nvPr/>
          </p:nvSpPr>
          <p:spPr>
            <a:xfrm>
              <a:off x="3892595" y="11184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t4918"/>
            <p:cNvSpPr/>
            <p:nvPr/>
          </p:nvSpPr>
          <p:spPr>
            <a:xfrm>
              <a:off x="3891166" y="11101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t4919"/>
            <p:cNvSpPr/>
            <p:nvPr/>
          </p:nvSpPr>
          <p:spPr>
            <a:xfrm>
              <a:off x="3933323" y="11153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t4920"/>
            <p:cNvSpPr/>
            <p:nvPr/>
          </p:nvSpPr>
          <p:spPr>
            <a:xfrm>
              <a:off x="3904742" y="11142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t4921"/>
            <p:cNvSpPr/>
            <p:nvPr/>
          </p:nvSpPr>
          <p:spPr>
            <a:xfrm>
              <a:off x="3896168" y="11141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t4922"/>
            <p:cNvSpPr/>
            <p:nvPr/>
          </p:nvSpPr>
          <p:spPr>
            <a:xfrm>
              <a:off x="3912602" y="11104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t4923"/>
            <p:cNvSpPr/>
            <p:nvPr/>
          </p:nvSpPr>
          <p:spPr>
            <a:xfrm>
              <a:off x="3894024" y="1108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t4924"/>
            <p:cNvSpPr/>
            <p:nvPr/>
          </p:nvSpPr>
          <p:spPr>
            <a:xfrm>
              <a:off x="5950442" y="10641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t4925"/>
            <p:cNvSpPr/>
            <p:nvPr/>
          </p:nvSpPr>
          <p:spPr>
            <a:xfrm>
              <a:off x="5909713" y="10412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t4926"/>
            <p:cNvSpPr/>
            <p:nvPr/>
          </p:nvSpPr>
          <p:spPr>
            <a:xfrm>
              <a:off x="6249830" y="10432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t4927"/>
            <p:cNvSpPr/>
            <p:nvPr/>
          </p:nvSpPr>
          <p:spPr>
            <a:xfrm>
              <a:off x="3267381" y="11135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t4928"/>
            <p:cNvSpPr/>
            <p:nvPr/>
          </p:nvSpPr>
          <p:spPr>
            <a:xfrm>
              <a:off x="3255949" y="11141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t4929"/>
            <p:cNvSpPr/>
            <p:nvPr/>
          </p:nvSpPr>
          <p:spPr>
            <a:xfrm>
              <a:off x="3303822" y="11139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t4930"/>
            <p:cNvSpPr/>
            <p:nvPr/>
          </p:nvSpPr>
          <p:spPr>
            <a:xfrm>
              <a:off x="3353125" y="11157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t4931"/>
            <p:cNvSpPr/>
            <p:nvPr/>
          </p:nvSpPr>
          <p:spPr>
            <a:xfrm>
              <a:off x="3175921" y="1120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t4932"/>
            <p:cNvSpPr/>
            <p:nvPr/>
          </p:nvSpPr>
          <p:spPr>
            <a:xfrm>
              <a:off x="3255234" y="11212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t4933"/>
            <p:cNvSpPr/>
            <p:nvPr/>
          </p:nvSpPr>
          <p:spPr>
            <a:xfrm>
              <a:off x="3245231" y="11185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t4934"/>
            <p:cNvSpPr/>
            <p:nvPr/>
          </p:nvSpPr>
          <p:spPr>
            <a:xfrm>
              <a:off x="4119101" y="11021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t4935"/>
            <p:cNvSpPr/>
            <p:nvPr/>
          </p:nvSpPr>
          <p:spPr>
            <a:xfrm>
              <a:off x="4063368" y="11105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t4936"/>
            <p:cNvSpPr/>
            <p:nvPr/>
          </p:nvSpPr>
          <p:spPr>
            <a:xfrm>
              <a:off x="3308109" y="11177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t4937"/>
            <p:cNvSpPr/>
            <p:nvPr/>
          </p:nvSpPr>
          <p:spPr>
            <a:xfrm>
              <a:off x="3399569" y="11179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t4938"/>
            <p:cNvSpPr/>
            <p:nvPr/>
          </p:nvSpPr>
          <p:spPr>
            <a:xfrm>
              <a:off x="3853296" y="11156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t4939"/>
            <p:cNvSpPr/>
            <p:nvPr/>
          </p:nvSpPr>
          <p:spPr>
            <a:xfrm>
              <a:off x="3566769" y="1103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t4940"/>
            <p:cNvSpPr/>
            <p:nvPr/>
          </p:nvSpPr>
          <p:spPr>
            <a:xfrm>
              <a:off x="3213791" y="11173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t4941"/>
            <p:cNvSpPr/>
            <p:nvPr/>
          </p:nvSpPr>
          <p:spPr>
            <a:xfrm>
              <a:off x="3577487" y="11130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t4942"/>
            <p:cNvSpPr/>
            <p:nvPr/>
          </p:nvSpPr>
          <p:spPr>
            <a:xfrm>
              <a:off x="4429207" y="10793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t4943"/>
            <p:cNvSpPr/>
            <p:nvPr/>
          </p:nvSpPr>
          <p:spPr>
            <a:xfrm>
              <a:off x="3281672" y="11238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t4944"/>
            <p:cNvSpPr/>
            <p:nvPr/>
          </p:nvSpPr>
          <p:spPr>
            <a:xfrm>
              <a:off x="3235227" y="1120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t4945"/>
            <p:cNvSpPr/>
            <p:nvPr/>
          </p:nvSpPr>
          <p:spPr>
            <a:xfrm>
              <a:off x="3751118" y="1116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t4946"/>
            <p:cNvSpPr/>
            <p:nvPr/>
          </p:nvSpPr>
          <p:spPr>
            <a:xfrm>
              <a:off x="3733255" y="11096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t4947"/>
            <p:cNvSpPr/>
            <p:nvPr/>
          </p:nvSpPr>
          <p:spPr>
            <a:xfrm>
              <a:off x="4033357" y="11172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t4948"/>
            <p:cNvSpPr/>
            <p:nvPr/>
          </p:nvSpPr>
          <p:spPr>
            <a:xfrm>
              <a:off x="4001204" y="10991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t4949"/>
            <p:cNvSpPr/>
            <p:nvPr/>
          </p:nvSpPr>
          <p:spPr>
            <a:xfrm>
              <a:off x="4244858" y="1097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t4950"/>
            <p:cNvSpPr/>
            <p:nvPr/>
          </p:nvSpPr>
          <p:spPr>
            <a:xfrm>
              <a:off x="3656800" y="11140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t4951"/>
            <p:cNvSpPr/>
            <p:nvPr/>
          </p:nvSpPr>
          <p:spPr>
            <a:xfrm>
              <a:off x="3773983" y="11056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t4952"/>
            <p:cNvSpPr/>
            <p:nvPr/>
          </p:nvSpPr>
          <p:spPr>
            <a:xfrm>
              <a:off x="3238086" y="11178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3215935" y="11193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3219508" y="11182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3330260" y="11164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3285244" y="10814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3202359" y="11196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3223080" y="11187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3192356" y="11205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3197357" y="11189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3189497" y="11182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3260950" y="11160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3267381" y="11148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3203074" y="1112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3687525" y="111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4185552" y="11130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4644281" y="11112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3178065" y="11141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3216650" y="11174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3300964" y="11185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3252376" y="11167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t4972"/>
            <p:cNvSpPr/>
            <p:nvPr/>
          </p:nvSpPr>
          <p:spPr>
            <a:xfrm>
              <a:off x="3211648" y="11121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t4973"/>
            <p:cNvSpPr/>
            <p:nvPr/>
          </p:nvSpPr>
          <p:spPr>
            <a:xfrm>
              <a:off x="3219508" y="11149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t4974"/>
            <p:cNvSpPr/>
            <p:nvPr/>
          </p:nvSpPr>
          <p:spPr>
            <a:xfrm>
              <a:off x="3269525" y="11204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t4975"/>
            <p:cNvSpPr/>
            <p:nvPr/>
          </p:nvSpPr>
          <p:spPr>
            <a:xfrm>
              <a:off x="3967621" y="10863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t4976"/>
            <p:cNvSpPr/>
            <p:nvPr/>
          </p:nvSpPr>
          <p:spPr>
            <a:xfrm>
              <a:off x="3233084" y="11186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t4977"/>
            <p:cNvSpPr/>
            <p:nvPr/>
          </p:nvSpPr>
          <p:spPr>
            <a:xfrm>
              <a:off x="4134821" y="1114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t4978"/>
            <p:cNvSpPr/>
            <p:nvPr/>
          </p:nvSpPr>
          <p:spPr>
            <a:xfrm>
              <a:off x="4159115" y="11091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t4979"/>
            <p:cNvSpPr/>
            <p:nvPr/>
          </p:nvSpPr>
          <p:spPr>
            <a:xfrm>
              <a:off x="3138766" y="11191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t4980"/>
            <p:cNvSpPr/>
            <p:nvPr/>
          </p:nvSpPr>
          <p:spPr>
            <a:xfrm>
              <a:off x="3251662" y="11105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t4981"/>
            <p:cNvSpPr/>
            <p:nvPr/>
          </p:nvSpPr>
          <p:spPr>
            <a:xfrm>
              <a:off x="3217364" y="11058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t4982"/>
            <p:cNvSpPr/>
            <p:nvPr/>
          </p:nvSpPr>
          <p:spPr>
            <a:xfrm>
              <a:off x="3195928" y="11079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t4983"/>
            <p:cNvSpPr/>
            <p:nvPr/>
          </p:nvSpPr>
          <p:spPr>
            <a:xfrm>
              <a:off x="3328831" y="1116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t4984"/>
            <p:cNvSpPr/>
            <p:nvPr/>
          </p:nvSpPr>
          <p:spPr>
            <a:xfrm>
              <a:off x="3329545" y="11210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t4985"/>
            <p:cNvSpPr/>
            <p:nvPr/>
          </p:nvSpPr>
          <p:spPr>
            <a:xfrm>
              <a:off x="3290961" y="11186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t4986"/>
            <p:cNvSpPr/>
            <p:nvPr/>
          </p:nvSpPr>
          <p:spPr>
            <a:xfrm>
              <a:off x="3282386" y="11182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t4987"/>
            <p:cNvSpPr/>
            <p:nvPr/>
          </p:nvSpPr>
          <p:spPr>
            <a:xfrm>
              <a:off x="3319542" y="11183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3307395" y="11136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3312397" y="11189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3302393" y="11179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4507805" y="10933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3964048" y="10800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4015494" y="10765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4011922" y="10727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3955474" y="11047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3347409" y="11172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4574257" y="11069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4088376" y="11089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3959046" y="11072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3961190" y="11063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3195214" y="11182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3253091" y="1120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3269525" y="11198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3223080" y="11147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3209504" y="1114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3172349" y="11129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3220937" y="11163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3922605" y="11148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4009063" y="11109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3395282" y="11183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4631419" y="10837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4854352" y="10927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3831145" y="1113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3215221" y="11188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3342407" y="11134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3283101" y="11169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3411716" y="11191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3232369" y="11170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3267381" y="11151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3138766" y="11143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3313826" y="11182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3359556" y="11178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3148769" y="11192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3129477" y="11174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3310253" y="11115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3183067" y="11171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3229511" y="11100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4722164" y="10999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4585689" y="10939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4984397" y="10787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4464934" y="11092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4194841" y="10953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3471737" y="11152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3599638" y="1113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3600352" y="11164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3651084" y="111495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4009063" y="10996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4348465" y="10867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3416003" y="11138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3506749" y="111624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3533901" y="11140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3314540" y="11168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3857583" y="10568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3804708" y="10717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3543904" y="11151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4038359" y="11055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3286674" y="11146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3227368" y="111622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3204503" y="11142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3228797" y="11175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3288103" y="11150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3233798" y="1119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3182352" y="11182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3233798" y="1117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3233798" y="11173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3218079" y="11195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3917604" y="11102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4141251" y="11085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3237371" y="11200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4866499" y="10668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4201272" y="11185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4670718" y="1118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3272383" y="11164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3278099" y="11168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3390280" y="11109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3733969" y="11131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3944756" y="11147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4202701" y="11093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3281672" y="11125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3412431" y="11208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3605354" y="11182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3917604" y="11155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4101952" y="10988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4731453" y="10433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4802192" y="10814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6405597" y="10628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5858267" y="11092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t5078"/>
            <p:cNvSpPr/>
            <p:nvPr/>
          </p:nvSpPr>
          <p:spPr>
            <a:xfrm>
              <a:off x="5574599" y="11111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t5079"/>
            <p:cNvSpPr/>
            <p:nvPr/>
          </p:nvSpPr>
          <p:spPr>
            <a:xfrm>
              <a:off x="5762520" y="11076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t5080"/>
            <p:cNvSpPr/>
            <p:nvPr/>
          </p:nvSpPr>
          <p:spPr>
            <a:xfrm>
              <a:off x="6193382" y="1112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t5081"/>
            <p:cNvSpPr/>
            <p:nvPr/>
          </p:nvSpPr>
          <p:spPr>
            <a:xfrm>
              <a:off x="3273097" y="11213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t5082"/>
            <p:cNvSpPr/>
            <p:nvPr/>
          </p:nvSpPr>
          <p:spPr>
            <a:xfrm>
              <a:off x="3253805" y="1123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t5083"/>
            <p:cNvSpPr/>
            <p:nvPr/>
          </p:nvSpPr>
          <p:spPr>
            <a:xfrm>
              <a:off x="3289532" y="11205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t5084"/>
            <p:cNvSpPr/>
            <p:nvPr/>
          </p:nvSpPr>
          <p:spPr>
            <a:xfrm>
              <a:off x="3253805" y="11189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t5085"/>
            <p:cNvSpPr/>
            <p:nvPr/>
          </p:nvSpPr>
          <p:spPr>
            <a:xfrm>
              <a:off x="3223795" y="11193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t5086"/>
            <p:cNvSpPr/>
            <p:nvPr/>
          </p:nvSpPr>
          <p:spPr>
            <a:xfrm>
              <a:off x="3123046" y="1121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t5087"/>
            <p:cNvSpPr/>
            <p:nvPr/>
          </p:nvSpPr>
          <p:spPr>
            <a:xfrm>
              <a:off x="3211648" y="11139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t5088"/>
            <p:cNvSpPr/>
            <p:nvPr/>
          </p:nvSpPr>
          <p:spPr>
            <a:xfrm>
              <a:off x="3339549" y="11098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t5089"/>
            <p:cNvSpPr/>
            <p:nvPr/>
          </p:nvSpPr>
          <p:spPr>
            <a:xfrm>
              <a:off x="3257378" y="11174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t5090"/>
            <p:cNvSpPr/>
            <p:nvPr/>
          </p:nvSpPr>
          <p:spPr>
            <a:xfrm>
              <a:off x="3279528" y="11179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t5091"/>
            <p:cNvSpPr/>
            <p:nvPr/>
          </p:nvSpPr>
          <p:spPr>
            <a:xfrm>
              <a:off x="3254520" y="10771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3265238" y="10727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3272383" y="11179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3319542" y="11187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3239515" y="11097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3518181" y="10956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3267381" y="11107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3262380" y="11175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4710017" y="11079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3534615" y="11134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3822571" y="1112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4162687" y="11134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3186639" y="11211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3211648" y="11200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3893310" y="11142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4792188" y="10827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4908657" y="10715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3198072" y="11206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3208790" y="1114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3164489" y="11182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3107327" y="11183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3166633" y="11180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3295962" y="1116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3224509" y="11161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4928664" y="11034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5207330" y="111156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5075857" y="11093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3298106" y="11074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5816824" y="10767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3255234" y="11199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3271668" y="11205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5037987" y="10957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4559252" y="11142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4728595" y="1112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3369559" y="11172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3321686" y="11148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3466021" y="10719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4247002" y="11104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3766123" y="11149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3302393" y="11044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3360270" y="11086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3279528" y="11190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7011519" y="11088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3259521" y="11114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3228797" y="11171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3196643" y="11178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3170920" y="11176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3183067" y="11174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3146626" y="11180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3177350" y="11186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4824342" y="11068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4696441" y="11016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4723593" y="11047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5148739" y="10902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3252376" y="11163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3240229" y="11188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3277385" y="11179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3218793" y="11184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4544246" y="1085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3270239" y="11148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3961190" y="10902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3579631" y="11171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3631792" y="11152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3834004" y="11175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3255234" y="11063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3235942" y="11053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3244516" y="10950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3252376" y="11155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3225224" y="11210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3290961" y="11207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3263809" y="11116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3327402" y="11083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3337405" y="11193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3374561" y="11191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5337375" y="11066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5322370" y="1094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5115156" y="11019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3235227" y="11180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3263809" y="11202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3315255" y="11180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3202359" y="11170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5798961" y="10657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3185210" y="11191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3367415" y="11265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3197357" y="11176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3158058" y="11166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3184496" y="11186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3212362" y="11164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3215221" y="11107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3218793" y="11105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3340978" y="11152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3270954" y="11197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3267381" y="10868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3262380" y="11181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3248803" y="11186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3228082" y="11153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3252376" y="11168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3203074" y="11168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3195928" y="11171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3268096" y="11185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3251662" y="11217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3723251" y="11091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3889737" y="11064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3255949" y="11193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3232369" y="11204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3919033" y="11143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3550335" y="11143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3632506" y="11133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4318455" y="10980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3265238" y="11199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3286674" y="11204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3266667" y="11174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3248803" y="1117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3290246" y="111894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3248089" y="1118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3311682" y="11182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3280243" y="11181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3315255" y="11085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3199501" y="11202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4808623" y="11081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3193785" y="11175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3132335" y="11172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3268096" y="11179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3278099" y="11191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3273812" y="11170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3298821" y="1118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4482082" y="10998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5410257" y="10921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3203074" y="11183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3223795" y="1117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3315255" y="1117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3248089" y="1116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3237371" y="11178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3681809" y="11098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4494229" y="11073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3211648" y="11135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3218079" y="11186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3192356" y="11159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3492458" y="1118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3313111" y="11195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3323829" y="11143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6105495" y="10824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3300964" y="11182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3326592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2897501" y="11165526"/>
              <a:ext cx="4439232" cy="0"/>
            </a:xfrm>
            <a:custGeom>
              <a:avLst/>
              <a:pathLst>
                <a:path w="4439232" h="0">
                  <a:moveTo>
                    <a:pt x="0" y="0"/>
                  </a:moveTo>
                  <a:lnTo>
                    <a:pt x="4439232" y="0"/>
                  </a:lnTo>
                  <a:lnTo>
                    <a:pt x="4439232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36" name="pg5236"/>
            <p:cNvSpPr/>
            <p:nvPr/>
          </p:nvSpPr>
          <p:spPr>
            <a:xfrm>
              <a:off x="2897501" y="9974678"/>
              <a:ext cx="649366" cy="257331"/>
            </a:xfrm>
            <a:custGeom>
              <a:avLst/>
              <a:pathLst>
                <a:path w="649366" h="257331">
                  <a:moveTo>
                    <a:pt x="0" y="257331"/>
                  </a:moveTo>
                  <a:lnTo>
                    <a:pt x="624220" y="257331"/>
                  </a:lnTo>
                  <a:lnTo>
                    <a:pt x="623208" y="257311"/>
                  </a:lnTo>
                  <a:lnTo>
                    <a:pt x="627251" y="257148"/>
                  </a:lnTo>
                  <a:lnTo>
                    <a:pt x="631216" y="256339"/>
                  </a:lnTo>
                  <a:lnTo>
                    <a:pt x="635000" y="254904"/>
                  </a:lnTo>
                  <a:lnTo>
                    <a:pt x="638505" y="252880"/>
                  </a:lnTo>
                  <a:lnTo>
                    <a:pt x="641640" y="250321"/>
                  </a:lnTo>
                  <a:lnTo>
                    <a:pt x="644323" y="247292"/>
                  </a:lnTo>
                  <a:lnTo>
                    <a:pt x="646486" y="243871"/>
                  </a:lnTo>
                  <a:lnTo>
                    <a:pt x="648072" y="240148"/>
                  </a:lnTo>
                  <a:lnTo>
                    <a:pt x="649041" y="236219"/>
                  </a:lnTo>
                  <a:lnTo>
                    <a:pt x="649366" y="232185"/>
                  </a:lnTo>
                  <a:lnTo>
                    <a:pt x="64936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tx5237"/>
            <p:cNvSpPr/>
            <p:nvPr/>
          </p:nvSpPr>
          <p:spPr>
            <a:xfrm>
              <a:off x="2635380" y="98872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5238" name="tx5238"/>
            <p:cNvSpPr/>
            <p:nvPr/>
          </p:nvSpPr>
          <p:spPr>
            <a:xfrm>
              <a:off x="2743906" y="10058994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130 (13.8%)</a:t>
              </a:r>
            </a:p>
          </p:txBody>
        </p:sp>
        <p:sp>
          <p:nvSpPr>
            <p:cNvPr id="5239" name="pg5239"/>
            <p:cNvSpPr/>
            <p:nvPr/>
          </p:nvSpPr>
          <p:spPr>
            <a:xfrm>
              <a:off x="2897501" y="11143779"/>
              <a:ext cx="649366" cy="257331"/>
            </a:xfrm>
            <a:custGeom>
              <a:avLst/>
              <a:pathLst>
                <a:path w="649366" h="257331">
                  <a:moveTo>
                    <a:pt x="649366" y="257331"/>
                  </a:moveTo>
                  <a:lnTo>
                    <a:pt x="649366" y="25146"/>
                  </a:lnTo>
                  <a:lnTo>
                    <a:pt x="649041" y="21112"/>
                  </a:lnTo>
                  <a:lnTo>
                    <a:pt x="648072" y="17183"/>
                  </a:lnTo>
                  <a:lnTo>
                    <a:pt x="646486" y="13460"/>
                  </a:lnTo>
                  <a:lnTo>
                    <a:pt x="644323" y="10039"/>
                  </a:lnTo>
                  <a:lnTo>
                    <a:pt x="641640" y="7010"/>
                  </a:lnTo>
                  <a:lnTo>
                    <a:pt x="638505" y="4451"/>
                  </a:lnTo>
                  <a:lnTo>
                    <a:pt x="635000" y="2427"/>
                  </a:lnTo>
                  <a:lnTo>
                    <a:pt x="631216" y="992"/>
                  </a:lnTo>
                  <a:lnTo>
                    <a:pt x="627251" y="183"/>
                  </a:lnTo>
                  <a:lnTo>
                    <a:pt x="624220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tx5240"/>
            <p:cNvSpPr/>
            <p:nvPr/>
          </p:nvSpPr>
          <p:spPr>
            <a:xfrm>
              <a:off x="2627535" y="111562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5241" name="tx5241"/>
            <p:cNvSpPr/>
            <p:nvPr/>
          </p:nvSpPr>
          <p:spPr>
            <a:xfrm>
              <a:off x="2743906" y="11355752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480 (50.9%)</a:t>
              </a:r>
            </a:p>
          </p:txBody>
        </p:sp>
        <p:sp>
          <p:nvSpPr>
            <p:cNvPr id="5242" name="pg5242"/>
            <p:cNvSpPr/>
            <p:nvPr/>
          </p:nvSpPr>
          <p:spPr>
            <a:xfrm>
              <a:off x="3973826" y="9974678"/>
              <a:ext cx="899032" cy="257331"/>
            </a:xfrm>
            <a:custGeom>
              <a:avLst/>
              <a:pathLst>
                <a:path w="899032" h="257331">
                  <a:moveTo>
                    <a:pt x="25146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tx5243"/>
            <p:cNvSpPr/>
            <p:nvPr/>
          </p:nvSpPr>
          <p:spPr>
            <a:xfrm>
              <a:off x="4015736" y="98872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5244" name="tx5244"/>
            <p:cNvSpPr/>
            <p:nvPr/>
          </p:nvSpPr>
          <p:spPr>
            <a:xfrm>
              <a:off x="4069897" y="10058994"/>
              <a:ext cx="76105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287 (30.4%)</a:t>
              </a:r>
            </a:p>
          </p:txBody>
        </p:sp>
        <p:sp>
          <p:nvSpPr>
            <p:cNvPr id="5245" name="pg5245"/>
            <p:cNvSpPr/>
            <p:nvPr/>
          </p:nvSpPr>
          <p:spPr>
            <a:xfrm>
              <a:off x="3857251" y="111437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tx5246"/>
            <p:cNvSpPr/>
            <p:nvPr/>
          </p:nvSpPr>
          <p:spPr>
            <a:xfrm>
              <a:off x="3899161" y="111562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5247" name="tx5247"/>
            <p:cNvSpPr/>
            <p:nvPr/>
          </p:nvSpPr>
          <p:spPr>
            <a:xfrm>
              <a:off x="4225286" y="11355752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 (4.9%)</a:t>
              </a:r>
            </a:p>
          </p:txBody>
        </p:sp>
        <p:sp>
          <p:nvSpPr>
            <p:cNvPr id="5248" name="rc5248"/>
            <p:cNvSpPr/>
            <p:nvPr/>
          </p:nvSpPr>
          <p:spPr>
            <a:xfrm>
              <a:off x="2897501" y="9974678"/>
              <a:ext cx="4439232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tx5249"/>
            <p:cNvSpPr/>
            <p:nvPr/>
          </p:nvSpPr>
          <p:spPr>
            <a:xfrm>
              <a:off x="2772715" y="11144955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50" name="tx5250"/>
            <p:cNvSpPr/>
            <p:nvPr/>
          </p:nvSpPr>
          <p:spPr>
            <a:xfrm>
              <a:off x="2772715" y="10896998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5251" name="tx5251"/>
            <p:cNvSpPr/>
            <p:nvPr/>
          </p:nvSpPr>
          <p:spPr>
            <a:xfrm>
              <a:off x="2710559" y="1064620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252" name="tx5252"/>
            <p:cNvSpPr/>
            <p:nvPr/>
          </p:nvSpPr>
          <p:spPr>
            <a:xfrm>
              <a:off x="2710559" y="1039682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5253" name="tx5253"/>
            <p:cNvSpPr/>
            <p:nvPr/>
          </p:nvSpPr>
          <p:spPr>
            <a:xfrm>
              <a:off x="2710559" y="1014745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254" name="pl5254"/>
            <p:cNvSpPr/>
            <p:nvPr/>
          </p:nvSpPr>
          <p:spPr>
            <a:xfrm>
              <a:off x="2862706" y="1118664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2862706" y="109372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2862706" y="1068789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2862706" y="104385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2862706" y="1018914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3281669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4342462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5403255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6464048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tx5263"/>
            <p:cNvSpPr/>
            <p:nvPr/>
          </p:nvSpPr>
          <p:spPr>
            <a:xfrm>
              <a:off x="3250592" y="114620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264" name="tx5264"/>
            <p:cNvSpPr/>
            <p:nvPr/>
          </p:nvSpPr>
          <p:spPr>
            <a:xfrm>
              <a:off x="4280307" y="114620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265" name="tx5265"/>
            <p:cNvSpPr/>
            <p:nvPr/>
          </p:nvSpPr>
          <p:spPr>
            <a:xfrm>
              <a:off x="5341099" y="114620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266" name="tx5266"/>
            <p:cNvSpPr/>
            <p:nvPr/>
          </p:nvSpPr>
          <p:spPr>
            <a:xfrm>
              <a:off x="6401892" y="114619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267" name="tx5267"/>
            <p:cNvSpPr/>
            <p:nvPr/>
          </p:nvSpPr>
          <p:spPr>
            <a:xfrm>
              <a:off x="4259306" y="115817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5268" name="tx5268"/>
            <p:cNvSpPr/>
            <p:nvPr/>
          </p:nvSpPr>
          <p:spPr>
            <a:xfrm rot="-5400000">
              <a:off x="1668130" y="10622342"/>
              <a:ext cx="180893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pTau181 - Jucker (Z)</a:t>
              </a:r>
            </a:p>
          </p:txBody>
        </p:sp>
        <p:sp>
          <p:nvSpPr>
            <p:cNvPr id="5269" name="tx5269"/>
            <p:cNvSpPr/>
            <p:nvPr/>
          </p:nvSpPr>
          <p:spPr>
            <a:xfrm>
              <a:off x="2897501" y="9735529"/>
              <a:ext cx="176971" cy="1314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Q.</a:t>
              </a:r>
            </a:p>
          </p:txBody>
        </p:sp>
        <p:sp>
          <p:nvSpPr>
            <p:cNvPr id="5270" name="rc5270"/>
            <p:cNvSpPr/>
            <p:nvPr/>
          </p:nvSpPr>
          <p:spPr>
            <a:xfrm>
              <a:off x="8063227" y="9677400"/>
              <a:ext cx="197802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8707863" y="110921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8707863" y="108092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8707863" y="105263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8707863" y="102434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8905903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9188818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9471733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9754648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8707863" y="112336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8707863" y="109506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8707863" y="106677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8707863" y="103848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8707863" y="101019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876444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9047361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933027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9613191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989610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8764446" y="101019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8261"/>
                  </a:lnTo>
                  <a:lnTo>
                    <a:pt x="0" y="1124863"/>
                  </a:lnTo>
                  <a:lnTo>
                    <a:pt x="0" y="1121464"/>
                  </a:lnTo>
                  <a:lnTo>
                    <a:pt x="0" y="1118066"/>
                  </a:lnTo>
                  <a:lnTo>
                    <a:pt x="0" y="1114668"/>
                  </a:lnTo>
                  <a:lnTo>
                    <a:pt x="0" y="1111269"/>
                  </a:lnTo>
                  <a:lnTo>
                    <a:pt x="0" y="1107871"/>
                  </a:lnTo>
                  <a:lnTo>
                    <a:pt x="0" y="1104473"/>
                  </a:lnTo>
                  <a:lnTo>
                    <a:pt x="0" y="1101074"/>
                  </a:lnTo>
                  <a:lnTo>
                    <a:pt x="0" y="1097676"/>
                  </a:lnTo>
                  <a:lnTo>
                    <a:pt x="0" y="1094277"/>
                  </a:lnTo>
                  <a:lnTo>
                    <a:pt x="0" y="1090879"/>
                  </a:lnTo>
                  <a:lnTo>
                    <a:pt x="0" y="1087481"/>
                  </a:lnTo>
                  <a:lnTo>
                    <a:pt x="0" y="1084082"/>
                  </a:lnTo>
                  <a:lnTo>
                    <a:pt x="0" y="1080684"/>
                  </a:lnTo>
                  <a:lnTo>
                    <a:pt x="0" y="1077286"/>
                  </a:lnTo>
                  <a:lnTo>
                    <a:pt x="0" y="1073887"/>
                  </a:lnTo>
                  <a:lnTo>
                    <a:pt x="0" y="1070489"/>
                  </a:lnTo>
                  <a:lnTo>
                    <a:pt x="0" y="1067090"/>
                  </a:lnTo>
                  <a:lnTo>
                    <a:pt x="0" y="1063692"/>
                  </a:lnTo>
                  <a:lnTo>
                    <a:pt x="0" y="1060294"/>
                  </a:lnTo>
                  <a:lnTo>
                    <a:pt x="0" y="1056895"/>
                  </a:lnTo>
                  <a:lnTo>
                    <a:pt x="0" y="1053497"/>
                  </a:lnTo>
                  <a:lnTo>
                    <a:pt x="0" y="1050099"/>
                  </a:lnTo>
                  <a:lnTo>
                    <a:pt x="0" y="1046700"/>
                  </a:lnTo>
                  <a:lnTo>
                    <a:pt x="0" y="1043302"/>
                  </a:lnTo>
                  <a:lnTo>
                    <a:pt x="0" y="1039903"/>
                  </a:lnTo>
                  <a:lnTo>
                    <a:pt x="0" y="1036505"/>
                  </a:lnTo>
                  <a:lnTo>
                    <a:pt x="0" y="1033107"/>
                  </a:lnTo>
                  <a:lnTo>
                    <a:pt x="0" y="1029708"/>
                  </a:lnTo>
                  <a:lnTo>
                    <a:pt x="0" y="1026310"/>
                  </a:lnTo>
                  <a:lnTo>
                    <a:pt x="0" y="1022911"/>
                  </a:lnTo>
                  <a:lnTo>
                    <a:pt x="0" y="1019513"/>
                  </a:lnTo>
                  <a:lnTo>
                    <a:pt x="0" y="1016115"/>
                  </a:lnTo>
                  <a:lnTo>
                    <a:pt x="0" y="1012716"/>
                  </a:lnTo>
                  <a:lnTo>
                    <a:pt x="1855" y="1012716"/>
                  </a:lnTo>
                  <a:lnTo>
                    <a:pt x="3710" y="1012716"/>
                  </a:lnTo>
                  <a:lnTo>
                    <a:pt x="3710" y="1009318"/>
                  </a:lnTo>
                  <a:lnTo>
                    <a:pt x="3710" y="1005920"/>
                  </a:lnTo>
                  <a:lnTo>
                    <a:pt x="3710" y="1002521"/>
                  </a:lnTo>
                  <a:lnTo>
                    <a:pt x="3710" y="999123"/>
                  </a:lnTo>
                  <a:lnTo>
                    <a:pt x="3710" y="995724"/>
                  </a:lnTo>
                  <a:lnTo>
                    <a:pt x="3710" y="992326"/>
                  </a:lnTo>
                  <a:lnTo>
                    <a:pt x="3710" y="988928"/>
                  </a:lnTo>
                  <a:lnTo>
                    <a:pt x="3710" y="985529"/>
                  </a:lnTo>
                  <a:lnTo>
                    <a:pt x="3710" y="982131"/>
                  </a:lnTo>
                  <a:lnTo>
                    <a:pt x="3710" y="978733"/>
                  </a:lnTo>
                  <a:lnTo>
                    <a:pt x="3710" y="975334"/>
                  </a:lnTo>
                  <a:lnTo>
                    <a:pt x="5565" y="975334"/>
                  </a:lnTo>
                  <a:lnTo>
                    <a:pt x="5565" y="971936"/>
                  </a:lnTo>
                  <a:lnTo>
                    <a:pt x="5565" y="968537"/>
                  </a:lnTo>
                  <a:lnTo>
                    <a:pt x="5565" y="965139"/>
                  </a:lnTo>
                  <a:lnTo>
                    <a:pt x="5565" y="961741"/>
                  </a:lnTo>
                  <a:lnTo>
                    <a:pt x="5565" y="958342"/>
                  </a:lnTo>
                  <a:lnTo>
                    <a:pt x="5565" y="954944"/>
                  </a:lnTo>
                  <a:lnTo>
                    <a:pt x="5565" y="951546"/>
                  </a:lnTo>
                  <a:lnTo>
                    <a:pt x="5565" y="948147"/>
                  </a:lnTo>
                  <a:lnTo>
                    <a:pt x="5565" y="944749"/>
                  </a:lnTo>
                  <a:lnTo>
                    <a:pt x="7420" y="944749"/>
                  </a:lnTo>
                  <a:lnTo>
                    <a:pt x="7420" y="941350"/>
                  </a:lnTo>
                  <a:lnTo>
                    <a:pt x="7420" y="937952"/>
                  </a:lnTo>
                  <a:lnTo>
                    <a:pt x="9275" y="937952"/>
                  </a:lnTo>
                  <a:lnTo>
                    <a:pt x="9275" y="934554"/>
                  </a:lnTo>
                  <a:lnTo>
                    <a:pt x="9275" y="931155"/>
                  </a:lnTo>
                  <a:lnTo>
                    <a:pt x="9275" y="927757"/>
                  </a:lnTo>
                  <a:lnTo>
                    <a:pt x="9275" y="924358"/>
                  </a:lnTo>
                  <a:lnTo>
                    <a:pt x="9275" y="920960"/>
                  </a:lnTo>
                  <a:lnTo>
                    <a:pt x="9275" y="917562"/>
                  </a:lnTo>
                  <a:lnTo>
                    <a:pt x="9275" y="914163"/>
                  </a:lnTo>
                  <a:lnTo>
                    <a:pt x="9275" y="910765"/>
                  </a:lnTo>
                  <a:lnTo>
                    <a:pt x="9275" y="907367"/>
                  </a:lnTo>
                  <a:lnTo>
                    <a:pt x="9275" y="903968"/>
                  </a:lnTo>
                  <a:lnTo>
                    <a:pt x="9275" y="900570"/>
                  </a:lnTo>
                  <a:lnTo>
                    <a:pt x="9275" y="897171"/>
                  </a:lnTo>
                  <a:lnTo>
                    <a:pt x="9275" y="893773"/>
                  </a:lnTo>
                  <a:lnTo>
                    <a:pt x="9275" y="890375"/>
                  </a:lnTo>
                  <a:lnTo>
                    <a:pt x="9275" y="886976"/>
                  </a:lnTo>
                  <a:lnTo>
                    <a:pt x="9275" y="883578"/>
                  </a:lnTo>
                  <a:lnTo>
                    <a:pt x="9275" y="880180"/>
                  </a:lnTo>
                  <a:lnTo>
                    <a:pt x="9275" y="876781"/>
                  </a:lnTo>
                  <a:lnTo>
                    <a:pt x="11131" y="876781"/>
                  </a:lnTo>
                  <a:lnTo>
                    <a:pt x="11131" y="873383"/>
                  </a:lnTo>
                  <a:lnTo>
                    <a:pt x="11131" y="869984"/>
                  </a:lnTo>
                  <a:lnTo>
                    <a:pt x="12986" y="869984"/>
                  </a:lnTo>
                  <a:lnTo>
                    <a:pt x="12986" y="866586"/>
                  </a:lnTo>
                  <a:lnTo>
                    <a:pt x="12986" y="863188"/>
                  </a:lnTo>
                  <a:lnTo>
                    <a:pt x="12986" y="859789"/>
                  </a:lnTo>
                  <a:lnTo>
                    <a:pt x="12986" y="856391"/>
                  </a:lnTo>
                  <a:lnTo>
                    <a:pt x="12986" y="852993"/>
                  </a:lnTo>
                  <a:lnTo>
                    <a:pt x="14841" y="852993"/>
                  </a:lnTo>
                  <a:lnTo>
                    <a:pt x="14841" y="849594"/>
                  </a:lnTo>
                  <a:lnTo>
                    <a:pt x="14841" y="846196"/>
                  </a:lnTo>
                  <a:lnTo>
                    <a:pt x="14841" y="842797"/>
                  </a:lnTo>
                  <a:lnTo>
                    <a:pt x="14841" y="839399"/>
                  </a:lnTo>
                  <a:lnTo>
                    <a:pt x="14841" y="836001"/>
                  </a:lnTo>
                  <a:lnTo>
                    <a:pt x="14841" y="832602"/>
                  </a:lnTo>
                  <a:lnTo>
                    <a:pt x="14841" y="829204"/>
                  </a:lnTo>
                  <a:lnTo>
                    <a:pt x="16696" y="829204"/>
                  </a:lnTo>
                  <a:lnTo>
                    <a:pt x="16696" y="825806"/>
                  </a:lnTo>
                  <a:lnTo>
                    <a:pt x="16696" y="822407"/>
                  </a:lnTo>
                  <a:lnTo>
                    <a:pt x="16696" y="819009"/>
                  </a:lnTo>
                  <a:lnTo>
                    <a:pt x="16696" y="815610"/>
                  </a:lnTo>
                  <a:lnTo>
                    <a:pt x="16696" y="812212"/>
                  </a:lnTo>
                  <a:lnTo>
                    <a:pt x="16696" y="808814"/>
                  </a:lnTo>
                  <a:lnTo>
                    <a:pt x="16696" y="805415"/>
                  </a:lnTo>
                  <a:lnTo>
                    <a:pt x="16696" y="802017"/>
                  </a:lnTo>
                  <a:lnTo>
                    <a:pt x="16696" y="798618"/>
                  </a:lnTo>
                  <a:lnTo>
                    <a:pt x="16696" y="795220"/>
                  </a:lnTo>
                  <a:lnTo>
                    <a:pt x="16696" y="791822"/>
                  </a:lnTo>
                  <a:lnTo>
                    <a:pt x="16696" y="788423"/>
                  </a:lnTo>
                  <a:lnTo>
                    <a:pt x="16696" y="785025"/>
                  </a:lnTo>
                  <a:lnTo>
                    <a:pt x="16696" y="781627"/>
                  </a:lnTo>
                  <a:lnTo>
                    <a:pt x="16696" y="778228"/>
                  </a:lnTo>
                  <a:lnTo>
                    <a:pt x="16696" y="774830"/>
                  </a:lnTo>
                  <a:lnTo>
                    <a:pt x="18551" y="774830"/>
                  </a:lnTo>
                  <a:lnTo>
                    <a:pt x="18551" y="771431"/>
                  </a:lnTo>
                  <a:lnTo>
                    <a:pt x="18551" y="768033"/>
                  </a:lnTo>
                  <a:lnTo>
                    <a:pt x="18551" y="764635"/>
                  </a:lnTo>
                  <a:lnTo>
                    <a:pt x="20406" y="764635"/>
                  </a:lnTo>
                  <a:lnTo>
                    <a:pt x="20406" y="761236"/>
                  </a:lnTo>
                  <a:lnTo>
                    <a:pt x="20406" y="757838"/>
                  </a:lnTo>
                  <a:lnTo>
                    <a:pt x="20406" y="754440"/>
                  </a:lnTo>
                  <a:lnTo>
                    <a:pt x="20406" y="751041"/>
                  </a:lnTo>
                  <a:lnTo>
                    <a:pt x="20406" y="747643"/>
                  </a:lnTo>
                  <a:lnTo>
                    <a:pt x="22262" y="747643"/>
                  </a:lnTo>
                  <a:lnTo>
                    <a:pt x="22262" y="744244"/>
                  </a:lnTo>
                  <a:lnTo>
                    <a:pt x="22262" y="740846"/>
                  </a:lnTo>
                  <a:lnTo>
                    <a:pt x="22262" y="737448"/>
                  </a:lnTo>
                  <a:lnTo>
                    <a:pt x="22262" y="734049"/>
                  </a:lnTo>
                  <a:lnTo>
                    <a:pt x="24117" y="734049"/>
                  </a:lnTo>
                  <a:lnTo>
                    <a:pt x="24117" y="730651"/>
                  </a:lnTo>
                  <a:lnTo>
                    <a:pt x="24117" y="727253"/>
                  </a:lnTo>
                  <a:lnTo>
                    <a:pt x="24117" y="723854"/>
                  </a:lnTo>
                  <a:lnTo>
                    <a:pt x="24117" y="720456"/>
                  </a:lnTo>
                  <a:lnTo>
                    <a:pt x="24117" y="717057"/>
                  </a:lnTo>
                  <a:lnTo>
                    <a:pt x="24117" y="713659"/>
                  </a:lnTo>
                  <a:lnTo>
                    <a:pt x="24117" y="710261"/>
                  </a:lnTo>
                  <a:lnTo>
                    <a:pt x="24117" y="706862"/>
                  </a:lnTo>
                  <a:lnTo>
                    <a:pt x="24117" y="703464"/>
                  </a:lnTo>
                  <a:lnTo>
                    <a:pt x="24117" y="700066"/>
                  </a:lnTo>
                  <a:lnTo>
                    <a:pt x="24117" y="696667"/>
                  </a:lnTo>
                  <a:lnTo>
                    <a:pt x="24117" y="693269"/>
                  </a:lnTo>
                  <a:lnTo>
                    <a:pt x="24117" y="689870"/>
                  </a:lnTo>
                  <a:lnTo>
                    <a:pt x="24117" y="686472"/>
                  </a:lnTo>
                  <a:lnTo>
                    <a:pt x="24117" y="683074"/>
                  </a:lnTo>
                  <a:lnTo>
                    <a:pt x="24117" y="679675"/>
                  </a:lnTo>
                  <a:lnTo>
                    <a:pt x="24117" y="676277"/>
                  </a:lnTo>
                  <a:lnTo>
                    <a:pt x="25972" y="676277"/>
                  </a:lnTo>
                  <a:lnTo>
                    <a:pt x="25972" y="672878"/>
                  </a:lnTo>
                  <a:lnTo>
                    <a:pt x="25972" y="669480"/>
                  </a:lnTo>
                  <a:lnTo>
                    <a:pt x="25972" y="666082"/>
                  </a:lnTo>
                  <a:lnTo>
                    <a:pt x="25972" y="662683"/>
                  </a:lnTo>
                  <a:lnTo>
                    <a:pt x="25972" y="659285"/>
                  </a:lnTo>
                  <a:lnTo>
                    <a:pt x="25972" y="655887"/>
                  </a:lnTo>
                  <a:lnTo>
                    <a:pt x="25972" y="652488"/>
                  </a:lnTo>
                  <a:lnTo>
                    <a:pt x="25972" y="649090"/>
                  </a:lnTo>
                  <a:lnTo>
                    <a:pt x="25972" y="645691"/>
                  </a:lnTo>
                  <a:lnTo>
                    <a:pt x="25972" y="642293"/>
                  </a:lnTo>
                  <a:lnTo>
                    <a:pt x="25972" y="638895"/>
                  </a:lnTo>
                  <a:lnTo>
                    <a:pt x="25972" y="635496"/>
                  </a:lnTo>
                  <a:lnTo>
                    <a:pt x="27827" y="635496"/>
                  </a:lnTo>
                  <a:lnTo>
                    <a:pt x="27827" y="632098"/>
                  </a:lnTo>
                  <a:lnTo>
                    <a:pt x="27827" y="628700"/>
                  </a:lnTo>
                  <a:lnTo>
                    <a:pt x="27827" y="625301"/>
                  </a:lnTo>
                  <a:lnTo>
                    <a:pt x="27827" y="621903"/>
                  </a:lnTo>
                  <a:lnTo>
                    <a:pt x="27827" y="618504"/>
                  </a:lnTo>
                  <a:lnTo>
                    <a:pt x="27827" y="615106"/>
                  </a:lnTo>
                  <a:lnTo>
                    <a:pt x="29682" y="615106"/>
                  </a:lnTo>
                  <a:lnTo>
                    <a:pt x="29682" y="611708"/>
                  </a:lnTo>
                  <a:lnTo>
                    <a:pt x="29682" y="608309"/>
                  </a:lnTo>
                  <a:lnTo>
                    <a:pt x="29682" y="604911"/>
                  </a:lnTo>
                  <a:lnTo>
                    <a:pt x="29682" y="601513"/>
                  </a:lnTo>
                  <a:lnTo>
                    <a:pt x="29682" y="598114"/>
                  </a:lnTo>
                  <a:lnTo>
                    <a:pt x="29682" y="594716"/>
                  </a:lnTo>
                  <a:lnTo>
                    <a:pt x="29682" y="591317"/>
                  </a:lnTo>
                  <a:lnTo>
                    <a:pt x="29682" y="587919"/>
                  </a:lnTo>
                  <a:lnTo>
                    <a:pt x="29682" y="584521"/>
                  </a:lnTo>
                  <a:lnTo>
                    <a:pt x="29682" y="581122"/>
                  </a:lnTo>
                  <a:lnTo>
                    <a:pt x="29682" y="577724"/>
                  </a:lnTo>
                  <a:lnTo>
                    <a:pt x="29682" y="574325"/>
                  </a:lnTo>
                  <a:lnTo>
                    <a:pt x="31538" y="574325"/>
                  </a:lnTo>
                  <a:lnTo>
                    <a:pt x="31538" y="570927"/>
                  </a:lnTo>
                  <a:lnTo>
                    <a:pt x="31538" y="567529"/>
                  </a:lnTo>
                  <a:lnTo>
                    <a:pt x="33393" y="567529"/>
                  </a:lnTo>
                  <a:lnTo>
                    <a:pt x="33393" y="564130"/>
                  </a:lnTo>
                  <a:lnTo>
                    <a:pt x="35248" y="564130"/>
                  </a:lnTo>
                  <a:lnTo>
                    <a:pt x="35248" y="560732"/>
                  </a:lnTo>
                  <a:lnTo>
                    <a:pt x="37103" y="560732"/>
                  </a:lnTo>
                  <a:lnTo>
                    <a:pt x="37103" y="557334"/>
                  </a:lnTo>
                  <a:lnTo>
                    <a:pt x="37103" y="553935"/>
                  </a:lnTo>
                  <a:lnTo>
                    <a:pt x="37103" y="550537"/>
                  </a:lnTo>
                  <a:lnTo>
                    <a:pt x="37103" y="547138"/>
                  </a:lnTo>
                  <a:lnTo>
                    <a:pt x="38958" y="547138"/>
                  </a:lnTo>
                  <a:lnTo>
                    <a:pt x="40813" y="547138"/>
                  </a:lnTo>
                  <a:lnTo>
                    <a:pt x="40813" y="543740"/>
                  </a:lnTo>
                  <a:lnTo>
                    <a:pt x="40813" y="540342"/>
                  </a:lnTo>
                  <a:lnTo>
                    <a:pt x="40813" y="536943"/>
                  </a:lnTo>
                  <a:lnTo>
                    <a:pt x="40813" y="533545"/>
                  </a:lnTo>
                  <a:lnTo>
                    <a:pt x="42669" y="533545"/>
                  </a:lnTo>
                  <a:lnTo>
                    <a:pt x="42669" y="530147"/>
                  </a:lnTo>
                  <a:lnTo>
                    <a:pt x="42669" y="526748"/>
                  </a:lnTo>
                  <a:lnTo>
                    <a:pt x="44524" y="526748"/>
                  </a:lnTo>
                  <a:lnTo>
                    <a:pt x="44524" y="523350"/>
                  </a:lnTo>
                  <a:lnTo>
                    <a:pt x="44524" y="519951"/>
                  </a:lnTo>
                  <a:lnTo>
                    <a:pt x="44524" y="516553"/>
                  </a:lnTo>
                  <a:lnTo>
                    <a:pt x="46379" y="516553"/>
                  </a:lnTo>
                  <a:lnTo>
                    <a:pt x="46379" y="513155"/>
                  </a:lnTo>
                  <a:lnTo>
                    <a:pt x="46379" y="509756"/>
                  </a:lnTo>
                  <a:lnTo>
                    <a:pt x="46379" y="506358"/>
                  </a:lnTo>
                  <a:lnTo>
                    <a:pt x="46379" y="502960"/>
                  </a:lnTo>
                  <a:lnTo>
                    <a:pt x="48234" y="502960"/>
                  </a:lnTo>
                  <a:lnTo>
                    <a:pt x="48234" y="499561"/>
                  </a:lnTo>
                  <a:lnTo>
                    <a:pt x="50089" y="499561"/>
                  </a:lnTo>
                  <a:lnTo>
                    <a:pt x="50089" y="496163"/>
                  </a:lnTo>
                  <a:lnTo>
                    <a:pt x="51945" y="496163"/>
                  </a:lnTo>
                  <a:lnTo>
                    <a:pt x="51945" y="492764"/>
                  </a:lnTo>
                  <a:lnTo>
                    <a:pt x="51945" y="489366"/>
                  </a:lnTo>
                  <a:lnTo>
                    <a:pt x="51945" y="485968"/>
                  </a:lnTo>
                  <a:lnTo>
                    <a:pt x="51945" y="482569"/>
                  </a:lnTo>
                  <a:lnTo>
                    <a:pt x="53800" y="482569"/>
                  </a:lnTo>
                  <a:lnTo>
                    <a:pt x="53800" y="479171"/>
                  </a:lnTo>
                  <a:lnTo>
                    <a:pt x="53800" y="475773"/>
                  </a:lnTo>
                  <a:lnTo>
                    <a:pt x="53800" y="472374"/>
                  </a:lnTo>
                  <a:lnTo>
                    <a:pt x="53800" y="468976"/>
                  </a:lnTo>
                  <a:lnTo>
                    <a:pt x="53800" y="465577"/>
                  </a:lnTo>
                  <a:lnTo>
                    <a:pt x="53800" y="462179"/>
                  </a:lnTo>
                  <a:lnTo>
                    <a:pt x="53800" y="458781"/>
                  </a:lnTo>
                  <a:lnTo>
                    <a:pt x="55655" y="458781"/>
                  </a:lnTo>
                  <a:lnTo>
                    <a:pt x="55655" y="455382"/>
                  </a:lnTo>
                  <a:lnTo>
                    <a:pt x="55655" y="451984"/>
                  </a:lnTo>
                  <a:lnTo>
                    <a:pt x="57510" y="451984"/>
                  </a:lnTo>
                  <a:lnTo>
                    <a:pt x="57510" y="448585"/>
                  </a:lnTo>
                  <a:lnTo>
                    <a:pt x="59365" y="448585"/>
                  </a:lnTo>
                  <a:lnTo>
                    <a:pt x="61220" y="448585"/>
                  </a:lnTo>
                  <a:lnTo>
                    <a:pt x="61220" y="445187"/>
                  </a:lnTo>
                  <a:lnTo>
                    <a:pt x="61220" y="441789"/>
                  </a:lnTo>
                  <a:lnTo>
                    <a:pt x="61220" y="438390"/>
                  </a:lnTo>
                  <a:lnTo>
                    <a:pt x="61220" y="434992"/>
                  </a:lnTo>
                  <a:lnTo>
                    <a:pt x="63076" y="434992"/>
                  </a:lnTo>
                  <a:lnTo>
                    <a:pt x="63076" y="431594"/>
                  </a:lnTo>
                  <a:lnTo>
                    <a:pt x="64931" y="431594"/>
                  </a:lnTo>
                  <a:lnTo>
                    <a:pt x="66786" y="431594"/>
                  </a:lnTo>
                  <a:lnTo>
                    <a:pt x="66786" y="428195"/>
                  </a:lnTo>
                  <a:lnTo>
                    <a:pt x="66786" y="424797"/>
                  </a:lnTo>
                  <a:lnTo>
                    <a:pt x="66786" y="421398"/>
                  </a:lnTo>
                  <a:lnTo>
                    <a:pt x="66786" y="418000"/>
                  </a:lnTo>
                  <a:lnTo>
                    <a:pt x="66786" y="414602"/>
                  </a:lnTo>
                  <a:lnTo>
                    <a:pt x="66786" y="411203"/>
                  </a:lnTo>
                  <a:lnTo>
                    <a:pt x="66786" y="407805"/>
                  </a:lnTo>
                  <a:lnTo>
                    <a:pt x="66786" y="404407"/>
                  </a:lnTo>
                  <a:lnTo>
                    <a:pt x="68641" y="404407"/>
                  </a:lnTo>
                  <a:lnTo>
                    <a:pt x="70496" y="404407"/>
                  </a:lnTo>
                  <a:lnTo>
                    <a:pt x="70496" y="401008"/>
                  </a:lnTo>
                  <a:lnTo>
                    <a:pt x="70496" y="397610"/>
                  </a:lnTo>
                  <a:lnTo>
                    <a:pt x="72352" y="397610"/>
                  </a:lnTo>
                  <a:lnTo>
                    <a:pt x="72352" y="394211"/>
                  </a:lnTo>
                  <a:lnTo>
                    <a:pt x="74207" y="394211"/>
                  </a:lnTo>
                  <a:lnTo>
                    <a:pt x="74207" y="390813"/>
                  </a:lnTo>
                  <a:lnTo>
                    <a:pt x="76062" y="390813"/>
                  </a:lnTo>
                  <a:lnTo>
                    <a:pt x="77917" y="390813"/>
                  </a:lnTo>
                  <a:lnTo>
                    <a:pt x="79772" y="390813"/>
                  </a:lnTo>
                  <a:lnTo>
                    <a:pt x="81627" y="390813"/>
                  </a:lnTo>
                  <a:lnTo>
                    <a:pt x="81627" y="387415"/>
                  </a:lnTo>
                  <a:lnTo>
                    <a:pt x="83483" y="387415"/>
                  </a:lnTo>
                  <a:lnTo>
                    <a:pt x="85338" y="387415"/>
                  </a:lnTo>
                  <a:lnTo>
                    <a:pt x="87193" y="387415"/>
                  </a:lnTo>
                  <a:lnTo>
                    <a:pt x="87193" y="384016"/>
                  </a:lnTo>
                  <a:lnTo>
                    <a:pt x="89048" y="384016"/>
                  </a:lnTo>
                  <a:lnTo>
                    <a:pt x="89048" y="380618"/>
                  </a:lnTo>
                  <a:lnTo>
                    <a:pt x="90903" y="380618"/>
                  </a:lnTo>
                  <a:lnTo>
                    <a:pt x="90903" y="377220"/>
                  </a:lnTo>
                  <a:lnTo>
                    <a:pt x="92759" y="377220"/>
                  </a:lnTo>
                  <a:lnTo>
                    <a:pt x="92759" y="373821"/>
                  </a:lnTo>
                  <a:lnTo>
                    <a:pt x="92759" y="370423"/>
                  </a:lnTo>
                  <a:lnTo>
                    <a:pt x="94614" y="370423"/>
                  </a:lnTo>
                  <a:lnTo>
                    <a:pt x="94614" y="367024"/>
                  </a:lnTo>
                  <a:lnTo>
                    <a:pt x="96469" y="367024"/>
                  </a:lnTo>
                  <a:lnTo>
                    <a:pt x="98324" y="367024"/>
                  </a:lnTo>
                  <a:lnTo>
                    <a:pt x="100179" y="367024"/>
                  </a:lnTo>
                  <a:lnTo>
                    <a:pt x="102034" y="367024"/>
                  </a:lnTo>
                  <a:lnTo>
                    <a:pt x="103890" y="367024"/>
                  </a:lnTo>
                  <a:lnTo>
                    <a:pt x="105745" y="367024"/>
                  </a:lnTo>
                  <a:lnTo>
                    <a:pt x="107600" y="367024"/>
                  </a:lnTo>
                  <a:lnTo>
                    <a:pt x="107600" y="363626"/>
                  </a:lnTo>
                  <a:lnTo>
                    <a:pt x="109455" y="363626"/>
                  </a:lnTo>
                  <a:lnTo>
                    <a:pt x="109455" y="360228"/>
                  </a:lnTo>
                  <a:lnTo>
                    <a:pt x="109455" y="356829"/>
                  </a:lnTo>
                  <a:lnTo>
                    <a:pt x="111310" y="356829"/>
                  </a:lnTo>
                  <a:lnTo>
                    <a:pt x="111310" y="353431"/>
                  </a:lnTo>
                  <a:lnTo>
                    <a:pt x="111310" y="350033"/>
                  </a:lnTo>
                  <a:lnTo>
                    <a:pt x="113166" y="350033"/>
                  </a:lnTo>
                  <a:lnTo>
                    <a:pt x="115021" y="350033"/>
                  </a:lnTo>
                  <a:lnTo>
                    <a:pt x="115021" y="346634"/>
                  </a:lnTo>
                  <a:lnTo>
                    <a:pt x="115021" y="343236"/>
                  </a:lnTo>
                  <a:lnTo>
                    <a:pt x="115021" y="339837"/>
                  </a:lnTo>
                  <a:lnTo>
                    <a:pt x="116876" y="339837"/>
                  </a:lnTo>
                  <a:lnTo>
                    <a:pt x="116876" y="336439"/>
                  </a:lnTo>
                  <a:lnTo>
                    <a:pt x="116876" y="333041"/>
                  </a:lnTo>
                  <a:lnTo>
                    <a:pt x="118731" y="333041"/>
                  </a:lnTo>
                  <a:lnTo>
                    <a:pt x="120586" y="333041"/>
                  </a:lnTo>
                  <a:lnTo>
                    <a:pt x="120586" y="329642"/>
                  </a:lnTo>
                  <a:lnTo>
                    <a:pt x="122441" y="329642"/>
                  </a:lnTo>
                  <a:lnTo>
                    <a:pt x="124297" y="329642"/>
                  </a:lnTo>
                  <a:lnTo>
                    <a:pt x="126152" y="329642"/>
                  </a:lnTo>
                  <a:lnTo>
                    <a:pt x="128007" y="329642"/>
                  </a:lnTo>
                  <a:lnTo>
                    <a:pt x="129862" y="329642"/>
                  </a:lnTo>
                  <a:lnTo>
                    <a:pt x="131717" y="329642"/>
                  </a:lnTo>
                  <a:lnTo>
                    <a:pt x="133572" y="329642"/>
                  </a:lnTo>
                  <a:lnTo>
                    <a:pt x="133572" y="326244"/>
                  </a:lnTo>
                  <a:lnTo>
                    <a:pt x="133572" y="322845"/>
                  </a:lnTo>
                  <a:lnTo>
                    <a:pt x="133572" y="319447"/>
                  </a:lnTo>
                  <a:lnTo>
                    <a:pt x="133572" y="316049"/>
                  </a:lnTo>
                  <a:lnTo>
                    <a:pt x="133572" y="312650"/>
                  </a:lnTo>
                  <a:lnTo>
                    <a:pt x="135428" y="312650"/>
                  </a:lnTo>
                  <a:lnTo>
                    <a:pt x="137283" y="312650"/>
                  </a:lnTo>
                  <a:lnTo>
                    <a:pt x="139138" y="312650"/>
                  </a:lnTo>
                  <a:lnTo>
                    <a:pt x="139138" y="309252"/>
                  </a:lnTo>
                  <a:lnTo>
                    <a:pt x="139138" y="305854"/>
                  </a:lnTo>
                  <a:lnTo>
                    <a:pt x="140993" y="305854"/>
                  </a:lnTo>
                  <a:lnTo>
                    <a:pt x="142848" y="305854"/>
                  </a:lnTo>
                  <a:lnTo>
                    <a:pt x="142848" y="302455"/>
                  </a:lnTo>
                  <a:lnTo>
                    <a:pt x="144704" y="302455"/>
                  </a:lnTo>
                  <a:lnTo>
                    <a:pt x="146559" y="302455"/>
                  </a:lnTo>
                  <a:lnTo>
                    <a:pt x="148414" y="302455"/>
                  </a:lnTo>
                  <a:lnTo>
                    <a:pt x="150269" y="302455"/>
                  </a:lnTo>
                  <a:lnTo>
                    <a:pt x="150269" y="299057"/>
                  </a:lnTo>
                  <a:lnTo>
                    <a:pt x="152124" y="299057"/>
                  </a:lnTo>
                  <a:lnTo>
                    <a:pt x="153979" y="299057"/>
                  </a:lnTo>
                  <a:lnTo>
                    <a:pt x="155835" y="299057"/>
                  </a:lnTo>
                  <a:lnTo>
                    <a:pt x="157690" y="299057"/>
                  </a:lnTo>
                  <a:lnTo>
                    <a:pt x="157690" y="295658"/>
                  </a:lnTo>
                  <a:lnTo>
                    <a:pt x="157690" y="292260"/>
                  </a:lnTo>
                  <a:lnTo>
                    <a:pt x="159545" y="292260"/>
                  </a:lnTo>
                  <a:lnTo>
                    <a:pt x="159545" y="288862"/>
                  </a:lnTo>
                  <a:lnTo>
                    <a:pt x="161400" y="288862"/>
                  </a:lnTo>
                  <a:lnTo>
                    <a:pt x="161400" y="285463"/>
                  </a:lnTo>
                  <a:lnTo>
                    <a:pt x="163255" y="285463"/>
                  </a:lnTo>
                  <a:lnTo>
                    <a:pt x="163255" y="282065"/>
                  </a:lnTo>
                  <a:lnTo>
                    <a:pt x="165111" y="282065"/>
                  </a:lnTo>
                  <a:lnTo>
                    <a:pt x="165111" y="278667"/>
                  </a:lnTo>
                  <a:lnTo>
                    <a:pt x="165111" y="275268"/>
                  </a:lnTo>
                  <a:lnTo>
                    <a:pt x="165111" y="271870"/>
                  </a:lnTo>
                  <a:lnTo>
                    <a:pt x="166966" y="271870"/>
                  </a:lnTo>
                  <a:lnTo>
                    <a:pt x="168821" y="271870"/>
                  </a:lnTo>
                  <a:lnTo>
                    <a:pt x="168821" y="268471"/>
                  </a:lnTo>
                  <a:lnTo>
                    <a:pt x="168821" y="265073"/>
                  </a:lnTo>
                  <a:lnTo>
                    <a:pt x="168821" y="261675"/>
                  </a:lnTo>
                  <a:lnTo>
                    <a:pt x="168821" y="258276"/>
                  </a:lnTo>
                  <a:lnTo>
                    <a:pt x="170676" y="258276"/>
                  </a:lnTo>
                  <a:lnTo>
                    <a:pt x="170676" y="254878"/>
                  </a:lnTo>
                  <a:lnTo>
                    <a:pt x="170676" y="251480"/>
                  </a:lnTo>
                  <a:lnTo>
                    <a:pt x="172531" y="251480"/>
                  </a:lnTo>
                  <a:lnTo>
                    <a:pt x="172531" y="248081"/>
                  </a:lnTo>
                  <a:lnTo>
                    <a:pt x="174386" y="248081"/>
                  </a:lnTo>
                  <a:lnTo>
                    <a:pt x="174386" y="244683"/>
                  </a:lnTo>
                  <a:lnTo>
                    <a:pt x="174386" y="241284"/>
                  </a:lnTo>
                  <a:lnTo>
                    <a:pt x="174386" y="237886"/>
                  </a:lnTo>
                  <a:lnTo>
                    <a:pt x="176242" y="237886"/>
                  </a:lnTo>
                  <a:lnTo>
                    <a:pt x="176242" y="234488"/>
                  </a:lnTo>
                  <a:lnTo>
                    <a:pt x="178097" y="234488"/>
                  </a:lnTo>
                  <a:lnTo>
                    <a:pt x="178097" y="231089"/>
                  </a:lnTo>
                  <a:lnTo>
                    <a:pt x="178097" y="227691"/>
                  </a:lnTo>
                  <a:lnTo>
                    <a:pt x="178097" y="224292"/>
                  </a:lnTo>
                  <a:lnTo>
                    <a:pt x="179952" y="224292"/>
                  </a:lnTo>
                  <a:lnTo>
                    <a:pt x="181807" y="224292"/>
                  </a:lnTo>
                  <a:lnTo>
                    <a:pt x="183662" y="224292"/>
                  </a:lnTo>
                  <a:lnTo>
                    <a:pt x="185518" y="224292"/>
                  </a:lnTo>
                  <a:lnTo>
                    <a:pt x="187373" y="224292"/>
                  </a:lnTo>
                  <a:lnTo>
                    <a:pt x="189228" y="224292"/>
                  </a:lnTo>
                  <a:lnTo>
                    <a:pt x="191083" y="224292"/>
                  </a:lnTo>
                  <a:lnTo>
                    <a:pt x="192938" y="224292"/>
                  </a:lnTo>
                  <a:lnTo>
                    <a:pt x="192938" y="220894"/>
                  </a:lnTo>
                  <a:lnTo>
                    <a:pt x="194793" y="220894"/>
                  </a:lnTo>
                  <a:lnTo>
                    <a:pt x="194793" y="217496"/>
                  </a:lnTo>
                  <a:lnTo>
                    <a:pt x="196649" y="217496"/>
                  </a:lnTo>
                  <a:lnTo>
                    <a:pt x="198504" y="217496"/>
                  </a:lnTo>
                  <a:lnTo>
                    <a:pt x="200359" y="217496"/>
                  </a:lnTo>
                  <a:lnTo>
                    <a:pt x="202214" y="217496"/>
                  </a:lnTo>
                  <a:lnTo>
                    <a:pt x="204069" y="217496"/>
                  </a:lnTo>
                  <a:lnTo>
                    <a:pt x="204069" y="214097"/>
                  </a:lnTo>
                  <a:lnTo>
                    <a:pt x="204069" y="210699"/>
                  </a:lnTo>
                  <a:lnTo>
                    <a:pt x="205925" y="210699"/>
                  </a:lnTo>
                  <a:lnTo>
                    <a:pt x="207780" y="210699"/>
                  </a:lnTo>
                  <a:lnTo>
                    <a:pt x="209635" y="210699"/>
                  </a:lnTo>
                  <a:lnTo>
                    <a:pt x="211490" y="210699"/>
                  </a:lnTo>
                  <a:lnTo>
                    <a:pt x="213345" y="210699"/>
                  </a:lnTo>
                  <a:lnTo>
                    <a:pt x="213345" y="207301"/>
                  </a:lnTo>
                  <a:lnTo>
                    <a:pt x="213345" y="203902"/>
                  </a:lnTo>
                  <a:lnTo>
                    <a:pt x="215200" y="203902"/>
                  </a:lnTo>
                  <a:lnTo>
                    <a:pt x="215200" y="200504"/>
                  </a:lnTo>
                  <a:lnTo>
                    <a:pt x="217056" y="200504"/>
                  </a:lnTo>
                  <a:lnTo>
                    <a:pt x="217056" y="197105"/>
                  </a:lnTo>
                  <a:lnTo>
                    <a:pt x="218911" y="197105"/>
                  </a:lnTo>
                  <a:lnTo>
                    <a:pt x="218911" y="193707"/>
                  </a:lnTo>
                  <a:lnTo>
                    <a:pt x="220766" y="193707"/>
                  </a:lnTo>
                  <a:lnTo>
                    <a:pt x="220766" y="190309"/>
                  </a:lnTo>
                  <a:lnTo>
                    <a:pt x="222621" y="190309"/>
                  </a:lnTo>
                  <a:lnTo>
                    <a:pt x="224476" y="190309"/>
                  </a:lnTo>
                  <a:lnTo>
                    <a:pt x="224476" y="186910"/>
                  </a:lnTo>
                  <a:lnTo>
                    <a:pt x="224476" y="183512"/>
                  </a:lnTo>
                  <a:lnTo>
                    <a:pt x="226332" y="183512"/>
                  </a:lnTo>
                  <a:lnTo>
                    <a:pt x="226332" y="180114"/>
                  </a:lnTo>
                  <a:lnTo>
                    <a:pt x="228187" y="180114"/>
                  </a:lnTo>
                  <a:lnTo>
                    <a:pt x="230042" y="180114"/>
                  </a:lnTo>
                  <a:lnTo>
                    <a:pt x="230042" y="176715"/>
                  </a:lnTo>
                  <a:lnTo>
                    <a:pt x="230042" y="173317"/>
                  </a:lnTo>
                  <a:lnTo>
                    <a:pt x="231897" y="173317"/>
                  </a:lnTo>
                  <a:lnTo>
                    <a:pt x="233752" y="173317"/>
                  </a:lnTo>
                  <a:lnTo>
                    <a:pt x="233752" y="169918"/>
                  </a:lnTo>
                  <a:lnTo>
                    <a:pt x="233752" y="166520"/>
                  </a:lnTo>
                  <a:lnTo>
                    <a:pt x="235607" y="166520"/>
                  </a:lnTo>
                  <a:lnTo>
                    <a:pt x="237463" y="166520"/>
                  </a:lnTo>
                  <a:lnTo>
                    <a:pt x="239318" y="166520"/>
                  </a:lnTo>
                  <a:lnTo>
                    <a:pt x="239318" y="163122"/>
                  </a:lnTo>
                  <a:lnTo>
                    <a:pt x="241173" y="163122"/>
                  </a:lnTo>
                  <a:lnTo>
                    <a:pt x="241173" y="159723"/>
                  </a:lnTo>
                  <a:lnTo>
                    <a:pt x="241173" y="156325"/>
                  </a:lnTo>
                  <a:lnTo>
                    <a:pt x="243028" y="156325"/>
                  </a:lnTo>
                  <a:lnTo>
                    <a:pt x="244883" y="156325"/>
                  </a:lnTo>
                  <a:lnTo>
                    <a:pt x="246739" y="156325"/>
                  </a:lnTo>
                  <a:lnTo>
                    <a:pt x="248594" y="156325"/>
                  </a:lnTo>
                  <a:lnTo>
                    <a:pt x="250449" y="156325"/>
                  </a:lnTo>
                  <a:lnTo>
                    <a:pt x="252304" y="156325"/>
                  </a:lnTo>
                  <a:lnTo>
                    <a:pt x="254159" y="156325"/>
                  </a:lnTo>
                  <a:lnTo>
                    <a:pt x="256014" y="156325"/>
                  </a:lnTo>
                  <a:lnTo>
                    <a:pt x="257870" y="156325"/>
                  </a:lnTo>
                  <a:lnTo>
                    <a:pt x="257870" y="152927"/>
                  </a:lnTo>
                  <a:lnTo>
                    <a:pt x="259725" y="152927"/>
                  </a:lnTo>
                  <a:lnTo>
                    <a:pt x="261580" y="152927"/>
                  </a:lnTo>
                  <a:lnTo>
                    <a:pt x="263435" y="152927"/>
                  </a:lnTo>
                  <a:lnTo>
                    <a:pt x="265290" y="152927"/>
                  </a:lnTo>
                  <a:lnTo>
                    <a:pt x="267145" y="152927"/>
                  </a:lnTo>
                  <a:lnTo>
                    <a:pt x="269001" y="152927"/>
                  </a:lnTo>
                  <a:lnTo>
                    <a:pt x="269001" y="149528"/>
                  </a:lnTo>
                  <a:lnTo>
                    <a:pt x="270856" y="149528"/>
                  </a:lnTo>
                  <a:lnTo>
                    <a:pt x="272711" y="149528"/>
                  </a:lnTo>
                  <a:lnTo>
                    <a:pt x="274566" y="149528"/>
                  </a:lnTo>
                  <a:lnTo>
                    <a:pt x="276421" y="149528"/>
                  </a:lnTo>
                  <a:lnTo>
                    <a:pt x="276421" y="146130"/>
                  </a:lnTo>
                  <a:lnTo>
                    <a:pt x="276421" y="142731"/>
                  </a:lnTo>
                  <a:lnTo>
                    <a:pt x="278277" y="142731"/>
                  </a:lnTo>
                  <a:lnTo>
                    <a:pt x="280132" y="142731"/>
                  </a:lnTo>
                  <a:lnTo>
                    <a:pt x="281987" y="142731"/>
                  </a:lnTo>
                  <a:lnTo>
                    <a:pt x="283842" y="142731"/>
                  </a:lnTo>
                  <a:lnTo>
                    <a:pt x="283842" y="139333"/>
                  </a:lnTo>
                  <a:lnTo>
                    <a:pt x="285697" y="139333"/>
                  </a:lnTo>
                  <a:lnTo>
                    <a:pt x="287552" y="139333"/>
                  </a:lnTo>
                  <a:lnTo>
                    <a:pt x="289408" y="139333"/>
                  </a:lnTo>
                  <a:lnTo>
                    <a:pt x="291263" y="139333"/>
                  </a:lnTo>
                  <a:lnTo>
                    <a:pt x="293118" y="139333"/>
                  </a:lnTo>
                  <a:lnTo>
                    <a:pt x="293118" y="135935"/>
                  </a:lnTo>
                  <a:lnTo>
                    <a:pt x="294973" y="135935"/>
                  </a:lnTo>
                  <a:lnTo>
                    <a:pt x="296828" y="135935"/>
                  </a:lnTo>
                  <a:lnTo>
                    <a:pt x="298684" y="135935"/>
                  </a:lnTo>
                  <a:lnTo>
                    <a:pt x="300539" y="135935"/>
                  </a:lnTo>
                  <a:lnTo>
                    <a:pt x="300539" y="132536"/>
                  </a:lnTo>
                  <a:lnTo>
                    <a:pt x="302394" y="132536"/>
                  </a:lnTo>
                  <a:lnTo>
                    <a:pt x="304249" y="132536"/>
                  </a:lnTo>
                  <a:lnTo>
                    <a:pt x="306104" y="132536"/>
                  </a:lnTo>
                  <a:lnTo>
                    <a:pt x="307959" y="132536"/>
                  </a:lnTo>
                  <a:lnTo>
                    <a:pt x="309815" y="132536"/>
                  </a:lnTo>
                  <a:lnTo>
                    <a:pt x="309815" y="129138"/>
                  </a:lnTo>
                  <a:lnTo>
                    <a:pt x="311670" y="129138"/>
                  </a:lnTo>
                  <a:lnTo>
                    <a:pt x="311670" y="125740"/>
                  </a:lnTo>
                  <a:lnTo>
                    <a:pt x="313525" y="125740"/>
                  </a:lnTo>
                  <a:lnTo>
                    <a:pt x="315380" y="125740"/>
                  </a:lnTo>
                  <a:lnTo>
                    <a:pt x="317235" y="125740"/>
                  </a:lnTo>
                  <a:lnTo>
                    <a:pt x="319091" y="125740"/>
                  </a:lnTo>
                  <a:lnTo>
                    <a:pt x="319091" y="122341"/>
                  </a:lnTo>
                  <a:lnTo>
                    <a:pt x="320946" y="122341"/>
                  </a:lnTo>
                  <a:lnTo>
                    <a:pt x="322801" y="122341"/>
                  </a:lnTo>
                  <a:lnTo>
                    <a:pt x="324656" y="122341"/>
                  </a:lnTo>
                  <a:lnTo>
                    <a:pt x="326511" y="122341"/>
                  </a:lnTo>
                  <a:lnTo>
                    <a:pt x="328366" y="122341"/>
                  </a:lnTo>
                  <a:lnTo>
                    <a:pt x="328366" y="118943"/>
                  </a:lnTo>
                  <a:lnTo>
                    <a:pt x="330222" y="118943"/>
                  </a:lnTo>
                  <a:lnTo>
                    <a:pt x="332077" y="118943"/>
                  </a:lnTo>
                  <a:lnTo>
                    <a:pt x="332077" y="115544"/>
                  </a:lnTo>
                  <a:lnTo>
                    <a:pt x="333932" y="115544"/>
                  </a:lnTo>
                  <a:lnTo>
                    <a:pt x="335787" y="115544"/>
                  </a:lnTo>
                  <a:lnTo>
                    <a:pt x="337642" y="115544"/>
                  </a:lnTo>
                  <a:lnTo>
                    <a:pt x="339498" y="115544"/>
                  </a:lnTo>
                  <a:lnTo>
                    <a:pt x="341353" y="115544"/>
                  </a:lnTo>
                  <a:lnTo>
                    <a:pt x="343208" y="115544"/>
                  </a:lnTo>
                  <a:lnTo>
                    <a:pt x="345063" y="115544"/>
                  </a:lnTo>
                  <a:lnTo>
                    <a:pt x="346918" y="115544"/>
                  </a:lnTo>
                  <a:lnTo>
                    <a:pt x="348773" y="115544"/>
                  </a:lnTo>
                  <a:lnTo>
                    <a:pt x="350629" y="115544"/>
                  </a:lnTo>
                  <a:lnTo>
                    <a:pt x="350629" y="112146"/>
                  </a:lnTo>
                  <a:lnTo>
                    <a:pt x="352484" y="112146"/>
                  </a:lnTo>
                  <a:lnTo>
                    <a:pt x="354339" y="112146"/>
                  </a:lnTo>
                  <a:lnTo>
                    <a:pt x="356194" y="112146"/>
                  </a:lnTo>
                  <a:lnTo>
                    <a:pt x="356194" y="108748"/>
                  </a:lnTo>
                  <a:lnTo>
                    <a:pt x="358049" y="108748"/>
                  </a:lnTo>
                  <a:lnTo>
                    <a:pt x="359905" y="108748"/>
                  </a:lnTo>
                  <a:lnTo>
                    <a:pt x="359905" y="105349"/>
                  </a:lnTo>
                  <a:lnTo>
                    <a:pt x="359905" y="101951"/>
                  </a:lnTo>
                  <a:lnTo>
                    <a:pt x="359905" y="98552"/>
                  </a:lnTo>
                  <a:lnTo>
                    <a:pt x="361760" y="98552"/>
                  </a:lnTo>
                  <a:lnTo>
                    <a:pt x="363615" y="98552"/>
                  </a:lnTo>
                  <a:lnTo>
                    <a:pt x="363615" y="95154"/>
                  </a:lnTo>
                  <a:lnTo>
                    <a:pt x="365470" y="95154"/>
                  </a:lnTo>
                  <a:lnTo>
                    <a:pt x="367325" y="95154"/>
                  </a:lnTo>
                  <a:lnTo>
                    <a:pt x="369180" y="95154"/>
                  </a:lnTo>
                  <a:lnTo>
                    <a:pt x="371036" y="95154"/>
                  </a:lnTo>
                  <a:lnTo>
                    <a:pt x="372891" y="95154"/>
                  </a:lnTo>
                  <a:lnTo>
                    <a:pt x="374746" y="95154"/>
                  </a:lnTo>
                  <a:lnTo>
                    <a:pt x="376601" y="95154"/>
                  </a:lnTo>
                  <a:lnTo>
                    <a:pt x="378456" y="95154"/>
                  </a:lnTo>
                  <a:lnTo>
                    <a:pt x="380311" y="95154"/>
                  </a:lnTo>
                  <a:lnTo>
                    <a:pt x="382167" y="95154"/>
                  </a:lnTo>
                  <a:lnTo>
                    <a:pt x="384022" y="95154"/>
                  </a:lnTo>
                  <a:lnTo>
                    <a:pt x="385877" y="95154"/>
                  </a:lnTo>
                  <a:lnTo>
                    <a:pt x="387732" y="95154"/>
                  </a:lnTo>
                  <a:lnTo>
                    <a:pt x="389587" y="95154"/>
                  </a:lnTo>
                  <a:lnTo>
                    <a:pt x="389587" y="91756"/>
                  </a:lnTo>
                  <a:lnTo>
                    <a:pt x="391443" y="91756"/>
                  </a:lnTo>
                  <a:lnTo>
                    <a:pt x="391443" y="88357"/>
                  </a:lnTo>
                  <a:lnTo>
                    <a:pt x="393298" y="88357"/>
                  </a:lnTo>
                  <a:lnTo>
                    <a:pt x="395153" y="88357"/>
                  </a:lnTo>
                  <a:lnTo>
                    <a:pt x="397008" y="88357"/>
                  </a:lnTo>
                  <a:lnTo>
                    <a:pt x="398863" y="88357"/>
                  </a:lnTo>
                  <a:lnTo>
                    <a:pt x="400718" y="88357"/>
                  </a:lnTo>
                  <a:lnTo>
                    <a:pt x="402574" y="88357"/>
                  </a:lnTo>
                  <a:lnTo>
                    <a:pt x="404429" y="88357"/>
                  </a:lnTo>
                  <a:lnTo>
                    <a:pt x="406284" y="88357"/>
                  </a:lnTo>
                  <a:lnTo>
                    <a:pt x="408139" y="88357"/>
                  </a:lnTo>
                  <a:lnTo>
                    <a:pt x="409994" y="88357"/>
                  </a:lnTo>
                  <a:lnTo>
                    <a:pt x="411850" y="88357"/>
                  </a:lnTo>
                  <a:lnTo>
                    <a:pt x="413705" y="88357"/>
                  </a:lnTo>
                  <a:lnTo>
                    <a:pt x="413705" y="84959"/>
                  </a:lnTo>
                  <a:lnTo>
                    <a:pt x="415560" y="84959"/>
                  </a:lnTo>
                  <a:lnTo>
                    <a:pt x="417415" y="84959"/>
                  </a:lnTo>
                  <a:lnTo>
                    <a:pt x="419270" y="84959"/>
                  </a:lnTo>
                  <a:lnTo>
                    <a:pt x="421125" y="84959"/>
                  </a:lnTo>
                  <a:lnTo>
                    <a:pt x="422981" y="84959"/>
                  </a:lnTo>
                  <a:lnTo>
                    <a:pt x="424836" y="84959"/>
                  </a:lnTo>
                  <a:lnTo>
                    <a:pt x="426691" y="84959"/>
                  </a:lnTo>
                  <a:lnTo>
                    <a:pt x="428546" y="84959"/>
                  </a:lnTo>
                  <a:lnTo>
                    <a:pt x="430401" y="84959"/>
                  </a:lnTo>
                  <a:lnTo>
                    <a:pt x="432257" y="84959"/>
                  </a:lnTo>
                  <a:lnTo>
                    <a:pt x="434112" y="84959"/>
                  </a:lnTo>
                  <a:lnTo>
                    <a:pt x="435967" y="84959"/>
                  </a:lnTo>
                  <a:lnTo>
                    <a:pt x="437822" y="84959"/>
                  </a:lnTo>
                  <a:lnTo>
                    <a:pt x="439677" y="84959"/>
                  </a:lnTo>
                  <a:lnTo>
                    <a:pt x="441532" y="84959"/>
                  </a:lnTo>
                  <a:lnTo>
                    <a:pt x="443388" y="84959"/>
                  </a:lnTo>
                  <a:lnTo>
                    <a:pt x="443388" y="81561"/>
                  </a:lnTo>
                  <a:lnTo>
                    <a:pt x="445243" y="81561"/>
                  </a:lnTo>
                  <a:lnTo>
                    <a:pt x="445243" y="78162"/>
                  </a:lnTo>
                  <a:lnTo>
                    <a:pt x="447098" y="78162"/>
                  </a:lnTo>
                  <a:lnTo>
                    <a:pt x="448953" y="78162"/>
                  </a:lnTo>
                  <a:lnTo>
                    <a:pt x="450808" y="78162"/>
                  </a:lnTo>
                  <a:lnTo>
                    <a:pt x="452664" y="78162"/>
                  </a:lnTo>
                  <a:lnTo>
                    <a:pt x="454519" y="78162"/>
                  </a:lnTo>
                  <a:lnTo>
                    <a:pt x="456374" y="78162"/>
                  </a:lnTo>
                  <a:lnTo>
                    <a:pt x="456374" y="74764"/>
                  </a:lnTo>
                  <a:lnTo>
                    <a:pt x="458229" y="74764"/>
                  </a:lnTo>
                  <a:lnTo>
                    <a:pt x="460084" y="74764"/>
                  </a:lnTo>
                  <a:lnTo>
                    <a:pt x="461939" y="74764"/>
                  </a:lnTo>
                  <a:lnTo>
                    <a:pt x="463795" y="74764"/>
                  </a:lnTo>
                  <a:lnTo>
                    <a:pt x="465650" y="74764"/>
                  </a:lnTo>
                  <a:lnTo>
                    <a:pt x="467505" y="74764"/>
                  </a:lnTo>
                  <a:lnTo>
                    <a:pt x="467505" y="71365"/>
                  </a:lnTo>
                  <a:lnTo>
                    <a:pt x="469360" y="71365"/>
                  </a:lnTo>
                  <a:lnTo>
                    <a:pt x="471215" y="71365"/>
                  </a:lnTo>
                  <a:lnTo>
                    <a:pt x="473071" y="71365"/>
                  </a:lnTo>
                  <a:lnTo>
                    <a:pt x="474926" y="71365"/>
                  </a:lnTo>
                  <a:lnTo>
                    <a:pt x="476781" y="71365"/>
                  </a:lnTo>
                  <a:lnTo>
                    <a:pt x="478636" y="71365"/>
                  </a:lnTo>
                  <a:lnTo>
                    <a:pt x="480491" y="71365"/>
                  </a:lnTo>
                  <a:lnTo>
                    <a:pt x="482346" y="71365"/>
                  </a:lnTo>
                  <a:lnTo>
                    <a:pt x="484202" y="71365"/>
                  </a:lnTo>
                  <a:lnTo>
                    <a:pt x="484202" y="67967"/>
                  </a:lnTo>
                  <a:lnTo>
                    <a:pt x="486057" y="67967"/>
                  </a:lnTo>
                  <a:lnTo>
                    <a:pt x="487912" y="67967"/>
                  </a:lnTo>
                  <a:lnTo>
                    <a:pt x="489767" y="67967"/>
                  </a:lnTo>
                  <a:lnTo>
                    <a:pt x="491622" y="67967"/>
                  </a:lnTo>
                  <a:lnTo>
                    <a:pt x="493478" y="67967"/>
                  </a:lnTo>
                  <a:lnTo>
                    <a:pt x="495333" y="67967"/>
                  </a:lnTo>
                  <a:lnTo>
                    <a:pt x="497188" y="67967"/>
                  </a:lnTo>
                  <a:lnTo>
                    <a:pt x="499043" y="67967"/>
                  </a:lnTo>
                  <a:lnTo>
                    <a:pt x="500898" y="67967"/>
                  </a:lnTo>
                  <a:lnTo>
                    <a:pt x="502753" y="67967"/>
                  </a:lnTo>
                  <a:lnTo>
                    <a:pt x="504609" y="67967"/>
                  </a:lnTo>
                  <a:lnTo>
                    <a:pt x="506464" y="67967"/>
                  </a:lnTo>
                  <a:lnTo>
                    <a:pt x="508319" y="67967"/>
                  </a:lnTo>
                  <a:lnTo>
                    <a:pt x="510174" y="67967"/>
                  </a:lnTo>
                  <a:lnTo>
                    <a:pt x="512029" y="67967"/>
                  </a:lnTo>
                  <a:lnTo>
                    <a:pt x="513884" y="67967"/>
                  </a:lnTo>
                  <a:lnTo>
                    <a:pt x="515740" y="67967"/>
                  </a:lnTo>
                  <a:lnTo>
                    <a:pt x="517595" y="67967"/>
                  </a:lnTo>
                  <a:lnTo>
                    <a:pt x="519450" y="67967"/>
                  </a:lnTo>
                  <a:lnTo>
                    <a:pt x="521305" y="67967"/>
                  </a:lnTo>
                  <a:lnTo>
                    <a:pt x="523160" y="67967"/>
                  </a:lnTo>
                  <a:lnTo>
                    <a:pt x="525016" y="67967"/>
                  </a:lnTo>
                  <a:lnTo>
                    <a:pt x="526871" y="67967"/>
                  </a:lnTo>
                  <a:lnTo>
                    <a:pt x="528726" y="67967"/>
                  </a:lnTo>
                  <a:lnTo>
                    <a:pt x="530581" y="67967"/>
                  </a:lnTo>
                  <a:lnTo>
                    <a:pt x="532436" y="67967"/>
                  </a:lnTo>
                  <a:lnTo>
                    <a:pt x="532436" y="64569"/>
                  </a:lnTo>
                  <a:lnTo>
                    <a:pt x="534291" y="64569"/>
                  </a:lnTo>
                  <a:lnTo>
                    <a:pt x="536147" y="64569"/>
                  </a:lnTo>
                  <a:lnTo>
                    <a:pt x="538002" y="64569"/>
                  </a:lnTo>
                  <a:lnTo>
                    <a:pt x="539857" y="64569"/>
                  </a:lnTo>
                  <a:lnTo>
                    <a:pt x="541712" y="64569"/>
                  </a:lnTo>
                  <a:lnTo>
                    <a:pt x="543567" y="64569"/>
                  </a:lnTo>
                  <a:lnTo>
                    <a:pt x="545423" y="64569"/>
                  </a:lnTo>
                  <a:lnTo>
                    <a:pt x="547278" y="64569"/>
                  </a:lnTo>
                  <a:lnTo>
                    <a:pt x="549133" y="64569"/>
                  </a:lnTo>
                  <a:lnTo>
                    <a:pt x="550988" y="64569"/>
                  </a:lnTo>
                  <a:lnTo>
                    <a:pt x="552843" y="64569"/>
                  </a:lnTo>
                  <a:lnTo>
                    <a:pt x="554698" y="64569"/>
                  </a:lnTo>
                  <a:lnTo>
                    <a:pt x="556554" y="64569"/>
                  </a:lnTo>
                  <a:lnTo>
                    <a:pt x="558409" y="64569"/>
                  </a:lnTo>
                  <a:lnTo>
                    <a:pt x="558409" y="61170"/>
                  </a:lnTo>
                  <a:lnTo>
                    <a:pt x="560264" y="61170"/>
                  </a:lnTo>
                  <a:lnTo>
                    <a:pt x="562119" y="61170"/>
                  </a:lnTo>
                  <a:lnTo>
                    <a:pt x="563974" y="61170"/>
                  </a:lnTo>
                  <a:lnTo>
                    <a:pt x="567685" y="61170"/>
                  </a:lnTo>
                  <a:lnTo>
                    <a:pt x="569540" y="61170"/>
                  </a:lnTo>
                  <a:lnTo>
                    <a:pt x="571395" y="61170"/>
                  </a:lnTo>
                  <a:lnTo>
                    <a:pt x="573250" y="61170"/>
                  </a:lnTo>
                  <a:lnTo>
                    <a:pt x="573250" y="57772"/>
                  </a:lnTo>
                  <a:lnTo>
                    <a:pt x="575105" y="57772"/>
                  </a:lnTo>
                  <a:lnTo>
                    <a:pt x="576961" y="57772"/>
                  </a:lnTo>
                  <a:lnTo>
                    <a:pt x="578816" y="57772"/>
                  </a:lnTo>
                  <a:lnTo>
                    <a:pt x="580671" y="57772"/>
                  </a:lnTo>
                  <a:lnTo>
                    <a:pt x="582526" y="57772"/>
                  </a:lnTo>
                  <a:lnTo>
                    <a:pt x="584381" y="57772"/>
                  </a:lnTo>
                  <a:lnTo>
                    <a:pt x="586237" y="57772"/>
                  </a:lnTo>
                  <a:lnTo>
                    <a:pt x="588092" y="57772"/>
                  </a:lnTo>
                  <a:lnTo>
                    <a:pt x="589947" y="57772"/>
                  </a:lnTo>
                  <a:lnTo>
                    <a:pt x="591802" y="57772"/>
                  </a:lnTo>
                  <a:lnTo>
                    <a:pt x="593657" y="57772"/>
                  </a:lnTo>
                  <a:lnTo>
                    <a:pt x="595512" y="57772"/>
                  </a:lnTo>
                  <a:lnTo>
                    <a:pt x="595512" y="54374"/>
                  </a:lnTo>
                  <a:lnTo>
                    <a:pt x="597368" y="54374"/>
                  </a:lnTo>
                  <a:lnTo>
                    <a:pt x="599223" y="54374"/>
                  </a:lnTo>
                  <a:lnTo>
                    <a:pt x="601078" y="54374"/>
                  </a:lnTo>
                  <a:lnTo>
                    <a:pt x="602933" y="54374"/>
                  </a:lnTo>
                  <a:lnTo>
                    <a:pt x="604788" y="54374"/>
                  </a:lnTo>
                  <a:lnTo>
                    <a:pt x="606644" y="54374"/>
                  </a:lnTo>
                  <a:lnTo>
                    <a:pt x="608499" y="54374"/>
                  </a:lnTo>
                  <a:lnTo>
                    <a:pt x="610354" y="54374"/>
                  </a:lnTo>
                  <a:lnTo>
                    <a:pt x="612209" y="54374"/>
                  </a:lnTo>
                  <a:lnTo>
                    <a:pt x="614064" y="54374"/>
                  </a:lnTo>
                  <a:lnTo>
                    <a:pt x="615919" y="54374"/>
                  </a:lnTo>
                  <a:lnTo>
                    <a:pt x="615919" y="50975"/>
                  </a:lnTo>
                  <a:lnTo>
                    <a:pt x="617775" y="50975"/>
                  </a:lnTo>
                  <a:lnTo>
                    <a:pt x="619630" y="50975"/>
                  </a:lnTo>
                  <a:lnTo>
                    <a:pt x="621485" y="50975"/>
                  </a:lnTo>
                  <a:lnTo>
                    <a:pt x="621485" y="47577"/>
                  </a:lnTo>
                  <a:lnTo>
                    <a:pt x="623340" y="47577"/>
                  </a:lnTo>
                  <a:lnTo>
                    <a:pt x="625195" y="47577"/>
                  </a:lnTo>
                  <a:lnTo>
                    <a:pt x="625195" y="44178"/>
                  </a:lnTo>
                  <a:lnTo>
                    <a:pt x="627050" y="44178"/>
                  </a:lnTo>
                  <a:lnTo>
                    <a:pt x="628906" y="44178"/>
                  </a:lnTo>
                  <a:lnTo>
                    <a:pt x="630761" y="44178"/>
                  </a:lnTo>
                  <a:lnTo>
                    <a:pt x="632616" y="44178"/>
                  </a:lnTo>
                  <a:lnTo>
                    <a:pt x="634471" y="44178"/>
                  </a:lnTo>
                  <a:lnTo>
                    <a:pt x="636326" y="44178"/>
                  </a:lnTo>
                  <a:lnTo>
                    <a:pt x="638182" y="44178"/>
                  </a:lnTo>
                  <a:lnTo>
                    <a:pt x="640037" y="44178"/>
                  </a:lnTo>
                  <a:lnTo>
                    <a:pt x="641892" y="44178"/>
                  </a:lnTo>
                  <a:lnTo>
                    <a:pt x="643747" y="44178"/>
                  </a:lnTo>
                  <a:lnTo>
                    <a:pt x="645602" y="44178"/>
                  </a:lnTo>
                  <a:lnTo>
                    <a:pt x="647457" y="44178"/>
                  </a:lnTo>
                  <a:lnTo>
                    <a:pt x="649313" y="44178"/>
                  </a:lnTo>
                  <a:lnTo>
                    <a:pt x="651168" y="44178"/>
                  </a:lnTo>
                  <a:lnTo>
                    <a:pt x="653023" y="44178"/>
                  </a:lnTo>
                  <a:lnTo>
                    <a:pt x="654878" y="44178"/>
                  </a:lnTo>
                  <a:lnTo>
                    <a:pt x="656733" y="44178"/>
                  </a:lnTo>
                  <a:lnTo>
                    <a:pt x="658589" y="44178"/>
                  </a:lnTo>
                  <a:lnTo>
                    <a:pt x="660444" y="44178"/>
                  </a:lnTo>
                  <a:lnTo>
                    <a:pt x="662299" y="44178"/>
                  </a:lnTo>
                  <a:lnTo>
                    <a:pt x="664154" y="44178"/>
                  </a:lnTo>
                  <a:lnTo>
                    <a:pt x="666009" y="44178"/>
                  </a:lnTo>
                  <a:lnTo>
                    <a:pt x="667864" y="44178"/>
                  </a:lnTo>
                  <a:lnTo>
                    <a:pt x="669720" y="44178"/>
                  </a:lnTo>
                  <a:lnTo>
                    <a:pt x="671575" y="44178"/>
                  </a:lnTo>
                  <a:lnTo>
                    <a:pt x="673430" y="44178"/>
                  </a:lnTo>
                  <a:lnTo>
                    <a:pt x="675285" y="44178"/>
                  </a:lnTo>
                  <a:lnTo>
                    <a:pt x="677140" y="44178"/>
                  </a:lnTo>
                  <a:lnTo>
                    <a:pt x="678996" y="44178"/>
                  </a:lnTo>
                  <a:lnTo>
                    <a:pt x="680851" y="44178"/>
                  </a:lnTo>
                  <a:lnTo>
                    <a:pt x="682706" y="44178"/>
                  </a:lnTo>
                  <a:lnTo>
                    <a:pt x="684561" y="44178"/>
                  </a:lnTo>
                  <a:lnTo>
                    <a:pt x="686416" y="44178"/>
                  </a:lnTo>
                  <a:lnTo>
                    <a:pt x="688271" y="44178"/>
                  </a:lnTo>
                  <a:lnTo>
                    <a:pt x="690127" y="44178"/>
                  </a:lnTo>
                  <a:lnTo>
                    <a:pt x="691982" y="44178"/>
                  </a:lnTo>
                  <a:lnTo>
                    <a:pt x="693837" y="44178"/>
                  </a:lnTo>
                  <a:lnTo>
                    <a:pt x="695692" y="44178"/>
                  </a:lnTo>
                  <a:lnTo>
                    <a:pt x="697547" y="44178"/>
                  </a:lnTo>
                  <a:lnTo>
                    <a:pt x="699403" y="44178"/>
                  </a:lnTo>
                  <a:lnTo>
                    <a:pt x="701258" y="44178"/>
                  </a:lnTo>
                  <a:lnTo>
                    <a:pt x="703113" y="44178"/>
                  </a:lnTo>
                  <a:lnTo>
                    <a:pt x="704968" y="44178"/>
                  </a:lnTo>
                  <a:lnTo>
                    <a:pt x="706823" y="44178"/>
                  </a:lnTo>
                  <a:lnTo>
                    <a:pt x="708678" y="44178"/>
                  </a:lnTo>
                  <a:lnTo>
                    <a:pt x="710534" y="44178"/>
                  </a:lnTo>
                  <a:lnTo>
                    <a:pt x="712389" y="44178"/>
                  </a:lnTo>
                  <a:lnTo>
                    <a:pt x="714244" y="44178"/>
                  </a:lnTo>
                  <a:lnTo>
                    <a:pt x="716099" y="44178"/>
                  </a:lnTo>
                  <a:lnTo>
                    <a:pt x="717954" y="44178"/>
                  </a:lnTo>
                  <a:lnTo>
                    <a:pt x="719810" y="44178"/>
                  </a:lnTo>
                  <a:lnTo>
                    <a:pt x="721665" y="44178"/>
                  </a:lnTo>
                  <a:lnTo>
                    <a:pt x="723520" y="44178"/>
                  </a:lnTo>
                  <a:lnTo>
                    <a:pt x="725375" y="44178"/>
                  </a:lnTo>
                  <a:lnTo>
                    <a:pt x="727230" y="44178"/>
                  </a:lnTo>
                  <a:lnTo>
                    <a:pt x="729085" y="44178"/>
                  </a:lnTo>
                  <a:lnTo>
                    <a:pt x="729085" y="40780"/>
                  </a:lnTo>
                  <a:lnTo>
                    <a:pt x="729085" y="37382"/>
                  </a:lnTo>
                  <a:lnTo>
                    <a:pt x="730941" y="37382"/>
                  </a:lnTo>
                  <a:lnTo>
                    <a:pt x="732796" y="37382"/>
                  </a:lnTo>
                  <a:lnTo>
                    <a:pt x="734651" y="37382"/>
                  </a:lnTo>
                  <a:lnTo>
                    <a:pt x="736506" y="37382"/>
                  </a:lnTo>
                  <a:lnTo>
                    <a:pt x="738361" y="37382"/>
                  </a:lnTo>
                  <a:lnTo>
                    <a:pt x="740217" y="37382"/>
                  </a:lnTo>
                  <a:lnTo>
                    <a:pt x="742072" y="37382"/>
                  </a:lnTo>
                  <a:lnTo>
                    <a:pt x="743927" y="37382"/>
                  </a:lnTo>
                  <a:lnTo>
                    <a:pt x="745782" y="37382"/>
                  </a:lnTo>
                  <a:lnTo>
                    <a:pt x="747637" y="37382"/>
                  </a:lnTo>
                  <a:lnTo>
                    <a:pt x="749492" y="37382"/>
                  </a:lnTo>
                  <a:lnTo>
                    <a:pt x="751348" y="37382"/>
                  </a:lnTo>
                  <a:lnTo>
                    <a:pt x="753203" y="37382"/>
                  </a:lnTo>
                  <a:lnTo>
                    <a:pt x="755058" y="37382"/>
                  </a:lnTo>
                  <a:lnTo>
                    <a:pt x="756913" y="37382"/>
                  </a:lnTo>
                  <a:lnTo>
                    <a:pt x="758768" y="37382"/>
                  </a:lnTo>
                  <a:lnTo>
                    <a:pt x="760623" y="37382"/>
                  </a:lnTo>
                  <a:lnTo>
                    <a:pt x="762479" y="37382"/>
                  </a:lnTo>
                  <a:lnTo>
                    <a:pt x="764334" y="37382"/>
                  </a:lnTo>
                  <a:lnTo>
                    <a:pt x="766189" y="37382"/>
                  </a:lnTo>
                  <a:lnTo>
                    <a:pt x="768044" y="37382"/>
                  </a:lnTo>
                  <a:lnTo>
                    <a:pt x="769899" y="37382"/>
                  </a:lnTo>
                  <a:lnTo>
                    <a:pt x="771755" y="37382"/>
                  </a:lnTo>
                  <a:lnTo>
                    <a:pt x="771755" y="33983"/>
                  </a:lnTo>
                  <a:lnTo>
                    <a:pt x="773610" y="33983"/>
                  </a:lnTo>
                  <a:lnTo>
                    <a:pt x="775465" y="33983"/>
                  </a:lnTo>
                  <a:lnTo>
                    <a:pt x="777320" y="33983"/>
                  </a:lnTo>
                  <a:lnTo>
                    <a:pt x="779175" y="33983"/>
                  </a:lnTo>
                  <a:lnTo>
                    <a:pt x="781030" y="33983"/>
                  </a:lnTo>
                  <a:lnTo>
                    <a:pt x="782886" y="33983"/>
                  </a:lnTo>
                  <a:lnTo>
                    <a:pt x="784741" y="33983"/>
                  </a:lnTo>
                  <a:lnTo>
                    <a:pt x="786596" y="33983"/>
                  </a:lnTo>
                  <a:lnTo>
                    <a:pt x="788451" y="33983"/>
                  </a:lnTo>
                  <a:lnTo>
                    <a:pt x="790306" y="33983"/>
                  </a:lnTo>
                  <a:lnTo>
                    <a:pt x="792162" y="33983"/>
                  </a:lnTo>
                  <a:lnTo>
                    <a:pt x="794017" y="33983"/>
                  </a:lnTo>
                  <a:lnTo>
                    <a:pt x="795872" y="33983"/>
                  </a:lnTo>
                  <a:lnTo>
                    <a:pt x="795872" y="30585"/>
                  </a:lnTo>
                  <a:lnTo>
                    <a:pt x="797727" y="30585"/>
                  </a:lnTo>
                  <a:lnTo>
                    <a:pt x="799582" y="30585"/>
                  </a:lnTo>
                  <a:lnTo>
                    <a:pt x="801437" y="30585"/>
                  </a:lnTo>
                  <a:lnTo>
                    <a:pt x="801437" y="27187"/>
                  </a:lnTo>
                  <a:lnTo>
                    <a:pt x="803293" y="27187"/>
                  </a:lnTo>
                  <a:lnTo>
                    <a:pt x="805148" y="27187"/>
                  </a:lnTo>
                  <a:lnTo>
                    <a:pt x="807003" y="27187"/>
                  </a:lnTo>
                  <a:lnTo>
                    <a:pt x="808858" y="27187"/>
                  </a:lnTo>
                  <a:lnTo>
                    <a:pt x="810713" y="27187"/>
                  </a:lnTo>
                  <a:lnTo>
                    <a:pt x="812569" y="27187"/>
                  </a:lnTo>
                  <a:lnTo>
                    <a:pt x="814424" y="27187"/>
                  </a:lnTo>
                  <a:lnTo>
                    <a:pt x="816279" y="27187"/>
                  </a:lnTo>
                  <a:lnTo>
                    <a:pt x="818134" y="27187"/>
                  </a:lnTo>
                  <a:lnTo>
                    <a:pt x="819989" y="27187"/>
                  </a:lnTo>
                  <a:lnTo>
                    <a:pt x="821844" y="27187"/>
                  </a:lnTo>
                  <a:lnTo>
                    <a:pt x="823700" y="27187"/>
                  </a:lnTo>
                  <a:lnTo>
                    <a:pt x="825555" y="27187"/>
                  </a:lnTo>
                  <a:lnTo>
                    <a:pt x="827410" y="27187"/>
                  </a:lnTo>
                  <a:lnTo>
                    <a:pt x="829265" y="27187"/>
                  </a:lnTo>
                  <a:lnTo>
                    <a:pt x="829265" y="23788"/>
                  </a:lnTo>
                  <a:lnTo>
                    <a:pt x="831120" y="23788"/>
                  </a:lnTo>
                  <a:lnTo>
                    <a:pt x="832976" y="23788"/>
                  </a:lnTo>
                  <a:lnTo>
                    <a:pt x="834831" y="23788"/>
                  </a:lnTo>
                  <a:lnTo>
                    <a:pt x="836686" y="23788"/>
                  </a:lnTo>
                  <a:lnTo>
                    <a:pt x="838541" y="23788"/>
                  </a:lnTo>
                  <a:lnTo>
                    <a:pt x="840396" y="23788"/>
                  </a:lnTo>
                  <a:lnTo>
                    <a:pt x="842251" y="23788"/>
                  </a:lnTo>
                  <a:lnTo>
                    <a:pt x="844107" y="23788"/>
                  </a:lnTo>
                  <a:lnTo>
                    <a:pt x="845962" y="23788"/>
                  </a:lnTo>
                  <a:lnTo>
                    <a:pt x="847817" y="23788"/>
                  </a:lnTo>
                  <a:lnTo>
                    <a:pt x="849672" y="23788"/>
                  </a:lnTo>
                  <a:lnTo>
                    <a:pt x="851527" y="23788"/>
                  </a:lnTo>
                  <a:lnTo>
                    <a:pt x="853383" y="23788"/>
                  </a:lnTo>
                  <a:lnTo>
                    <a:pt x="855238" y="23788"/>
                  </a:lnTo>
                  <a:lnTo>
                    <a:pt x="857093" y="23788"/>
                  </a:lnTo>
                  <a:lnTo>
                    <a:pt x="858948" y="23788"/>
                  </a:lnTo>
                  <a:lnTo>
                    <a:pt x="860803" y="23788"/>
                  </a:lnTo>
                  <a:lnTo>
                    <a:pt x="862658" y="23788"/>
                  </a:lnTo>
                  <a:lnTo>
                    <a:pt x="864514" y="23788"/>
                  </a:lnTo>
                  <a:lnTo>
                    <a:pt x="866369" y="23788"/>
                  </a:lnTo>
                  <a:lnTo>
                    <a:pt x="868224" y="23788"/>
                  </a:lnTo>
                  <a:lnTo>
                    <a:pt x="870079" y="23788"/>
                  </a:lnTo>
                  <a:lnTo>
                    <a:pt x="871934" y="23788"/>
                  </a:lnTo>
                  <a:lnTo>
                    <a:pt x="873790" y="23788"/>
                  </a:lnTo>
                  <a:lnTo>
                    <a:pt x="875645" y="23788"/>
                  </a:lnTo>
                  <a:lnTo>
                    <a:pt x="877500" y="23788"/>
                  </a:lnTo>
                  <a:lnTo>
                    <a:pt x="879355" y="23788"/>
                  </a:lnTo>
                  <a:lnTo>
                    <a:pt x="881210" y="23788"/>
                  </a:lnTo>
                  <a:lnTo>
                    <a:pt x="883065" y="23788"/>
                  </a:lnTo>
                  <a:lnTo>
                    <a:pt x="884921" y="23788"/>
                  </a:lnTo>
                  <a:lnTo>
                    <a:pt x="886776" y="23788"/>
                  </a:lnTo>
                  <a:lnTo>
                    <a:pt x="888631" y="23788"/>
                  </a:lnTo>
                  <a:lnTo>
                    <a:pt x="890486" y="23788"/>
                  </a:lnTo>
                  <a:lnTo>
                    <a:pt x="892341" y="23788"/>
                  </a:lnTo>
                  <a:lnTo>
                    <a:pt x="894196" y="23788"/>
                  </a:lnTo>
                  <a:lnTo>
                    <a:pt x="896052" y="23788"/>
                  </a:lnTo>
                  <a:lnTo>
                    <a:pt x="896052" y="20390"/>
                  </a:lnTo>
                  <a:lnTo>
                    <a:pt x="897907" y="20390"/>
                  </a:lnTo>
                  <a:lnTo>
                    <a:pt x="899762" y="20390"/>
                  </a:lnTo>
                  <a:lnTo>
                    <a:pt x="899762" y="16991"/>
                  </a:lnTo>
                  <a:lnTo>
                    <a:pt x="901617" y="16991"/>
                  </a:lnTo>
                  <a:lnTo>
                    <a:pt x="903472" y="16991"/>
                  </a:lnTo>
                  <a:lnTo>
                    <a:pt x="905328" y="16991"/>
                  </a:lnTo>
                  <a:lnTo>
                    <a:pt x="907183" y="16991"/>
                  </a:lnTo>
                  <a:lnTo>
                    <a:pt x="909038" y="16991"/>
                  </a:lnTo>
                  <a:lnTo>
                    <a:pt x="910893" y="16991"/>
                  </a:lnTo>
                  <a:lnTo>
                    <a:pt x="912748" y="16991"/>
                  </a:lnTo>
                  <a:lnTo>
                    <a:pt x="914603" y="16991"/>
                  </a:lnTo>
                  <a:lnTo>
                    <a:pt x="916459" y="16991"/>
                  </a:lnTo>
                  <a:lnTo>
                    <a:pt x="918314" y="16991"/>
                  </a:lnTo>
                  <a:lnTo>
                    <a:pt x="920169" y="16991"/>
                  </a:lnTo>
                  <a:lnTo>
                    <a:pt x="922024" y="16991"/>
                  </a:lnTo>
                  <a:lnTo>
                    <a:pt x="923879" y="16991"/>
                  </a:lnTo>
                  <a:lnTo>
                    <a:pt x="925735" y="16991"/>
                  </a:lnTo>
                  <a:lnTo>
                    <a:pt x="927590" y="16991"/>
                  </a:lnTo>
                  <a:lnTo>
                    <a:pt x="929445" y="16991"/>
                  </a:lnTo>
                  <a:lnTo>
                    <a:pt x="931300" y="16991"/>
                  </a:lnTo>
                  <a:lnTo>
                    <a:pt x="933155" y="16991"/>
                  </a:lnTo>
                  <a:lnTo>
                    <a:pt x="935010" y="16991"/>
                  </a:lnTo>
                  <a:lnTo>
                    <a:pt x="936866" y="16991"/>
                  </a:lnTo>
                  <a:lnTo>
                    <a:pt x="938721" y="16991"/>
                  </a:lnTo>
                  <a:lnTo>
                    <a:pt x="940576" y="16991"/>
                  </a:lnTo>
                  <a:lnTo>
                    <a:pt x="940576" y="13593"/>
                  </a:lnTo>
                  <a:lnTo>
                    <a:pt x="942431" y="13593"/>
                  </a:lnTo>
                  <a:lnTo>
                    <a:pt x="944286" y="13593"/>
                  </a:lnTo>
                  <a:lnTo>
                    <a:pt x="946142" y="13593"/>
                  </a:lnTo>
                  <a:lnTo>
                    <a:pt x="947997" y="13593"/>
                  </a:lnTo>
                  <a:lnTo>
                    <a:pt x="947997" y="10195"/>
                  </a:lnTo>
                  <a:lnTo>
                    <a:pt x="949852" y="10195"/>
                  </a:lnTo>
                  <a:lnTo>
                    <a:pt x="951707" y="10195"/>
                  </a:lnTo>
                  <a:lnTo>
                    <a:pt x="953562" y="10195"/>
                  </a:lnTo>
                  <a:lnTo>
                    <a:pt x="955417" y="10195"/>
                  </a:lnTo>
                  <a:lnTo>
                    <a:pt x="957273" y="10195"/>
                  </a:lnTo>
                  <a:lnTo>
                    <a:pt x="959128" y="10195"/>
                  </a:lnTo>
                  <a:lnTo>
                    <a:pt x="960983" y="10195"/>
                  </a:lnTo>
                  <a:lnTo>
                    <a:pt x="962838" y="10195"/>
                  </a:lnTo>
                  <a:lnTo>
                    <a:pt x="964693" y="10195"/>
                  </a:lnTo>
                  <a:lnTo>
                    <a:pt x="966549" y="10195"/>
                  </a:lnTo>
                  <a:lnTo>
                    <a:pt x="968404" y="10195"/>
                  </a:lnTo>
                  <a:lnTo>
                    <a:pt x="970259" y="10195"/>
                  </a:lnTo>
                  <a:lnTo>
                    <a:pt x="972114" y="10195"/>
                  </a:lnTo>
                  <a:lnTo>
                    <a:pt x="973969" y="10195"/>
                  </a:lnTo>
                  <a:lnTo>
                    <a:pt x="975824" y="10195"/>
                  </a:lnTo>
                  <a:lnTo>
                    <a:pt x="977680" y="10195"/>
                  </a:lnTo>
                  <a:lnTo>
                    <a:pt x="979535" y="10195"/>
                  </a:lnTo>
                  <a:lnTo>
                    <a:pt x="981390" y="10195"/>
                  </a:lnTo>
                  <a:lnTo>
                    <a:pt x="983245" y="10195"/>
                  </a:lnTo>
                  <a:lnTo>
                    <a:pt x="985100" y="10195"/>
                  </a:lnTo>
                  <a:lnTo>
                    <a:pt x="986956" y="10195"/>
                  </a:lnTo>
                  <a:lnTo>
                    <a:pt x="988811" y="10195"/>
                  </a:lnTo>
                  <a:lnTo>
                    <a:pt x="990666" y="10195"/>
                  </a:lnTo>
                  <a:lnTo>
                    <a:pt x="992521" y="10195"/>
                  </a:lnTo>
                  <a:lnTo>
                    <a:pt x="994376" y="10195"/>
                  </a:lnTo>
                  <a:lnTo>
                    <a:pt x="996231" y="10195"/>
                  </a:lnTo>
                  <a:lnTo>
                    <a:pt x="998087" y="10195"/>
                  </a:lnTo>
                  <a:lnTo>
                    <a:pt x="999942" y="10195"/>
                  </a:lnTo>
                  <a:lnTo>
                    <a:pt x="1001797" y="10195"/>
                  </a:lnTo>
                  <a:lnTo>
                    <a:pt x="1003652" y="10195"/>
                  </a:lnTo>
                  <a:lnTo>
                    <a:pt x="1005507" y="10195"/>
                  </a:lnTo>
                  <a:lnTo>
                    <a:pt x="1007362" y="10195"/>
                  </a:lnTo>
                  <a:lnTo>
                    <a:pt x="1009218" y="10195"/>
                  </a:lnTo>
                  <a:lnTo>
                    <a:pt x="1011073" y="10195"/>
                  </a:lnTo>
                  <a:lnTo>
                    <a:pt x="1012928" y="10195"/>
                  </a:lnTo>
                  <a:lnTo>
                    <a:pt x="1014783" y="10195"/>
                  </a:lnTo>
                  <a:lnTo>
                    <a:pt x="1016638" y="10195"/>
                  </a:lnTo>
                  <a:lnTo>
                    <a:pt x="1018494" y="10195"/>
                  </a:lnTo>
                  <a:lnTo>
                    <a:pt x="1020349" y="10195"/>
                  </a:lnTo>
                  <a:lnTo>
                    <a:pt x="1022204" y="10195"/>
                  </a:lnTo>
                  <a:lnTo>
                    <a:pt x="1024059" y="10195"/>
                  </a:lnTo>
                  <a:lnTo>
                    <a:pt x="1025914" y="10195"/>
                  </a:lnTo>
                  <a:lnTo>
                    <a:pt x="1027769" y="10195"/>
                  </a:lnTo>
                  <a:lnTo>
                    <a:pt x="1029625" y="10195"/>
                  </a:lnTo>
                  <a:lnTo>
                    <a:pt x="1031480" y="10195"/>
                  </a:lnTo>
                  <a:lnTo>
                    <a:pt x="1033335" y="10195"/>
                  </a:lnTo>
                  <a:lnTo>
                    <a:pt x="1035190" y="10195"/>
                  </a:lnTo>
                  <a:lnTo>
                    <a:pt x="1037045" y="10195"/>
                  </a:lnTo>
                  <a:lnTo>
                    <a:pt x="1038901" y="10195"/>
                  </a:lnTo>
                  <a:lnTo>
                    <a:pt x="1040756" y="10195"/>
                  </a:lnTo>
                  <a:lnTo>
                    <a:pt x="1042611" y="10195"/>
                  </a:lnTo>
                  <a:lnTo>
                    <a:pt x="1044466" y="10195"/>
                  </a:lnTo>
                  <a:lnTo>
                    <a:pt x="1046321" y="10195"/>
                  </a:lnTo>
                  <a:lnTo>
                    <a:pt x="1048176" y="10195"/>
                  </a:lnTo>
                  <a:lnTo>
                    <a:pt x="1048176" y="6796"/>
                  </a:lnTo>
                  <a:lnTo>
                    <a:pt x="1050032" y="6796"/>
                  </a:lnTo>
                  <a:lnTo>
                    <a:pt x="1050032" y="3398"/>
                  </a:lnTo>
                  <a:lnTo>
                    <a:pt x="1051887" y="3398"/>
                  </a:lnTo>
                  <a:lnTo>
                    <a:pt x="1053742" y="3398"/>
                  </a:lnTo>
                  <a:lnTo>
                    <a:pt x="1055597" y="3398"/>
                  </a:lnTo>
                  <a:lnTo>
                    <a:pt x="1057452" y="3398"/>
                  </a:lnTo>
                  <a:lnTo>
                    <a:pt x="1059308" y="3398"/>
                  </a:lnTo>
                  <a:lnTo>
                    <a:pt x="1061163" y="3398"/>
                  </a:lnTo>
                  <a:lnTo>
                    <a:pt x="1063018" y="3398"/>
                  </a:lnTo>
                  <a:lnTo>
                    <a:pt x="1064873" y="3398"/>
                  </a:lnTo>
                  <a:lnTo>
                    <a:pt x="1066728" y="3398"/>
                  </a:lnTo>
                  <a:lnTo>
                    <a:pt x="1068583" y="3398"/>
                  </a:lnTo>
                  <a:lnTo>
                    <a:pt x="1070439" y="3398"/>
                  </a:lnTo>
                  <a:lnTo>
                    <a:pt x="1072294" y="3398"/>
                  </a:lnTo>
                  <a:lnTo>
                    <a:pt x="1074149" y="3398"/>
                  </a:lnTo>
                  <a:lnTo>
                    <a:pt x="1076004" y="3398"/>
                  </a:lnTo>
                  <a:lnTo>
                    <a:pt x="1077859" y="3398"/>
                  </a:lnTo>
                  <a:lnTo>
                    <a:pt x="1079715" y="3398"/>
                  </a:lnTo>
                  <a:lnTo>
                    <a:pt x="1081570" y="3398"/>
                  </a:lnTo>
                  <a:lnTo>
                    <a:pt x="1083425" y="3398"/>
                  </a:lnTo>
                  <a:lnTo>
                    <a:pt x="1085280" y="3398"/>
                  </a:lnTo>
                  <a:lnTo>
                    <a:pt x="1087135" y="3398"/>
                  </a:lnTo>
                  <a:lnTo>
                    <a:pt x="1088990" y="3398"/>
                  </a:lnTo>
                  <a:lnTo>
                    <a:pt x="1090846" y="3398"/>
                  </a:lnTo>
                  <a:lnTo>
                    <a:pt x="1092701" y="3398"/>
                  </a:lnTo>
                  <a:lnTo>
                    <a:pt x="1094556" y="3398"/>
                  </a:lnTo>
                  <a:lnTo>
                    <a:pt x="1096411" y="3398"/>
                  </a:lnTo>
                  <a:lnTo>
                    <a:pt x="1098266" y="3398"/>
                  </a:lnTo>
                  <a:lnTo>
                    <a:pt x="1100122" y="3398"/>
                  </a:lnTo>
                  <a:lnTo>
                    <a:pt x="1100122" y="0"/>
                  </a:lnTo>
                  <a:lnTo>
                    <a:pt x="1101977" y="0"/>
                  </a:lnTo>
                  <a:lnTo>
                    <a:pt x="1103832" y="0"/>
                  </a:lnTo>
                  <a:lnTo>
                    <a:pt x="1105687" y="0"/>
                  </a:lnTo>
                  <a:lnTo>
                    <a:pt x="1107542" y="0"/>
                  </a:lnTo>
                  <a:lnTo>
                    <a:pt x="1109397" y="0"/>
                  </a:lnTo>
                  <a:lnTo>
                    <a:pt x="1111253" y="0"/>
                  </a:lnTo>
                  <a:lnTo>
                    <a:pt x="1113108" y="0"/>
                  </a:lnTo>
                  <a:lnTo>
                    <a:pt x="1114963" y="0"/>
                  </a:lnTo>
                  <a:lnTo>
                    <a:pt x="1116818" y="0"/>
                  </a:lnTo>
                  <a:lnTo>
                    <a:pt x="1118673" y="0"/>
                  </a:lnTo>
                  <a:lnTo>
                    <a:pt x="1120529" y="0"/>
                  </a:lnTo>
                  <a:lnTo>
                    <a:pt x="1122384" y="0"/>
                  </a:lnTo>
                  <a:lnTo>
                    <a:pt x="1124239" y="0"/>
                  </a:lnTo>
                  <a:lnTo>
                    <a:pt x="1126094" y="0"/>
                  </a:lnTo>
                  <a:lnTo>
                    <a:pt x="1127949" y="0"/>
                  </a:lnTo>
                  <a:lnTo>
                    <a:pt x="1129804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8707863" y="100453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91" name="pg5291"/>
            <p:cNvSpPr/>
            <p:nvPr/>
          </p:nvSpPr>
          <p:spPr>
            <a:xfrm>
              <a:off x="9047361" y="105796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tx5292"/>
            <p:cNvSpPr/>
            <p:nvPr/>
          </p:nvSpPr>
          <p:spPr>
            <a:xfrm>
              <a:off x="9092891" y="105945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0.36 [0.340, 0.556]</a:t>
              </a:r>
            </a:p>
          </p:txBody>
        </p:sp>
        <p:sp>
          <p:nvSpPr>
            <p:cNvPr id="5293" name="tx5293"/>
            <p:cNvSpPr/>
            <p:nvPr/>
          </p:nvSpPr>
          <p:spPr>
            <a:xfrm>
              <a:off x="9092891" y="108399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0.891</a:t>
              </a:r>
            </a:p>
          </p:txBody>
        </p:sp>
        <p:sp>
          <p:nvSpPr>
            <p:cNvPr id="5294" name="tx5294"/>
            <p:cNvSpPr/>
            <p:nvPr/>
          </p:nvSpPr>
          <p:spPr>
            <a:xfrm>
              <a:off x="9092891" y="110599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0.688</a:t>
              </a:r>
            </a:p>
          </p:txBody>
        </p:sp>
        <p:sp>
          <p:nvSpPr>
            <p:cNvPr id="5295" name="tx5295"/>
            <p:cNvSpPr/>
            <p:nvPr/>
          </p:nvSpPr>
          <p:spPr>
            <a:xfrm>
              <a:off x="9092891" y="112784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0.862</a:t>
              </a:r>
            </a:p>
          </p:txBody>
        </p:sp>
        <p:sp>
          <p:nvSpPr>
            <p:cNvPr id="5296" name="tx5296"/>
            <p:cNvSpPr/>
            <p:nvPr/>
          </p:nvSpPr>
          <p:spPr>
            <a:xfrm>
              <a:off x="8351312" y="111805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297" name="tx5297"/>
            <p:cNvSpPr/>
            <p:nvPr/>
          </p:nvSpPr>
          <p:spPr>
            <a:xfrm>
              <a:off x="8351312" y="108976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298" name="tx5298"/>
            <p:cNvSpPr/>
            <p:nvPr/>
          </p:nvSpPr>
          <p:spPr>
            <a:xfrm>
              <a:off x="8351312" y="106147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299" name="tx5299"/>
            <p:cNvSpPr/>
            <p:nvPr/>
          </p:nvSpPr>
          <p:spPr>
            <a:xfrm>
              <a:off x="8351312" y="103317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300" name="tx5300"/>
            <p:cNvSpPr/>
            <p:nvPr/>
          </p:nvSpPr>
          <p:spPr>
            <a:xfrm>
              <a:off x="8351312" y="100488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301" name="tx5301"/>
            <p:cNvSpPr/>
            <p:nvPr/>
          </p:nvSpPr>
          <p:spPr>
            <a:xfrm>
              <a:off x="862602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302" name="tx5302"/>
            <p:cNvSpPr/>
            <p:nvPr/>
          </p:nvSpPr>
          <p:spPr>
            <a:xfrm>
              <a:off x="8908941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303" name="tx5303"/>
            <p:cNvSpPr/>
            <p:nvPr/>
          </p:nvSpPr>
          <p:spPr>
            <a:xfrm>
              <a:off x="919185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304" name="tx5304"/>
            <p:cNvSpPr/>
            <p:nvPr/>
          </p:nvSpPr>
          <p:spPr>
            <a:xfrm>
              <a:off x="9474771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305" name="tx5305"/>
            <p:cNvSpPr/>
            <p:nvPr/>
          </p:nvSpPr>
          <p:spPr>
            <a:xfrm>
              <a:off x="975768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306" name="tx5306"/>
            <p:cNvSpPr/>
            <p:nvPr/>
          </p:nvSpPr>
          <p:spPr>
            <a:xfrm>
              <a:off x="7951892" y="115174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5307" name="tx5307"/>
            <p:cNvSpPr/>
            <p:nvPr/>
          </p:nvSpPr>
          <p:spPr>
            <a:xfrm rot="-5400000">
              <a:off x="6980294" y="105843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5308" name="tx5308"/>
            <p:cNvSpPr/>
            <p:nvPr/>
          </p:nvSpPr>
          <p:spPr>
            <a:xfrm>
              <a:off x="8707863" y="9765967"/>
              <a:ext cx="213360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R.</a:t>
              </a:r>
            </a:p>
          </p:txBody>
        </p:sp>
        <p:sp>
          <p:nvSpPr>
            <p:cNvPr id="5309" name="rc5309"/>
            <p:cNvSpPr/>
            <p:nvPr/>
          </p:nvSpPr>
          <p:spPr>
            <a:xfrm>
              <a:off x="10698162" y="9677400"/>
              <a:ext cx="493775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rc5310"/>
            <p:cNvSpPr/>
            <p:nvPr/>
          </p:nvSpPr>
          <p:spPr>
            <a:xfrm>
              <a:off x="11193776" y="9974678"/>
              <a:ext cx="437255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11193776" y="11109340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11193776" y="10785151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11193776" y="1046096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11193776" y="1013677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1209460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1313946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1418432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1522918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11193776" y="11271435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11193776" y="1094724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11193776" y="1062305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11193776" y="10298867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11193776" y="997467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11572174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1261703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1366189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14706755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11991268" y="10877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12170032" y="11069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11782943" y="1109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12711253" y="10749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12716884" y="1074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12888610" y="10725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12139769" y="10908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11969450" y="10912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11861065" y="10942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13232064" y="1100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11972969" y="10841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12410028" y="10904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12193961" y="1075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11535206" y="1099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11510573" y="10971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13136347" y="10755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13350302" y="11014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13404494" y="11033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11761126" y="1112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12113025" y="11105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12017308" y="10715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12044052" y="1072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12110913" y="109092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12483223" y="1095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12524043" y="1085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12405805" y="10527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12321349" y="10466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13666307" y="1077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14262424" y="10719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13280626" y="10701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13019517" y="10661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13240509" y="10864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13225026" y="10885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12492372" y="11021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14079437" y="1067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14511569" y="10571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12031384" y="11017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12317126" y="11029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11744938" y="10709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11570396" y="10718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12886499" y="10805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13002626" y="10567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13296813" y="10555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13423497" y="10601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13500211" y="10548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13503730" y="1057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14135037" y="10532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14447523" y="10538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12269972" y="1070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11638665" y="1124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11828690" y="11050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11647110" y="10856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11642888" y="10927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14037209" y="10760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13886596" y="10736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13675457" y="10996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12027161" y="10936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12151734" y="10832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12268564" y="10815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12453663" y="10344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12490964" y="10868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12195369" y="10657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12241116" y="1057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12347389" y="10799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12526154" y="1079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12362873" y="10923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13510768" y="1098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13491061" y="1078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13485431" y="10814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11732270" y="10810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11766756" y="10997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11842062" y="10979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14014687" y="10806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14379959" y="10755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14197675" y="10831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14206824" y="10836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11991268" y="10935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11987749" y="10892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11809688" y="10853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11884290" y="108310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11911035" y="10773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12610610" y="11016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12923096" y="1089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12035607" y="10871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12146807" y="1063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13398160" y="1076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12060240" y="10954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12642985" y="10728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12457182" y="10683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13221507" y="10821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13990758" y="10825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13700793" y="10844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13757097" y="10842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11963819" y="11103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11951151" y="10703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11818133" y="1097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11898366" y="10893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12061647" y="11028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12305162" y="11046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12082058" y="10584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11934964" y="10941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12949137" y="10796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13392530" y="1097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13717684" y="10949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11610513" y="10815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12287567" y="11042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12559937" y="11063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12391025" y="11086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12676767" y="10634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12791486" y="1064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13189132" y="10580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t5439"/>
            <p:cNvSpPr/>
            <p:nvPr/>
          </p:nvSpPr>
          <p:spPr>
            <a:xfrm>
              <a:off x="12876646" y="10553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t5440"/>
            <p:cNvSpPr/>
            <p:nvPr/>
          </p:nvSpPr>
          <p:spPr>
            <a:xfrm>
              <a:off x="12173551" y="10891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t5441"/>
            <p:cNvSpPr/>
            <p:nvPr/>
          </p:nvSpPr>
          <p:spPr>
            <a:xfrm>
              <a:off x="12172144" y="10840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t5442"/>
            <p:cNvSpPr/>
            <p:nvPr/>
          </p:nvSpPr>
          <p:spPr>
            <a:xfrm>
              <a:off x="12213668" y="10945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t5443"/>
            <p:cNvSpPr/>
            <p:nvPr/>
          </p:nvSpPr>
          <p:spPr>
            <a:xfrm>
              <a:off x="12185516" y="11011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t5444"/>
            <p:cNvSpPr/>
            <p:nvPr/>
          </p:nvSpPr>
          <p:spPr>
            <a:xfrm>
              <a:off x="12177070" y="10885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t5445"/>
            <p:cNvSpPr/>
            <p:nvPr/>
          </p:nvSpPr>
          <p:spPr>
            <a:xfrm>
              <a:off x="12193258" y="1100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t5446"/>
            <p:cNvSpPr/>
            <p:nvPr/>
          </p:nvSpPr>
          <p:spPr>
            <a:xfrm>
              <a:off x="12174959" y="10974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t5447"/>
            <p:cNvSpPr/>
            <p:nvPr/>
          </p:nvSpPr>
          <p:spPr>
            <a:xfrm>
              <a:off x="14200490" y="10626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t5448"/>
            <p:cNvSpPr/>
            <p:nvPr/>
          </p:nvSpPr>
          <p:spPr>
            <a:xfrm>
              <a:off x="14160374" y="10521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t5449"/>
            <p:cNvSpPr/>
            <p:nvPr/>
          </p:nvSpPr>
          <p:spPr>
            <a:xfrm>
              <a:off x="14495381" y="10499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t5450"/>
            <p:cNvSpPr/>
            <p:nvPr/>
          </p:nvSpPr>
          <p:spPr>
            <a:xfrm>
              <a:off x="11597844" y="10962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t5451"/>
            <p:cNvSpPr/>
            <p:nvPr/>
          </p:nvSpPr>
          <p:spPr>
            <a:xfrm>
              <a:off x="11687931" y="10807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t5452"/>
            <p:cNvSpPr/>
            <p:nvPr/>
          </p:nvSpPr>
          <p:spPr>
            <a:xfrm>
              <a:off x="12134842" y="1102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t5453"/>
            <p:cNvSpPr/>
            <p:nvPr/>
          </p:nvSpPr>
          <p:spPr>
            <a:xfrm>
              <a:off x="11852619" y="10848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t5454"/>
            <p:cNvSpPr/>
            <p:nvPr/>
          </p:nvSpPr>
          <p:spPr>
            <a:xfrm>
              <a:off x="11863176" y="11069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12280529" y="1079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12520524" y="10802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11941298" y="11009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12056721" y="1086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12412139" y="10966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12436068" y="103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13099750" y="10861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13156757" y="1088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11602067" y="10982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11592214" y="1097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12779522" y="10795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12243931" y="1067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12294605" y="10663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12291086" y="10625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12117247" y="11027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12235486" y="10926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12366392" y="1093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12239005" y="1094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12241116" y="10942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12203111" y="1078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12288270" y="10670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13120864" y="1080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12990661" y="10811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12856236" y="10832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13248955" y="10649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12737294" y="10980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11704118" y="10712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11793500" y="10889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11820245" y="10759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11604179" y="10957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11830098" y="11038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12317126" y="10879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12198184" y="1095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12999810" y="104991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13069486" y="10642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14109700" y="1088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13830292" y="10933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14015391" y="10920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14439781" y="11013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11562655" y="11018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11609105" y="11129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11804761" y="10749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13059633" y="10690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13194059" y="10921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13468540" y="10993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13339041" y="1091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14068880" y="10713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13301740" y="1077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12522635" y="1058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11549986" y="10707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13091304" y="1091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12965324" y="10841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12992069" y="10899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13410828" y="10792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11863880" y="10987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12815415" y="10769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11560543" y="1076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11626700" y="109778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11663298" y="11113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13596631" y="10918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13581851" y="10787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13377750" y="1081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14051285" y="10651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11503536" y="1090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11506351" y="10654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11509870" y="10658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12199592" y="11039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13075821" y="10954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11965931" y="1106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12766149" y="10950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11579610" y="99746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11193776" y="1093801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27" name="pg5527"/>
            <p:cNvSpPr/>
            <p:nvPr/>
          </p:nvSpPr>
          <p:spPr>
            <a:xfrm>
              <a:off x="11193776" y="9974678"/>
              <a:ext cx="639613" cy="257331"/>
            </a:xfrm>
            <a:custGeom>
              <a:avLst/>
              <a:pathLst>
                <a:path w="639613" h="257331">
                  <a:moveTo>
                    <a:pt x="0" y="257331"/>
                  </a:moveTo>
                  <a:lnTo>
                    <a:pt x="614467" y="257331"/>
                  </a:lnTo>
                  <a:lnTo>
                    <a:pt x="613455" y="257311"/>
                  </a:lnTo>
                  <a:lnTo>
                    <a:pt x="617498" y="257148"/>
                  </a:lnTo>
                  <a:lnTo>
                    <a:pt x="621463" y="256339"/>
                  </a:lnTo>
                  <a:lnTo>
                    <a:pt x="625247" y="254904"/>
                  </a:lnTo>
                  <a:lnTo>
                    <a:pt x="628752" y="252880"/>
                  </a:lnTo>
                  <a:lnTo>
                    <a:pt x="631886" y="250321"/>
                  </a:lnTo>
                  <a:lnTo>
                    <a:pt x="634570" y="247292"/>
                  </a:lnTo>
                  <a:lnTo>
                    <a:pt x="636733" y="243871"/>
                  </a:lnTo>
                  <a:lnTo>
                    <a:pt x="638319" y="240148"/>
                  </a:lnTo>
                  <a:lnTo>
                    <a:pt x="639288" y="236219"/>
                  </a:lnTo>
                  <a:lnTo>
                    <a:pt x="639613" y="232185"/>
                  </a:lnTo>
                  <a:lnTo>
                    <a:pt x="63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tx5528"/>
            <p:cNvSpPr/>
            <p:nvPr/>
          </p:nvSpPr>
          <p:spPr>
            <a:xfrm>
              <a:off x="10921902" y="98872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5529" name="tx5529"/>
            <p:cNvSpPr/>
            <p:nvPr/>
          </p:nvSpPr>
          <p:spPr>
            <a:xfrm>
              <a:off x="11185817" y="10058994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17 (8.6%)</a:t>
              </a:r>
            </a:p>
          </p:txBody>
        </p:sp>
        <p:sp>
          <p:nvSpPr>
            <p:cNvPr id="5530" name="pg5530"/>
            <p:cNvSpPr/>
            <p:nvPr/>
          </p:nvSpPr>
          <p:spPr>
            <a:xfrm>
              <a:off x="11193776" y="11143779"/>
              <a:ext cx="639613" cy="257331"/>
            </a:xfrm>
            <a:custGeom>
              <a:avLst/>
              <a:pathLst>
                <a:path w="639613" h="257331">
                  <a:moveTo>
                    <a:pt x="639613" y="257331"/>
                  </a:moveTo>
                  <a:lnTo>
                    <a:pt x="639613" y="25146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tx5531"/>
            <p:cNvSpPr/>
            <p:nvPr/>
          </p:nvSpPr>
          <p:spPr>
            <a:xfrm>
              <a:off x="10914057" y="111562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5532" name="tx5532"/>
            <p:cNvSpPr/>
            <p:nvPr/>
          </p:nvSpPr>
          <p:spPr>
            <a:xfrm>
              <a:off x="11185817" y="11355752"/>
              <a:ext cx="60566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16 (8.1%)</a:t>
              </a:r>
            </a:p>
          </p:txBody>
        </p:sp>
        <p:sp>
          <p:nvSpPr>
            <p:cNvPr id="5533" name="pg5533"/>
            <p:cNvSpPr/>
            <p:nvPr/>
          </p:nvSpPr>
          <p:spPr>
            <a:xfrm>
              <a:off x="12240433" y="9974678"/>
              <a:ext cx="899032" cy="257331"/>
            </a:xfrm>
            <a:custGeom>
              <a:avLst/>
              <a:pathLst>
                <a:path w="899032" h="257331">
                  <a:moveTo>
                    <a:pt x="25145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tx5534"/>
            <p:cNvSpPr/>
            <p:nvPr/>
          </p:nvSpPr>
          <p:spPr>
            <a:xfrm>
              <a:off x="12282343" y="98872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5535" name="tx5535"/>
            <p:cNvSpPr/>
            <p:nvPr/>
          </p:nvSpPr>
          <p:spPr>
            <a:xfrm>
              <a:off x="12453011" y="10058994"/>
              <a:ext cx="64454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130 (66%)</a:t>
              </a:r>
            </a:p>
          </p:txBody>
        </p:sp>
        <p:sp>
          <p:nvSpPr>
            <p:cNvPr id="5536" name="pg5536"/>
            <p:cNvSpPr/>
            <p:nvPr/>
          </p:nvSpPr>
          <p:spPr>
            <a:xfrm>
              <a:off x="12123857" y="111437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tx5537"/>
            <p:cNvSpPr/>
            <p:nvPr/>
          </p:nvSpPr>
          <p:spPr>
            <a:xfrm>
              <a:off x="12165767" y="111562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5538" name="tx5538"/>
            <p:cNvSpPr/>
            <p:nvPr/>
          </p:nvSpPr>
          <p:spPr>
            <a:xfrm>
              <a:off x="12414198" y="11355752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34 (17.3%)</a:t>
              </a:r>
            </a:p>
          </p:txBody>
        </p:sp>
        <p:sp>
          <p:nvSpPr>
            <p:cNvPr id="5539" name="rc5539"/>
            <p:cNvSpPr/>
            <p:nvPr/>
          </p:nvSpPr>
          <p:spPr>
            <a:xfrm>
              <a:off x="11193776" y="9974678"/>
              <a:ext cx="437255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tx5540"/>
            <p:cNvSpPr/>
            <p:nvPr/>
          </p:nvSpPr>
          <p:spPr>
            <a:xfrm>
              <a:off x="10938567" y="1122974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5541" name="tx5541"/>
            <p:cNvSpPr/>
            <p:nvPr/>
          </p:nvSpPr>
          <p:spPr>
            <a:xfrm>
              <a:off x="10975784" y="1090555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542" name="tx5542"/>
            <p:cNvSpPr/>
            <p:nvPr/>
          </p:nvSpPr>
          <p:spPr>
            <a:xfrm>
              <a:off x="10975784" y="1058136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543" name="tx5543"/>
            <p:cNvSpPr/>
            <p:nvPr/>
          </p:nvSpPr>
          <p:spPr>
            <a:xfrm>
              <a:off x="10975784" y="1025717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544" name="tx5544"/>
            <p:cNvSpPr/>
            <p:nvPr/>
          </p:nvSpPr>
          <p:spPr>
            <a:xfrm>
              <a:off x="10975784" y="993435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545" name="pl5545"/>
            <p:cNvSpPr/>
            <p:nvPr/>
          </p:nvSpPr>
          <p:spPr>
            <a:xfrm>
              <a:off x="11158981" y="112714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11158981" y="109472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11158981" y="106230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11158981" y="102988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11158981" y="99746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11572174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12617035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13661895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14706755" y="114011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tx5554"/>
            <p:cNvSpPr/>
            <p:nvPr/>
          </p:nvSpPr>
          <p:spPr>
            <a:xfrm>
              <a:off x="11541097" y="114620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555" name="tx5555"/>
            <p:cNvSpPr/>
            <p:nvPr/>
          </p:nvSpPr>
          <p:spPr>
            <a:xfrm>
              <a:off x="12554879" y="114620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556" name="tx5556"/>
            <p:cNvSpPr/>
            <p:nvPr/>
          </p:nvSpPr>
          <p:spPr>
            <a:xfrm>
              <a:off x="13599739" y="114620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557" name="tx5557"/>
            <p:cNvSpPr/>
            <p:nvPr/>
          </p:nvSpPr>
          <p:spPr>
            <a:xfrm>
              <a:off x="14644600" y="114619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558" name="tx5558"/>
            <p:cNvSpPr/>
            <p:nvPr/>
          </p:nvSpPr>
          <p:spPr>
            <a:xfrm>
              <a:off x="12522243" y="115817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5559" name="tx5559"/>
            <p:cNvSpPr/>
            <p:nvPr/>
          </p:nvSpPr>
          <p:spPr>
            <a:xfrm rot="-5400000">
              <a:off x="10177198" y="10622342"/>
              <a:ext cx="1250001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Alamar pTau181 (Z)</a:t>
              </a:r>
            </a:p>
          </p:txBody>
        </p:sp>
        <p:sp>
          <p:nvSpPr>
            <p:cNvPr id="5560" name="tx5560"/>
            <p:cNvSpPr/>
            <p:nvPr/>
          </p:nvSpPr>
          <p:spPr>
            <a:xfrm>
              <a:off x="11193776" y="9742896"/>
              <a:ext cx="158390" cy="124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S.</a:t>
              </a:r>
            </a:p>
          </p:txBody>
        </p:sp>
        <p:sp>
          <p:nvSpPr>
            <p:cNvPr id="5561" name="rc5561"/>
            <p:cNvSpPr/>
            <p:nvPr/>
          </p:nvSpPr>
          <p:spPr>
            <a:xfrm>
              <a:off x="16292827" y="9677400"/>
              <a:ext cx="1978029" cy="21335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16937463" y="110921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16937463" y="108092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16937463" y="105263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16937463" y="102434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17135503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17418418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17701333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17984248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16937463" y="112336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16937463" y="109506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16937463" y="106677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16937463" y="103848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16937463" y="101019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1699404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17276961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1755987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17842791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18125706" y="100453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16994046" y="101019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24759"/>
                  </a:lnTo>
                  <a:lnTo>
                    <a:pt x="0" y="1117859"/>
                  </a:lnTo>
                  <a:lnTo>
                    <a:pt x="0" y="1110958"/>
                  </a:lnTo>
                  <a:lnTo>
                    <a:pt x="0" y="1104058"/>
                  </a:lnTo>
                  <a:lnTo>
                    <a:pt x="0" y="1097158"/>
                  </a:lnTo>
                  <a:lnTo>
                    <a:pt x="0" y="1090257"/>
                  </a:lnTo>
                  <a:lnTo>
                    <a:pt x="0" y="1083357"/>
                  </a:lnTo>
                  <a:lnTo>
                    <a:pt x="0" y="1076457"/>
                  </a:lnTo>
                  <a:lnTo>
                    <a:pt x="0" y="1069556"/>
                  </a:lnTo>
                  <a:lnTo>
                    <a:pt x="0" y="1062656"/>
                  </a:lnTo>
                  <a:lnTo>
                    <a:pt x="0" y="1055756"/>
                  </a:lnTo>
                  <a:lnTo>
                    <a:pt x="0" y="1048855"/>
                  </a:lnTo>
                  <a:lnTo>
                    <a:pt x="0" y="1041955"/>
                  </a:lnTo>
                  <a:lnTo>
                    <a:pt x="0" y="1035054"/>
                  </a:lnTo>
                  <a:lnTo>
                    <a:pt x="0" y="1028154"/>
                  </a:lnTo>
                  <a:lnTo>
                    <a:pt x="0" y="1021254"/>
                  </a:lnTo>
                  <a:lnTo>
                    <a:pt x="0" y="1014353"/>
                  </a:lnTo>
                  <a:lnTo>
                    <a:pt x="0" y="1007453"/>
                  </a:lnTo>
                  <a:lnTo>
                    <a:pt x="0" y="1000553"/>
                  </a:lnTo>
                  <a:lnTo>
                    <a:pt x="0" y="993652"/>
                  </a:lnTo>
                  <a:lnTo>
                    <a:pt x="0" y="986752"/>
                  </a:lnTo>
                  <a:lnTo>
                    <a:pt x="0" y="979852"/>
                  </a:lnTo>
                  <a:lnTo>
                    <a:pt x="0" y="972951"/>
                  </a:lnTo>
                  <a:lnTo>
                    <a:pt x="0" y="966051"/>
                  </a:lnTo>
                  <a:lnTo>
                    <a:pt x="0" y="959150"/>
                  </a:lnTo>
                  <a:lnTo>
                    <a:pt x="0" y="952250"/>
                  </a:lnTo>
                  <a:lnTo>
                    <a:pt x="0" y="945350"/>
                  </a:lnTo>
                  <a:lnTo>
                    <a:pt x="0" y="938449"/>
                  </a:lnTo>
                  <a:lnTo>
                    <a:pt x="34292" y="938449"/>
                  </a:lnTo>
                  <a:lnTo>
                    <a:pt x="34292" y="931549"/>
                  </a:lnTo>
                  <a:lnTo>
                    <a:pt x="68585" y="931549"/>
                  </a:lnTo>
                  <a:lnTo>
                    <a:pt x="68585" y="924649"/>
                  </a:lnTo>
                  <a:lnTo>
                    <a:pt x="68585" y="917748"/>
                  </a:lnTo>
                  <a:lnTo>
                    <a:pt x="68585" y="910848"/>
                  </a:lnTo>
                  <a:lnTo>
                    <a:pt x="68585" y="903947"/>
                  </a:lnTo>
                  <a:lnTo>
                    <a:pt x="68585" y="897047"/>
                  </a:lnTo>
                  <a:lnTo>
                    <a:pt x="68585" y="890147"/>
                  </a:lnTo>
                  <a:lnTo>
                    <a:pt x="68585" y="883246"/>
                  </a:lnTo>
                  <a:lnTo>
                    <a:pt x="68585" y="876346"/>
                  </a:lnTo>
                  <a:lnTo>
                    <a:pt x="68585" y="869446"/>
                  </a:lnTo>
                  <a:lnTo>
                    <a:pt x="102878" y="869446"/>
                  </a:lnTo>
                  <a:lnTo>
                    <a:pt x="102878" y="862545"/>
                  </a:lnTo>
                  <a:lnTo>
                    <a:pt x="137170" y="862545"/>
                  </a:lnTo>
                  <a:lnTo>
                    <a:pt x="171463" y="862545"/>
                  </a:lnTo>
                  <a:lnTo>
                    <a:pt x="171463" y="855645"/>
                  </a:lnTo>
                  <a:lnTo>
                    <a:pt x="171463" y="848745"/>
                  </a:lnTo>
                  <a:lnTo>
                    <a:pt x="205756" y="848745"/>
                  </a:lnTo>
                  <a:lnTo>
                    <a:pt x="205756" y="841844"/>
                  </a:lnTo>
                  <a:lnTo>
                    <a:pt x="205756" y="834944"/>
                  </a:lnTo>
                  <a:lnTo>
                    <a:pt x="205756" y="828043"/>
                  </a:lnTo>
                  <a:lnTo>
                    <a:pt x="205756" y="821143"/>
                  </a:lnTo>
                  <a:lnTo>
                    <a:pt x="205756" y="814243"/>
                  </a:lnTo>
                  <a:lnTo>
                    <a:pt x="205756" y="807342"/>
                  </a:lnTo>
                  <a:lnTo>
                    <a:pt x="240049" y="807342"/>
                  </a:lnTo>
                  <a:lnTo>
                    <a:pt x="240049" y="800442"/>
                  </a:lnTo>
                  <a:lnTo>
                    <a:pt x="240049" y="793542"/>
                  </a:lnTo>
                  <a:lnTo>
                    <a:pt x="240049" y="786641"/>
                  </a:lnTo>
                  <a:lnTo>
                    <a:pt x="240049" y="779741"/>
                  </a:lnTo>
                  <a:lnTo>
                    <a:pt x="274341" y="779741"/>
                  </a:lnTo>
                  <a:lnTo>
                    <a:pt x="274341" y="772841"/>
                  </a:lnTo>
                  <a:lnTo>
                    <a:pt x="308634" y="772841"/>
                  </a:lnTo>
                  <a:lnTo>
                    <a:pt x="308634" y="765940"/>
                  </a:lnTo>
                  <a:lnTo>
                    <a:pt x="308634" y="759040"/>
                  </a:lnTo>
                  <a:lnTo>
                    <a:pt x="308634" y="752139"/>
                  </a:lnTo>
                  <a:lnTo>
                    <a:pt x="308634" y="745239"/>
                  </a:lnTo>
                  <a:lnTo>
                    <a:pt x="308634" y="738339"/>
                  </a:lnTo>
                  <a:lnTo>
                    <a:pt x="308634" y="731438"/>
                  </a:lnTo>
                  <a:lnTo>
                    <a:pt x="308634" y="724538"/>
                  </a:lnTo>
                  <a:lnTo>
                    <a:pt x="308634" y="717638"/>
                  </a:lnTo>
                  <a:lnTo>
                    <a:pt x="308634" y="710737"/>
                  </a:lnTo>
                  <a:lnTo>
                    <a:pt x="308634" y="703837"/>
                  </a:lnTo>
                  <a:lnTo>
                    <a:pt x="308634" y="696937"/>
                  </a:lnTo>
                  <a:lnTo>
                    <a:pt x="308634" y="690036"/>
                  </a:lnTo>
                  <a:lnTo>
                    <a:pt x="308634" y="683136"/>
                  </a:lnTo>
                  <a:lnTo>
                    <a:pt x="308634" y="676235"/>
                  </a:lnTo>
                  <a:lnTo>
                    <a:pt x="308634" y="669335"/>
                  </a:lnTo>
                  <a:lnTo>
                    <a:pt x="308634" y="662435"/>
                  </a:lnTo>
                  <a:lnTo>
                    <a:pt x="308634" y="655534"/>
                  </a:lnTo>
                  <a:lnTo>
                    <a:pt x="308634" y="648634"/>
                  </a:lnTo>
                  <a:lnTo>
                    <a:pt x="342927" y="648634"/>
                  </a:lnTo>
                  <a:lnTo>
                    <a:pt x="377220" y="648634"/>
                  </a:lnTo>
                  <a:lnTo>
                    <a:pt x="377220" y="641734"/>
                  </a:lnTo>
                  <a:lnTo>
                    <a:pt x="377220" y="634833"/>
                  </a:lnTo>
                  <a:lnTo>
                    <a:pt x="377220" y="627933"/>
                  </a:lnTo>
                  <a:lnTo>
                    <a:pt x="377220" y="621032"/>
                  </a:lnTo>
                  <a:lnTo>
                    <a:pt x="411512" y="621032"/>
                  </a:lnTo>
                  <a:lnTo>
                    <a:pt x="411512" y="614132"/>
                  </a:lnTo>
                  <a:lnTo>
                    <a:pt x="411512" y="607232"/>
                  </a:lnTo>
                  <a:lnTo>
                    <a:pt x="411512" y="600331"/>
                  </a:lnTo>
                  <a:lnTo>
                    <a:pt x="411512" y="593431"/>
                  </a:lnTo>
                  <a:lnTo>
                    <a:pt x="411512" y="586531"/>
                  </a:lnTo>
                  <a:lnTo>
                    <a:pt x="411512" y="579630"/>
                  </a:lnTo>
                  <a:lnTo>
                    <a:pt x="411512" y="572730"/>
                  </a:lnTo>
                  <a:lnTo>
                    <a:pt x="411512" y="565830"/>
                  </a:lnTo>
                  <a:lnTo>
                    <a:pt x="411512" y="558929"/>
                  </a:lnTo>
                  <a:lnTo>
                    <a:pt x="411512" y="552029"/>
                  </a:lnTo>
                  <a:lnTo>
                    <a:pt x="411512" y="545128"/>
                  </a:lnTo>
                  <a:lnTo>
                    <a:pt x="411512" y="538228"/>
                  </a:lnTo>
                  <a:lnTo>
                    <a:pt x="411512" y="531328"/>
                  </a:lnTo>
                  <a:lnTo>
                    <a:pt x="445805" y="531328"/>
                  </a:lnTo>
                  <a:lnTo>
                    <a:pt x="445805" y="524427"/>
                  </a:lnTo>
                  <a:lnTo>
                    <a:pt x="480098" y="524427"/>
                  </a:lnTo>
                  <a:lnTo>
                    <a:pt x="480098" y="517527"/>
                  </a:lnTo>
                  <a:lnTo>
                    <a:pt x="480098" y="510627"/>
                  </a:lnTo>
                  <a:lnTo>
                    <a:pt x="480098" y="503726"/>
                  </a:lnTo>
                  <a:lnTo>
                    <a:pt x="480098" y="496826"/>
                  </a:lnTo>
                  <a:lnTo>
                    <a:pt x="480098" y="489926"/>
                  </a:lnTo>
                  <a:lnTo>
                    <a:pt x="480098" y="483025"/>
                  </a:lnTo>
                  <a:lnTo>
                    <a:pt x="480098" y="476125"/>
                  </a:lnTo>
                  <a:lnTo>
                    <a:pt x="480098" y="469224"/>
                  </a:lnTo>
                  <a:lnTo>
                    <a:pt x="480098" y="462324"/>
                  </a:lnTo>
                  <a:lnTo>
                    <a:pt x="480098" y="455424"/>
                  </a:lnTo>
                  <a:lnTo>
                    <a:pt x="480098" y="448523"/>
                  </a:lnTo>
                  <a:lnTo>
                    <a:pt x="514390" y="448523"/>
                  </a:lnTo>
                  <a:lnTo>
                    <a:pt x="514390" y="441623"/>
                  </a:lnTo>
                  <a:lnTo>
                    <a:pt x="514390" y="434723"/>
                  </a:lnTo>
                  <a:lnTo>
                    <a:pt x="514390" y="427822"/>
                  </a:lnTo>
                  <a:lnTo>
                    <a:pt x="514390" y="420922"/>
                  </a:lnTo>
                  <a:lnTo>
                    <a:pt x="514390" y="414021"/>
                  </a:lnTo>
                  <a:lnTo>
                    <a:pt x="548683" y="414021"/>
                  </a:lnTo>
                  <a:lnTo>
                    <a:pt x="548683" y="407121"/>
                  </a:lnTo>
                  <a:lnTo>
                    <a:pt x="548683" y="400221"/>
                  </a:lnTo>
                  <a:lnTo>
                    <a:pt x="548683" y="393320"/>
                  </a:lnTo>
                  <a:lnTo>
                    <a:pt x="548683" y="386420"/>
                  </a:lnTo>
                  <a:lnTo>
                    <a:pt x="548683" y="379520"/>
                  </a:lnTo>
                  <a:lnTo>
                    <a:pt x="548683" y="372619"/>
                  </a:lnTo>
                  <a:lnTo>
                    <a:pt x="548683" y="365719"/>
                  </a:lnTo>
                  <a:lnTo>
                    <a:pt x="548683" y="358819"/>
                  </a:lnTo>
                  <a:lnTo>
                    <a:pt x="548683" y="351918"/>
                  </a:lnTo>
                  <a:lnTo>
                    <a:pt x="548683" y="345018"/>
                  </a:lnTo>
                  <a:lnTo>
                    <a:pt x="548683" y="338117"/>
                  </a:lnTo>
                  <a:lnTo>
                    <a:pt x="582976" y="338117"/>
                  </a:lnTo>
                  <a:lnTo>
                    <a:pt x="582976" y="331217"/>
                  </a:lnTo>
                  <a:lnTo>
                    <a:pt x="582976" y="324317"/>
                  </a:lnTo>
                  <a:lnTo>
                    <a:pt x="582976" y="317416"/>
                  </a:lnTo>
                  <a:lnTo>
                    <a:pt x="582976" y="310516"/>
                  </a:lnTo>
                  <a:lnTo>
                    <a:pt x="582976" y="303616"/>
                  </a:lnTo>
                  <a:lnTo>
                    <a:pt x="582976" y="296715"/>
                  </a:lnTo>
                  <a:lnTo>
                    <a:pt x="582976" y="289815"/>
                  </a:lnTo>
                  <a:lnTo>
                    <a:pt x="582976" y="282915"/>
                  </a:lnTo>
                  <a:lnTo>
                    <a:pt x="582976" y="276014"/>
                  </a:lnTo>
                  <a:lnTo>
                    <a:pt x="582976" y="269114"/>
                  </a:lnTo>
                  <a:lnTo>
                    <a:pt x="582976" y="262213"/>
                  </a:lnTo>
                  <a:lnTo>
                    <a:pt x="582976" y="255313"/>
                  </a:lnTo>
                  <a:lnTo>
                    <a:pt x="582976" y="248413"/>
                  </a:lnTo>
                  <a:lnTo>
                    <a:pt x="582976" y="241512"/>
                  </a:lnTo>
                  <a:lnTo>
                    <a:pt x="582976" y="234612"/>
                  </a:lnTo>
                  <a:lnTo>
                    <a:pt x="617269" y="234612"/>
                  </a:lnTo>
                  <a:lnTo>
                    <a:pt x="651561" y="234612"/>
                  </a:lnTo>
                  <a:lnTo>
                    <a:pt x="651561" y="227712"/>
                  </a:lnTo>
                  <a:lnTo>
                    <a:pt x="685854" y="227712"/>
                  </a:lnTo>
                  <a:lnTo>
                    <a:pt x="720147" y="227712"/>
                  </a:lnTo>
                  <a:lnTo>
                    <a:pt x="720147" y="220811"/>
                  </a:lnTo>
                  <a:lnTo>
                    <a:pt x="754440" y="220811"/>
                  </a:lnTo>
                  <a:lnTo>
                    <a:pt x="754440" y="213911"/>
                  </a:lnTo>
                  <a:lnTo>
                    <a:pt x="788732" y="213911"/>
                  </a:lnTo>
                  <a:lnTo>
                    <a:pt x="788732" y="207010"/>
                  </a:lnTo>
                  <a:lnTo>
                    <a:pt x="788732" y="200110"/>
                  </a:lnTo>
                  <a:lnTo>
                    <a:pt x="788732" y="193210"/>
                  </a:lnTo>
                  <a:lnTo>
                    <a:pt x="823025" y="193210"/>
                  </a:lnTo>
                  <a:lnTo>
                    <a:pt x="823025" y="186309"/>
                  </a:lnTo>
                  <a:lnTo>
                    <a:pt x="823025" y="179409"/>
                  </a:lnTo>
                  <a:lnTo>
                    <a:pt x="857318" y="179409"/>
                  </a:lnTo>
                  <a:lnTo>
                    <a:pt x="857318" y="172509"/>
                  </a:lnTo>
                  <a:lnTo>
                    <a:pt x="891610" y="172509"/>
                  </a:lnTo>
                  <a:lnTo>
                    <a:pt x="891610" y="165608"/>
                  </a:lnTo>
                  <a:lnTo>
                    <a:pt x="891610" y="158708"/>
                  </a:lnTo>
                  <a:lnTo>
                    <a:pt x="891610" y="151808"/>
                  </a:lnTo>
                  <a:lnTo>
                    <a:pt x="891610" y="144907"/>
                  </a:lnTo>
                  <a:lnTo>
                    <a:pt x="891610" y="138007"/>
                  </a:lnTo>
                  <a:lnTo>
                    <a:pt x="891610" y="131106"/>
                  </a:lnTo>
                  <a:lnTo>
                    <a:pt x="891610" y="124206"/>
                  </a:lnTo>
                  <a:lnTo>
                    <a:pt x="891610" y="117306"/>
                  </a:lnTo>
                  <a:lnTo>
                    <a:pt x="925903" y="117306"/>
                  </a:lnTo>
                  <a:lnTo>
                    <a:pt x="925903" y="110405"/>
                  </a:lnTo>
                  <a:lnTo>
                    <a:pt x="925903" y="103505"/>
                  </a:lnTo>
                  <a:lnTo>
                    <a:pt x="925903" y="96605"/>
                  </a:lnTo>
                  <a:lnTo>
                    <a:pt x="925903" y="89704"/>
                  </a:lnTo>
                  <a:lnTo>
                    <a:pt x="925903" y="82804"/>
                  </a:lnTo>
                  <a:lnTo>
                    <a:pt x="925903" y="75904"/>
                  </a:lnTo>
                  <a:lnTo>
                    <a:pt x="925903" y="69003"/>
                  </a:lnTo>
                  <a:lnTo>
                    <a:pt x="925903" y="62103"/>
                  </a:lnTo>
                  <a:lnTo>
                    <a:pt x="925903" y="55202"/>
                  </a:lnTo>
                  <a:lnTo>
                    <a:pt x="925903" y="48302"/>
                  </a:lnTo>
                  <a:lnTo>
                    <a:pt x="960196" y="48302"/>
                  </a:lnTo>
                  <a:lnTo>
                    <a:pt x="960196" y="41402"/>
                  </a:lnTo>
                  <a:lnTo>
                    <a:pt x="960196" y="34501"/>
                  </a:lnTo>
                  <a:lnTo>
                    <a:pt x="960196" y="27601"/>
                  </a:lnTo>
                  <a:lnTo>
                    <a:pt x="960196" y="20701"/>
                  </a:lnTo>
                  <a:lnTo>
                    <a:pt x="960196" y="13800"/>
                  </a:lnTo>
                  <a:lnTo>
                    <a:pt x="994489" y="13800"/>
                  </a:lnTo>
                  <a:lnTo>
                    <a:pt x="994489" y="6900"/>
                  </a:lnTo>
                  <a:lnTo>
                    <a:pt x="994489" y="0"/>
                  </a:lnTo>
                  <a:lnTo>
                    <a:pt x="1028781" y="0"/>
                  </a:lnTo>
                  <a:lnTo>
                    <a:pt x="1063074" y="0"/>
                  </a:lnTo>
                  <a:lnTo>
                    <a:pt x="1097367" y="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16937463" y="100453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582" name="pg5582"/>
            <p:cNvSpPr/>
            <p:nvPr/>
          </p:nvSpPr>
          <p:spPr>
            <a:xfrm>
              <a:off x="17276961" y="105796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tx5583"/>
            <p:cNvSpPr/>
            <p:nvPr/>
          </p:nvSpPr>
          <p:spPr>
            <a:xfrm>
              <a:off x="17322491" y="10594533"/>
              <a:ext cx="2214701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-0.27 [-0.342, 2.087]</a:t>
              </a:r>
            </a:p>
          </p:txBody>
        </p:sp>
        <p:sp>
          <p:nvSpPr>
            <p:cNvPr id="5584" name="tx5584"/>
            <p:cNvSpPr/>
            <p:nvPr/>
          </p:nvSpPr>
          <p:spPr>
            <a:xfrm>
              <a:off x="17322491" y="108399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0.627</a:t>
              </a:r>
            </a:p>
          </p:txBody>
        </p:sp>
        <p:sp>
          <p:nvSpPr>
            <p:cNvPr id="5585" name="tx5585"/>
            <p:cNvSpPr/>
            <p:nvPr/>
          </p:nvSpPr>
          <p:spPr>
            <a:xfrm>
              <a:off x="17322491" y="110599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0.884</a:t>
              </a:r>
            </a:p>
          </p:txBody>
        </p:sp>
        <p:sp>
          <p:nvSpPr>
            <p:cNvPr id="5586" name="tx5586"/>
            <p:cNvSpPr/>
            <p:nvPr/>
          </p:nvSpPr>
          <p:spPr>
            <a:xfrm>
              <a:off x="17322491" y="11278400"/>
              <a:ext cx="974480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0.793</a:t>
              </a:r>
            </a:p>
          </p:txBody>
        </p:sp>
        <p:sp>
          <p:nvSpPr>
            <p:cNvPr id="5587" name="tx5587"/>
            <p:cNvSpPr/>
            <p:nvPr/>
          </p:nvSpPr>
          <p:spPr>
            <a:xfrm>
              <a:off x="16580912" y="111805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588" name="tx5588"/>
            <p:cNvSpPr/>
            <p:nvPr/>
          </p:nvSpPr>
          <p:spPr>
            <a:xfrm>
              <a:off x="16580912" y="108976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589" name="tx5589"/>
            <p:cNvSpPr/>
            <p:nvPr/>
          </p:nvSpPr>
          <p:spPr>
            <a:xfrm>
              <a:off x="16580912" y="106147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590" name="tx5590"/>
            <p:cNvSpPr/>
            <p:nvPr/>
          </p:nvSpPr>
          <p:spPr>
            <a:xfrm>
              <a:off x="16580912" y="103317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591" name="tx5591"/>
            <p:cNvSpPr/>
            <p:nvPr/>
          </p:nvSpPr>
          <p:spPr>
            <a:xfrm>
              <a:off x="16580912" y="100488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592" name="tx5592"/>
            <p:cNvSpPr/>
            <p:nvPr/>
          </p:nvSpPr>
          <p:spPr>
            <a:xfrm>
              <a:off x="1685562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593" name="tx5593"/>
            <p:cNvSpPr/>
            <p:nvPr/>
          </p:nvSpPr>
          <p:spPr>
            <a:xfrm>
              <a:off x="17138541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594" name="tx5594"/>
            <p:cNvSpPr/>
            <p:nvPr/>
          </p:nvSpPr>
          <p:spPr>
            <a:xfrm>
              <a:off x="1742145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595" name="tx5595"/>
            <p:cNvSpPr/>
            <p:nvPr/>
          </p:nvSpPr>
          <p:spPr>
            <a:xfrm>
              <a:off x="17704371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596" name="tx5596"/>
            <p:cNvSpPr/>
            <p:nvPr/>
          </p:nvSpPr>
          <p:spPr>
            <a:xfrm>
              <a:off x="17987286" y="113677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597" name="tx5597"/>
            <p:cNvSpPr/>
            <p:nvPr/>
          </p:nvSpPr>
          <p:spPr>
            <a:xfrm>
              <a:off x="16181492" y="115174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5598" name="tx5598"/>
            <p:cNvSpPr/>
            <p:nvPr/>
          </p:nvSpPr>
          <p:spPr>
            <a:xfrm rot="-5400000">
              <a:off x="15209894" y="105843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5599" name="tx5599"/>
            <p:cNvSpPr/>
            <p:nvPr/>
          </p:nvSpPr>
          <p:spPr>
            <a:xfrm>
              <a:off x="16937463" y="9765967"/>
              <a:ext cx="18960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T.</a:t>
              </a:r>
            </a:p>
          </p:txBody>
        </p:sp>
        <p:sp>
          <p:nvSpPr>
            <p:cNvPr id="5600" name="rc5600"/>
            <p:cNvSpPr/>
            <p:nvPr/>
          </p:nvSpPr>
          <p:spPr>
            <a:xfrm>
              <a:off x="2468562" y="118110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rc5601"/>
            <p:cNvSpPr/>
            <p:nvPr/>
          </p:nvSpPr>
          <p:spPr>
            <a:xfrm>
              <a:off x="2964176" y="12108278"/>
              <a:ext cx="437255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2964176" y="13294149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2964176" y="13033443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2964176" y="1277273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2964176" y="12512033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2964176" y="12251327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386500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490986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95472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699958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2964176" y="1342450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2964176" y="1316379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2964176" y="12903091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2964176" y="12642385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2964176" y="12381680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2964176" y="12120974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3342574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438743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43229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647715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t5621"/>
            <p:cNvSpPr/>
            <p:nvPr/>
          </p:nvSpPr>
          <p:spPr>
            <a:xfrm>
              <a:off x="3261971" y="13001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t5622"/>
            <p:cNvSpPr/>
            <p:nvPr/>
          </p:nvSpPr>
          <p:spPr>
            <a:xfrm>
              <a:off x="3422437" y="12844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t5623"/>
            <p:cNvSpPr/>
            <p:nvPr/>
          </p:nvSpPr>
          <p:spPr>
            <a:xfrm>
              <a:off x="3675804" y="12772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t5624"/>
            <p:cNvSpPr/>
            <p:nvPr/>
          </p:nvSpPr>
          <p:spPr>
            <a:xfrm>
              <a:off x="3222558" y="13007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t5625"/>
            <p:cNvSpPr/>
            <p:nvPr/>
          </p:nvSpPr>
          <p:spPr>
            <a:xfrm>
              <a:off x="3358391" y="1299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t5626"/>
            <p:cNvSpPr/>
            <p:nvPr/>
          </p:nvSpPr>
          <p:spPr>
            <a:xfrm>
              <a:off x="4008701" y="12792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t5627"/>
            <p:cNvSpPr/>
            <p:nvPr/>
          </p:nvSpPr>
          <p:spPr>
            <a:xfrm>
              <a:off x="3495632" y="12840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t5628"/>
            <p:cNvSpPr/>
            <p:nvPr/>
          </p:nvSpPr>
          <p:spPr>
            <a:xfrm>
              <a:off x="3733516" y="12937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t5629"/>
            <p:cNvSpPr/>
            <p:nvPr/>
          </p:nvSpPr>
          <p:spPr>
            <a:xfrm>
              <a:off x="4176205" y="12842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t5630"/>
            <p:cNvSpPr/>
            <p:nvPr/>
          </p:nvSpPr>
          <p:spPr>
            <a:xfrm>
              <a:off x="3882721" y="12441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t5631"/>
            <p:cNvSpPr/>
            <p:nvPr/>
          </p:nvSpPr>
          <p:spPr>
            <a:xfrm>
              <a:off x="3820787" y="12411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t5632"/>
            <p:cNvSpPr/>
            <p:nvPr/>
          </p:nvSpPr>
          <p:spPr>
            <a:xfrm>
              <a:off x="4150868" y="12525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t5633"/>
            <p:cNvSpPr/>
            <p:nvPr/>
          </p:nvSpPr>
          <p:spPr>
            <a:xfrm>
              <a:off x="3969992" y="12524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t5634"/>
            <p:cNvSpPr/>
            <p:nvPr/>
          </p:nvSpPr>
          <p:spPr>
            <a:xfrm>
              <a:off x="4053040" y="12508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t5635"/>
            <p:cNvSpPr/>
            <p:nvPr/>
          </p:nvSpPr>
          <p:spPr>
            <a:xfrm>
              <a:off x="3394285" y="12914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t5636"/>
            <p:cNvSpPr/>
            <p:nvPr/>
          </p:nvSpPr>
          <p:spPr>
            <a:xfrm>
              <a:off x="3791227" y="1252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t5637"/>
            <p:cNvSpPr/>
            <p:nvPr/>
          </p:nvSpPr>
          <p:spPr>
            <a:xfrm>
              <a:off x="3760964" y="12538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3887647" y="12527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3299272" y="12928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3267601" y="12904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3354872" y="1305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5892768" y="12565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6162323" y="12469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3966473" y="12767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4514028" y="12626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3637095" y="12962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3744776" y="13445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7113154" y="12488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3575161" y="12843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3320386" y="12942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3240857" y="12912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4005886" y="12729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3409065" y="12814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3356984" y="1287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4128346" y="1262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3943951" y="13416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4000959" y="12625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3984772" y="12621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4108640" y="12613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3677916" y="12791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3318979" y="13002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3138102" y="129243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3291530" y="1291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3841901" y="12863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3299272" y="12929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3701845" y="12600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3719440" y="12534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3880610" y="12512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4404939" y="12527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4229693" y="12530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3300680" y="12979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5181932" y="12822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3282381" y="12835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4090341" y="12508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4160017" y="12589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3327424" y="12959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3346427" y="12926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3586422" y="12643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3231004" y="12953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3296457" y="1292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3721551" y="1238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3699733" y="12534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3840493" y="12712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3284492" y="12933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3337277" y="13024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3311941" y="13006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3701141" y="12816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3791227" y="12467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3297865" y="12922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3364022" y="12879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4179020" y="1254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3796154" y="12722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3297865" y="1279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3917911" y="12686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3397804" y="12896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4167055" y="12552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4112159" y="12575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4472504" y="12571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3787004" y="12904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3741961" y="12791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4232509" y="127305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3294346" y="1285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4058670" y="12508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4392975" y="12479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3857384" y="12643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3787708" y="12812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4249400" y="12777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6210181" y="12518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3591348" y="12786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3170477" y="12981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3358391" y="12946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4600595" y="12656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4767395" y="12633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3635688" y="12872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3687065" y="12803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3387247" y="12881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3296457" y="12936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3280270" y="12986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3325313" y="1300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3347131" y="12965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3328832" y="12916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3338685" y="12891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3406018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2964176" y="12839771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25" name="pg5725"/>
            <p:cNvSpPr/>
            <p:nvPr/>
          </p:nvSpPr>
          <p:spPr>
            <a:xfrm>
              <a:off x="2964176" y="12108278"/>
              <a:ext cx="639613" cy="257331"/>
            </a:xfrm>
            <a:custGeom>
              <a:avLst/>
              <a:pathLst>
                <a:path w="639613" h="257331">
                  <a:moveTo>
                    <a:pt x="0" y="257331"/>
                  </a:moveTo>
                  <a:lnTo>
                    <a:pt x="614467" y="257331"/>
                  </a:lnTo>
                  <a:lnTo>
                    <a:pt x="613455" y="257311"/>
                  </a:lnTo>
                  <a:lnTo>
                    <a:pt x="617498" y="257148"/>
                  </a:lnTo>
                  <a:lnTo>
                    <a:pt x="621463" y="256339"/>
                  </a:lnTo>
                  <a:lnTo>
                    <a:pt x="625247" y="254904"/>
                  </a:lnTo>
                  <a:lnTo>
                    <a:pt x="628752" y="252880"/>
                  </a:lnTo>
                  <a:lnTo>
                    <a:pt x="631886" y="250321"/>
                  </a:lnTo>
                  <a:lnTo>
                    <a:pt x="634570" y="247292"/>
                  </a:lnTo>
                  <a:lnTo>
                    <a:pt x="636733" y="243871"/>
                  </a:lnTo>
                  <a:lnTo>
                    <a:pt x="638319" y="240148"/>
                  </a:lnTo>
                  <a:lnTo>
                    <a:pt x="639288" y="236219"/>
                  </a:lnTo>
                  <a:lnTo>
                    <a:pt x="639613" y="232185"/>
                  </a:lnTo>
                  <a:lnTo>
                    <a:pt x="63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tx5726"/>
            <p:cNvSpPr/>
            <p:nvPr/>
          </p:nvSpPr>
          <p:spPr>
            <a:xfrm>
              <a:off x="2692302" y="120208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5727" name="tx5727"/>
            <p:cNvSpPr/>
            <p:nvPr/>
          </p:nvSpPr>
          <p:spPr>
            <a:xfrm>
              <a:off x="3033912" y="12192594"/>
              <a:ext cx="52796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 (3.9%)</a:t>
              </a:r>
            </a:p>
          </p:txBody>
        </p:sp>
        <p:sp>
          <p:nvSpPr>
            <p:cNvPr id="5728" name="pg5728"/>
            <p:cNvSpPr/>
            <p:nvPr/>
          </p:nvSpPr>
          <p:spPr>
            <a:xfrm>
              <a:off x="2964176" y="13023443"/>
              <a:ext cx="639613" cy="384988"/>
            </a:xfrm>
            <a:custGeom>
              <a:avLst/>
              <a:pathLst>
                <a:path w="639613" h="384988">
                  <a:moveTo>
                    <a:pt x="0" y="384988"/>
                  </a:moveTo>
                  <a:lnTo>
                    <a:pt x="614467" y="384988"/>
                  </a:lnTo>
                  <a:lnTo>
                    <a:pt x="613455" y="384967"/>
                  </a:lnTo>
                  <a:lnTo>
                    <a:pt x="617498" y="384804"/>
                  </a:lnTo>
                  <a:lnTo>
                    <a:pt x="621463" y="383995"/>
                  </a:lnTo>
                  <a:lnTo>
                    <a:pt x="625247" y="382560"/>
                  </a:lnTo>
                  <a:lnTo>
                    <a:pt x="628752" y="380536"/>
                  </a:lnTo>
                  <a:lnTo>
                    <a:pt x="631886" y="377977"/>
                  </a:lnTo>
                  <a:lnTo>
                    <a:pt x="634570" y="374948"/>
                  </a:lnTo>
                  <a:lnTo>
                    <a:pt x="636733" y="371528"/>
                  </a:lnTo>
                  <a:lnTo>
                    <a:pt x="638319" y="367805"/>
                  </a:lnTo>
                  <a:lnTo>
                    <a:pt x="639288" y="363875"/>
                  </a:lnTo>
                  <a:lnTo>
                    <a:pt x="639613" y="359842"/>
                  </a:lnTo>
                  <a:lnTo>
                    <a:pt x="639613" y="25146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tx5729"/>
            <p:cNvSpPr/>
            <p:nvPr/>
          </p:nvSpPr>
          <p:spPr>
            <a:xfrm>
              <a:off x="2684457" y="13035953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5730" name="tx5730"/>
            <p:cNvSpPr/>
            <p:nvPr/>
          </p:nvSpPr>
          <p:spPr>
            <a:xfrm>
              <a:off x="2878523" y="13235416"/>
              <a:ext cx="683356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39 (38.2%)</a:t>
              </a:r>
            </a:p>
          </p:txBody>
        </p:sp>
        <p:sp>
          <p:nvSpPr>
            <p:cNvPr id="5731" name="pg5731"/>
            <p:cNvSpPr/>
            <p:nvPr/>
          </p:nvSpPr>
          <p:spPr>
            <a:xfrm>
              <a:off x="4010833" y="12108278"/>
              <a:ext cx="899032" cy="257331"/>
            </a:xfrm>
            <a:custGeom>
              <a:avLst/>
              <a:pathLst>
                <a:path w="899032" h="257331">
                  <a:moveTo>
                    <a:pt x="25146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tx5732"/>
            <p:cNvSpPr/>
            <p:nvPr/>
          </p:nvSpPr>
          <p:spPr>
            <a:xfrm>
              <a:off x="4052743" y="120208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5733" name="tx5733"/>
            <p:cNvSpPr/>
            <p:nvPr/>
          </p:nvSpPr>
          <p:spPr>
            <a:xfrm>
              <a:off x="4301106" y="12192594"/>
              <a:ext cx="56684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51 (50%)</a:t>
              </a:r>
            </a:p>
          </p:txBody>
        </p:sp>
        <p:sp>
          <p:nvSpPr>
            <p:cNvPr id="5734" name="pg5734"/>
            <p:cNvSpPr/>
            <p:nvPr/>
          </p:nvSpPr>
          <p:spPr>
            <a:xfrm>
              <a:off x="3894257" y="13023443"/>
              <a:ext cx="1015608" cy="384988"/>
            </a:xfrm>
            <a:custGeom>
              <a:avLst/>
              <a:pathLst>
                <a:path w="1015608" h="384988">
                  <a:moveTo>
                    <a:pt x="25146" y="384988"/>
                  </a:moveTo>
                  <a:lnTo>
                    <a:pt x="990462" y="384988"/>
                  </a:lnTo>
                  <a:lnTo>
                    <a:pt x="989449" y="384967"/>
                  </a:lnTo>
                  <a:lnTo>
                    <a:pt x="993493" y="384804"/>
                  </a:lnTo>
                  <a:lnTo>
                    <a:pt x="997458" y="383995"/>
                  </a:lnTo>
                  <a:lnTo>
                    <a:pt x="1001241" y="382560"/>
                  </a:lnTo>
                  <a:lnTo>
                    <a:pt x="1004746" y="380536"/>
                  </a:lnTo>
                  <a:lnTo>
                    <a:pt x="1007881" y="377977"/>
                  </a:lnTo>
                  <a:lnTo>
                    <a:pt x="1010564" y="374948"/>
                  </a:lnTo>
                  <a:lnTo>
                    <a:pt x="1012727" y="371528"/>
                  </a:lnTo>
                  <a:lnTo>
                    <a:pt x="1014313" y="367805"/>
                  </a:lnTo>
                  <a:lnTo>
                    <a:pt x="1015282" y="363875"/>
                  </a:lnTo>
                  <a:lnTo>
                    <a:pt x="1015608" y="359842"/>
                  </a:ln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359842"/>
                  </a:lnTo>
                  <a:lnTo>
                    <a:pt x="81" y="357818"/>
                  </a:lnTo>
                  <a:lnTo>
                    <a:pt x="81" y="361865"/>
                  </a:lnTo>
                  <a:lnTo>
                    <a:pt x="730" y="365859"/>
                  </a:lnTo>
                  <a:lnTo>
                    <a:pt x="2012" y="369698"/>
                  </a:lnTo>
                  <a:lnTo>
                    <a:pt x="3892" y="373281"/>
                  </a:lnTo>
                  <a:lnTo>
                    <a:pt x="6323" y="376516"/>
                  </a:lnTo>
                  <a:lnTo>
                    <a:pt x="9242" y="379320"/>
                  </a:lnTo>
                  <a:lnTo>
                    <a:pt x="12573" y="381619"/>
                  </a:lnTo>
                  <a:lnTo>
                    <a:pt x="16229" y="383354"/>
                  </a:lnTo>
                  <a:lnTo>
                    <a:pt x="20116" y="384479"/>
                  </a:lnTo>
                  <a:lnTo>
                    <a:pt x="24133" y="3849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tx5735"/>
            <p:cNvSpPr/>
            <p:nvPr/>
          </p:nvSpPr>
          <p:spPr>
            <a:xfrm>
              <a:off x="3936167" y="13035953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5736" name="tx5736"/>
            <p:cNvSpPr/>
            <p:nvPr/>
          </p:nvSpPr>
          <p:spPr>
            <a:xfrm>
              <a:off x="4339987" y="13235416"/>
              <a:ext cx="527967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 (7.8%)</a:t>
              </a:r>
            </a:p>
          </p:txBody>
        </p:sp>
        <p:sp>
          <p:nvSpPr>
            <p:cNvPr id="5737" name="rc5737"/>
            <p:cNvSpPr/>
            <p:nvPr/>
          </p:nvSpPr>
          <p:spPr>
            <a:xfrm>
              <a:off x="2964176" y="12108278"/>
              <a:ext cx="437255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tx5738"/>
            <p:cNvSpPr/>
            <p:nvPr/>
          </p:nvSpPr>
          <p:spPr>
            <a:xfrm>
              <a:off x="2708967" y="13382810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-5.0</a:t>
              </a:r>
            </a:p>
          </p:txBody>
        </p:sp>
        <p:sp>
          <p:nvSpPr>
            <p:cNvPr id="5739" name="tx5739"/>
            <p:cNvSpPr/>
            <p:nvPr/>
          </p:nvSpPr>
          <p:spPr>
            <a:xfrm>
              <a:off x="2708967" y="13122104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5740" name="tx5740"/>
            <p:cNvSpPr/>
            <p:nvPr/>
          </p:nvSpPr>
          <p:spPr>
            <a:xfrm>
              <a:off x="2746184" y="12861399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741" name="tx5741"/>
            <p:cNvSpPr/>
            <p:nvPr/>
          </p:nvSpPr>
          <p:spPr>
            <a:xfrm>
              <a:off x="2746184" y="1260069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742" name="tx5742"/>
            <p:cNvSpPr/>
            <p:nvPr/>
          </p:nvSpPr>
          <p:spPr>
            <a:xfrm>
              <a:off x="2746184" y="1233998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743" name="tx5743"/>
            <p:cNvSpPr/>
            <p:nvPr/>
          </p:nvSpPr>
          <p:spPr>
            <a:xfrm>
              <a:off x="2746184" y="12080647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744" name="pl5744"/>
            <p:cNvSpPr/>
            <p:nvPr/>
          </p:nvSpPr>
          <p:spPr>
            <a:xfrm>
              <a:off x="2929381" y="134245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2929381" y="1316379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2929381" y="129030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2929381" y="1264238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2929381" y="123816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2929381" y="121209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3342574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38743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543229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647715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tx5754"/>
            <p:cNvSpPr/>
            <p:nvPr/>
          </p:nvSpPr>
          <p:spPr>
            <a:xfrm>
              <a:off x="3311497" y="135956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55" name="tx5755"/>
            <p:cNvSpPr/>
            <p:nvPr/>
          </p:nvSpPr>
          <p:spPr>
            <a:xfrm>
              <a:off x="4325279" y="13595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756" name="tx5756"/>
            <p:cNvSpPr/>
            <p:nvPr/>
          </p:nvSpPr>
          <p:spPr>
            <a:xfrm>
              <a:off x="5370139" y="13595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757" name="tx5757"/>
            <p:cNvSpPr/>
            <p:nvPr/>
          </p:nvSpPr>
          <p:spPr>
            <a:xfrm>
              <a:off x="6415000" y="135955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758" name="tx5758"/>
            <p:cNvSpPr/>
            <p:nvPr/>
          </p:nvSpPr>
          <p:spPr>
            <a:xfrm>
              <a:off x="4292643" y="137153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5759" name="tx5759"/>
            <p:cNvSpPr/>
            <p:nvPr/>
          </p:nvSpPr>
          <p:spPr>
            <a:xfrm rot="-5400000">
              <a:off x="1672052" y="12755942"/>
              <a:ext cx="180109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Alamar BD pTau217 (Z)</a:t>
              </a:r>
            </a:p>
          </p:txBody>
        </p:sp>
        <p:sp>
          <p:nvSpPr>
            <p:cNvPr id="5760" name="tx5760"/>
            <p:cNvSpPr/>
            <p:nvPr/>
          </p:nvSpPr>
          <p:spPr>
            <a:xfrm>
              <a:off x="2964176" y="11878542"/>
              <a:ext cx="167640" cy="1220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U.</a:t>
              </a:r>
            </a:p>
          </p:txBody>
        </p:sp>
        <p:sp>
          <p:nvSpPr>
            <p:cNvPr id="5761" name="rc5761"/>
            <p:cNvSpPr/>
            <p:nvPr/>
          </p:nvSpPr>
          <p:spPr>
            <a:xfrm>
              <a:off x="8063227" y="118110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8707863" y="132257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8707863" y="129428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8707863" y="126599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8707863" y="123770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8905903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9188818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9471733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9754648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8707863" y="133672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8707863" y="130842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8707863" y="128013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8707863" y="125184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8707863" y="122355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876444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9047361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933027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9613191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989610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8764446" y="122355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12479"/>
                  </a:lnTo>
                  <a:lnTo>
                    <a:pt x="0" y="1093298"/>
                  </a:lnTo>
                  <a:lnTo>
                    <a:pt x="0" y="1074118"/>
                  </a:lnTo>
                  <a:lnTo>
                    <a:pt x="0" y="1054937"/>
                  </a:lnTo>
                  <a:lnTo>
                    <a:pt x="0" y="1035756"/>
                  </a:lnTo>
                  <a:lnTo>
                    <a:pt x="0" y="1016576"/>
                  </a:lnTo>
                  <a:lnTo>
                    <a:pt x="0" y="997395"/>
                  </a:lnTo>
                  <a:lnTo>
                    <a:pt x="0" y="978214"/>
                  </a:lnTo>
                  <a:lnTo>
                    <a:pt x="0" y="959033"/>
                  </a:lnTo>
                  <a:lnTo>
                    <a:pt x="0" y="939853"/>
                  </a:lnTo>
                  <a:lnTo>
                    <a:pt x="0" y="920672"/>
                  </a:lnTo>
                  <a:lnTo>
                    <a:pt x="0" y="901491"/>
                  </a:lnTo>
                  <a:lnTo>
                    <a:pt x="0" y="882311"/>
                  </a:lnTo>
                  <a:lnTo>
                    <a:pt x="0" y="863130"/>
                  </a:lnTo>
                  <a:lnTo>
                    <a:pt x="0" y="843949"/>
                  </a:lnTo>
                  <a:lnTo>
                    <a:pt x="0" y="824769"/>
                  </a:lnTo>
                  <a:lnTo>
                    <a:pt x="0" y="805588"/>
                  </a:lnTo>
                  <a:lnTo>
                    <a:pt x="0" y="786407"/>
                  </a:lnTo>
                  <a:lnTo>
                    <a:pt x="0" y="767227"/>
                  </a:lnTo>
                  <a:lnTo>
                    <a:pt x="0" y="748046"/>
                  </a:lnTo>
                  <a:lnTo>
                    <a:pt x="0" y="728865"/>
                  </a:lnTo>
                  <a:lnTo>
                    <a:pt x="0" y="709685"/>
                  </a:lnTo>
                  <a:lnTo>
                    <a:pt x="0" y="690504"/>
                  </a:lnTo>
                  <a:lnTo>
                    <a:pt x="0" y="671323"/>
                  </a:lnTo>
                  <a:lnTo>
                    <a:pt x="0" y="652143"/>
                  </a:lnTo>
                  <a:lnTo>
                    <a:pt x="0" y="632962"/>
                  </a:lnTo>
                  <a:lnTo>
                    <a:pt x="0" y="613781"/>
                  </a:lnTo>
                  <a:lnTo>
                    <a:pt x="0" y="594601"/>
                  </a:lnTo>
                  <a:lnTo>
                    <a:pt x="0" y="575420"/>
                  </a:lnTo>
                  <a:lnTo>
                    <a:pt x="0" y="556239"/>
                  </a:lnTo>
                  <a:lnTo>
                    <a:pt x="0" y="537059"/>
                  </a:lnTo>
                  <a:lnTo>
                    <a:pt x="0" y="517878"/>
                  </a:lnTo>
                  <a:lnTo>
                    <a:pt x="0" y="498697"/>
                  </a:lnTo>
                  <a:lnTo>
                    <a:pt x="0" y="479516"/>
                  </a:lnTo>
                  <a:lnTo>
                    <a:pt x="26317" y="479516"/>
                  </a:lnTo>
                  <a:lnTo>
                    <a:pt x="26317" y="460336"/>
                  </a:lnTo>
                  <a:lnTo>
                    <a:pt x="26317" y="441155"/>
                  </a:lnTo>
                  <a:lnTo>
                    <a:pt x="26317" y="421974"/>
                  </a:lnTo>
                  <a:lnTo>
                    <a:pt x="26317" y="402794"/>
                  </a:lnTo>
                  <a:lnTo>
                    <a:pt x="26317" y="383613"/>
                  </a:lnTo>
                  <a:lnTo>
                    <a:pt x="26317" y="364432"/>
                  </a:lnTo>
                  <a:lnTo>
                    <a:pt x="26317" y="345252"/>
                  </a:lnTo>
                  <a:lnTo>
                    <a:pt x="26317" y="326071"/>
                  </a:lnTo>
                  <a:lnTo>
                    <a:pt x="26317" y="306890"/>
                  </a:lnTo>
                  <a:lnTo>
                    <a:pt x="26317" y="287710"/>
                  </a:lnTo>
                  <a:lnTo>
                    <a:pt x="52635" y="287710"/>
                  </a:lnTo>
                  <a:lnTo>
                    <a:pt x="52635" y="268529"/>
                  </a:lnTo>
                  <a:lnTo>
                    <a:pt x="52635" y="249348"/>
                  </a:lnTo>
                  <a:lnTo>
                    <a:pt x="52635" y="230168"/>
                  </a:lnTo>
                  <a:lnTo>
                    <a:pt x="78953" y="230168"/>
                  </a:lnTo>
                  <a:lnTo>
                    <a:pt x="78953" y="210987"/>
                  </a:lnTo>
                  <a:lnTo>
                    <a:pt x="78953" y="191806"/>
                  </a:lnTo>
                  <a:lnTo>
                    <a:pt x="105270" y="191806"/>
                  </a:lnTo>
                  <a:lnTo>
                    <a:pt x="105270" y="172626"/>
                  </a:lnTo>
                  <a:lnTo>
                    <a:pt x="105270" y="153445"/>
                  </a:lnTo>
                  <a:lnTo>
                    <a:pt x="131588" y="153445"/>
                  </a:lnTo>
                  <a:lnTo>
                    <a:pt x="157906" y="153445"/>
                  </a:lnTo>
                  <a:lnTo>
                    <a:pt x="157906" y="134264"/>
                  </a:lnTo>
                  <a:lnTo>
                    <a:pt x="184223" y="134264"/>
                  </a:lnTo>
                  <a:lnTo>
                    <a:pt x="210541" y="134264"/>
                  </a:lnTo>
                  <a:lnTo>
                    <a:pt x="236859" y="134264"/>
                  </a:lnTo>
                  <a:lnTo>
                    <a:pt x="236859" y="115084"/>
                  </a:lnTo>
                  <a:lnTo>
                    <a:pt x="236859" y="95903"/>
                  </a:lnTo>
                  <a:lnTo>
                    <a:pt x="263176" y="95903"/>
                  </a:lnTo>
                  <a:lnTo>
                    <a:pt x="289494" y="95903"/>
                  </a:lnTo>
                  <a:lnTo>
                    <a:pt x="315812" y="95903"/>
                  </a:lnTo>
                  <a:lnTo>
                    <a:pt x="342129" y="95903"/>
                  </a:lnTo>
                  <a:lnTo>
                    <a:pt x="368447" y="95903"/>
                  </a:lnTo>
                  <a:lnTo>
                    <a:pt x="394765" y="95903"/>
                  </a:lnTo>
                  <a:lnTo>
                    <a:pt x="394765" y="76722"/>
                  </a:lnTo>
                  <a:lnTo>
                    <a:pt x="421082" y="76722"/>
                  </a:lnTo>
                  <a:lnTo>
                    <a:pt x="447400" y="76722"/>
                  </a:lnTo>
                  <a:lnTo>
                    <a:pt x="473718" y="76722"/>
                  </a:lnTo>
                  <a:lnTo>
                    <a:pt x="500035" y="76722"/>
                  </a:lnTo>
                  <a:lnTo>
                    <a:pt x="526353" y="76722"/>
                  </a:lnTo>
                  <a:lnTo>
                    <a:pt x="552671" y="76722"/>
                  </a:lnTo>
                  <a:lnTo>
                    <a:pt x="578988" y="76722"/>
                  </a:lnTo>
                  <a:lnTo>
                    <a:pt x="605306" y="76722"/>
                  </a:lnTo>
                  <a:lnTo>
                    <a:pt x="631624" y="76722"/>
                  </a:lnTo>
                  <a:lnTo>
                    <a:pt x="657941" y="76722"/>
                  </a:lnTo>
                  <a:lnTo>
                    <a:pt x="684259" y="76722"/>
                  </a:lnTo>
                  <a:lnTo>
                    <a:pt x="710577" y="76722"/>
                  </a:lnTo>
                  <a:lnTo>
                    <a:pt x="710577" y="57542"/>
                  </a:lnTo>
                  <a:lnTo>
                    <a:pt x="736894" y="57542"/>
                  </a:lnTo>
                  <a:lnTo>
                    <a:pt x="763212" y="57542"/>
                  </a:lnTo>
                  <a:lnTo>
                    <a:pt x="789530" y="57542"/>
                  </a:lnTo>
                  <a:lnTo>
                    <a:pt x="815847" y="57542"/>
                  </a:lnTo>
                  <a:lnTo>
                    <a:pt x="815847" y="38361"/>
                  </a:lnTo>
                  <a:lnTo>
                    <a:pt x="842165" y="38361"/>
                  </a:lnTo>
                  <a:lnTo>
                    <a:pt x="868483" y="38361"/>
                  </a:lnTo>
                  <a:lnTo>
                    <a:pt x="894800" y="38361"/>
                  </a:lnTo>
                  <a:lnTo>
                    <a:pt x="921118" y="38361"/>
                  </a:lnTo>
                  <a:lnTo>
                    <a:pt x="947436" y="38361"/>
                  </a:lnTo>
                  <a:lnTo>
                    <a:pt x="973754" y="38361"/>
                  </a:lnTo>
                  <a:lnTo>
                    <a:pt x="1000071" y="38361"/>
                  </a:lnTo>
                  <a:lnTo>
                    <a:pt x="1026389" y="38361"/>
                  </a:lnTo>
                  <a:lnTo>
                    <a:pt x="1052707" y="38361"/>
                  </a:lnTo>
                  <a:lnTo>
                    <a:pt x="1079024" y="38361"/>
                  </a:lnTo>
                  <a:lnTo>
                    <a:pt x="1105342" y="38361"/>
                  </a:lnTo>
                  <a:lnTo>
                    <a:pt x="1131660" y="38361"/>
                  </a:lnTo>
                  <a:lnTo>
                    <a:pt x="1131660" y="19180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8707863" y="121789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82" name="pg5782"/>
            <p:cNvSpPr/>
            <p:nvPr/>
          </p:nvSpPr>
          <p:spPr>
            <a:xfrm>
              <a:off x="9047361" y="127132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tx5783"/>
            <p:cNvSpPr/>
            <p:nvPr/>
          </p:nvSpPr>
          <p:spPr>
            <a:xfrm>
              <a:off x="9092891" y="127281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0.59 [0.060, 0.966]</a:t>
              </a:r>
            </a:p>
          </p:txBody>
        </p:sp>
        <p:sp>
          <p:nvSpPr>
            <p:cNvPr id="5784" name="tx5784"/>
            <p:cNvSpPr/>
            <p:nvPr/>
          </p:nvSpPr>
          <p:spPr>
            <a:xfrm>
              <a:off x="9092891" y="129735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0.916</a:t>
              </a:r>
            </a:p>
          </p:txBody>
        </p:sp>
        <p:sp>
          <p:nvSpPr>
            <p:cNvPr id="5785" name="tx5785"/>
            <p:cNvSpPr/>
            <p:nvPr/>
          </p:nvSpPr>
          <p:spPr>
            <a:xfrm>
              <a:off x="9092891" y="13193530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0.927</a:t>
              </a:r>
            </a:p>
          </p:txBody>
        </p:sp>
        <p:sp>
          <p:nvSpPr>
            <p:cNvPr id="5786" name="tx5786"/>
            <p:cNvSpPr/>
            <p:nvPr/>
          </p:nvSpPr>
          <p:spPr>
            <a:xfrm>
              <a:off x="9092891" y="134120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0.864</a:t>
              </a:r>
            </a:p>
          </p:txBody>
        </p:sp>
        <p:sp>
          <p:nvSpPr>
            <p:cNvPr id="5787" name="tx5787"/>
            <p:cNvSpPr/>
            <p:nvPr/>
          </p:nvSpPr>
          <p:spPr>
            <a:xfrm>
              <a:off x="8351312" y="133141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788" name="tx5788"/>
            <p:cNvSpPr/>
            <p:nvPr/>
          </p:nvSpPr>
          <p:spPr>
            <a:xfrm>
              <a:off x="8351312" y="130312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789" name="tx5789"/>
            <p:cNvSpPr/>
            <p:nvPr/>
          </p:nvSpPr>
          <p:spPr>
            <a:xfrm>
              <a:off x="8351312" y="127483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790" name="tx5790"/>
            <p:cNvSpPr/>
            <p:nvPr/>
          </p:nvSpPr>
          <p:spPr>
            <a:xfrm>
              <a:off x="8351312" y="124653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791" name="tx5791"/>
            <p:cNvSpPr/>
            <p:nvPr/>
          </p:nvSpPr>
          <p:spPr>
            <a:xfrm>
              <a:off x="8351312" y="121824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792" name="tx5792"/>
            <p:cNvSpPr/>
            <p:nvPr/>
          </p:nvSpPr>
          <p:spPr>
            <a:xfrm>
              <a:off x="862602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793" name="tx5793"/>
            <p:cNvSpPr/>
            <p:nvPr/>
          </p:nvSpPr>
          <p:spPr>
            <a:xfrm>
              <a:off x="8908941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794" name="tx5794"/>
            <p:cNvSpPr/>
            <p:nvPr/>
          </p:nvSpPr>
          <p:spPr>
            <a:xfrm>
              <a:off x="919185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795" name="tx5795"/>
            <p:cNvSpPr/>
            <p:nvPr/>
          </p:nvSpPr>
          <p:spPr>
            <a:xfrm>
              <a:off x="9474771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796" name="tx5796"/>
            <p:cNvSpPr/>
            <p:nvPr/>
          </p:nvSpPr>
          <p:spPr>
            <a:xfrm>
              <a:off x="975768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797" name="tx5797"/>
            <p:cNvSpPr/>
            <p:nvPr/>
          </p:nvSpPr>
          <p:spPr>
            <a:xfrm>
              <a:off x="7951892" y="136510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5798" name="tx5798"/>
            <p:cNvSpPr/>
            <p:nvPr/>
          </p:nvSpPr>
          <p:spPr>
            <a:xfrm rot="-5400000">
              <a:off x="6980294" y="127179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5799" name="tx5799"/>
            <p:cNvSpPr/>
            <p:nvPr/>
          </p:nvSpPr>
          <p:spPr>
            <a:xfrm>
              <a:off x="8707863" y="11899567"/>
              <a:ext cx="20158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V.</a:t>
              </a:r>
            </a:p>
          </p:txBody>
        </p:sp>
        <p:sp>
          <p:nvSpPr>
            <p:cNvPr id="5800" name="rc5800"/>
            <p:cNvSpPr/>
            <p:nvPr/>
          </p:nvSpPr>
          <p:spPr>
            <a:xfrm>
              <a:off x="10698162" y="11811000"/>
              <a:ext cx="493775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rc5801"/>
            <p:cNvSpPr/>
            <p:nvPr/>
          </p:nvSpPr>
          <p:spPr>
            <a:xfrm>
              <a:off x="11193776" y="12108278"/>
              <a:ext cx="4372557" cy="142643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11193776" y="13242940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11193776" y="12918751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11193776" y="1259456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11193776" y="12270372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1209460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1313946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1418432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1522918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11193776" y="13405035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11193776" y="1308084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11193776" y="12756656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11193776" y="12432467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11193776" y="12108278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11572174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1261703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1366189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14706755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11491571" y="13238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11652037" y="12983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11905404" y="129797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11452158" y="13179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11587991" y="13240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12238301" y="12974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11725232" y="12997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11963116" y="13084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12405805" y="13061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12112321" y="12525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12050387" y="124825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12380468" y="12586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12199592" y="1263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12282640" y="12579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11623885" y="13115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12020827" y="12602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11990564" y="12637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12117247" y="12651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11528872" y="13070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11497201" y="13076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11584472" y="13248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14122368" y="126354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14391923" y="12489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12196073" y="12966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12743628" y="1278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11866695" y="13291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15342754" y="1252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11804761" y="13049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11549986" y="13084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11470457" y="13052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12235486" y="12864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11638665" y="12976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11586584" y="13065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12357946" y="12779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12230559" y="12750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12214372" y="12731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12338240" y="12715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11907516" y="12968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11548579" y="13183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11367702" y="13114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11521130" y="130265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12071501" y="13073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11528872" y="130541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11931445" y="12724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11949040" y="12673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12110210" y="12584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12634539" y="12587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12459293" y="126269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11530280" y="13146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13411532" y="13054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11511981" y="13041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12319941" y="1259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12389617" y="12734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11557024" y="13146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11576027" y="130686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11816022" y="12782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11460604" y="13096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11526057" y="13035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11951151" y="1237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11929333" y="12603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12070093" y="1287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11514092" y="13106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11566877" y="13221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11541541" y="13237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11930741" y="12930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12020827" y="12522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11527465" y="13088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11593622" y="13116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12408620" y="12616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12025754" y="12900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11527465" y="129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12147511" y="12883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11627404" y="13045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12396655" y="12618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12341759" y="1266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12702104" y="12679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12016604" y="13146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11971561" y="12919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12462109" y="12861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t5898"/>
            <p:cNvSpPr/>
            <p:nvPr/>
          </p:nvSpPr>
          <p:spPr>
            <a:xfrm>
              <a:off x="11523946" y="1298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t5899"/>
            <p:cNvSpPr/>
            <p:nvPr/>
          </p:nvSpPr>
          <p:spPr>
            <a:xfrm>
              <a:off x="12288270" y="12548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t5900"/>
            <p:cNvSpPr/>
            <p:nvPr/>
          </p:nvSpPr>
          <p:spPr>
            <a:xfrm>
              <a:off x="12622575" y="12510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t5901"/>
            <p:cNvSpPr/>
            <p:nvPr/>
          </p:nvSpPr>
          <p:spPr>
            <a:xfrm>
              <a:off x="12086984" y="12752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t5902"/>
            <p:cNvSpPr/>
            <p:nvPr/>
          </p:nvSpPr>
          <p:spPr>
            <a:xfrm>
              <a:off x="12017308" y="12992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t5903"/>
            <p:cNvSpPr/>
            <p:nvPr/>
          </p:nvSpPr>
          <p:spPr>
            <a:xfrm>
              <a:off x="12479000" y="13020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t5904"/>
            <p:cNvSpPr/>
            <p:nvPr/>
          </p:nvSpPr>
          <p:spPr>
            <a:xfrm>
              <a:off x="14439781" y="12581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t5905"/>
            <p:cNvSpPr/>
            <p:nvPr/>
          </p:nvSpPr>
          <p:spPr>
            <a:xfrm>
              <a:off x="11820948" y="129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t5906"/>
            <p:cNvSpPr/>
            <p:nvPr/>
          </p:nvSpPr>
          <p:spPr>
            <a:xfrm>
              <a:off x="11400077" y="131617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t5907"/>
            <p:cNvSpPr/>
            <p:nvPr/>
          </p:nvSpPr>
          <p:spPr>
            <a:xfrm>
              <a:off x="11587991" y="13159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t5908"/>
            <p:cNvSpPr/>
            <p:nvPr/>
          </p:nvSpPr>
          <p:spPr>
            <a:xfrm>
              <a:off x="12830195" y="12778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t5909"/>
            <p:cNvSpPr/>
            <p:nvPr/>
          </p:nvSpPr>
          <p:spPr>
            <a:xfrm>
              <a:off x="12996995" y="12727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t5910"/>
            <p:cNvSpPr/>
            <p:nvPr/>
          </p:nvSpPr>
          <p:spPr>
            <a:xfrm>
              <a:off x="11865288" y="13083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t5911"/>
            <p:cNvSpPr/>
            <p:nvPr/>
          </p:nvSpPr>
          <p:spPr>
            <a:xfrm>
              <a:off x="11916665" y="1304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t5912"/>
            <p:cNvSpPr/>
            <p:nvPr/>
          </p:nvSpPr>
          <p:spPr>
            <a:xfrm>
              <a:off x="11616847" y="1304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t5913"/>
            <p:cNvSpPr/>
            <p:nvPr/>
          </p:nvSpPr>
          <p:spPr>
            <a:xfrm>
              <a:off x="11526057" y="13147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t5914"/>
            <p:cNvSpPr/>
            <p:nvPr/>
          </p:nvSpPr>
          <p:spPr>
            <a:xfrm>
              <a:off x="11509870" y="13188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t5915"/>
            <p:cNvSpPr/>
            <p:nvPr/>
          </p:nvSpPr>
          <p:spPr>
            <a:xfrm>
              <a:off x="11554913" y="13262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t5916"/>
            <p:cNvSpPr/>
            <p:nvPr/>
          </p:nvSpPr>
          <p:spPr>
            <a:xfrm>
              <a:off x="11576731" y="13116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t5917"/>
            <p:cNvSpPr/>
            <p:nvPr/>
          </p:nvSpPr>
          <p:spPr>
            <a:xfrm>
              <a:off x="11558432" y="13090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t5918"/>
            <p:cNvSpPr/>
            <p:nvPr/>
          </p:nvSpPr>
          <p:spPr>
            <a:xfrm>
              <a:off x="11568285" y="13023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11643420" y="12108278"/>
              <a:ext cx="0" cy="1426433"/>
            </a:xfrm>
            <a:custGeom>
              <a:avLst/>
              <a:pathLst>
                <a:path w="0" h="1426433">
                  <a:moveTo>
                    <a:pt x="0" y="142643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11193776" y="12992424"/>
              <a:ext cx="4372557" cy="0"/>
            </a:xfrm>
            <a:custGeom>
              <a:avLst/>
              <a:pathLst>
                <a:path w="4372557" h="0">
                  <a:moveTo>
                    <a:pt x="0" y="0"/>
                  </a:moveTo>
                  <a:lnTo>
                    <a:pt x="4372557" y="0"/>
                  </a:lnTo>
                  <a:lnTo>
                    <a:pt x="437255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21" name="pg5921"/>
            <p:cNvSpPr/>
            <p:nvPr/>
          </p:nvSpPr>
          <p:spPr>
            <a:xfrm>
              <a:off x="11193776" y="12108278"/>
              <a:ext cx="639613" cy="257331"/>
            </a:xfrm>
            <a:custGeom>
              <a:avLst/>
              <a:pathLst>
                <a:path w="639613" h="257331">
                  <a:moveTo>
                    <a:pt x="0" y="257331"/>
                  </a:moveTo>
                  <a:lnTo>
                    <a:pt x="614467" y="257331"/>
                  </a:lnTo>
                  <a:lnTo>
                    <a:pt x="613455" y="257311"/>
                  </a:lnTo>
                  <a:lnTo>
                    <a:pt x="617498" y="257148"/>
                  </a:lnTo>
                  <a:lnTo>
                    <a:pt x="621463" y="256339"/>
                  </a:lnTo>
                  <a:lnTo>
                    <a:pt x="625247" y="254904"/>
                  </a:lnTo>
                  <a:lnTo>
                    <a:pt x="628752" y="252880"/>
                  </a:lnTo>
                  <a:lnTo>
                    <a:pt x="631886" y="250321"/>
                  </a:lnTo>
                  <a:lnTo>
                    <a:pt x="634570" y="247292"/>
                  </a:lnTo>
                  <a:lnTo>
                    <a:pt x="636733" y="243871"/>
                  </a:lnTo>
                  <a:lnTo>
                    <a:pt x="638319" y="240148"/>
                  </a:lnTo>
                  <a:lnTo>
                    <a:pt x="639288" y="236219"/>
                  </a:lnTo>
                  <a:lnTo>
                    <a:pt x="639613" y="232185"/>
                  </a:lnTo>
                  <a:lnTo>
                    <a:pt x="6396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tx5922"/>
            <p:cNvSpPr/>
            <p:nvPr/>
          </p:nvSpPr>
          <p:spPr>
            <a:xfrm>
              <a:off x="10921902" y="12020894"/>
              <a:ext cx="869577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</a:t>
              </a:r>
            </a:p>
          </p:txBody>
        </p:sp>
        <p:sp>
          <p:nvSpPr>
            <p:cNvPr id="5923" name="tx5923"/>
            <p:cNvSpPr/>
            <p:nvPr/>
          </p:nvSpPr>
          <p:spPr>
            <a:xfrm>
              <a:off x="11380019" y="12192594"/>
              <a:ext cx="41146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 (3%)</a:t>
              </a:r>
            </a:p>
          </p:txBody>
        </p:sp>
        <p:sp>
          <p:nvSpPr>
            <p:cNvPr id="5924" name="pg5924"/>
            <p:cNvSpPr/>
            <p:nvPr/>
          </p:nvSpPr>
          <p:spPr>
            <a:xfrm>
              <a:off x="11193776" y="13277379"/>
              <a:ext cx="639613" cy="257331"/>
            </a:xfrm>
            <a:custGeom>
              <a:avLst/>
              <a:pathLst>
                <a:path w="639613" h="257331">
                  <a:moveTo>
                    <a:pt x="639613" y="257331"/>
                  </a:moveTo>
                  <a:lnTo>
                    <a:pt x="639613" y="25146"/>
                  </a:lnTo>
                  <a:lnTo>
                    <a:pt x="639288" y="21112"/>
                  </a:lnTo>
                  <a:lnTo>
                    <a:pt x="638319" y="17183"/>
                  </a:lnTo>
                  <a:lnTo>
                    <a:pt x="636733" y="13460"/>
                  </a:lnTo>
                  <a:lnTo>
                    <a:pt x="634570" y="10039"/>
                  </a:lnTo>
                  <a:lnTo>
                    <a:pt x="631886" y="7010"/>
                  </a:lnTo>
                  <a:lnTo>
                    <a:pt x="628752" y="4451"/>
                  </a:lnTo>
                  <a:lnTo>
                    <a:pt x="625247" y="2427"/>
                  </a:lnTo>
                  <a:lnTo>
                    <a:pt x="621463" y="992"/>
                  </a:lnTo>
                  <a:lnTo>
                    <a:pt x="617498" y="183"/>
                  </a:lnTo>
                  <a:lnTo>
                    <a:pt x="614467" y="0"/>
                  </a:lnTo>
                  <a:lnTo>
                    <a:pt x="0" y="0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tx5925"/>
            <p:cNvSpPr/>
            <p:nvPr/>
          </p:nvSpPr>
          <p:spPr>
            <a:xfrm>
              <a:off x="10914057" y="13289889"/>
              <a:ext cx="877422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Negative</a:t>
              </a:r>
            </a:p>
          </p:txBody>
        </p:sp>
        <p:sp>
          <p:nvSpPr>
            <p:cNvPr id="5926" name="tx5926"/>
            <p:cNvSpPr/>
            <p:nvPr/>
          </p:nvSpPr>
          <p:spPr>
            <a:xfrm>
              <a:off x="11224630" y="13489352"/>
              <a:ext cx="56684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 (40%)</a:t>
              </a:r>
            </a:p>
          </p:txBody>
        </p:sp>
        <p:sp>
          <p:nvSpPr>
            <p:cNvPr id="5927" name="pg5927"/>
            <p:cNvSpPr/>
            <p:nvPr/>
          </p:nvSpPr>
          <p:spPr>
            <a:xfrm>
              <a:off x="12240433" y="12108278"/>
              <a:ext cx="899032" cy="257331"/>
            </a:xfrm>
            <a:custGeom>
              <a:avLst/>
              <a:pathLst>
                <a:path w="899032" h="257331">
                  <a:moveTo>
                    <a:pt x="25145" y="257331"/>
                  </a:moveTo>
                  <a:lnTo>
                    <a:pt x="873886" y="257331"/>
                  </a:lnTo>
                  <a:lnTo>
                    <a:pt x="872873" y="257311"/>
                  </a:lnTo>
                  <a:lnTo>
                    <a:pt x="876917" y="257148"/>
                  </a:lnTo>
                  <a:lnTo>
                    <a:pt x="880882" y="256339"/>
                  </a:lnTo>
                  <a:lnTo>
                    <a:pt x="884666" y="254904"/>
                  </a:lnTo>
                  <a:lnTo>
                    <a:pt x="888170" y="252880"/>
                  </a:lnTo>
                  <a:lnTo>
                    <a:pt x="891305" y="250321"/>
                  </a:lnTo>
                  <a:lnTo>
                    <a:pt x="893989" y="247292"/>
                  </a:lnTo>
                  <a:lnTo>
                    <a:pt x="896151" y="243871"/>
                  </a:lnTo>
                  <a:lnTo>
                    <a:pt x="897738" y="240148"/>
                  </a:lnTo>
                  <a:lnTo>
                    <a:pt x="898706" y="236219"/>
                  </a:lnTo>
                  <a:lnTo>
                    <a:pt x="899032" y="232185"/>
                  </a:lnTo>
                  <a:lnTo>
                    <a:pt x="899032" y="0"/>
                  </a:lnTo>
                  <a:lnTo>
                    <a:pt x="0" y="0"/>
                  </a:lnTo>
                  <a:lnTo>
                    <a:pt x="0" y="232185"/>
                  </a:lnTo>
                  <a:lnTo>
                    <a:pt x="81" y="230162"/>
                  </a:lnTo>
                  <a:lnTo>
                    <a:pt x="81" y="234209"/>
                  </a:lnTo>
                  <a:lnTo>
                    <a:pt x="730" y="238203"/>
                  </a:lnTo>
                  <a:lnTo>
                    <a:pt x="2012" y="242042"/>
                  </a:lnTo>
                  <a:lnTo>
                    <a:pt x="3892" y="245625"/>
                  </a:lnTo>
                  <a:lnTo>
                    <a:pt x="6323" y="248860"/>
                  </a:lnTo>
                  <a:lnTo>
                    <a:pt x="9242" y="251664"/>
                  </a:lnTo>
                  <a:lnTo>
                    <a:pt x="12573" y="253962"/>
                  </a:lnTo>
                  <a:lnTo>
                    <a:pt x="16229" y="255697"/>
                  </a:lnTo>
                  <a:lnTo>
                    <a:pt x="20116" y="256823"/>
                  </a:lnTo>
                  <a:lnTo>
                    <a:pt x="24133" y="257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tx5928"/>
            <p:cNvSpPr/>
            <p:nvPr/>
          </p:nvSpPr>
          <p:spPr>
            <a:xfrm>
              <a:off x="12282343" y="12020894"/>
              <a:ext cx="8152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</a:t>
              </a:r>
            </a:p>
          </p:txBody>
        </p:sp>
        <p:sp>
          <p:nvSpPr>
            <p:cNvPr id="5929" name="tx5929"/>
            <p:cNvSpPr/>
            <p:nvPr/>
          </p:nvSpPr>
          <p:spPr>
            <a:xfrm>
              <a:off x="12530706" y="12192594"/>
              <a:ext cx="56684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 (46%)</a:t>
              </a:r>
            </a:p>
          </p:txBody>
        </p:sp>
        <p:sp>
          <p:nvSpPr>
            <p:cNvPr id="5930" name="pg5930"/>
            <p:cNvSpPr/>
            <p:nvPr/>
          </p:nvSpPr>
          <p:spPr>
            <a:xfrm>
              <a:off x="12123857" y="13277379"/>
              <a:ext cx="1015608" cy="257331"/>
            </a:xfrm>
            <a:custGeom>
              <a:avLst/>
              <a:pathLst>
                <a:path w="1015608" h="257331">
                  <a:moveTo>
                    <a:pt x="1015608" y="257331"/>
                  </a:moveTo>
                  <a:lnTo>
                    <a:pt x="1015608" y="25146"/>
                  </a:lnTo>
                  <a:lnTo>
                    <a:pt x="1015282" y="21112"/>
                  </a:lnTo>
                  <a:lnTo>
                    <a:pt x="1014313" y="17183"/>
                  </a:lnTo>
                  <a:lnTo>
                    <a:pt x="1012727" y="13460"/>
                  </a:lnTo>
                  <a:lnTo>
                    <a:pt x="1010564" y="10039"/>
                  </a:lnTo>
                  <a:lnTo>
                    <a:pt x="1007881" y="7010"/>
                  </a:lnTo>
                  <a:lnTo>
                    <a:pt x="1004746" y="4451"/>
                  </a:lnTo>
                  <a:lnTo>
                    <a:pt x="1001241" y="2427"/>
                  </a:lnTo>
                  <a:lnTo>
                    <a:pt x="997458" y="992"/>
                  </a:lnTo>
                  <a:lnTo>
                    <a:pt x="993493" y="183"/>
                  </a:lnTo>
                  <a:lnTo>
                    <a:pt x="990462" y="0"/>
                  </a:lnTo>
                  <a:lnTo>
                    <a:pt x="25146" y="0"/>
                  </a:lnTo>
                  <a:lnTo>
                    <a:pt x="28177" y="183"/>
                  </a:lnTo>
                  <a:lnTo>
                    <a:pt x="24133" y="20"/>
                  </a:lnTo>
                  <a:lnTo>
                    <a:pt x="20116" y="508"/>
                  </a:lnTo>
                  <a:lnTo>
                    <a:pt x="16229" y="1634"/>
                  </a:lnTo>
                  <a:lnTo>
                    <a:pt x="12573" y="3368"/>
                  </a:lnTo>
                  <a:lnTo>
                    <a:pt x="9242" y="5667"/>
                  </a:lnTo>
                  <a:lnTo>
                    <a:pt x="6323" y="8471"/>
                  </a:lnTo>
                  <a:lnTo>
                    <a:pt x="3892" y="11706"/>
                  </a:lnTo>
                  <a:lnTo>
                    <a:pt x="2012" y="15289"/>
                  </a:lnTo>
                  <a:lnTo>
                    <a:pt x="730" y="19128"/>
                  </a:lnTo>
                  <a:lnTo>
                    <a:pt x="81" y="23122"/>
                  </a:lnTo>
                  <a:lnTo>
                    <a:pt x="0" y="25146"/>
                  </a:lnTo>
                  <a:lnTo>
                    <a:pt x="0" y="2573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tx5931"/>
            <p:cNvSpPr/>
            <p:nvPr/>
          </p:nvSpPr>
          <p:spPr>
            <a:xfrm>
              <a:off x="12165767" y="13289889"/>
              <a:ext cx="931788" cy="1293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Negative</a:t>
              </a:r>
            </a:p>
          </p:txBody>
        </p:sp>
        <p:sp>
          <p:nvSpPr>
            <p:cNvPr id="5932" name="tx5932"/>
            <p:cNvSpPr/>
            <p:nvPr/>
          </p:nvSpPr>
          <p:spPr>
            <a:xfrm>
              <a:off x="12530706" y="13489352"/>
              <a:ext cx="56684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 (11%)</a:t>
              </a:r>
            </a:p>
          </p:txBody>
        </p:sp>
        <p:sp>
          <p:nvSpPr>
            <p:cNvPr id="5933" name="rc5933"/>
            <p:cNvSpPr/>
            <p:nvPr/>
          </p:nvSpPr>
          <p:spPr>
            <a:xfrm>
              <a:off x="11193776" y="12108278"/>
              <a:ext cx="4372557" cy="1426433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tx5934"/>
            <p:cNvSpPr/>
            <p:nvPr/>
          </p:nvSpPr>
          <p:spPr>
            <a:xfrm>
              <a:off x="10938567" y="13363343"/>
              <a:ext cx="192578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-2.5</a:t>
              </a:r>
            </a:p>
          </p:txBody>
        </p:sp>
        <p:sp>
          <p:nvSpPr>
            <p:cNvPr id="5935" name="tx5935"/>
            <p:cNvSpPr/>
            <p:nvPr/>
          </p:nvSpPr>
          <p:spPr>
            <a:xfrm>
              <a:off x="10975784" y="13039154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936" name="tx5936"/>
            <p:cNvSpPr/>
            <p:nvPr/>
          </p:nvSpPr>
          <p:spPr>
            <a:xfrm>
              <a:off x="10975784" y="1271496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5937" name="tx5937"/>
            <p:cNvSpPr/>
            <p:nvPr/>
          </p:nvSpPr>
          <p:spPr>
            <a:xfrm>
              <a:off x="10975784" y="12390775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5938" name="tx5938"/>
            <p:cNvSpPr/>
            <p:nvPr/>
          </p:nvSpPr>
          <p:spPr>
            <a:xfrm>
              <a:off x="10975784" y="12067950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5939" name="pl5939"/>
            <p:cNvSpPr/>
            <p:nvPr/>
          </p:nvSpPr>
          <p:spPr>
            <a:xfrm>
              <a:off x="11158981" y="1340503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11158981" y="1308084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11158981" y="1275665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11158981" y="124324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11158981" y="121082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11572174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1261703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1366189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14706755" y="13534711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tx5948"/>
            <p:cNvSpPr/>
            <p:nvPr/>
          </p:nvSpPr>
          <p:spPr>
            <a:xfrm>
              <a:off x="11541097" y="13595649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949" name="tx5949"/>
            <p:cNvSpPr/>
            <p:nvPr/>
          </p:nvSpPr>
          <p:spPr>
            <a:xfrm>
              <a:off x="12554879" y="13595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950" name="tx5950"/>
            <p:cNvSpPr/>
            <p:nvPr/>
          </p:nvSpPr>
          <p:spPr>
            <a:xfrm>
              <a:off x="13599739" y="1359564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5951" name="tx5951"/>
            <p:cNvSpPr/>
            <p:nvPr/>
          </p:nvSpPr>
          <p:spPr>
            <a:xfrm>
              <a:off x="14644600" y="1359559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5952" name="tx5952"/>
            <p:cNvSpPr/>
            <p:nvPr/>
          </p:nvSpPr>
          <p:spPr>
            <a:xfrm>
              <a:off x="12522243" y="13715330"/>
              <a:ext cx="171562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Centiloids, Amyloid PET (Z)</a:t>
              </a:r>
            </a:p>
          </p:txBody>
        </p:sp>
        <p:sp>
          <p:nvSpPr>
            <p:cNvPr id="5953" name="tx5953"/>
            <p:cNvSpPr/>
            <p:nvPr/>
          </p:nvSpPr>
          <p:spPr>
            <a:xfrm rot="-5400000">
              <a:off x="9901652" y="12755942"/>
              <a:ext cx="1801093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CSF Alamar BD pTau181 (Z)</a:t>
              </a:r>
            </a:p>
          </p:txBody>
        </p:sp>
        <p:sp>
          <p:nvSpPr>
            <p:cNvPr id="5954" name="tx5954"/>
            <p:cNvSpPr/>
            <p:nvPr/>
          </p:nvSpPr>
          <p:spPr>
            <a:xfrm>
              <a:off x="11193776" y="11880589"/>
              <a:ext cx="204802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W.</a:t>
              </a:r>
            </a:p>
          </p:txBody>
        </p:sp>
        <p:sp>
          <p:nvSpPr>
            <p:cNvPr id="5955" name="rc5955"/>
            <p:cNvSpPr/>
            <p:nvPr/>
          </p:nvSpPr>
          <p:spPr>
            <a:xfrm>
              <a:off x="16292827" y="11811000"/>
              <a:ext cx="1978029" cy="213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16937463" y="1322574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16937463" y="1294283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16937463" y="12659918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16937463" y="12377003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17135503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17418418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17701333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17984248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16937463" y="1336720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16937463" y="1308429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16937463" y="1280137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16937463" y="12518461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16937463" y="12235546"/>
              <a:ext cx="1244826" cy="0"/>
            </a:xfrm>
            <a:custGeom>
              <a:avLst/>
              <a:pathLst>
                <a:path w="1244826" h="0">
                  <a:moveTo>
                    <a:pt x="0" y="0"/>
                  </a:moveTo>
                  <a:lnTo>
                    <a:pt x="1244826" y="0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1699404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17276961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1755987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17842791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18125706" y="12178963"/>
              <a:ext cx="0" cy="1244826"/>
            </a:xfrm>
            <a:custGeom>
              <a:avLst/>
              <a:pathLst>
                <a:path w="0" h="1244826">
                  <a:moveTo>
                    <a:pt x="0" y="124482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16994046" y="12235546"/>
              <a:ext cx="1131660" cy="1131660"/>
            </a:xfrm>
            <a:custGeom>
              <a:avLst/>
              <a:pathLst>
                <a:path w="1131660" h="1131660">
                  <a:moveTo>
                    <a:pt x="0" y="1131660"/>
                  </a:moveTo>
                  <a:lnTo>
                    <a:pt x="0" y="1111806"/>
                  </a:lnTo>
                  <a:lnTo>
                    <a:pt x="0" y="1091952"/>
                  </a:lnTo>
                  <a:lnTo>
                    <a:pt x="0" y="1072099"/>
                  </a:lnTo>
                  <a:lnTo>
                    <a:pt x="0" y="1052245"/>
                  </a:lnTo>
                  <a:lnTo>
                    <a:pt x="0" y="1032391"/>
                  </a:lnTo>
                  <a:lnTo>
                    <a:pt x="0" y="1012537"/>
                  </a:lnTo>
                  <a:lnTo>
                    <a:pt x="0" y="992684"/>
                  </a:lnTo>
                  <a:lnTo>
                    <a:pt x="0" y="972830"/>
                  </a:lnTo>
                  <a:lnTo>
                    <a:pt x="0" y="952976"/>
                  </a:lnTo>
                  <a:lnTo>
                    <a:pt x="0" y="933123"/>
                  </a:lnTo>
                  <a:lnTo>
                    <a:pt x="0" y="913269"/>
                  </a:lnTo>
                  <a:lnTo>
                    <a:pt x="0" y="893415"/>
                  </a:lnTo>
                  <a:lnTo>
                    <a:pt x="0" y="873562"/>
                  </a:lnTo>
                  <a:lnTo>
                    <a:pt x="0" y="853708"/>
                  </a:lnTo>
                  <a:lnTo>
                    <a:pt x="0" y="833854"/>
                  </a:lnTo>
                  <a:lnTo>
                    <a:pt x="0" y="814001"/>
                  </a:lnTo>
                  <a:lnTo>
                    <a:pt x="0" y="794147"/>
                  </a:lnTo>
                  <a:lnTo>
                    <a:pt x="0" y="774293"/>
                  </a:lnTo>
                  <a:lnTo>
                    <a:pt x="0" y="754440"/>
                  </a:lnTo>
                  <a:lnTo>
                    <a:pt x="0" y="734586"/>
                  </a:lnTo>
                  <a:lnTo>
                    <a:pt x="0" y="714732"/>
                  </a:lnTo>
                  <a:lnTo>
                    <a:pt x="0" y="694879"/>
                  </a:lnTo>
                  <a:lnTo>
                    <a:pt x="0" y="675025"/>
                  </a:lnTo>
                  <a:lnTo>
                    <a:pt x="0" y="655171"/>
                  </a:lnTo>
                  <a:lnTo>
                    <a:pt x="0" y="635317"/>
                  </a:lnTo>
                  <a:lnTo>
                    <a:pt x="0" y="615464"/>
                  </a:lnTo>
                  <a:lnTo>
                    <a:pt x="0" y="595610"/>
                  </a:lnTo>
                  <a:lnTo>
                    <a:pt x="0" y="575756"/>
                  </a:lnTo>
                  <a:lnTo>
                    <a:pt x="0" y="555903"/>
                  </a:lnTo>
                  <a:lnTo>
                    <a:pt x="0" y="536049"/>
                  </a:lnTo>
                  <a:lnTo>
                    <a:pt x="0" y="516195"/>
                  </a:lnTo>
                  <a:lnTo>
                    <a:pt x="0" y="496342"/>
                  </a:lnTo>
                  <a:lnTo>
                    <a:pt x="0" y="476488"/>
                  </a:lnTo>
                  <a:lnTo>
                    <a:pt x="0" y="456634"/>
                  </a:lnTo>
                  <a:lnTo>
                    <a:pt x="0" y="436781"/>
                  </a:lnTo>
                  <a:lnTo>
                    <a:pt x="26317" y="436781"/>
                  </a:lnTo>
                  <a:lnTo>
                    <a:pt x="26317" y="416927"/>
                  </a:lnTo>
                  <a:lnTo>
                    <a:pt x="26317" y="397073"/>
                  </a:lnTo>
                  <a:lnTo>
                    <a:pt x="26317" y="377220"/>
                  </a:lnTo>
                  <a:lnTo>
                    <a:pt x="26317" y="357366"/>
                  </a:lnTo>
                  <a:lnTo>
                    <a:pt x="26317" y="337512"/>
                  </a:lnTo>
                  <a:lnTo>
                    <a:pt x="26317" y="317658"/>
                  </a:lnTo>
                  <a:lnTo>
                    <a:pt x="52635" y="317658"/>
                  </a:lnTo>
                  <a:lnTo>
                    <a:pt x="52635" y="297805"/>
                  </a:lnTo>
                  <a:lnTo>
                    <a:pt x="52635" y="277951"/>
                  </a:lnTo>
                  <a:lnTo>
                    <a:pt x="78953" y="277951"/>
                  </a:lnTo>
                  <a:lnTo>
                    <a:pt x="78953" y="258097"/>
                  </a:lnTo>
                  <a:lnTo>
                    <a:pt x="78953" y="238244"/>
                  </a:lnTo>
                  <a:lnTo>
                    <a:pt x="78953" y="218390"/>
                  </a:lnTo>
                  <a:lnTo>
                    <a:pt x="105270" y="218390"/>
                  </a:lnTo>
                  <a:lnTo>
                    <a:pt x="105270" y="198536"/>
                  </a:lnTo>
                  <a:lnTo>
                    <a:pt x="131588" y="198536"/>
                  </a:lnTo>
                  <a:lnTo>
                    <a:pt x="157906" y="198536"/>
                  </a:lnTo>
                  <a:lnTo>
                    <a:pt x="157906" y="178683"/>
                  </a:lnTo>
                  <a:lnTo>
                    <a:pt x="184223" y="178683"/>
                  </a:lnTo>
                  <a:lnTo>
                    <a:pt x="184223" y="158829"/>
                  </a:lnTo>
                  <a:lnTo>
                    <a:pt x="210541" y="158829"/>
                  </a:lnTo>
                  <a:lnTo>
                    <a:pt x="236859" y="158829"/>
                  </a:lnTo>
                  <a:lnTo>
                    <a:pt x="263176" y="158829"/>
                  </a:lnTo>
                  <a:lnTo>
                    <a:pt x="289494" y="158829"/>
                  </a:lnTo>
                  <a:lnTo>
                    <a:pt x="289494" y="138975"/>
                  </a:lnTo>
                  <a:lnTo>
                    <a:pt x="315812" y="138975"/>
                  </a:lnTo>
                  <a:lnTo>
                    <a:pt x="342129" y="138975"/>
                  </a:lnTo>
                  <a:lnTo>
                    <a:pt x="368447" y="138975"/>
                  </a:lnTo>
                  <a:lnTo>
                    <a:pt x="394765" y="138975"/>
                  </a:lnTo>
                  <a:lnTo>
                    <a:pt x="394765" y="119122"/>
                  </a:lnTo>
                  <a:lnTo>
                    <a:pt x="421082" y="119122"/>
                  </a:lnTo>
                  <a:lnTo>
                    <a:pt x="421082" y="99268"/>
                  </a:lnTo>
                  <a:lnTo>
                    <a:pt x="447400" y="99268"/>
                  </a:lnTo>
                  <a:lnTo>
                    <a:pt x="473718" y="99268"/>
                  </a:lnTo>
                  <a:lnTo>
                    <a:pt x="500035" y="99268"/>
                  </a:lnTo>
                  <a:lnTo>
                    <a:pt x="500035" y="79414"/>
                  </a:lnTo>
                  <a:lnTo>
                    <a:pt x="526353" y="79414"/>
                  </a:lnTo>
                  <a:lnTo>
                    <a:pt x="526353" y="59561"/>
                  </a:lnTo>
                  <a:lnTo>
                    <a:pt x="552671" y="59561"/>
                  </a:lnTo>
                  <a:lnTo>
                    <a:pt x="552671" y="39707"/>
                  </a:lnTo>
                  <a:lnTo>
                    <a:pt x="578988" y="39707"/>
                  </a:lnTo>
                  <a:lnTo>
                    <a:pt x="605306" y="39707"/>
                  </a:lnTo>
                  <a:lnTo>
                    <a:pt x="631624" y="39707"/>
                  </a:lnTo>
                  <a:lnTo>
                    <a:pt x="657941" y="39707"/>
                  </a:lnTo>
                  <a:lnTo>
                    <a:pt x="684259" y="39707"/>
                  </a:lnTo>
                  <a:lnTo>
                    <a:pt x="710577" y="39707"/>
                  </a:lnTo>
                  <a:lnTo>
                    <a:pt x="736894" y="39707"/>
                  </a:lnTo>
                  <a:lnTo>
                    <a:pt x="763212" y="39707"/>
                  </a:lnTo>
                  <a:lnTo>
                    <a:pt x="789530" y="39707"/>
                  </a:lnTo>
                  <a:lnTo>
                    <a:pt x="789530" y="19853"/>
                  </a:lnTo>
                  <a:lnTo>
                    <a:pt x="815847" y="19853"/>
                  </a:lnTo>
                  <a:lnTo>
                    <a:pt x="842165" y="19853"/>
                  </a:lnTo>
                  <a:lnTo>
                    <a:pt x="868483" y="19853"/>
                  </a:lnTo>
                  <a:lnTo>
                    <a:pt x="894800" y="19853"/>
                  </a:lnTo>
                  <a:lnTo>
                    <a:pt x="921118" y="19853"/>
                  </a:lnTo>
                  <a:lnTo>
                    <a:pt x="947436" y="19853"/>
                  </a:lnTo>
                  <a:lnTo>
                    <a:pt x="973754" y="19853"/>
                  </a:lnTo>
                  <a:lnTo>
                    <a:pt x="1000071" y="19853"/>
                  </a:lnTo>
                  <a:lnTo>
                    <a:pt x="1026389" y="19853"/>
                  </a:lnTo>
                  <a:lnTo>
                    <a:pt x="1052707" y="19853"/>
                  </a:lnTo>
                  <a:lnTo>
                    <a:pt x="1079024" y="19853"/>
                  </a:lnTo>
                  <a:lnTo>
                    <a:pt x="1105342" y="19853"/>
                  </a:lnTo>
                  <a:lnTo>
                    <a:pt x="1131660" y="19853"/>
                  </a:lnTo>
                  <a:lnTo>
                    <a:pt x="11316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16937463" y="12178963"/>
              <a:ext cx="1244826" cy="1244826"/>
            </a:xfrm>
            <a:custGeom>
              <a:avLst/>
              <a:pathLst>
                <a:path w="1244826" h="1244826">
                  <a:moveTo>
                    <a:pt x="0" y="1244826"/>
                  </a:moveTo>
                  <a:lnTo>
                    <a:pt x="0" y="1244826"/>
                  </a:lnTo>
                  <a:lnTo>
                    <a:pt x="1244826" y="0"/>
                  </a:lnTo>
                </a:path>
              </a:pathLst>
            </a:custGeom>
            <a:ln w="17246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976" name="pg5976"/>
            <p:cNvSpPr/>
            <p:nvPr/>
          </p:nvSpPr>
          <p:spPr>
            <a:xfrm>
              <a:off x="17276961" y="12713208"/>
              <a:ext cx="905328" cy="710580"/>
            </a:xfrm>
            <a:custGeom>
              <a:avLst/>
              <a:pathLst>
                <a:path w="905328" h="710580">
                  <a:moveTo>
                    <a:pt x="905328" y="710580"/>
                  </a:moveTo>
                  <a:lnTo>
                    <a:pt x="90532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710580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8623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tx5977"/>
            <p:cNvSpPr/>
            <p:nvPr/>
          </p:nvSpPr>
          <p:spPr>
            <a:xfrm>
              <a:off x="17322491" y="12728133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0.63 [0.274, 1.198]</a:t>
              </a:r>
            </a:p>
          </p:txBody>
        </p:sp>
        <p:sp>
          <p:nvSpPr>
            <p:cNvPr id="5978" name="tx5978"/>
            <p:cNvSpPr/>
            <p:nvPr/>
          </p:nvSpPr>
          <p:spPr>
            <a:xfrm>
              <a:off x="17322491" y="12973577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0.914</a:t>
              </a:r>
            </a:p>
          </p:txBody>
        </p:sp>
        <p:sp>
          <p:nvSpPr>
            <p:cNvPr id="5979" name="tx5979"/>
            <p:cNvSpPr/>
            <p:nvPr/>
          </p:nvSpPr>
          <p:spPr>
            <a:xfrm>
              <a:off x="17322491" y="13193456"/>
              <a:ext cx="1176935" cy="111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0.939</a:t>
              </a:r>
            </a:p>
          </p:txBody>
        </p:sp>
        <p:sp>
          <p:nvSpPr>
            <p:cNvPr id="5980" name="tx5980"/>
            <p:cNvSpPr/>
            <p:nvPr/>
          </p:nvSpPr>
          <p:spPr>
            <a:xfrm>
              <a:off x="17322491" y="13412074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0.807</a:t>
              </a:r>
            </a:p>
          </p:txBody>
        </p:sp>
        <p:sp>
          <p:nvSpPr>
            <p:cNvPr id="5981" name="tx5981"/>
            <p:cNvSpPr/>
            <p:nvPr/>
          </p:nvSpPr>
          <p:spPr>
            <a:xfrm>
              <a:off x="16580912" y="1331414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982" name="tx5982"/>
            <p:cNvSpPr/>
            <p:nvPr/>
          </p:nvSpPr>
          <p:spPr>
            <a:xfrm>
              <a:off x="16580912" y="1303122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983" name="tx5983"/>
            <p:cNvSpPr/>
            <p:nvPr/>
          </p:nvSpPr>
          <p:spPr>
            <a:xfrm>
              <a:off x="16580912" y="12748314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984" name="tx5984"/>
            <p:cNvSpPr/>
            <p:nvPr/>
          </p:nvSpPr>
          <p:spPr>
            <a:xfrm>
              <a:off x="16580912" y="12465399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985" name="tx5985"/>
            <p:cNvSpPr/>
            <p:nvPr/>
          </p:nvSpPr>
          <p:spPr>
            <a:xfrm>
              <a:off x="16580912" y="12182483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986" name="tx5986"/>
            <p:cNvSpPr/>
            <p:nvPr/>
          </p:nvSpPr>
          <p:spPr>
            <a:xfrm>
              <a:off x="1685562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5987" name="tx5987"/>
            <p:cNvSpPr/>
            <p:nvPr/>
          </p:nvSpPr>
          <p:spPr>
            <a:xfrm>
              <a:off x="17138541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5988" name="tx5988"/>
            <p:cNvSpPr/>
            <p:nvPr/>
          </p:nvSpPr>
          <p:spPr>
            <a:xfrm>
              <a:off x="1742145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5989" name="tx5989"/>
            <p:cNvSpPr/>
            <p:nvPr/>
          </p:nvSpPr>
          <p:spPr>
            <a:xfrm>
              <a:off x="17704371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5990" name="tx5990"/>
            <p:cNvSpPr/>
            <p:nvPr/>
          </p:nvSpPr>
          <p:spPr>
            <a:xfrm>
              <a:off x="17987286" y="1350134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5991" name="tx5991"/>
            <p:cNvSpPr/>
            <p:nvPr/>
          </p:nvSpPr>
          <p:spPr>
            <a:xfrm>
              <a:off x="16181492" y="13651070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5992" name="tx5992"/>
            <p:cNvSpPr/>
            <p:nvPr/>
          </p:nvSpPr>
          <p:spPr>
            <a:xfrm rot="-5400000">
              <a:off x="15209894" y="12717945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5993" name="tx5993"/>
            <p:cNvSpPr/>
            <p:nvPr/>
          </p:nvSpPr>
          <p:spPr>
            <a:xfrm>
              <a:off x="16937463" y="11899567"/>
              <a:ext cx="201587" cy="1527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8</cp:revision>
  <dcterms:created xsi:type="dcterms:W3CDTF">2015-07-14T21:05:00Z</dcterms:created>
  <dcterms:modified xsi:type="dcterms:W3CDTF">2026-04-29T10:49:56Z</dcterms:modified>
</cp:coreProperties>
</file>