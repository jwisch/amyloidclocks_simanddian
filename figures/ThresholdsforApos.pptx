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5347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20077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1866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3288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27016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36774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033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6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26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26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264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60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265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00215" y="267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85210" y="267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2366" y="266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89022" y="2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18219" y="226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17539" y="225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1108" y="2249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96031" y="26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6106" y="248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5939" y="266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98995" y="200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9487" y="267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1621" y="26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54520" y="266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8072" y="26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4527" y="267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1658" y="265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5231" y="267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38496" y="19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4212" y="195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8558" y="203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59727" y="258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4581" y="2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38086" y="26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8298" y="247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9019" y="223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279156" y="24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358127" y="26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233798" y="268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20496" y="176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5381" y="205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98106" y="266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967248" y="25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90318" y="2440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8332" y="259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08417" y="249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94499" y="271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5952" y="267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3087" y="267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37439" y="2625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8954" y="257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6650" y="268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5453" y="2522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78951" y="266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8390" y="261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860" y="258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28424" y="257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70274" y="26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98821" y="267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40944" y="26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70205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78065" y="265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2342" y="267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3805" y="264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230226" y="267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3822" y="26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8058" y="271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24509" y="271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44516" y="271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0431" y="165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767552" y="153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32677" y="20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13316" y="222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667" y="211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19033" y="208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03347" y="203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43087" y="269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334547" y="266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11990" y="217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483511" y="216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53091" y="264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2438" y="259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51662" y="27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4516" y="26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9508" y="2699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7542" y="213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06817" y="21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870072" y="25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18014" y="276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87289" y="251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42308" y="249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23730" y="250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31145" y="256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57378" y="26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144482" y="26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307395" y="27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245231" y="271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47374" y="267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74492" y="27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51662" y="272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07498" y="179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38086" y="265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05932" y="264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29511" y="272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4533" y="267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51764" y="264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53262" y="263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44007" y="26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964048" y="257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028" y="226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67381" y="26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31689" y="270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66667" y="269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90961" y="269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14506" y="270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81638" y="26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89497" y="267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133361" y="21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144794" y="208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310968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733969" y="191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761121" y="183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436010" y="26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29002" y="26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25224" y="26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96643" y="265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203788" y="268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93819" y="269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295248" y="26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98855" y="2701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21720" y="2682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53805" y="269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08109" y="269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52342" y="266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40229" y="273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82386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35942" y="267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24544" y="268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00998" y="268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70205" y="268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08790" y="271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248431" y="243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28390" y="215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42646" y="22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08113" y="233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0250" y="234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013320" y="2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08790" y="267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84496" y="273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6551" y="226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51460" y="196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55782" y="192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35026" y="189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75823" y="226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60103" y="22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46322" y="245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471364" y="242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56629" y="26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1614" y="26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8944" y="243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10356" y="229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76704" y="266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385279" y="264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66021" y="265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58909" y="263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686810" y="260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875446" y="25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17398" y="268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216277" y="245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827542" y="198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266264" y="178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48260" y="260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038359" y="259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90212" y="268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57446" y="263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170175" y="217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67997" y="228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55949" y="26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61665" y="273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941525" y="232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67963" y="227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81060" y="259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90383" y="256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80243" y="24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16414" y="226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734311" y="214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2985" y="21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161600" y="2167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39484" y="2162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228797" y="26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60236" y="266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2366" y="267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230940" y="264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46831" y="197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110124" y="2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29511" y="265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18181" y="257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1163" y="2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156257" y="247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96270" y="243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86674" y="272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40944" y="2677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35942" y="268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89737" y="26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43057" y="187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883990" y="188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201242" y="197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188783" y="26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259521" y="267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2359" y="271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78780" y="270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3815" y="264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11751" y="26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0486" y="268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42475" y="261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185925" y="2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87354" y="270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59521" y="267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38766" y="268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44482" y="269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62345" y="271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296677" y="266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392424" y="26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358127" y="26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253805" y="26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261665" y="267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27402" y="268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22400" y="272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23795" y="266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45231" y="26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9802" y="222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92595" y="220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950472" y="228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34038" y="230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59795" y="232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521009" y="223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73097" y="2684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140195" y="267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92356" y="26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08824" y="27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53839" y="26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29511" y="266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82352" y="268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84671" y="207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31761" y="211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66667" y="26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18793" y="267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23795" y="267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88817" y="272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650711" y="254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279528" y="267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16650" y="267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57378" y="266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475652" y="24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623559" y="2393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315969" y="266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318113" y="26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49518" y="2677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83101" y="265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33084" y="259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17402" y="246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26041" y="26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04503" y="267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92120" y="21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54622" y="148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2503" y="25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80345" y="251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4626" y="231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216650" y="266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77385" y="2698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5241" y="267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78780" y="26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43973" y="244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70445" y="240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989057" y="239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76978" y="23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214848" y="227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03381" y="19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310595" y="200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58092" y="270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62380" y="269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49518" y="269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85925" y="266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210933" y="2657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218793" y="267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4745" y="181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61190" y="188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90961" y="2699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74458" y="264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30226" y="2657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193785" y="267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199501" y="266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07361" y="2667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788988" y="256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54691" y="25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069084" y="233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50575" y="225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92698" y="229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1245" y="233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30226" y="267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38086" y="269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83815" y="268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04537" y="26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293104" y="269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084804" y="249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32369" y="266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33798" y="268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50947" y="26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228797" y="265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646797" y="218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664660" y="203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19610" y="187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23115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828287" y="20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0612" y="216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82694" y="211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399569" y="265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239515" y="2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69525" y="268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17364" y="269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395997" y="2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50202" y="216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0195" y="2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4479" y="2075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49453" y="229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08824" y="267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14540" y="268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2264" y="2162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40229" y="270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34615" y="259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94636" y="253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479597" y="2504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56051" y="24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761806" y="23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132647" y="238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947583" y="24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956872" y="240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956158" y="24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288103" y="26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290961" y="26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707532" y="247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703959" y="236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280957" y="268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64523" y="268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34513" y="26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270239" y="268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220937" y="26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34513" y="257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76670" y="2586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310253" y="267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66667" y="267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5959" y="26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79528" y="270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263809" y="272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71668" y="273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523183" y="245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598923" y="240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626075" y="240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304537" y="26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340978" y="270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325258" y="269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28797" y="26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6698" y="268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29545" y="265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41658" y="269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40229" y="269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90961" y="26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12431" y="257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350981" y="265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266667" y="270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42373" y="270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041217" y="191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046219" y="18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106954" y="191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111956" y="207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36318" y="2340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53570" y="23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15221" y="267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22366" y="268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88817" y="268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258807" y="269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266667" y="267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85959" y="266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13077" y="269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95214" y="268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403142" y="2666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71668" y="273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200215" y="26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264523" y="269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752547" y="195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65443" y="19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786845" y="23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35877" y="233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25224" y="268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28797" y="26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71668" y="272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777556" y="248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62380" y="2680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74527" y="2641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56663" y="266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75921" y="266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07361" y="26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270239" y="270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180551" y="185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46694" y="264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956530" y="234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737512" y="222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443125" y="230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00288" y="229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679665" y="246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1713" y="263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68776" y="267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61631" y="266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8065" y="267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11648" y="26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08075" y="267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00048" y="220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77183" y="21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20937" y="267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04537" y="268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03074" y="2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35227" y="269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1757" y="252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613214" y="247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778985" y="243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349894" y="223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46626" y="26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382421" y="269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43836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475652" y="256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18793" y="2691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44653" y="2115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4428" y="253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23795" y="267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192356" y="267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32369" y="2651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787559" y="2567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83815" y="26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270954" y="2667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090178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106612" y="270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90961" y="271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206646" y="26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3087" y="269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235942" y="268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768" y="266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50947" y="268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75207" y="268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04503" y="266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21651" y="265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194499" y="267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27368" y="26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78099" y="270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026212" y="266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463505" y="256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73200" y="247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33901" y="237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61665" y="2669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244516" y="267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831860" y="248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799706" y="258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148055" y="260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650369" y="25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45231" y="267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9484" y="26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180923" y="271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90216" y="217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255234" y="271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204503" y="272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25224" y="269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46082" y="261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8113" y="269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0233" y="267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195928" y="267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38766" y="267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35942" y="267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71668" y="268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460274" y="233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737542" y="197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928322" y="171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36656" y="268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55949" y="269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31655" y="26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261665" y="267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170205" y="267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184496" y="265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320971" y="26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303822" y="26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402427" y="253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742544" y="25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876161" y="238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919033" y="230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6157" y="25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8800" y="269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09504" y="269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008349" y="2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284872" y="238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815426" y="181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13385" y="250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519952" y="184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23662" y="201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606411" y="209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91166" y="247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33323" y="249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04742" y="24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96168" y="238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912602" y="22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894024" y="214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38359" y="213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909713" y="171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6249830" y="157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67381" y="267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255949" y="266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03822" y="26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3125" y="265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175921" y="267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255234" y="2672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245231" y="2668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063368" y="233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08109" y="266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399569" y="264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853296" y="261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6769" y="202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213791" y="265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77487" y="259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917604" y="254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429207" y="202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35227" y="26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751118" y="260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33255" y="259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033357" y="258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244858" y="199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656800" y="25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773983" y="245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38086" y="266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15935" y="268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19508" y="268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0260" y="26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85244" y="271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89497" y="270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298106" y="27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203074" y="26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87525" y="26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85552" y="257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44281" y="2568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178065" y="267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16650" y="268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269525" y="267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233084" y="264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34821" y="217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159115" y="215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32917" y="21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90793" y="206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08794" y="210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07395" y="269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35227" y="268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312397" y="268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07805" y="211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964048" y="196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015494" y="20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011922" y="20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574257" y="23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88376" y="229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959046" y="225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961190" y="225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220937" y="269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09063" y="258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54352" y="21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831145" y="247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342407" y="263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321313" y="25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411716" y="2675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67381" y="268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359556" y="267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148769" y="26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29477" y="266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10253" y="265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183067" y="267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722164" y="209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585689" y="200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984397" y="1903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09063" y="2367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348465" y="220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16003" y="266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06749" y="264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33901" y="2629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14540" y="268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804708" y="234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43904" y="251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38359" y="247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86674" y="266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227368" y="266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223795" y="270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17604" y="250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37371" y="267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278099" y="269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295962" y="269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390280" y="26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33969" y="255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2701" y="2536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281672" y="265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101952" y="2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093378" y="233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731453" y="200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02192" y="209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405597" y="199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858267" y="219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574599" y="215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762520" y="227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93382" y="232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73097" y="268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253805" y="269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89532" y="268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23795" y="2678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23046" y="26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11648" y="2689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339549" y="2657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57378" y="268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79528" y="27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254520" y="221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272383" y="267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19542" y="26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239515" y="267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18181" y="251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7381" y="26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62380" y="267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710017" y="253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4615" y="259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22571" y="258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62687" y="25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41080" y="2493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186639" y="266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11648" y="26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93310" y="255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98072" y="27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164489" y="267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107327" y="26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40195" y="271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166633" y="269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95962" y="266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24509" y="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928664" y="245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07330" y="23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75857" y="237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65443" y="252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98106" y="264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89570" y="181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816824" y="17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271668" y="269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559252" y="249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728595" y="242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69559" y="26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66021" y="261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49723" y="242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247002" y="259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766123" y="25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288817" y="263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360270" y="266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34547" y="266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011519" y="235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8797" y="271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77350" y="270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24342" y="225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96441" y="218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23593" y="210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48739" y="209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78202" y="261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70239" y="268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79631" y="261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34004" y="250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44007" y="2456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255234" y="269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235942" y="269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252376" y="267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225224" y="26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290961" y="268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263809" y="268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361699" y="266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337405" y="26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74561" y="2641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22370" y="22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15156" y="228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35227" y="265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263809" y="26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315255" y="266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498889" y="26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158058" y="268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84496" y="26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212362" y="267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215221" y="26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18793" y="270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270954" y="266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67381" y="27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30226" y="271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62380" y="269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68096" y="271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28082" y="267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166633" y="268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52376" y="27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03074" y="26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195928" y="2721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68096" y="269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416003" y="27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251662" y="2681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723251" y="255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89737" y="24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32677" y="245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5949" y="2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232369" y="270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36656" y="269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318455" y="23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64523" y="266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5238" y="26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86674" y="272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66667" y="269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0246" y="265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48089" y="267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11682" y="2680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80243" y="265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15255" y="268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316684" y="266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99501" y="268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808623" y="238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816110" y="183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193785" y="26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32335" y="267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68096" y="267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8099" y="266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73812" y="266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298821" y="266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82082" y="248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10257" y="234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494229" y="23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37918" y="230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18079" y="270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92356" y="2738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492458" y="25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300964" y="269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46713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897501" y="264330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2897501" y="1440278"/>
              <a:ext cx="649366" cy="351891"/>
            </a:xfrm>
            <a:custGeom>
              <a:avLst/>
              <a:pathLst>
                <a:path w="649366" h="351891">
                  <a:moveTo>
                    <a:pt x="0" y="351891"/>
                  </a:moveTo>
                  <a:lnTo>
                    <a:pt x="624220" y="351891"/>
                  </a:lnTo>
                  <a:lnTo>
                    <a:pt x="623208" y="351871"/>
                  </a:lnTo>
                  <a:lnTo>
                    <a:pt x="627251" y="351708"/>
                  </a:lnTo>
                  <a:lnTo>
                    <a:pt x="631216" y="350898"/>
                  </a:lnTo>
                  <a:lnTo>
                    <a:pt x="635000" y="349463"/>
                  </a:lnTo>
                  <a:lnTo>
                    <a:pt x="638505" y="347440"/>
                  </a:lnTo>
                  <a:lnTo>
                    <a:pt x="641640" y="344881"/>
                  </a:lnTo>
                  <a:lnTo>
                    <a:pt x="644323" y="341851"/>
                  </a:lnTo>
                  <a:lnTo>
                    <a:pt x="646486" y="338431"/>
                  </a:lnTo>
                  <a:lnTo>
                    <a:pt x="648072" y="334708"/>
                  </a:lnTo>
                  <a:lnTo>
                    <a:pt x="649041" y="330779"/>
                  </a:lnTo>
                  <a:lnTo>
                    <a:pt x="649366" y="32674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2635380" y="144745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2899295" y="161915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(3.5%)</a:t>
              </a:r>
            </a:p>
          </p:txBody>
        </p:sp>
        <p:sp>
          <p:nvSpPr>
            <p:cNvPr id="762" name="pg762"/>
            <p:cNvSpPr/>
            <p:nvPr/>
          </p:nvSpPr>
          <p:spPr>
            <a:xfrm>
              <a:off x="2897501" y="26093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tx763"/>
            <p:cNvSpPr/>
            <p:nvPr/>
          </p:nvSpPr>
          <p:spPr>
            <a:xfrm>
              <a:off x="2627535" y="2621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2743906" y="28213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410 (55.8%)</a:t>
              </a:r>
            </a:p>
          </p:txBody>
        </p:sp>
        <p:sp>
          <p:nvSpPr>
            <p:cNvPr id="765" name="pg765"/>
            <p:cNvSpPr/>
            <p:nvPr/>
          </p:nvSpPr>
          <p:spPr>
            <a:xfrm>
              <a:off x="3973826" y="1440278"/>
              <a:ext cx="899032" cy="351891"/>
            </a:xfrm>
            <a:custGeom>
              <a:avLst/>
              <a:pathLst>
                <a:path w="899032" h="351891">
                  <a:moveTo>
                    <a:pt x="25146" y="351891"/>
                  </a:moveTo>
                  <a:lnTo>
                    <a:pt x="873886" y="351891"/>
                  </a:lnTo>
                  <a:lnTo>
                    <a:pt x="872873" y="351871"/>
                  </a:lnTo>
                  <a:lnTo>
                    <a:pt x="876917" y="351708"/>
                  </a:lnTo>
                  <a:lnTo>
                    <a:pt x="880882" y="350898"/>
                  </a:lnTo>
                  <a:lnTo>
                    <a:pt x="884666" y="349463"/>
                  </a:lnTo>
                  <a:lnTo>
                    <a:pt x="888170" y="347440"/>
                  </a:lnTo>
                  <a:lnTo>
                    <a:pt x="891305" y="344881"/>
                  </a:lnTo>
                  <a:lnTo>
                    <a:pt x="893989" y="341851"/>
                  </a:lnTo>
                  <a:lnTo>
                    <a:pt x="896151" y="338431"/>
                  </a:lnTo>
                  <a:lnTo>
                    <a:pt x="897738" y="334708"/>
                  </a:lnTo>
                  <a:lnTo>
                    <a:pt x="898706" y="330779"/>
                  </a:lnTo>
                  <a:lnTo>
                    <a:pt x="899032" y="32674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326745"/>
                  </a:lnTo>
                  <a:lnTo>
                    <a:pt x="81" y="324722"/>
                  </a:lnTo>
                  <a:lnTo>
                    <a:pt x="81" y="328769"/>
                  </a:lnTo>
                  <a:lnTo>
                    <a:pt x="730" y="332763"/>
                  </a:lnTo>
                  <a:lnTo>
                    <a:pt x="2012" y="336602"/>
                  </a:lnTo>
                  <a:lnTo>
                    <a:pt x="3892" y="340185"/>
                  </a:lnTo>
                  <a:lnTo>
                    <a:pt x="6323" y="343420"/>
                  </a:lnTo>
                  <a:lnTo>
                    <a:pt x="9242" y="346223"/>
                  </a:lnTo>
                  <a:lnTo>
                    <a:pt x="12573" y="348522"/>
                  </a:lnTo>
                  <a:lnTo>
                    <a:pt x="16229" y="350257"/>
                  </a:lnTo>
                  <a:lnTo>
                    <a:pt x="20116" y="351383"/>
                  </a:lnTo>
                  <a:lnTo>
                    <a:pt x="24133" y="351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015736" y="144745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069897" y="161915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290 (39.5%)</a:t>
              </a:r>
            </a:p>
          </p:txBody>
        </p:sp>
        <p:sp>
          <p:nvSpPr>
            <p:cNvPr id="768" name="pg768"/>
            <p:cNvSpPr/>
            <p:nvPr/>
          </p:nvSpPr>
          <p:spPr>
            <a:xfrm>
              <a:off x="3857251" y="2609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tx769"/>
            <p:cNvSpPr/>
            <p:nvPr/>
          </p:nvSpPr>
          <p:spPr>
            <a:xfrm>
              <a:off x="3899161" y="2621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302981" y="28213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(1.2%)</a:t>
              </a:r>
            </a:p>
          </p:txBody>
        </p:sp>
        <p:sp>
          <p:nvSpPr>
            <p:cNvPr id="771" name="rc771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2772715" y="26599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2710559" y="23260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2710559" y="19921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2710559" y="1658112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76" name="pl776"/>
            <p:cNvSpPr/>
            <p:nvPr/>
          </p:nvSpPr>
          <p:spPr>
            <a:xfrm>
              <a:off x="2862706" y="2701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2862706" y="23677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2862706" y="2033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862706" y="16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28166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434246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540325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46404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tx784"/>
            <p:cNvSpPr/>
            <p:nvPr/>
          </p:nvSpPr>
          <p:spPr>
            <a:xfrm>
              <a:off x="3250592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0307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341099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401892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259306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789" name="tx789"/>
            <p:cNvSpPr/>
            <p:nvPr/>
          </p:nvSpPr>
          <p:spPr>
            <a:xfrm rot="-5400000">
              <a:off x="2029146" y="2087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791" name="rc791"/>
            <p:cNvSpPr/>
            <p:nvPr/>
          </p:nvSpPr>
          <p:spPr>
            <a:xfrm>
              <a:off x="80632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87078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87078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87078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87078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89059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1888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4717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7546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87078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87078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87078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87078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87078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87644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90473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93302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96131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98961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7644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75"/>
                  </a:lnTo>
                  <a:lnTo>
                    <a:pt x="0" y="1124090"/>
                  </a:lnTo>
                  <a:lnTo>
                    <a:pt x="0" y="1120305"/>
                  </a:lnTo>
                  <a:lnTo>
                    <a:pt x="0" y="1116520"/>
                  </a:lnTo>
                  <a:lnTo>
                    <a:pt x="0" y="1112736"/>
                  </a:lnTo>
                  <a:lnTo>
                    <a:pt x="0" y="1108951"/>
                  </a:lnTo>
                  <a:lnTo>
                    <a:pt x="0" y="1105166"/>
                  </a:lnTo>
                  <a:lnTo>
                    <a:pt x="0" y="1101381"/>
                  </a:lnTo>
                  <a:lnTo>
                    <a:pt x="0" y="1097596"/>
                  </a:lnTo>
                  <a:lnTo>
                    <a:pt x="0" y="1093811"/>
                  </a:lnTo>
                  <a:lnTo>
                    <a:pt x="0" y="1090027"/>
                  </a:lnTo>
                  <a:lnTo>
                    <a:pt x="0" y="1086242"/>
                  </a:lnTo>
                  <a:lnTo>
                    <a:pt x="0" y="1082457"/>
                  </a:lnTo>
                  <a:lnTo>
                    <a:pt x="0" y="1078672"/>
                  </a:lnTo>
                  <a:lnTo>
                    <a:pt x="0" y="1074887"/>
                  </a:lnTo>
                  <a:lnTo>
                    <a:pt x="0" y="1071103"/>
                  </a:lnTo>
                  <a:lnTo>
                    <a:pt x="0" y="1067318"/>
                  </a:lnTo>
                  <a:lnTo>
                    <a:pt x="0" y="1063533"/>
                  </a:lnTo>
                  <a:lnTo>
                    <a:pt x="2595" y="1063533"/>
                  </a:lnTo>
                  <a:lnTo>
                    <a:pt x="2595" y="1059748"/>
                  </a:lnTo>
                  <a:lnTo>
                    <a:pt x="2595" y="1055963"/>
                  </a:lnTo>
                  <a:lnTo>
                    <a:pt x="2595" y="1052178"/>
                  </a:lnTo>
                  <a:lnTo>
                    <a:pt x="2595" y="1048394"/>
                  </a:lnTo>
                  <a:lnTo>
                    <a:pt x="2595" y="1044609"/>
                  </a:lnTo>
                  <a:lnTo>
                    <a:pt x="2595" y="1040824"/>
                  </a:lnTo>
                  <a:lnTo>
                    <a:pt x="2595" y="1037039"/>
                  </a:lnTo>
                  <a:lnTo>
                    <a:pt x="2595" y="1033254"/>
                  </a:lnTo>
                  <a:lnTo>
                    <a:pt x="2595" y="1029470"/>
                  </a:lnTo>
                  <a:lnTo>
                    <a:pt x="2595" y="1025685"/>
                  </a:lnTo>
                  <a:lnTo>
                    <a:pt x="2595" y="1021900"/>
                  </a:lnTo>
                  <a:lnTo>
                    <a:pt x="2595" y="1018115"/>
                  </a:lnTo>
                  <a:lnTo>
                    <a:pt x="2595" y="1014330"/>
                  </a:lnTo>
                  <a:lnTo>
                    <a:pt x="2595" y="1010545"/>
                  </a:lnTo>
                  <a:lnTo>
                    <a:pt x="2595" y="1006761"/>
                  </a:lnTo>
                  <a:lnTo>
                    <a:pt x="2595" y="1002976"/>
                  </a:lnTo>
                  <a:lnTo>
                    <a:pt x="2595" y="999191"/>
                  </a:lnTo>
                  <a:lnTo>
                    <a:pt x="2595" y="995406"/>
                  </a:lnTo>
                  <a:lnTo>
                    <a:pt x="2595" y="991621"/>
                  </a:lnTo>
                  <a:lnTo>
                    <a:pt x="2595" y="987837"/>
                  </a:lnTo>
                  <a:lnTo>
                    <a:pt x="2595" y="984052"/>
                  </a:lnTo>
                  <a:lnTo>
                    <a:pt x="2595" y="980267"/>
                  </a:lnTo>
                  <a:lnTo>
                    <a:pt x="2595" y="976482"/>
                  </a:lnTo>
                  <a:lnTo>
                    <a:pt x="2595" y="972697"/>
                  </a:lnTo>
                  <a:lnTo>
                    <a:pt x="2595" y="968912"/>
                  </a:lnTo>
                  <a:lnTo>
                    <a:pt x="2595" y="965128"/>
                  </a:lnTo>
                  <a:lnTo>
                    <a:pt x="2595" y="961343"/>
                  </a:lnTo>
                  <a:lnTo>
                    <a:pt x="2595" y="957558"/>
                  </a:lnTo>
                  <a:lnTo>
                    <a:pt x="2595" y="953773"/>
                  </a:lnTo>
                  <a:lnTo>
                    <a:pt x="2595" y="949988"/>
                  </a:lnTo>
                  <a:lnTo>
                    <a:pt x="2595" y="946204"/>
                  </a:lnTo>
                  <a:lnTo>
                    <a:pt x="2595" y="942419"/>
                  </a:lnTo>
                  <a:lnTo>
                    <a:pt x="2595" y="938634"/>
                  </a:lnTo>
                  <a:lnTo>
                    <a:pt x="2595" y="934849"/>
                  </a:lnTo>
                  <a:lnTo>
                    <a:pt x="2595" y="931064"/>
                  </a:lnTo>
                  <a:lnTo>
                    <a:pt x="2595" y="927280"/>
                  </a:lnTo>
                  <a:lnTo>
                    <a:pt x="2595" y="923495"/>
                  </a:lnTo>
                  <a:lnTo>
                    <a:pt x="2595" y="919710"/>
                  </a:lnTo>
                  <a:lnTo>
                    <a:pt x="2595" y="915925"/>
                  </a:lnTo>
                  <a:lnTo>
                    <a:pt x="2595" y="912140"/>
                  </a:lnTo>
                  <a:lnTo>
                    <a:pt x="2595" y="908355"/>
                  </a:lnTo>
                  <a:lnTo>
                    <a:pt x="2595" y="904571"/>
                  </a:lnTo>
                  <a:lnTo>
                    <a:pt x="2595" y="900786"/>
                  </a:lnTo>
                  <a:lnTo>
                    <a:pt x="2595" y="897001"/>
                  </a:lnTo>
                  <a:lnTo>
                    <a:pt x="2595" y="893216"/>
                  </a:lnTo>
                  <a:lnTo>
                    <a:pt x="2595" y="889431"/>
                  </a:lnTo>
                  <a:lnTo>
                    <a:pt x="2595" y="885647"/>
                  </a:lnTo>
                  <a:lnTo>
                    <a:pt x="2595" y="881862"/>
                  </a:lnTo>
                  <a:lnTo>
                    <a:pt x="2595" y="878077"/>
                  </a:lnTo>
                  <a:lnTo>
                    <a:pt x="2595" y="874292"/>
                  </a:lnTo>
                  <a:lnTo>
                    <a:pt x="2595" y="870507"/>
                  </a:lnTo>
                  <a:lnTo>
                    <a:pt x="2595" y="866722"/>
                  </a:lnTo>
                  <a:lnTo>
                    <a:pt x="2595" y="862938"/>
                  </a:lnTo>
                  <a:lnTo>
                    <a:pt x="2595" y="859153"/>
                  </a:lnTo>
                  <a:lnTo>
                    <a:pt x="2595" y="855368"/>
                  </a:lnTo>
                  <a:lnTo>
                    <a:pt x="2595" y="851583"/>
                  </a:lnTo>
                  <a:lnTo>
                    <a:pt x="2595" y="847798"/>
                  </a:lnTo>
                  <a:lnTo>
                    <a:pt x="2595" y="844014"/>
                  </a:lnTo>
                  <a:lnTo>
                    <a:pt x="2595" y="840229"/>
                  </a:lnTo>
                  <a:lnTo>
                    <a:pt x="2595" y="836444"/>
                  </a:lnTo>
                  <a:lnTo>
                    <a:pt x="2595" y="832659"/>
                  </a:lnTo>
                  <a:lnTo>
                    <a:pt x="2595" y="828874"/>
                  </a:lnTo>
                  <a:lnTo>
                    <a:pt x="2595" y="825089"/>
                  </a:lnTo>
                  <a:lnTo>
                    <a:pt x="2595" y="821305"/>
                  </a:lnTo>
                  <a:lnTo>
                    <a:pt x="2595" y="817520"/>
                  </a:lnTo>
                  <a:lnTo>
                    <a:pt x="2595" y="813735"/>
                  </a:lnTo>
                  <a:lnTo>
                    <a:pt x="2595" y="809950"/>
                  </a:lnTo>
                  <a:lnTo>
                    <a:pt x="2595" y="806165"/>
                  </a:lnTo>
                  <a:lnTo>
                    <a:pt x="2595" y="802381"/>
                  </a:lnTo>
                  <a:lnTo>
                    <a:pt x="2595" y="798596"/>
                  </a:lnTo>
                  <a:lnTo>
                    <a:pt x="2595" y="794811"/>
                  </a:lnTo>
                  <a:lnTo>
                    <a:pt x="2595" y="791026"/>
                  </a:lnTo>
                  <a:lnTo>
                    <a:pt x="2595" y="787241"/>
                  </a:lnTo>
                  <a:lnTo>
                    <a:pt x="2595" y="783456"/>
                  </a:lnTo>
                  <a:lnTo>
                    <a:pt x="2595" y="779672"/>
                  </a:lnTo>
                  <a:lnTo>
                    <a:pt x="2595" y="775887"/>
                  </a:lnTo>
                  <a:lnTo>
                    <a:pt x="2595" y="772102"/>
                  </a:lnTo>
                  <a:lnTo>
                    <a:pt x="2595" y="768317"/>
                  </a:lnTo>
                  <a:lnTo>
                    <a:pt x="2595" y="764532"/>
                  </a:lnTo>
                  <a:lnTo>
                    <a:pt x="2595" y="760748"/>
                  </a:lnTo>
                  <a:lnTo>
                    <a:pt x="2595" y="756963"/>
                  </a:lnTo>
                  <a:lnTo>
                    <a:pt x="2595" y="753178"/>
                  </a:lnTo>
                  <a:lnTo>
                    <a:pt x="2595" y="749393"/>
                  </a:lnTo>
                  <a:lnTo>
                    <a:pt x="2595" y="745608"/>
                  </a:lnTo>
                  <a:lnTo>
                    <a:pt x="2595" y="741824"/>
                  </a:lnTo>
                  <a:lnTo>
                    <a:pt x="5191" y="741824"/>
                  </a:lnTo>
                  <a:lnTo>
                    <a:pt x="5191" y="738039"/>
                  </a:lnTo>
                  <a:lnTo>
                    <a:pt x="5191" y="734254"/>
                  </a:lnTo>
                  <a:lnTo>
                    <a:pt x="5191" y="730469"/>
                  </a:lnTo>
                  <a:lnTo>
                    <a:pt x="5191" y="726684"/>
                  </a:lnTo>
                  <a:lnTo>
                    <a:pt x="5191" y="722899"/>
                  </a:lnTo>
                  <a:lnTo>
                    <a:pt x="5191" y="719115"/>
                  </a:lnTo>
                  <a:lnTo>
                    <a:pt x="5191" y="715330"/>
                  </a:lnTo>
                  <a:lnTo>
                    <a:pt x="5191" y="711545"/>
                  </a:lnTo>
                  <a:lnTo>
                    <a:pt x="5191" y="707760"/>
                  </a:lnTo>
                  <a:lnTo>
                    <a:pt x="5191" y="703975"/>
                  </a:lnTo>
                  <a:lnTo>
                    <a:pt x="5191" y="700191"/>
                  </a:lnTo>
                  <a:lnTo>
                    <a:pt x="5191" y="696406"/>
                  </a:lnTo>
                  <a:lnTo>
                    <a:pt x="5191" y="692621"/>
                  </a:lnTo>
                  <a:lnTo>
                    <a:pt x="5191" y="688836"/>
                  </a:lnTo>
                  <a:lnTo>
                    <a:pt x="5191" y="685051"/>
                  </a:lnTo>
                  <a:lnTo>
                    <a:pt x="5191" y="681266"/>
                  </a:lnTo>
                  <a:lnTo>
                    <a:pt x="5191" y="677482"/>
                  </a:lnTo>
                  <a:lnTo>
                    <a:pt x="5191" y="673697"/>
                  </a:lnTo>
                  <a:lnTo>
                    <a:pt x="5191" y="669912"/>
                  </a:lnTo>
                  <a:lnTo>
                    <a:pt x="5191" y="666127"/>
                  </a:lnTo>
                  <a:lnTo>
                    <a:pt x="5191" y="662342"/>
                  </a:lnTo>
                  <a:lnTo>
                    <a:pt x="5191" y="658558"/>
                  </a:lnTo>
                  <a:lnTo>
                    <a:pt x="5191" y="654773"/>
                  </a:lnTo>
                  <a:lnTo>
                    <a:pt x="5191" y="650988"/>
                  </a:lnTo>
                  <a:lnTo>
                    <a:pt x="5191" y="647203"/>
                  </a:lnTo>
                  <a:lnTo>
                    <a:pt x="5191" y="643418"/>
                  </a:lnTo>
                  <a:lnTo>
                    <a:pt x="5191" y="639633"/>
                  </a:lnTo>
                  <a:lnTo>
                    <a:pt x="5191" y="635849"/>
                  </a:lnTo>
                  <a:lnTo>
                    <a:pt x="5191" y="632064"/>
                  </a:lnTo>
                  <a:lnTo>
                    <a:pt x="5191" y="628279"/>
                  </a:lnTo>
                  <a:lnTo>
                    <a:pt x="5191" y="624494"/>
                  </a:lnTo>
                  <a:lnTo>
                    <a:pt x="5191" y="620709"/>
                  </a:lnTo>
                  <a:lnTo>
                    <a:pt x="5191" y="616925"/>
                  </a:lnTo>
                  <a:lnTo>
                    <a:pt x="5191" y="613140"/>
                  </a:lnTo>
                  <a:lnTo>
                    <a:pt x="5191" y="609355"/>
                  </a:lnTo>
                  <a:lnTo>
                    <a:pt x="5191" y="605570"/>
                  </a:lnTo>
                  <a:lnTo>
                    <a:pt x="5191" y="601785"/>
                  </a:lnTo>
                  <a:lnTo>
                    <a:pt x="5191" y="598000"/>
                  </a:lnTo>
                  <a:lnTo>
                    <a:pt x="5191" y="594216"/>
                  </a:lnTo>
                  <a:lnTo>
                    <a:pt x="5191" y="590431"/>
                  </a:lnTo>
                  <a:lnTo>
                    <a:pt x="5191" y="586646"/>
                  </a:lnTo>
                  <a:lnTo>
                    <a:pt x="5191" y="582861"/>
                  </a:lnTo>
                  <a:lnTo>
                    <a:pt x="5191" y="579076"/>
                  </a:lnTo>
                  <a:lnTo>
                    <a:pt x="5191" y="575292"/>
                  </a:lnTo>
                  <a:lnTo>
                    <a:pt x="5191" y="571507"/>
                  </a:lnTo>
                  <a:lnTo>
                    <a:pt x="5191" y="567722"/>
                  </a:lnTo>
                  <a:lnTo>
                    <a:pt x="5191" y="563937"/>
                  </a:lnTo>
                  <a:lnTo>
                    <a:pt x="5191" y="560152"/>
                  </a:lnTo>
                  <a:lnTo>
                    <a:pt x="5191" y="556368"/>
                  </a:lnTo>
                  <a:lnTo>
                    <a:pt x="5191" y="552583"/>
                  </a:lnTo>
                  <a:lnTo>
                    <a:pt x="5191" y="548798"/>
                  </a:lnTo>
                  <a:lnTo>
                    <a:pt x="5191" y="545013"/>
                  </a:lnTo>
                  <a:lnTo>
                    <a:pt x="5191" y="541228"/>
                  </a:lnTo>
                  <a:lnTo>
                    <a:pt x="5191" y="537443"/>
                  </a:lnTo>
                  <a:lnTo>
                    <a:pt x="5191" y="533659"/>
                  </a:lnTo>
                  <a:lnTo>
                    <a:pt x="5191" y="529874"/>
                  </a:lnTo>
                  <a:lnTo>
                    <a:pt x="5191" y="526089"/>
                  </a:lnTo>
                  <a:lnTo>
                    <a:pt x="5191" y="522304"/>
                  </a:lnTo>
                  <a:lnTo>
                    <a:pt x="5191" y="518519"/>
                  </a:lnTo>
                  <a:lnTo>
                    <a:pt x="5191" y="514735"/>
                  </a:lnTo>
                  <a:lnTo>
                    <a:pt x="5191" y="510950"/>
                  </a:lnTo>
                  <a:lnTo>
                    <a:pt x="5191" y="507165"/>
                  </a:lnTo>
                  <a:lnTo>
                    <a:pt x="5191" y="503380"/>
                  </a:lnTo>
                  <a:lnTo>
                    <a:pt x="5191" y="499595"/>
                  </a:lnTo>
                  <a:lnTo>
                    <a:pt x="7786" y="499595"/>
                  </a:lnTo>
                  <a:lnTo>
                    <a:pt x="7786" y="495810"/>
                  </a:lnTo>
                  <a:lnTo>
                    <a:pt x="7786" y="492026"/>
                  </a:lnTo>
                  <a:lnTo>
                    <a:pt x="7786" y="488241"/>
                  </a:lnTo>
                  <a:lnTo>
                    <a:pt x="7786" y="484456"/>
                  </a:lnTo>
                  <a:lnTo>
                    <a:pt x="7786" y="480671"/>
                  </a:lnTo>
                  <a:lnTo>
                    <a:pt x="7786" y="476886"/>
                  </a:lnTo>
                  <a:lnTo>
                    <a:pt x="7786" y="473102"/>
                  </a:lnTo>
                  <a:lnTo>
                    <a:pt x="7786" y="469317"/>
                  </a:lnTo>
                  <a:lnTo>
                    <a:pt x="7786" y="465532"/>
                  </a:lnTo>
                  <a:lnTo>
                    <a:pt x="7786" y="461747"/>
                  </a:lnTo>
                  <a:lnTo>
                    <a:pt x="7786" y="457962"/>
                  </a:lnTo>
                  <a:lnTo>
                    <a:pt x="7786" y="454177"/>
                  </a:lnTo>
                  <a:lnTo>
                    <a:pt x="7786" y="450393"/>
                  </a:lnTo>
                  <a:lnTo>
                    <a:pt x="7786" y="446608"/>
                  </a:lnTo>
                  <a:lnTo>
                    <a:pt x="7786" y="442823"/>
                  </a:lnTo>
                  <a:lnTo>
                    <a:pt x="7786" y="439038"/>
                  </a:lnTo>
                  <a:lnTo>
                    <a:pt x="7786" y="435253"/>
                  </a:lnTo>
                  <a:lnTo>
                    <a:pt x="7786" y="431469"/>
                  </a:lnTo>
                  <a:lnTo>
                    <a:pt x="7786" y="427684"/>
                  </a:lnTo>
                  <a:lnTo>
                    <a:pt x="7786" y="423899"/>
                  </a:lnTo>
                  <a:lnTo>
                    <a:pt x="10382" y="423899"/>
                  </a:lnTo>
                  <a:lnTo>
                    <a:pt x="10382" y="420114"/>
                  </a:lnTo>
                  <a:lnTo>
                    <a:pt x="10382" y="416329"/>
                  </a:lnTo>
                  <a:lnTo>
                    <a:pt x="10382" y="412544"/>
                  </a:lnTo>
                  <a:lnTo>
                    <a:pt x="10382" y="408760"/>
                  </a:lnTo>
                  <a:lnTo>
                    <a:pt x="10382" y="404975"/>
                  </a:lnTo>
                  <a:lnTo>
                    <a:pt x="10382" y="401190"/>
                  </a:lnTo>
                  <a:lnTo>
                    <a:pt x="10382" y="397405"/>
                  </a:lnTo>
                  <a:lnTo>
                    <a:pt x="10382" y="393620"/>
                  </a:lnTo>
                  <a:lnTo>
                    <a:pt x="10382" y="389836"/>
                  </a:lnTo>
                  <a:lnTo>
                    <a:pt x="12977" y="389836"/>
                  </a:lnTo>
                  <a:lnTo>
                    <a:pt x="12977" y="386051"/>
                  </a:lnTo>
                  <a:lnTo>
                    <a:pt x="12977" y="382266"/>
                  </a:lnTo>
                  <a:lnTo>
                    <a:pt x="12977" y="378481"/>
                  </a:lnTo>
                  <a:lnTo>
                    <a:pt x="12977" y="374696"/>
                  </a:lnTo>
                  <a:lnTo>
                    <a:pt x="12977" y="370912"/>
                  </a:lnTo>
                  <a:lnTo>
                    <a:pt x="12977" y="367127"/>
                  </a:lnTo>
                  <a:lnTo>
                    <a:pt x="12977" y="363342"/>
                  </a:lnTo>
                  <a:lnTo>
                    <a:pt x="12977" y="359557"/>
                  </a:lnTo>
                  <a:lnTo>
                    <a:pt x="12977" y="355772"/>
                  </a:lnTo>
                  <a:lnTo>
                    <a:pt x="12977" y="351987"/>
                  </a:lnTo>
                  <a:lnTo>
                    <a:pt x="12977" y="348203"/>
                  </a:lnTo>
                  <a:lnTo>
                    <a:pt x="12977" y="344418"/>
                  </a:lnTo>
                  <a:lnTo>
                    <a:pt x="12977" y="340633"/>
                  </a:lnTo>
                  <a:lnTo>
                    <a:pt x="12977" y="336848"/>
                  </a:lnTo>
                  <a:lnTo>
                    <a:pt x="12977" y="333063"/>
                  </a:lnTo>
                  <a:lnTo>
                    <a:pt x="12977" y="329279"/>
                  </a:lnTo>
                  <a:lnTo>
                    <a:pt x="12977" y="325494"/>
                  </a:lnTo>
                  <a:lnTo>
                    <a:pt x="12977" y="321709"/>
                  </a:lnTo>
                  <a:lnTo>
                    <a:pt x="12977" y="317924"/>
                  </a:lnTo>
                  <a:lnTo>
                    <a:pt x="12977" y="314139"/>
                  </a:lnTo>
                  <a:lnTo>
                    <a:pt x="12977" y="310354"/>
                  </a:lnTo>
                  <a:lnTo>
                    <a:pt x="12977" y="306570"/>
                  </a:lnTo>
                  <a:lnTo>
                    <a:pt x="12977" y="302785"/>
                  </a:lnTo>
                  <a:lnTo>
                    <a:pt x="12977" y="299000"/>
                  </a:lnTo>
                  <a:lnTo>
                    <a:pt x="12977" y="295215"/>
                  </a:lnTo>
                  <a:lnTo>
                    <a:pt x="12977" y="291430"/>
                  </a:lnTo>
                  <a:lnTo>
                    <a:pt x="12977" y="287646"/>
                  </a:lnTo>
                  <a:lnTo>
                    <a:pt x="12977" y="283861"/>
                  </a:lnTo>
                  <a:lnTo>
                    <a:pt x="12977" y="280076"/>
                  </a:lnTo>
                  <a:lnTo>
                    <a:pt x="12977" y="276291"/>
                  </a:lnTo>
                  <a:lnTo>
                    <a:pt x="12977" y="272506"/>
                  </a:lnTo>
                  <a:lnTo>
                    <a:pt x="15573" y="272506"/>
                  </a:lnTo>
                  <a:lnTo>
                    <a:pt x="15573" y="268721"/>
                  </a:lnTo>
                  <a:lnTo>
                    <a:pt x="15573" y="264937"/>
                  </a:lnTo>
                  <a:lnTo>
                    <a:pt x="15573" y="261152"/>
                  </a:lnTo>
                  <a:lnTo>
                    <a:pt x="18168" y="261152"/>
                  </a:lnTo>
                  <a:lnTo>
                    <a:pt x="18168" y="257367"/>
                  </a:lnTo>
                  <a:lnTo>
                    <a:pt x="18168" y="253582"/>
                  </a:lnTo>
                  <a:lnTo>
                    <a:pt x="18168" y="249797"/>
                  </a:lnTo>
                  <a:lnTo>
                    <a:pt x="18168" y="246013"/>
                  </a:lnTo>
                  <a:lnTo>
                    <a:pt x="18168" y="242228"/>
                  </a:lnTo>
                  <a:lnTo>
                    <a:pt x="18168" y="238443"/>
                  </a:lnTo>
                  <a:lnTo>
                    <a:pt x="20764" y="238443"/>
                  </a:lnTo>
                  <a:lnTo>
                    <a:pt x="20764" y="234658"/>
                  </a:lnTo>
                  <a:lnTo>
                    <a:pt x="20764" y="230873"/>
                  </a:lnTo>
                  <a:lnTo>
                    <a:pt x="20764" y="227088"/>
                  </a:lnTo>
                  <a:lnTo>
                    <a:pt x="20764" y="223304"/>
                  </a:lnTo>
                  <a:lnTo>
                    <a:pt x="23359" y="223304"/>
                  </a:lnTo>
                  <a:lnTo>
                    <a:pt x="23359" y="219519"/>
                  </a:lnTo>
                  <a:lnTo>
                    <a:pt x="23359" y="215734"/>
                  </a:lnTo>
                  <a:lnTo>
                    <a:pt x="25955" y="215734"/>
                  </a:lnTo>
                  <a:lnTo>
                    <a:pt x="25955" y="211949"/>
                  </a:lnTo>
                  <a:lnTo>
                    <a:pt x="25955" y="208164"/>
                  </a:lnTo>
                  <a:lnTo>
                    <a:pt x="25955" y="204380"/>
                  </a:lnTo>
                  <a:lnTo>
                    <a:pt x="25955" y="200595"/>
                  </a:lnTo>
                  <a:lnTo>
                    <a:pt x="25955" y="196810"/>
                  </a:lnTo>
                  <a:lnTo>
                    <a:pt x="25955" y="193025"/>
                  </a:lnTo>
                  <a:lnTo>
                    <a:pt x="25955" y="189240"/>
                  </a:lnTo>
                  <a:lnTo>
                    <a:pt x="28551" y="189240"/>
                  </a:lnTo>
                  <a:lnTo>
                    <a:pt x="28551" y="185456"/>
                  </a:lnTo>
                  <a:lnTo>
                    <a:pt x="28551" y="181671"/>
                  </a:lnTo>
                  <a:lnTo>
                    <a:pt x="28551" y="177886"/>
                  </a:lnTo>
                  <a:lnTo>
                    <a:pt x="28551" y="174101"/>
                  </a:lnTo>
                  <a:lnTo>
                    <a:pt x="28551" y="170316"/>
                  </a:lnTo>
                  <a:lnTo>
                    <a:pt x="28551" y="166531"/>
                  </a:lnTo>
                  <a:lnTo>
                    <a:pt x="28551" y="162747"/>
                  </a:lnTo>
                  <a:lnTo>
                    <a:pt x="28551" y="158962"/>
                  </a:lnTo>
                  <a:lnTo>
                    <a:pt x="28551" y="155177"/>
                  </a:lnTo>
                  <a:lnTo>
                    <a:pt x="28551" y="151392"/>
                  </a:lnTo>
                  <a:lnTo>
                    <a:pt x="28551" y="147607"/>
                  </a:lnTo>
                  <a:lnTo>
                    <a:pt x="31146" y="147607"/>
                  </a:lnTo>
                  <a:lnTo>
                    <a:pt x="33742" y="147607"/>
                  </a:lnTo>
                  <a:lnTo>
                    <a:pt x="33742" y="143823"/>
                  </a:lnTo>
                  <a:lnTo>
                    <a:pt x="33742" y="140038"/>
                  </a:lnTo>
                  <a:lnTo>
                    <a:pt x="36337" y="140038"/>
                  </a:lnTo>
                  <a:lnTo>
                    <a:pt x="36337" y="136253"/>
                  </a:lnTo>
                  <a:lnTo>
                    <a:pt x="36337" y="132468"/>
                  </a:lnTo>
                  <a:lnTo>
                    <a:pt x="36337" y="128683"/>
                  </a:lnTo>
                  <a:lnTo>
                    <a:pt x="36337" y="124898"/>
                  </a:lnTo>
                  <a:lnTo>
                    <a:pt x="36337" y="121114"/>
                  </a:lnTo>
                  <a:lnTo>
                    <a:pt x="36337" y="117329"/>
                  </a:lnTo>
                  <a:lnTo>
                    <a:pt x="38933" y="117329"/>
                  </a:lnTo>
                  <a:lnTo>
                    <a:pt x="38933" y="113544"/>
                  </a:lnTo>
                  <a:lnTo>
                    <a:pt x="38933" y="109759"/>
                  </a:lnTo>
                  <a:lnTo>
                    <a:pt x="38933" y="105974"/>
                  </a:lnTo>
                  <a:lnTo>
                    <a:pt x="38933" y="102190"/>
                  </a:lnTo>
                  <a:lnTo>
                    <a:pt x="41528" y="102190"/>
                  </a:lnTo>
                  <a:lnTo>
                    <a:pt x="41528" y="98405"/>
                  </a:lnTo>
                  <a:lnTo>
                    <a:pt x="41528" y="94620"/>
                  </a:lnTo>
                  <a:lnTo>
                    <a:pt x="41528" y="90835"/>
                  </a:lnTo>
                  <a:lnTo>
                    <a:pt x="41528" y="87050"/>
                  </a:lnTo>
                  <a:lnTo>
                    <a:pt x="41528" y="83265"/>
                  </a:lnTo>
                  <a:lnTo>
                    <a:pt x="44124" y="83265"/>
                  </a:lnTo>
                  <a:lnTo>
                    <a:pt x="44124" y="79481"/>
                  </a:lnTo>
                  <a:lnTo>
                    <a:pt x="44124" y="75696"/>
                  </a:lnTo>
                  <a:lnTo>
                    <a:pt x="46719" y="75696"/>
                  </a:lnTo>
                  <a:lnTo>
                    <a:pt x="49315" y="75696"/>
                  </a:lnTo>
                  <a:lnTo>
                    <a:pt x="49315" y="71911"/>
                  </a:lnTo>
                  <a:lnTo>
                    <a:pt x="49315" y="68126"/>
                  </a:lnTo>
                  <a:lnTo>
                    <a:pt x="51911" y="68126"/>
                  </a:lnTo>
                  <a:lnTo>
                    <a:pt x="54506" y="68126"/>
                  </a:lnTo>
                  <a:lnTo>
                    <a:pt x="57102" y="68126"/>
                  </a:lnTo>
                  <a:lnTo>
                    <a:pt x="57102" y="64341"/>
                  </a:lnTo>
                  <a:lnTo>
                    <a:pt x="59697" y="64341"/>
                  </a:lnTo>
                  <a:lnTo>
                    <a:pt x="59697" y="60557"/>
                  </a:lnTo>
                  <a:lnTo>
                    <a:pt x="59697" y="56772"/>
                  </a:lnTo>
                  <a:lnTo>
                    <a:pt x="59697" y="52987"/>
                  </a:lnTo>
                  <a:lnTo>
                    <a:pt x="59697" y="49202"/>
                  </a:lnTo>
                  <a:lnTo>
                    <a:pt x="62293" y="49202"/>
                  </a:lnTo>
                  <a:lnTo>
                    <a:pt x="62293" y="45417"/>
                  </a:lnTo>
                  <a:lnTo>
                    <a:pt x="62293" y="41632"/>
                  </a:lnTo>
                  <a:lnTo>
                    <a:pt x="64888" y="41632"/>
                  </a:lnTo>
                  <a:lnTo>
                    <a:pt x="64888" y="37848"/>
                  </a:lnTo>
                  <a:lnTo>
                    <a:pt x="67484" y="37848"/>
                  </a:lnTo>
                  <a:lnTo>
                    <a:pt x="67484" y="34063"/>
                  </a:lnTo>
                  <a:lnTo>
                    <a:pt x="70079" y="34063"/>
                  </a:lnTo>
                  <a:lnTo>
                    <a:pt x="72675" y="34063"/>
                  </a:lnTo>
                  <a:lnTo>
                    <a:pt x="75270" y="34063"/>
                  </a:lnTo>
                  <a:lnTo>
                    <a:pt x="77866" y="34063"/>
                  </a:lnTo>
                  <a:lnTo>
                    <a:pt x="77866" y="30278"/>
                  </a:lnTo>
                  <a:lnTo>
                    <a:pt x="80462" y="30278"/>
                  </a:lnTo>
                  <a:lnTo>
                    <a:pt x="83057" y="30278"/>
                  </a:lnTo>
                  <a:lnTo>
                    <a:pt x="85653" y="30278"/>
                  </a:lnTo>
                  <a:lnTo>
                    <a:pt x="85653" y="26493"/>
                  </a:lnTo>
                  <a:lnTo>
                    <a:pt x="88248" y="26493"/>
                  </a:lnTo>
                  <a:lnTo>
                    <a:pt x="90844" y="26493"/>
                  </a:lnTo>
                  <a:lnTo>
                    <a:pt x="93439" y="26493"/>
                  </a:lnTo>
                  <a:lnTo>
                    <a:pt x="93439" y="22708"/>
                  </a:lnTo>
                  <a:lnTo>
                    <a:pt x="96035" y="22708"/>
                  </a:lnTo>
                  <a:lnTo>
                    <a:pt x="98630" y="22708"/>
                  </a:lnTo>
                  <a:lnTo>
                    <a:pt x="101226" y="22708"/>
                  </a:lnTo>
                  <a:lnTo>
                    <a:pt x="103822" y="22708"/>
                  </a:lnTo>
                  <a:lnTo>
                    <a:pt x="103822" y="18924"/>
                  </a:lnTo>
                  <a:lnTo>
                    <a:pt x="106417" y="18924"/>
                  </a:lnTo>
                  <a:lnTo>
                    <a:pt x="109013" y="18924"/>
                  </a:lnTo>
                  <a:lnTo>
                    <a:pt x="111608" y="18924"/>
                  </a:lnTo>
                  <a:lnTo>
                    <a:pt x="114204" y="18924"/>
                  </a:lnTo>
                  <a:lnTo>
                    <a:pt x="116799" y="18924"/>
                  </a:lnTo>
                  <a:lnTo>
                    <a:pt x="119395" y="18924"/>
                  </a:lnTo>
                  <a:lnTo>
                    <a:pt x="121990" y="18924"/>
                  </a:lnTo>
                  <a:lnTo>
                    <a:pt x="124586" y="18924"/>
                  </a:lnTo>
                  <a:lnTo>
                    <a:pt x="127181" y="18924"/>
                  </a:lnTo>
                  <a:lnTo>
                    <a:pt x="129777" y="18924"/>
                  </a:lnTo>
                  <a:lnTo>
                    <a:pt x="132373" y="18924"/>
                  </a:lnTo>
                  <a:lnTo>
                    <a:pt x="134968" y="18924"/>
                  </a:lnTo>
                  <a:lnTo>
                    <a:pt x="137564" y="18924"/>
                  </a:lnTo>
                  <a:lnTo>
                    <a:pt x="140159" y="18924"/>
                  </a:lnTo>
                  <a:lnTo>
                    <a:pt x="142755" y="18924"/>
                  </a:lnTo>
                  <a:lnTo>
                    <a:pt x="145350" y="18924"/>
                  </a:lnTo>
                  <a:lnTo>
                    <a:pt x="147946" y="18924"/>
                  </a:lnTo>
                  <a:lnTo>
                    <a:pt x="150541" y="18924"/>
                  </a:lnTo>
                  <a:lnTo>
                    <a:pt x="153137" y="18924"/>
                  </a:lnTo>
                  <a:lnTo>
                    <a:pt x="155733" y="18924"/>
                  </a:lnTo>
                  <a:lnTo>
                    <a:pt x="158328" y="18924"/>
                  </a:lnTo>
                  <a:lnTo>
                    <a:pt x="160924" y="18924"/>
                  </a:lnTo>
                  <a:lnTo>
                    <a:pt x="163519" y="18924"/>
                  </a:lnTo>
                  <a:lnTo>
                    <a:pt x="166115" y="18924"/>
                  </a:lnTo>
                  <a:lnTo>
                    <a:pt x="168710" y="18924"/>
                  </a:lnTo>
                  <a:lnTo>
                    <a:pt x="171306" y="18924"/>
                  </a:lnTo>
                  <a:lnTo>
                    <a:pt x="173901" y="18924"/>
                  </a:lnTo>
                  <a:lnTo>
                    <a:pt x="176497" y="18924"/>
                  </a:lnTo>
                  <a:lnTo>
                    <a:pt x="179092" y="18924"/>
                  </a:lnTo>
                  <a:lnTo>
                    <a:pt x="181688" y="18924"/>
                  </a:lnTo>
                  <a:lnTo>
                    <a:pt x="184284" y="18924"/>
                  </a:lnTo>
                  <a:lnTo>
                    <a:pt x="186879" y="18924"/>
                  </a:lnTo>
                  <a:lnTo>
                    <a:pt x="189475" y="18924"/>
                  </a:lnTo>
                  <a:lnTo>
                    <a:pt x="192070" y="18924"/>
                  </a:lnTo>
                  <a:lnTo>
                    <a:pt x="194666" y="18924"/>
                  </a:lnTo>
                  <a:lnTo>
                    <a:pt x="197261" y="18924"/>
                  </a:lnTo>
                  <a:lnTo>
                    <a:pt x="199857" y="18924"/>
                  </a:lnTo>
                  <a:lnTo>
                    <a:pt x="202452" y="18924"/>
                  </a:lnTo>
                  <a:lnTo>
                    <a:pt x="205048" y="18924"/>
                  </a:lnTo>
                  <a:lnTo>
                    <a:pt x="207644" y="18924"/>
                  </a:lnTo>
                  <a:lnTo>
                    <a:pt x="210239" y="18924"/>
                  </a:lnTo>
                  <a:lnTo>
                    <a:pt x="212835" y="18924"/>
                  </a:lnTo>
                  <a:lnTo>
                    <a:pt x="215430" y="18924"/>
                  </a:lnTo>
                  <a:lnTo>
                    <a:pt x="218026" y="18924"/>
                  </a:lnTo>
                  <a:lnTo>
                    <a:pt x="220621" y="18924"/>
                  </a:lnTo>
                  <a:lnTo>
                    <a:pt x="223217" y="18924"/>
                  </a:lnTo>
                  <a:lnTo>
                    <a:pt x="225812" y="18924"/>
                  </a:lnTo>
                  <a:lnTo>
                    <a:pt x="228408" y="18924"/>
                  </a:lnTo>
                  <a:lnTo>
                    <a:pt x="228408" y="15139"/>
                  </a:lnTo>
                  <a:lnTo>
                    <a:pt x="231004" y="15139"/>
                  </a:lnTo>
                  <a:lnTo>
                    <a:pt x="233599" y="15139"/>
                  </a:lnTo>
                  <a:lnTo>
                    <a:pt x="236195" y="15139"/>
                  </a:lnTo>
                  <a:lnTo>
                    <a:pt x="238790" y="15139"/>
                  </a:lnTo>
                  <a:lnTo>
                    <a:pt x="241386" y="15139"/>
                  </a:lnTo>
                  <a:lnTo>
                    <a:pt x="243981" y="15139"/>
                  </a:lnTo>
                  <a:lnTo>
                    <a:pt x="246577" y="15139"/>
                  </a:lnTo>
                  <a:lnTo>
                    <a:pt x="249172" y="15139"/>
                  </a:lnTo>
                  <a:lnTo>
                    <a:pt x="251768" y="15139"/>
                  </a:lnTo>
                  <a:lnTo>
                    <a:pt x="254363" y="15139"/>
                  </a:lnTo>
                  <a:lnTo>
                    <a:pt x="256959" y="15139"/>
                  </a:lnTo>
                  <a:lnTo>
                    <a:pt x="259555" y="15139"/>
                  </a:lnTo>
                  <a:lnTo>
                    <a:pt x="262150" y="15139"/>
                  </a:lnTo>
                  <a:lnTo>
                    <a:pt x="264746" y="15139"/>
                  </a:lnTo>
                  <a:lnTo>
                    <a:pt x="267341" y="15139"/>
                  </a:lnTo>
                  <a:lnTo>
                    <a:pt x="269937" y="15139"/>
                  </a:lnTo>
                  <a:lnTo>
                    <a:pt x="272532" y="15139"/>
                  </a:lnTo>
                  <a:lnTo>
                    <a:pt x="275128" y="15139"/>
                  </a:lnTo>
                  <a:lnTo>
                    <a:pt x="277723" y="15139"/>
                  </a:lnTo>
                  <a:lnTo>
                    <a:pt x="277723" y="11354"/>
                  </a:lnTo>
                  <a:lnTo>
                    <a:pt x="280319" y="11354"/>
                  </a:lnTo>
                  <a:lnTo>
                    <a:pt x="282915" y="11354"/>
                  </a:lnTo>
                  <a:lnTo>
                    <a:pt x="285510" y="11354"/>
                  </a:lnTo>
                  <a:lnTo>
                    <a:pt x="288106" y="11354"/>
                  </a:lnTo>
                  <a:lnTo>
                    <a:pt x="290701" y="11354"/>
                  </a:lnTo>
                  <a:lnTo>
                    <a:pt x="293297" y="11354"/>
                  </a:lnTo>
                  <a:lnTo>
                    <a:pt x="295892" y="11354"/>
                  </a:lnTo>
                  <a:lnTo>
                    <a:pt x="298488" y="11354"/>
                  </a:lnTo>
                  <a:lnTo>
                    <a:pt x="301083" y="11354"/>
                  </a:lnTo>
                  <a:lnTo>
                    <a:pt x="303679" y="11354"/>
                  </a:lnTo>
                  <a:lnTo>
                    <a:pt x="306274" y="11354"/>
                  </a:lnTo>
                  <a:lnTo>
                    <a:pt x="308870" y="11354"/>
                  </a:lnTo>
                  <a:lnTo>
                    <a:pt x="308870" y="7569"/>
                  </a:lnTo>
                  <a:lnTo>
                    <a:pt x="311466" y="7569"/>
                  </a:lnTo>
                  <a:lnTo>
                    <a:pt x="314061" y="7569"/>
                  </a:lnTo>
                  <a:lnTo>
                    <a:pt x="316657" y="7569"/>
                  </a:lnTo>
                  <a:lnTo>
                    <a:pt x="319252" y="7569"/>
                  </a:lnTo>
                  <a:lnTo>
                    <a:pt x="321848" y="7569"/>
                  </a:lnTo>
                  <a:lnTo>
                    <a:pt x="324443" y="7569"/>
                  </a:lnTo>
                  <a:lnTo>
                    <a:pt x="327039" y="7569"/>
                  </a:lnTo>
                  <a:lnTo>
                    <a:pt x="329634" y="7569"/>
                  </a:lnTo>
                  <a:lnTo>
                    <a:pt x="332230" y="7569"/>
                  </a:lnTo>
                  <a:lnTo>
                    <a:pt x="334826" y="7569"/>
                  </a:lnTo>
                  <a:lnTo>
                    <a:pt x="337421" y="7569"/>
                  </a:lnTo>
                  <a:lnTo>
                    <a:pt x="340017" y="7569"/>
                  </a:lnTo>
                  <a:lnTo>
                    <a:pt x="342612" y="7569"/>
                  </a:lnTo>
                  <a:lnTo>
                    <a:pt x="345208" y="7569"/>
                  </a:lnTo>
                  <a:lnTo>
                    <a:pt x="347803" y="7569"/>
                  </a:lnTo>
                  <a:lnTo>
                    <a:pt x="350399" y="7569"/>
                  </a:lnTo>
                  <a:lnTo>
                    <a:pt x="352994" y="7569"/>
                  </a:lnTo>
                  <a:lnTo>
                    <a:pt x="355590" y="7569"/>
                  </a:lnTo>
                  <a:lnTo>
                    <a:pt x="358185" y="7569"/>
                  </a:lnTo>
                  <a:lnTo>
                    <a:pt x="360781" y="7569"/>
                  </a:lnTo>
                  <a:lnTo>
                    <a:pt x="363377" y="7569"/>
                  </a:lnTo>
                  <a:lnTo>
                    <a:pt x="365972" y="7569"/>
                  </a:lnTo>
                  <a:lnTo>
                    <a:pt x="368568" y="7569"/>
                  </a:lnTo>
                  <a:lnTo>
                    <a:pt x="371163" y="7569"/>
                  </a:lnTo>
                  <a:lnTo>
                    <a:pt x="373759" y="7569"/>
                  </a:lnTo>
                  <a:lnTo>
                    <a:pt x="376354" y="7569"/>
                  </a:lnTo>
                  <a:lnTo>
                    <a:pt x="378950" y="7569"/>
                  </a:lnTo>
                  <a:lnTo>
                    <a:pt x="381545" y="7569"/>
                  </a:lnTo>
                  <a:lnTo>
                    <a:pt x="384141" y="7569"/>
                  </a:lnTo>
                  <a:lnTo>
                    <a:pt x="386737" y="7569"/>
                  </a:lnTo>
                  <a:lnTo>
                    <a:pt x="389332" y="7569"/>
                  </a:lnTo>
                  <a:lnTo>
                    <a:pt x="391928" y="7569"/>
                  </a:lnTo>
                  <a:lnTo>
                    <a:pt x="394523" y="7569"/>
                  </a:lnTo>
                  <a:lnTo>
                    <a:pt x="397119" y="7569"/>
                  </a:lnTo>
                  <a:lnTo>
                    <a:pt x="399714" y="7569"/>
                  </a:lnTo>
                  <a:lnTo>
                    <a:pt x="402310" y="7569"/>
                  </a:lnTo>
                  <a:lnTo>
                    <a:pt x="404905" y="7569"/>
                  </a:lnTo>
                  <a:lnTo>
                    <a:pt x="407501" y="7569"/>
                  </a:lnTo>
                  <a:lnTo>
                    <a:pt x="410097" y="7569"/>
                  </a:lnTo>
                  <a:lnTo>
                    <a:pt x="412692" y="7569"/>
                  </a:lnTo>
                  <a:lnTo>
                    <a:pt x="415288" y="7569"/>
                  </a:lnTo>
                  <a:lnTo>
                    <a:pt x="417883" y="7569"/>
                  </a:lnTo>
                  <a:lnTo>
                    <a:pt x="420479" y="7569"/>
                  </a:lnTo>
                  <a:lnTo>
                    <a:pt x="423074" y="7569"/>
                  </a:lnTo>
                  <a:lnTo>
                    <a:pt x="425670" y="7569"/>
                  </a:lnTo>
                  <a:lnTo>
                    <a:pt x="428265" y="7569"/>
                  </a:lnTo>
                  <a:lnTo>
                    <a:pt x="430861" y="7569"/>
                  </a:lnTo>
                  <a:lnTo>
                    <a:pt x="433456" y="7569"/>
                  </a:lnTo>
                  <a:lnTo>
                    <a:pt x="436052" y="7569"/>
                  </a:lnTo>
                  <a:lnTo>
                    <a:pt x="438648" y="7569"/>
                  </a:lnTo>
                  <a:lnTo>
                    <a:pt x="441243" y="7569"/>
                  </a:lnTo>
                  <a:lnTo>
                    <a:pt x="443839" y="7569"/>
                  </a:lnTo>
                  <a:lnTo>
                    <a:pt x="446434" y="7569"/>
                  </a:lnTo>
                  <a:lnTo>
                    <a:pt x="449030" y="7569"/>
                  </a:lnTo>
                  <a:lnTo>
                    <a:pt x="451625" y="7569"/>
                  </a:lnTo>
                  <a:lnTo>
                    <a:pt x="454221" y="7569"/>
                  </a:lnTo>
                  <a:lnTo>
                    <a:pt x="456816" y="7569"/>
                  </a:lnTo>
                  <a:lnTo>
                    <a:pt x="459412" y="7569"/>
                  </a:lnTo>
                  <a:lnTo>
                    <a:pt x="462008" y="7569"/>
                  </a:lnTo>
                  <a:lnTo>
                    <a:pt x="464603" y="7569"/>
                  </a:lnTo>
                  <a:lnTo>
                    <a:pt x="467199" y="7569"/>
                  </a:lnTo>
                  <a:lnTo>
                    <a:pt x="469794" y="7569"/>
                  </a:lnTo>
                  <a:lnTo>
                    <a:pt x="472390" y="7569"/>
                  </a:lnTo>
                  <a:lnTo>
                    <a:pt x="474985" y="7569"/>
                  </a:lnTo>
                  <a:lnTo>
                    <a:pt x="477581" y="7569"/>
                  </a:lnTo>
                  <a:lnTo>
                    <a:pt x="480176" y="7569"/>
                  </a:lnTo>
                  <a:lnTo>
                    <a:pt x="482772" y="7569"/>
                  </a:lnTo>
                  <a:lnTo>
                    <a:pt x="485367" y="7569"/>
                  </a:lnTo>
                  <a:lnTo>
                    <a:pt x="487963" y="7569"/>
                  </a:lnTo>
                  <a:lnTo>
                    <a:pt x="490559" y="7569"/>
                  </a:lnTo>
                  <a:lnTo>
                    <a:pt x="493154" y="7569"/>
                  </a:lnTo>
                  <a:lnTo>
                    <a:pt x="495750" y="7569"/>
                  </a:lnTo>
                  <a:lnTo>
                    <a:pt x="498345" y="7569"/>
                  </a:lnTo>
                  <a:lnTo>
                    <a:pt x="500941" y="7569"/>
                  </a:lnTo>
                  <a:lnTo>
                    <a:pt x="503536" y="7569"/>
                  </a:lnTo>
                  <a:lnTo>
                    <a:pt x="506132" y="7569"/>
                  </a:lnTo>
                  <a:lnTo>
                    <a:pt x="508727" y="7569"/>
                  </a:lnTo>
                  <a:lnTo>
                    <a:pt x="511323" y="7569"/>
                  </a:lnTo>
                  <a:lnTo>
                    <a:pt x="513919" y="7569"/>
                  </a:lnTo>
                  <a:lnTo>
                    <a:pt x="516514" y="7569"/>
                  </a:lnTo>
                  <a:lnTo>
                    <a:pt x="519110" y="7569"/>
                  </a:lnTo>
                  <a:lnTo>
                    <a:pt x="521705" y="7569"/>
                  </a:lnTo>
                  <a:lnTo>
                    <a:pt x="524301" y="7569"/>
                  </a:lnTo>
                  <a:lnTo>
                    <a:pt x="526896" y="7569"/>
                  </a:lnTo>
                  <a:lnTo>
                    <a:pt x="529492" y="7569"/>
                  </a:lnTo>
                  <a:lnTo>
                    <a:pt x="532087" y="7569"/>
                  </a:lnTo>
                  <a:lnTo>
                    <a:pt x="534683" y="7569"/>
                  </a:lnTo>
                  <a:lnTo>
                    <a:pt x="537278" y="7569"/>
                  </a:lnTo>
                  <a:lnTo>
                    <a:pt x="539874" y="7569"/>
                  </a:lnTo>
                  <a:lnTo>
                    <a:pt x="542470" y="7569"/>
                  </a:lnTo>
                  <a:lnTo>
                    <a:pt x="545065" y="7569"/>
                  </a:lnTo>
                  <a:lnTo>
                    <a:pt x="547661" y="7569"/>
                  </a:lnTo>
                  <a:lnTo>
                    <a:pt x="550256" y="7569"/>
                  </a:lnTo>
                  <a:lnTo>
                    <a:pt x="552852" y="7569"/>
                  </a:lnTo>
                  <a:lnTo>
                    <a:pt x="555447" y="7569"/>
                  </a:lnTo>
                  <a:lnTo>
                    <a:pt x="558043" y="7569"/>
                  </a:lnTo>
                  <a:lnTo>
                    <a:pt x="560638" y="7569"/>
                  </a:lnTo>
                  <a:lnTo>
                    <a:pt x="563234" y="7569"/>
                  </a:lnTo>
                  <a:lnTo>
                    <a:pt x="565830" y="7569"/>
                  </a:lnTo>
                  <a:lnTo>
                    <a:pt x="568425" y="7569"/>
                  </a:lnTo>
                  <a:lnTo>
                    <a:pt x="571021" y="7569"/>
                  </a:lnTo>
                  <a:lnTo>
                    <a:pt x="573616" y="7569"/>
                  </a:lnTo>
                  <a:lnTo>
                    <a:pt x="576212" y="7569"/>
                  </a:lnTo>
                  <a:lnTo>
                    <a:pt x="578807" y="7569"/>
                  </a:lnTo>
                  <a:lnTo>
                    <a:pt x="581403" y="7569"/>
                  </a:lnTo>
                  <a:lnTo>
                    <a:pt x="583998" y="7569"/>
                  </a:lnTo>
                  <a:lnTo>
                    <a:pt x="586594" y="7569"/>
                  </a:lnTo>
                  <a:lnTo>
                    <a:pt x="589189" y="7569"/>
                  </a:lnTo>
                  <a:lnTo>
                    <a:pt x="591785" y="7569"/>
                  </a:lnTo>
                  <a:lnTo>
                    <a:pt x="594381" y="7569"/>
                  </a:lnTo>
                  <a:lnTo>
                    <a:pt x="596976" y="7569"/>
                  </a:lnTo>
                  <a:lnTo>
                    <a:pt x="599572" y="7569"/>
                  </a:lnTo>
                  <a:lnTo>
                    <a:pt x="602167" y="7569"/>
                  </a:lnTo>
                  <a:lnTo>
                    <a:pt x="604763" y="7569"/>
                  </a:lnTo>
                  <a:lnTo>
                    <a:pt x="607358" y="7569"/>
                  </a:lnTo>
                  <a:lnTo>
                    <a:pt x="609954" y="7569"/>
                  </a:lnTo>
                  <a:lnTo>
                    <a:pt x="612549" y="7569"/>
                  </a:lnTo>
                  <a:lnTo>
                    <a:pt x="615145" y="7569"/>
                  </a:lnTo>
                  <a:lnTo>
                    <a:pt x="617741" y="7569"/>
                  </a:lnTo>
                  <a:lnTo>
                    <a:pt x="620336" y="7569"/>
                  </a:lnTo>
                  <a:lnTo>
                    <a:pt x="622932" y="7569"/>
                  </a:lnTo>
                  <a:lnTo>
                    <a:pt x="625527" y="7569"/>
                  </a:lnTo>
                  <a:lnTo>
                    <a:pt x="628123" y="7569"/>
                  </a:lnTo>
                  <a:lnTo>
                    <a:pt x="630718" y="7569"/>
                  </a:lnTo>
                  <a:lnTo>
                    <a:pt x="633314" y="7569"/>
                  </a:lnTo>
                  <a:lnTo>
                    <a:pt x="635909" y="7569"/>
                  </a:lnTo>
                  <a:lnTo>
                    <a:pt x="638505" y="7569"/>
                  </a:lnTo>
                  <a:lnTo>
                    <a:pt x="641101" y="7569"/>
                  </a:lnTo>
                  <a:lnTo>
                    <a:pt x="643696" y="7569"/>
                  </a:lnTo>
                  <a:lnTo>
                    <a:pt x="646292" y="7569"/>
                  </a:lnTo>
                  <a:lnTo>
                    <a:pt x="648887" y="7569"/>
                  </a:lnTo>
                  <a:lnTo>
                    <a:pt x="651483" y="7569"/>
                  </a:lnTo>
                  <a:lnTo>
                    <a:pt x="654078" y="7569"/>
                  </a:lnTo>
                  <a:lnTo>
                    <a:pt x="656674" y="7569"/>
                  </a:lnTo>
                  <a:lnTo>
                    <a:pt x="659269" y="7569"/>
                  </a:lnTo>
                  <a:lnTo>
                    <a:pt x="661865" y="7569"/>
                  </a:lnTo>
                  <a:lnTo>
                    <a:pt x="664460" y="7569"/>
                  </a:lnTo>
                  <a:lnTo>
                    <a:pt x="667056" y="7569"/>
                  </a:lnTo>
                  <a:lnTo>
                    <a:pt x="669652" y="7569"/>
                  </a:lnTo>
                  <a:lnTo>
                    <a:pt x="672247" y="7569"/>
                  </a:lnTo>
                  <a:lnTo>
                    <a:pt x="674843" y="7569"/>
                  </a:lnTo>
                  <a:lnTo>
                    <a:pt x="677438" y="7569"/>
                  </a:lnTo>
                  <a:lnTo>
                    <a:pt x="680034" y="7569"/>
                  </a:lnTo>
                  <a:lnTo>
                    <a:pt x="682629" y="7569"/>
                  </a:lnTo>
                  <a:lnTo>
                    <a:pt x="685225" y="7569"/>
                  </a:lnTo>
                  <a:lnTo>
                    <a:pt x="687820" y="7569"/>
                  </a:lnTo>
                  <a:lnTo>
                    <a:pt x="690416" y="7569"/>
                  </a:lnTo>
                  <a:lnTo>
                    <a:pt x="693012" y="7569"/>
                  </a:lnTo>
                  <a:lnTo>
                    <a:pt x="695607" y="7569"/>
                  </a:lnTo>
                  <a:lnTo>
                    <a:pt x="700798" y="7569"/>
                  </a:lnTo>
                  <a:lnTo>
                    <a:pt x="703394" y="7569"/>
                  </a:lnTo>
                  <a:lnTo>
                    <a:pt x="705989" y="7569"/>
                  </a:lnTo>
                  <a:lnTo>
                    <a:pt x="708585" y="7569"/>
                  </a:lnTo>
                  <a:lnTo>
                    <a:pt x="711180" y="7569"/>
                  </a:lnTo>
                  <a:lnTo>
                    <a:pt x="713776" y="7569"/>
                  </a:lnTo>
                  <a:lnTo>
                    <a:pt x="716371" y="7569"/>
                  </a:lnTo>
                  <a:lnTo>
                    <a:pt x="718967" y="7569"/>
                  </a:lnTo>
                  <a:lnTo>
                    <a:pt x="721563" y="7569"/>
                  </a:lnTo>
                  <a:lnTo>
                    <a:pt x="724158" y="7569"/>
                  </a:lnTo>
                  <a:lnTo>
                    <a:pt x="726754" y="7569"/>
                  </a:lnTo>
                  <a:lnTo>
                    <a:pt x="726754" y="3784"/>
                  </a:lnTo>
                  <a:lnTo>
                    <a:pt x="729349" y="3784"/>
                  </a:lnTo>
                  <a:lnTo>
                    <a:pt x="731945" y="3784"/>
                  </a:lnTo>
                  <a:lnTo>
                    <a:pt x="734540" y="3784"/>
                  </a:lnTo>
                  <a:lnTo>
                    <a:pt x="737136" y="3784"/>
                  </a:lnTo>
                  <a:lnTo>
                    <a:pt x="739731" y="3784"/>
                  </a:lnTo>
                  <a:lnTo>
                    <a:pt x="742327" y="3784"/>
                  </a:lnTo>
                  <a:lnTo>
                    <a:pt x="744923" y="3784"/>
                  </a:lnTo>
                  <a:lnTo>
                    <a:pt x="747518" y="3784"/>
                  </a:lnTo>
                  <a:lnTo>
                    <a:pt x="750114" y="3784"/>
                  </a:lnTo>
                  <a:lnTo>
                    <a:pt x="752709" y="3784"/>
                  </a:lnTo>
                  <a:lnTo>
                    <a:pt x="755305" y="3784"/>
                  </a:lnTo>
                  <a:lnTo>
                    <a:pt x="757900" y="3784"/>
                  </a:lnTo>
                  <a:lnTo>
                    <a:pt x="760496" y="3784"/>
                  </a:lnTo>
                  <a:lnTo>
                    <a:pt x="763091" y="3784"/>
                  </a:lnTo>
                  <a:lnTo>
                    <a:pt x="765687" y="3784"/>
                  </a:lnTo>
                  <a:lnTo>
                    <a:pt x="768282" y="3784"/>
                  </a:lnTo>
                  <a:lnTo>
                    <a:pt x="770878" y="3784"/>
                  </a:lnTo>
                  <a:lnTo>
                    <a:pt x="773474" y="3784"/>
                  </a:lnTo>
                  <a:lnTo>
                    <a:pt x="776069" y="3784"/>
                  </a:lnTo>
                  <a:lnTo>
                    <a:pt x="778665" y="3784"/>
                  </a:lnTo>
                  <a:lnTo>
                    <a:pt x="781260" y="3784"/>
                  </a:lnTo>
                  <a:lnTo>
                    <a:pt x="783856" y="3784"/>
                  </a:lnTo>
                  <a:lnTo>
                    <a:pt x="786451" y="3784"/>
                  </a:lnTo>
                  <a:lnTo>
                    <a:pt x="789047" y="3784"/>
                  </a:lnTo>
                  <a:lnTo>
                    <a:pt x="791642" y="3784"/>
                  </a:lnTo>
                  <a:lnTo>
                    <a:pt x="794238" y="3784"/>
                  </a:lnTo>
                  <a:lnTo>
                    <a:pt x="796834" y="3784"/>
                  </a:lnTo>
                  <a:lnTo>
                    <a:pt x="799429" y="3784"/>
                  </a:lnTo>
                  <a:lnTo>
                    <a:pt x="802025" y="3784"/>
                  </a:lnTo>
                  <a:lnTo>
                    <a:pt x="804620" y="3784"/>
                  </a:lnTo>
                  <a:lnTo>
                    <a:pt x="807216" y="3784"/>
                  </a:lnTo>
                  <a:lnTo>
                    <a:pt x="809811" y="3784"/>
                  </a:lnTo>
                  <a:lnTo>
                    <a:pt x="812407" y="3784"/>
                  </a:lnTo>
                  <a:lnTo>
                    <a:pt x="815002" y="3784"/>
                  </a:lnTo>
                  <a:lnTo>
                    <a:pt x="817598" y="3784"/>
                  </a:lnTo>
                  <a:lnTo>
                    <a:pt x="820194" y="3784"/>
                  </a:lnTo>
                  <a:lnTo>
                    <a:pt x="822789" y="3784"/>
                  </a:lnTo>
                  <a:lnTo>
                    <a:pt x="825385" y="3784"/>
                  </a:lnTo>
                  <a:lnTo>
                    <a:pt x="827980" y="3784"/>
                  </a:lnTo>
                  <a:lnTo>
                    <a:pt x="830576" y="3784"/>
                  </a:lnTo>
                  <a:lnTo>
                    <a:pt x="833171" y="3784"/>
                  </a:lnTo>
                  <a:lnTo>
                    <a:pt x="835767" y="3784"/>
                  </a:lnTo>
                  <a:lnTo>
                    <a:pt x="838362" y="3784"/>
                  </a:lnTo>
                  <a:lnTo>
                    <a:pt x="840958" y="3784"/>
                  </a:lnTo>
                  <a:lnTo>
                    <a:pt x="843553" y="3784"/>
                  </a:lnTo>
                  <a:lnTo>
                    <a:pt x="846149" y="3784"/>
                  </a:lnTo>
                  <a:lnTo>
                    <a:pt x="848745" y="3784"/>
                  </a:lnTo>
                  <a:lnTo>
                    <a:pt x="851340" y="3784"/>
                  </a:lnTo>
                  <a:lnTo>
                    <a:pt x="853936" y="3784"/>
                  </a:lnTo>
                  <a:lnTo>
                    <a:pt x="856531" y="3784"/>
                  </a:lnTo>
                  <a:lnTo>
                    <a:pt x="859127" y="3784"/>
                  </a:lnTo>
                  <a:lnTo>
                    <a:pt x="861722" y="3784"/>
                  </a:lnTo>
                  <a:lnTo>
                    <a:pt x="864318" y="3784"/>
                  </a:lnTo>
                  <a:lnTo>
                    <a:pt x="866913" y="3784"/>
                  </a:lnTo>
                  <a:lnTo>
                    <a:pt x="869509" y="3784"/>
                  </a:lnTo>
                  <a:lnTo>
                    <a:pt x="872105" y="3784"/>
                  </a:lnTo>
                  <a:lnTo>
                    <a:pt x="874700" y="3784"/>
                  </a:lnTo>
                  <a:lnTo>
                    <a:pt x="877296" y="3784"/>
                  </a:lnTo>
                  <a:lnTo>
                    <a:pt x="879891" y="3784"/>
                  </a:lnTo>
                  <a:lnTo>
                    <a:pt x="882487" y="3784"/>
                  </a:lnTo>
                  <a:lnTo>
                    <a:pt x="885082" y="3784"/>
                  </a:lnTo>
                  <a:lnTo>
                    <a:pt x="887678" y="3784"/>
                  </a:lnTo>
                  <a:lnTo>
                    <a:pt x="890273" y="3784"/>
                  </a:lnTo>
                  <a:lnTo>
                    <a:pt x="892869" y="3784"/>
                  </a:lnTo>
                  <a:lnTo>
                    <a:pt x="895464" y="3784"/>
                  </a:lnTo>
                  <a:lnTo>
                    <a:pt x="898060" y="3784"/>
                  </a:lnTo>
                  <a:lnTo>
                    <a:pt x="900656" y="3784"/>
                  </a:lnTo>
                  <a:lnTo>
                    <a:pt x="903251" y="3784"/>
                  </a:lnTo>
                  <a:lnTo>
                    <a:pt x="905847" y="3784"/>
                  </a:lnTo>
                  <a:lnTo>
                    <a:pt x="908442" y="3784"/>
                  </a:lnTo>
                  <a:lnTo>
                    <a:pt x="911038" y="3784"/>
                  </a:lnTo>
                  <a:lnTo>
                    <a:pt x="913633" y="3784"/>
                  </a:lnTo>
                  <a:lnTo>
                    <a:pt x="916229" y="3784"/>
                  </a:lnTo>
                  <a:lnTo>
                    <a:pt x="918824" y="3784"/>
                  </a:lnTo>
                  <a:lnTo>
                    <a:pt x="921420" y="3784"/>
                  </a:lnTo>
                  <a:lnTo>
                    <a:pt x="924016" y="3784"/>
                  </a:lnTo>
                  <a:lnTo>
                    <a:pt x="926611" y="3784"/>
                  </a:lnTo>
                  <a:lnTo>
                    <a:pt x="929207" y="3784"/>
                  </a:lnTo>
                  <a:lnTo>
                    <a:pt x="931802" y="3784"/>
                  </a:lnTo>
                  <a:lnTo>
                    <a:pt x="934398" y="3784"/>
                  </a:lnTo>
                  <a:lnTo>
                    <a:pt x="936993" y="3784"/>
                  </a:lnTo>
                  <a:lnTo>
                    <a:pt x="939589" y="3784"/>
                  </a:lnTo>
                  <a:lnTo>
                    <a:pt x="942184" y="3784"/>
                  </a:lnTo>
                  <a:lnTo>
                    <a:pt x="944780" y="3784"/>
                  </a:lnTo>
                  <a:lnTo>
                    <a:pt x="947375" y="3784"/>
                  </a:lnTo>
                  <a:lnTo>
                    <a:pt x="949971" y="3784"/>
                  </a:lnTo>
                  <a:lnTo>
                    <a:pt x="952567" y="3784"/>
                  </a:lnTo>
                  <a:lnTo>
                    <a:pt x="955162" y="3784"/>
                  </a:lnTo>
                  <a:lnTo>
                    <a:pt x="957758" y="3784"/>
                  </a:lnTo>
                  <a:lnTo>
                    <a:pt x="960353" y="3784"/>
                  </a:lnTo>
                  <a:lnTo>
                    <a:pt x="962949" y="3784"/>
                  </a:lnTo>
                  <a:lnTo>
                    <a:pt x="965544" y="3784"/>
                  </a:lnTo>
                  <a:lnTo>
                    <a:pt x="968140" y="3784"/>
                  </a:lnTo>
                  <a:lnTo>
                    <a:pt x="970735" y="3784"/>
                  </a:lnTo>
                  <a:lnTo>
                    <a:pt x="973331" y="3784"/>
                  </a:lnTo>
                  <a:lnTo>
                    <a:pt x="975927" y="3784"/>
                  </a:lnTo>
                  <a:lnTo>
                    <a:pt x="978522" y="3784"/>
                  </a:lnTo>
                  <a:lnTo>
                    <a:pt x="981118" y="3784"/>
                  </a:lnTo>
                  <a:lnTo>
                    <a:pt x="983713" y="3784"/>
                  </a:lnTo>
                  <a:lnTo>
                    <a:pt x="986309" y="3784"/>
                  </a:lnTo>
                  <a:lnTo>
                    <a:pt x="988904" y="3784"/>
                  </a:lnTo>
                  <a:lnTo>
                    <a:pt x="991500" y="3784"/>
                  </a:lnTo>
                  <a:lnTo>
                    <a:pt x="994095" y="3784"/>
                  </a:lnTo>
                  <a:lnTo>
                    <a:pt x="996691" y="3784"/>
                  </a:lnTo>
                  <a:lnTo>
                    <a:pt x="999287" y="3784"/>
                  </a:lnTo>
                  <a:lnTo>
                    <a:pt x="1001882" y="3784"/>
                  </a:lnTo>
                  <a:lnTo>
                    <a:pt x="1004478" y="3784"/>
                  </a:lnTo>
                  <a:lnTo>
                    <a:pt x="1007073" y="3784"/>
                  </a:lnTo>
                  <a:lnTo>
                    <a:pt x="1009669" y="3784"/>
                  </a:lnTo>
                  <a:lnTo>
                    <a:pt x="1012264" y="3784"/>
                  </a:lnTo>
                  <a:lnTo>
                    <a:pt x="1014860" y="3784"/>
                  </a:lnTo>
                  <a:lnTo>
                    <a:pt x="1017455" y="3784"/>
                  </a:lnTo>
                  <a:lnTo>
                    <a:pt x="1020051" y="3784"/>
                  </a:lnTo>
                  <a:lnTo>
                    <a:pt x="1022646" y="3784"/>
                  </a:lnTo>
                  <a:lnTo>
                    <a:pt x="1025242" y="3784"/>
                  </a:lnTo>
                  <a:lnTo>
                    <a:pt x="1027838" y="3784"/>
                  </a:lnTo>
                  <a:lnTo>
                    <a:pt x="1030433" y="3784"/>
                  </a:lnTo>
                  <a:lnTo>
                    <a:pt x="1033029" y="3784"/>
                  </a:lnTo>
                  <a:lnTo>
                    <a:pt x="1035624" y="3784"/>
                  </a:lnTo>
                  <a:lnTo>
                    <a:pt x="1038220" y="3784"/>
                  </a:lnTo>
                  <a:lnTo>
                    <a:pt x="1040815" y="3784"/>
                  </a:lnTo>
                  <a:lnTo>
                    <a:pt x="1043411" y="3784"/>
                  </a:lnTo>
                  <a:lnTo>
                    <a:pt x="1046006" y="3784"/>
                  </a:lnTo>
                  <a:lnTo>
                    <a:pt x="1048602" y="3784"/>
                  </a:lnTo>
                  <a:lnTo>
                    <a:pt x="1051198" y="3784"/>
                  </a:lnTo>
                  <a:lnTo>
                    <a:pt x="1053793" y="3784"/>
                  </a:lnTo>
                  <a:lnTo>
                    <a:pt x="1056389" y="3784"/>
                  </a:lnTo>
                  <a:lnTo>
                    <a:pt x="1058984" y="3784"/>
                  </a:lnTo>
                  <a:lnTo>
                    <a:pt x="1061580" y="3784"/>
                  </a:lnTo>
                  <a:lnTo>
                    <a:pt x="1064175" y="3784"/>
                  </a:lnTo>
                  <a:lnTo>
                    <a:pt x="1066771" y="3784"/>
                  </a:lnTo>
                  <a:lnTo>
                    <a:pt x="1069366" y="3784"/>
                  </a:lnTo>
                  <a:lnTo>
                    <a:pt x="1071962" y="3784"/>
                  </a:lnTo>
                  <a:lnTo>
                    <a:pt x="1074557" y="3784"/>
                  </a:lnTo>
                  <a:lnTo>
                    <a:pt x="1077153" y="3784"/>
                  </a:lnTo>
                  <a:lnTo>
                    <a:pt x="1079749" y="3784"/>
                  </a:lnTo>
                  <a:lnTo>
                    <a:pt x="1082344" y="3784"/>
                  </a:lnTo>
                  <a:lnTo>
                    <a:pt x="1084940" y="3784"/>
                  </a:lnTo>
                  <a:lnTo>
                    <a:pt x="1087535" y="3784"/>
                  </a:lnTo>
                  <a:lnTo>
                    <a:pt x="1090131" y="3784"/>
                  </a:lnTo>
                  <a:lnTo>
                    <a:pt x="1092726" y="3784"/>
                  </a:lnTo>
                  <a:lnTo>
                    <a:pt x="1095322" y="3784"/>
                  </a:lnTo>
                  <a:lnTo>
                    <a:pt x="1097917" y="3784"/>
                  </a:lnTo>
                  <a:lnTo>
                    <a:pt x="1100513" y="3784"/>
                  </a:lnTo>
                  <a:lnTo>
                    <a:pt x="1103109" y="3784"/>
                  </a:lnTo>
                  <a:lnTo>
                    <a:pt x="1105704" y="3784"/>
                  </a:lnTo>
                  <a:lnTo>
                    <a:pt x="1108300" y="3784"/>
                  </a:lnTo>
                  <a:lnTo>
                    <a:pt x="1110895" y="3784"/>
                  </a:lnTo>
                  <a:lnTo>
                    <a:pt x="1113491" y="3784"/>
                  </a:lnTo>
                  <a:lnTo>
                    <a:pt x="1116086" y="3784"/>
                  </a:lnTo>
                  <a:lnTo>
                    <a:pt x="1118682" y="3784"/>
                  </a:lnTo>
                  <a:lnTo>
                    <a:pt x="1121277" y="3784"/>
                  </a:lnTo>
                  <a:lnTo>
                    <a:pt x="1123873" y="3784"/>
                  </a:lnTo>
                  <a:lnTo>
                    <a:pt x="1126468" y="3784"/>
                  </a:lnTo>
                  <a:lnTo>
                    <a:pt x="1129064" y="3784"/>
                  </a:lnTo>
                  <a:lnTo>
                    <a:pt x="1131660" y="3784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7078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90473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tx813"/>
            <p:cNvSpPr/>
            <p:nvPr/>
          </p:nvSpPr>
          <p:spPr>
            <a:xfrm>
              <a:off x="9092891" y="2060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1.81 [1.113, 2.347]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90928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0.981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90928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0.918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90928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0.970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83513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83513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83513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83513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83513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86260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89089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1918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94747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97576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79518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69802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870786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30" name="rc830"/>
            <p:cNvSpPr/>
            <p:nvPr/>
          </p:nvSpPr>
          <p:spPr>
            <a:xfrm>
              <a:off x="106981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1098526" y="266934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11098526" y="23111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1098526" y="195289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11098526" y="159467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1134322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1231601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1328881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14261607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1523440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11098526" y="2848458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11098526" y="249023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11098526" y="213200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11098526" y="1773784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1182962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1280241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13775210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1474800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2218096" y="255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2384531" y="266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2024140" y="271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2888423" y="253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2893665" y="24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3053548" y="247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2356355" y="257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2197783" y="259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2096874" y="2590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3373312" y="26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2201060" y="25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2607973" y="25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2406810" y="256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793490" y="261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770556" y="275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3284198" y="246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83395" y="267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3533850" y="27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2003828" y="27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2331455" y="27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2242341" y="24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2267240" y="2460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2329490" y="2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2676120" y="263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2714125" y="256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2604042" y="244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525411" y="241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777605" y="24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332607" y="248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3418525" y="242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3175425" y="23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3381175" y="25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3366760" y="2608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2684638" y="26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4162241" y="243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4564568" y="238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2255446" y="265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521480" y="27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988757" y="248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826253" y="24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3051582" y="252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3159699" y="236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3433596" y="237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3551542" y="238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3622965" y="238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626241" y="23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4214006" y="236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4504939" y="23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77578" y="249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889813" y="276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2066732" y="26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897676" y="259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893745" y="262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4122925" y="249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3982700" y="2478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3786124" y="26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2251514" y="264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367495" y="258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2476267" y="26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2648599" y="24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2683328" y="261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2408120" y="24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2450712" y="241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2549656" y="25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2716091" y="250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2564071" y="253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632794" y="268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614447" y="253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609205" y="259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976962" y="244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009070" y="268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2079182" y="264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4101957" y="255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4442035" y="251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4272324" y="256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4280842" y="253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2218096" y="265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2214820" y="264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49040" y="257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118497" y="25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2143397" y="25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2794721" y="265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3085655" y="261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259377" y="263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362908" y="24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3527953" y="254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2282311" y="261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824863" y="247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2651876" y="239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3363484" y="259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4079678" y="253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3809713" y="255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3862133" y="251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2192541" y="273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2180747" y="245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2056903" y="268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2131602" y="253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2283622" y="269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2510340" y="272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2302624" y="242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2165676" y="267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3109900" y="255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3522711" y="264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3825439" y="262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863603" y="257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493959" y="268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747543" y="269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590282" y="268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2856315" y="243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2963122" y="239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3333342" y="238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3042408" y="235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2387807" y="25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2386497" y="268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2425157" y="27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2398947" y="2708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2391084" y="249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2406155" y="267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2389118" y="26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4274945" y="236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4237595" y="236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4549497" y="234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851808" y="277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935681" y="260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2351768" y="271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089011" y="251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2098840" y="271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2487406" y="247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710849" y="251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2171573" y="27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2279035" y="260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2609939" y="26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2632218" y="2493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3250124" y="25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3303200" y="2574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855740" y="26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846566" y="276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951983" y="253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2453333" y="243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2500512" y="24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2497235" y="237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2335387" y="270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2445470" y="258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2567348" y="262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2448746" y="265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2450712" y="262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415328" y="249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2494614" y="2413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69782" y="251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148560" y="253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023406" y="251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3389039" y="242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2912667" y="269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950752" y="250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2033969" y="2521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2058869" y="252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857705" y="266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68043" y="269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521480" y="256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10741" y="263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3157078" y="241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3221948" y="240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4190417" y="263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3930280" y="263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102612" y="2601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4497732" y="266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819045" y="26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862292" y="274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2044453" y="252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3212775" y="2471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3337929" y="26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3593478" y="268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3472911" y="261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4152412" y="247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3438183" y="250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2712814" y="240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807251" y="250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3242261" y="259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3124970" y="25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3149870" y="25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3539747" y="250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2099495" y="2654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2985401" y="25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817080" y="26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878674" y="253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912747" y="2738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3712735" y="261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3698975" y="2523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3508950" y="25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4136030" y="240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764004" y="266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766625" y="251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769901" y="248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2412052" y="269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3227846" y="260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2194507" y="270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2939533" y="262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30160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98526" y="26181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11119422" y="14402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tx1049"/>
            <p:cNvSpPr/>
            <p:nvPr/>
          </p:nvSpPr>
          <p:spPr>
            <a:xfrm>
              <a:off x="11161332" y="1352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11619449" y="1524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051" name="pg1051"/>
            <p:cNvSpPr/>
            <p:nvPr/>
          </p:nvSpPr>
          <p:spPr>
            <a:xfrm>
              <a:off x="11111577" y="2208183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tx1052"/>
            <p:cNvSpPr/>
            <p:nvPr/>
          </p:nvSpPr>
          <p:spPr>
            <a:xfrm>
              <a:off x="11153487" y="222069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11347553" y="242015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054" name="pg1054"/>
            <p:cNvSpPr/>
            <p:nvPr/>
          </p:nvSpPr>
          <p:spPr>
            <a:xfrm>
              <a:off x="12389780" y="1440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2431690" y="1352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2563546" y="15245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057" name="pg1057"/>
            <p:cNvSpPr/>
            <p:nvPr/>
          </p:nvSpPr>
          <p:spPr>
            <a:xfrm>
              <a:off x="12273204" y="2208183"/>
              <a:ext cx="1015608" cy="384988"/>
            </a:xfrm>
            <a:custGeom>
              <a:avLst/>
              <a:pathLst>
                <a:path w="1015608" h="384988">
                  <a:moveTo>
                    <a:pt x="25145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2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2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8"/>
            <p:cNvSpPr/>
            <p:nvPr/>
          </p:nvSpPr>
          <p:spPr>
            <a:xfrm>
              <a:off x="12315114" y="222069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12485851" y="2420156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060" name="rc1060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tx1061"/>
            <p:cNvSpPr/>
            <p:nvPr/>
          </p:nvSpPr>
          <p:spPr>
            <a:xfrm>
              <a:off x="10936523" y="2806766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10936523" y="245023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10973740" y="209031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10973740" y="173378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65" name="pl1065"/>
            <p:cNvSpPr/>
            <p:nvPr/>
          </p:nvSpPr>
          <p:spPr>
            <a:xfrm>
              <a:off x="11063731" y="28484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063731" y="24902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3731" y="21320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063731" y="1773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829621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280241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3775210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4748004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tx1073"/>
            <p:cNvSpPr/>
            <p:nvPr/>
          </p:nvSpPr>
          <p:spPr>
            <a:xfrm>
              <a:off x="11798543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12740260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13713054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14685848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12474618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078" name="tx1078"/>
            <p:cNvSpPr/>
            <p:nvPr/>
          </p:nvSpPr>
          <p:spPr>
            <a:xfrm rot="-5400000">
              <a:off x="10018091" y="20879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1109852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080" name="rc1080"/>
            <p:cNvSpPr/>
            <p:nvPr/>
          </p:nvSpPr>
          <p:spPr>
            <a:xfrm>
              <a:off x="162928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69374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69374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69374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69374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71355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74184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77013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79842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69374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69374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69374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69374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69374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69940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72769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75598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178427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181257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169940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69374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172769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17322491" y="20601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-5.42 [-6.889, -4.157]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173224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173224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73224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65809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165809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165809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165809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165809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168556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171385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174214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177043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179872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161814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117" name="tx1117"/>
            <p:cNvSpPr/>
            <p:nvPr/>
          </p:nvSpPr>
          <p:spPr>
            <a:xfrm rot="-5400000">
              <a:off x="152098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1693746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119" name="rc1119"/>
            <p:cNvSpPr/>
            <p:nvPr/>
          </p:nvSpPr>
          <p:spPr>
            <a:xfrm>
              <a:off x="24685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2964176" y="463667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2964176" y="42382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2964176" y="383988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650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9098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59547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9995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2964176" y="4835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2964176" y="44374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2964176" y="40390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2964176" y="36406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3425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3874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54322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4771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283789" y="476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53343" y="479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920217" y="383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59860" y="481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35166" y="482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02791" y="48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19379" y="462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417510" y="48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366837" y="47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631465" y="442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616176" y="46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256341" y="48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78158" y="48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274736" y="4746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303495" y="4788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302087" y="479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40153" y="481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214816" y="48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14756" y="481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982660" y="452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964361" y="446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258549" y="424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490705" y="473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312644" y="479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74894" y="475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56596" y="4732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531526" y="47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06310" y="4797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236634" y="482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318979" y="481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201444" y="48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267601" y="481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354872" y="481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243672" y="47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251414" y="479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441439" y="480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892768" y="431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94224" y="479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881313" y="476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8452" y="481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354168" y="48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355576" y="480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480148" y="480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314756" y="480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68244" y="480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01384" y="4811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42908" y="480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807512" y="43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08155" y="441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384432" y="48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459738" y="480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70417" y="480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46487" y="481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892671" y="3613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19039" y="480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174700" y="480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262772" y="46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849837" y="40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994115" y="395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316867" y="482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322498" y="480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977127" y="4289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003168" y="437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340796" y="476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441634" y="4572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773026" y="44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67213" y="441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270611" y="443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290123" y="481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283789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2234" y="482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347131" y="4803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941136" y="475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0857" y="480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040372" y="4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99090" y="475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247895" y="479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7247" y="480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901723" y="477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42058" y="468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11237" y="481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49946" y="480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291530" y="481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340093" y="479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318275" y="479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63937" y="476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351353" y="4809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45857" y="469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497938" y="458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82903" y="48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66194" y="47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632970" y="445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151572" y="43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318979" y="481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323201" y="481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280270" y="480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351353" y="480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255637" y="482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841901" y="475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64725" y="481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76569" y="448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04939" y="448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368948" y="481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74579" y="480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51353" y="481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31647" y="479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25313" y="478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37277" y="481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95753" y="47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37277" y="472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285900" y="479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24609" y="482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332351" y="48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681435" y="453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64725" y="481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5136" y="48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323201" y="4817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1353" y="48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159920" y="480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4381010" y="467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693496" y="466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319682" y="481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327424" y="478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452700" y="476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332351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261971" y="481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212001" y="481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830640" y="462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30943" y="4821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346427" y="482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761158" y="4537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7497" y="459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223966" y="4811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815253" y="432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264786" y="481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68766" y="47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832047" y="47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280270" y="482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344315" y="482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31647" y="48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42908" y="48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351353" y="482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288715" y="4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3629354" y="465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3245784" y="481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210594" y="48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242968" y="47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316163" y="4821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286604" y="48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232411" y="481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254933" y="48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3246487" y="482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3364022" y="47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461146" y="47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170574" y="4283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3927764" y="458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299976" y="4799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984068" y="47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955916" y="4718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947470" y="474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963658" y="45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412584" y="479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905242" y="480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968584" y="474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290924" y="426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201444" y="479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278862" y="455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257748" y="445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870150" y="426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927157" y="41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38879" y="37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388655" y="481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014331" y="387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061486" y="39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615375" y="459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36792" y="461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011516" y="454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14052" y="481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330239" y="48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84492" y="48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234523" y="480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891264" y="41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883425" y="466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211297" y="482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290827" y="4816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19355" y="436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474518" y="478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590645" y="479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74579" y="481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3857384" y="45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244376" y="480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3295049" y="47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3295049" y="480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285196" y="480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356280" y="481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87708" y="475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995329" y="472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249400" y="474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399212" y="481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15460" y="414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326017" y="42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379505" y="477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4278959" y="470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48599" y="481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273232" y="48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3944655" y="4711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4964459" y="458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238940" y="46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917207" y="471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39280" y="365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316163" y="47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762469" y="44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635688" y="475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3687065" y="472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3886240" y="471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896093" y="468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3316163" y="4808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367031" y="467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52251" y="448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375282" y="481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264082" y="479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426660" y="461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246487" y="480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273936" y="4804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276751" y="479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80270" y="4804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328832" y="480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3228892" y="48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313348" y="482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257748" y="481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328832" y="481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74518" y="4808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777151" y="472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941136" y="468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180428" y="461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293642" y="480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297865" y="47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606832" y="4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325313" y="48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261267" y="48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4846221" y="442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38576" y="398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338685" y="478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334462" y="478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359095" y="479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36549" y="452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254229" y="480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777806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964176" y="47943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2964176" y="4145385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tx1386"/>
            <p:cNvSpPr/>
            <p:nvPr/>
          </p:nvSpPr>
          <p:spPr>
            <a:xfrm>
              <a:off x="2692302" y="4185658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387" name="tx1387"/>
            <p:cNvSpPr/>
            <p:nvPr/>
          </p:nvSpPr>
          <p:spPr>
            <a:xfrm>
              <a:off x="2956217" y="4357358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(6.1%)</a:t>
              </a:r>
            </a:p>
          </p:txBody>
        </p:sp>
        <p:sp>
          <p:nvSpPr>
            <p:cNvPr id="1388" name="pg1388"/>
            <p:cNvSpPr/>
            <p:nvPr/>
          </p:nvSpPr>
          <p:spPr>
            <a:xfrm>
              <a:off x="29641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tx1389"/>
            <p:cNvSpPr/>
            <p:nvPr/>
          </p:nvSpPr>
          <p:spPr>
            <a:xfrm>
              <a:off x="26844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390" name="tx1390"/>
            <p:cNvSpPr/>
            <p:nvPr/>
          </p:nvSpPr>
          <p:spPr>
            <a:xfrm>
              <a:off x="2800828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143 (57.9%)</a:t>
              </a:r>
            </a:p>
          </p:txBody>
        </p:sp>
        <p:sp>
          <p:nvSpPr>
            <p:cNvPr id="1391" name="pg1391"/>
            <p:cNvSpPr/>
            <p:nvPr/>
          </p:nvSpPr>
          <p:spPr>
            <a:xfrm>
              <a:off x="4010833" y="4145385"/>
              <a:ext cx="899032" cy="384988"/>
            </a:xfrm>
            <a:custGeom>
              <a:avLst/>
              <a:pathLst>
                <a:path w="899032" h="384988">
                  <a:moveTo>
                    <a:pt x="25146" y="384988"/>
                  </a:moveTo>
                  <a:lnTo>
                    <a:pt x="873886" y="384988"/>
                  </a:lnTo>
                  <a:lnTo>
                    <a:pt x="872873" y="384967"/>
                  </a:lnTo>
                  <a:lnTo>
                    <a:pt x="876917" y="384804"/>
                  </a:lnTo>
                  <a:lnTo>
                    <a:pt x="880882" y="383995"/>
                  </a:lnTo>
                  <a:lnTo>
                    <a:pt x="884666" y="382560"/>
                  </a:lnTo>
                  <a:lnTo>
                    <a:pt x="888170" y="380536"/>
                  </a:lnTo>
                  <a:lnTo>
                    <a:pt x="891305" y="377977"/>
                  </a:lnTo>
                  <a:lnTo>
                    <a:pt x="893989" y="374948"/>
                  </a:lnTo>
                  <a:lnTo>
                    <a:pt x="896151" y="371528"/>
                  </a:lnTo>
                  <a:lnTo>
                    <a:pt x="897738" y="367805"/>
                  </a:lnTo>
                  <a:lnTo>
                    <a:pt x="898706" y="363875"/>
                  </a:lnTo>
                  <a:lnTo>
                    <a:pt x="899032" y="359842"/>
                  </a:lnTo>
                  <a:lnTo>
                    <a:pt x="899032" y="25146"/>
                  </a:lnTo>
                  <a:lnTo>
                    <a:pt x="898706" y="21112"/>
                  </a:lnTo>
                  <a:lnTo>
                    <a:pt x="897738" y="17183"/>
                  </a:lnTo>
                  <a:lnTo>
                    <a:pt x="896151" y="13460"/>
                  </a:lnTo>
                  <a:lnTo>
                    <a:pt x="893989" y="10039"/>
                  </a:lnTo>
                  <a:lnTo>
                    <a:pt x="891305" y="7010"/>
                  </a:lnTo>
                  <a:lnTo>
                    <a:pt x="888170" y="4451"/>
                  </a:lnTo>
                  <a:lnTo>
                    <a:pt x="884666" y="2427"/>
                  </a:lnTo>
                  <a:lnTo>
                    <a:pt x="880882" y="992"/>
                  </a:lnTo>
                  <a:lnTo>
                    <a:pt x="876917" y="183"/>
                  </a:lnTo>
                  <a:lnTo>
                    <a:pt x="87388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tx1392"/>
            <p:cNvSpPr/>
            <p:nvPr/>
          </p:nvSpPr>
          <p:spPr>
            <a:xfrm>
              <a:off x="4052743" y="4185658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4184598" y="4357358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87 (35.2%)</a:t>
              </a:r>
            </a:p>
          </p:txBody>
        </p:sp>
        <p:sp>
          <p:nvSpPr>
            <p:cNvPr id="1394" name="pg1394"/>
            <p:cNvSpPr/>
            <p:nvPr/>
          </p:nvSpPr>
          <p:spPr>
            <a:xfrm>
              <a:off x="38942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tx1395"/>
            <p:cNvSpPr/>
            <p:nvPr/>
          </p:nvSpPr>
          <p:spPr>
            <a:xfrm>
              <a:off x="39361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396" name="tx1396"/>
            <p:cNvSpPr/>
            <p:nvPr/>
          </p:nvSpPr>
          <p:spPr>
            <a:xfrm>
              <a:off x="4339987" y="49549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tx1398"/>
            <p:cNvSpPr/>
            <p:nvPr/>
          </p:nvSpPr>
          <p:spPr>
            <a:xfrm>
              <a:off x="2839390" y="479418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9" name="tx1399"/>
            <p:cNvSpPr/>
            <p:nvPr/>
          </p:nvSpPr>
          <p:spPr>
            <a:xfrm>
              <a:off x="2777234" y="43957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0" name="tx1400"/>
            <p:cNvSpPr/>
            <p:nvPr/>
          </p:nvSpPr>
          <p:spPr>
            <a:xfrm>
              <a:off x="2777234" y="39973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401" name="tx1401"/>
            <p:cNvSpPr/>
            <p:nvPr/>
          </p:nvSpPr>
          <p:spPr>
            <a:xfrm>
              <a:off x="2715079" y="359899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2" name="pl1402"/>
            <p:cNvSpPr/>
            <p:nvPr/>
          </p:nvSpPr>
          <p:spPr>
            <a:xfrm>
              <a:off x="2929381" y="48358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929381" y="44374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929381" y="4039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929381" y="3640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3425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3874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54322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4771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tx1410"/>
            <p:cNvSpPr/>
            <p:nvPr/>
          </p:nvSpPr>
          <p:spPr>
            <a:xfrm>
              <a:off x="33114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43252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53701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4150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42926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15" name="tx1415"/>
            <p:cNvSpPr/>
            <p:nvPr/>
          </p:nvSpPr>
          <p:spPr>
            <a:xfrm rot="-5400000">
              <a:off x="1734126" y="42215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2964176" y="33461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417" name="rc1417"/>
            <p:cNvSpPr/>
            <p:nvPr/>
          </p:nvSpPr>
          <p:spPr>
            <a:xfrm>
              <a:off x="80632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87078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87078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87078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87078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89059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1888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717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7546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87078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87078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87078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87078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87078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87644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0473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302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6131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8961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87644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8944"/>
                  </a:lnTo>
                  <a:lnTo>
                    <a:pt x="0" y="1106229"/>
                  </a:lnTo>
                  <a:lnTo>
                    <a:pt x="0" y="1093514"/>
                  </a:lnTo>
                  <a:lnTo>
                    <a:pt x="0" y="1080798"/>
                  </a:lnTo>
                  <a:lnTo>
                    <a:pt x="0" y="1068083"/>
                  </a:lnTo>
                  <a:lnTo>
                    <a:pt x="0" y="1055368"/>
                  </a:lnTo>
                  <a:lnTo>
                    <a:pt x="0" y="1042653"/>
                  </a:lnTo>
                  <a:lnTo>
                    <a:pt x="0" y="1029937"/>
                  </a:lnTo>
                  <a:lnTo>
                    <a:pt x="0" y="1017222"/>
                  </a:lnTo>
                  <a:lnTo>
                    <a:pt x="0" y="1004507"/>
                  </a:lnTo>
                  <a:lnTo>
                    <a:pt x="0" y="991791"/>
                  </a:lnTo>
                  <a:lnTo>
                    <a:pt x="7162" y="991791"/>
                  </a:lnTo>
                  <a:lnTo>
                    <a:pt x="7162" y="979076"/>
                  </a:lnTo>
                  <a:lnTo>
                    <a:pt x="7162" y="966361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14324" y="940930"/>
                  </a:lnTo>
                  <a:lnTo>
                    <a:pt x="14324" y="928215"/>
                  </a:lnTo>
                  <a:lnTo>
                    <a:pt x="14324" y="915500"/>
                  </a:lnTo>
                  <a:lnTo>
                    <a:pt x="14324" y="902785"/>
                  </a:lnTo>
                  <a:lnTo>
                    <a:pt x="14324" y="890069"/>
                  </a:lnTo>
                  <a:lnTo>
                    <a:pt x="14324" y="877354"/>
                  </a:lnTo>
                  <a:lnTo>
                    <a:pt x="14324" y="864639"/>
                  </a:lnTo>
                  <a:lnTo>
                    <a:pt x="14324" y="851923"/>
                  </a:lnTo>
                  <a:lnTo>
                    <a:pt x="14324" y="839208"/>
                  </a:lnTo>
                  <a:lnTo>
                    <a:pt x="14324" y="826493"/>
                  </a:lnTo>
                  <a:lnTo>
                    <a:pt x="14324" y="813778"/>
                  </a:lnTo>
                  <a:lnTo>
                    <a:pt x="14324" y="801062"/>
                  </a:lnTo>
                  <a:lnTo>
                    <a:pt x="14324" y="788347"/>
                  </a:lnTo>
                  <a:lnTo>
                    <a:pt x="14324" y="775632"/>
                  </a:lnTo>
                  <a:lnTo>
                    <a:pt x="14324" y="762916"/>
                  </a:lnTo>
                  <a:lnTo>
                    <a:pt x="21487" y="762916"/>
                  </a:lnTo>
                  <a:lnTo>
                    <a:pt x="21487" y="750201"/>
                  </a:lnTo>
                  <a:lnTo>
                    <a:pt x="21487" y="737486"/>
                  </a:lnTo>
                  <a:lnTo>
                    <a:pt x="21487" y="724771"/>
                  </a:lnTo>
                  <a:lnTo>
                    <a:pt x="28649" y="724771"/>
                  </a:lnTo>
                  <a:lnTo>
                    <a:pt x="28649" y="712055"/>
                  </a:lnTo>
                  <a:lnTo>
                    <a:pt x="28649" y="699340"/>
                  </a:lnTo>
                  <a:lnTo>
                    <a:pt x="28649" y="686625"/>
                  </a:lnTo>
                  <a:lnTo>
                    <a:pt x="28649" y="673909"/>
                  </a:lnTo>
                  <a:lnTo>
                    <a:pt x="28649" y="661194"/>
                  </a:lnTo>
                  <a:lnTo>
                    <a:pt x="28649" y="648479"/>
                  </a:lnTo>
                  <a:lnTo>
                    <a:pt x="28649" y="635764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42974" y="534041"/>
                  </a:lnTo>
                  <a:lnTo>
                    <a:pt x="42974" y="521326"/>
                  </a:lnTo>
                  <a:lnTo>
                    <a:pt x="42974" y="508611"/>
                  </a:lnTo>
                  <a:lnTo>
                    <a:pt x="42974" y="495895"/>
                  </a:lnTo>
                  <a:lnTo>
                    <a:pt x="42974" y="483180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42974" y="381458"/>
                  </a:lnTo>
                  <a:lnTo>
                    <a:pt x="42974" y="368743"/>
                  </a:lnTo>
                  <a:lnTo>
                    <a:pt x="42974" y="356027"/>
                  </a:lnTo>
                  <a:lnTo>
                    <a:pt x="42974" y="343312"/>
                  </a:lnTo>
                  <a:lnTo>
                    <a:pt x="42974" y="330597"/>
                  </a:lnTo>
                  <a:lnTo>
                    <a:pt x="42974" y="317882"/>
                  </a:lnTo>
                  <a:lnTo>
                    <a:pt x="42974" y="305166"/>
                  </a:lnTo>
                  <a:lnTo>
                    <a:pt x="42974" y="292451"/>
                  </a:lnTo>
                  <a:lnTo>
                    <a:pt x="42974" y="279736"/>
                  </a:lnTo>
                  <a:lnTo>
                    <a:pt x="42974" y="267020"/>
                  </a:lnTo>
                  <a:lnTo>
                    <a:pt x="42974" y="254305"/>
                  </a:lnTo>
                  <a:lnTo>
                    <a:pt x="50136" y="254305"/>
                  </a:lnTo>
                  <a:lnTo>
                    <a:pt x="50136" y="241590"/>
                  </a:lnTo>
                  <a:lnTo>
                    <a:pt x="50136" y="228875"/>
                  </a:lnTo>
                  <a:lnTo>
                    <a:pt x="50136" y="216159"/>
                  </a:lnTo>
                  <a:lnTo>
                    <a:pt x="57299" y="216159"/>
                  </a:lnTo>
                  <a:lnTo>
                    <a:pt x="57299" y="203444"/>
                  </a:lnTo>
                  <a:lnTo>
                    <a:pt x="57299" y="190729"/>
                  </a:lnTo>
                  <a:lnTo>
                    <a:pt x="57299" y="178013"/>
                  </a:lnTo>
                  <a:lnTo>
                    <a:pt x="57299" y="165298"/>
                  </a:lnTo>
                  <a:lnTo>
                    <a:pt x="57299" y="152583"/>
                  </a:lnTo>
                  <a:lnTo>
                    <a:pt x="57299" y="139868"/>
                  </a:lnTo>
                  <a:lnTo>
                    <a:pt x="57299" y="127152"/>
                  </a:lnTo>
                  <a:lnTo>
                    <a:pt x="57299" y="114437"/>
                  </a:lnTo>
                  <a:lnTo>
                    <a:pt x="57299" y="101722"/>
                  </a:lnTo>
                  <a:lnTo>
                    <a:pt x="57299" y="89006"/>
                  </a:lnTo>
                  <a:lnTo>
                    <a:pt x="64461" y="89006"/>
                  </a:lnTo>
                  <a:lnTo>
                    <a:pt x="71624" y="89006"/>
                  </a:lnTo>
                  <a:lnTo>
                    <a:pt x="71624" y="76291"/>
                  </a:lnTo>
                  <a:lnTo>
                    <a:pt x="78786" y="76291"/>
                  </a:lnTo>
                  <a:lnTo>
                    <a:pt x="78786" y="63576"/>
                  </a:lnTo>
                  <a:lnTo>
                    <a:pt x="85948" y="63576"/>
                  </a:lnTo>
                  <a:lnTo>
                    <a:pt x="93111" y="63576"/>
                  </a:lnTo>
                  <a:lnTo>
                    <a:pt x="100273" y="63576"/>
                  </a:lnTo>
                  <a:lnTo>
                    <a:pt x="100273" y="50861"/>
                  </a:lnTo>
                  <a:lnTo>
                    <a:pt x="100273" y="38145"/>
                  </a:lnTo>
                  <a:lnTo>
                    <a:pt x="107436" y="38145"/>
                  </a:lnTo>
                  <a:lnTo>
                    <a:pt x="107436" y="25430"/>
                  </a:lnTo>
                  <a:lnTo>
                    <a:pt x="114598" y="25430"/>
                  </a:lnTo>
                  <a:lnTo>
                    <a:pt x="121760" y="25430"/>
                  </a:lnTo>
                  <a:lnTo>
                    <a:pt x="128923" y="25430"/>
                  </a:lnTo>
                  <a:lnTo>
                    <a:pt x="136085" y="25430"/>
                  </a:lnTo>
                  <a:lnTo>
                    <a:pt x="143248" y="25430"/>
                  </a:lnTo>
                  <a:lnTo>
                    <a:pt x="150410" y="25430"/>
                  </a:lnTo>
                  <a:lnTo>
                    <a:pt x="150410" y="12715"/>
                  </a:lnTo>
                  <a:lnTo>
                    <a:pt x="157572" y="12715"/>
                  </a:lnTo>
                  <a:lnTo>
                    <a:pt x="164735" y="12715"/>
                  </a:lnTo>
                  <a:lnTo>
                    <a:pt x="171897" y="12715"/>
                  </a:lnTo>
                  <a:lnTo>
                    <a:pt x="179060" y="12715"/>
                  </a:lnTo>
                  <a:lnTo>
                    <a:pt x="186222" y="12715"/>
                  </a:lnTo>
                  <a:lnTo>
                    <a:pt x="193384" y="12715"/>
                  </a:lnTo>
                  <a:lnTo>
                    <a:pt x="200547" y="12715"/>
                  </a:lnTo>
                  <a:lnTo>
                    <a:pt x="207709" y="12715"/>
                  </a:lnTo>
                  <a:lnTo>
                    <a:pt x="214872" y="12715"/>
                  </a:lnTo>
                  <a:lnTo>
                    <a:pt x="222034" y="12715"/>
                  </a:lnTo>
                  <a:lnTo>
                    <a:pt x="229196" y="12715"/>
                  </a:lnTo>
                  <a:lnTo>
                    <a:pt x="236359" y="12715"/>
                  </a:lnTo>
                  <a:lnTo>
                    <a:pt x="243521" y="12715"/>
                  </a:lnTo>
                  <a:lnTo>
                    <a:pt x="250684" y="12715"/>
                  </a:lnTo>
                  <a:lnTo>
                    <a:pt x="257846" y="12715"/>
                  </a:lnTo>
                  <a:lnTo>
                    <a:pt x="265009" y="12715"/>
                  </a:lnTo>
                  <a:lnTo>
                    <a:pt x="272171" y="12715"/>
                  </a:lnTo>
                  <a:lnTo>
                    <a:pt x="279333" y="12715"/>
                  </a:lnTo>
                  <a:lnTo>
                    <a:pt x="286496" y="12715"/>
                  </a:lnTo>
                  <a:lnTo>
                    <a:pt x="293658" y="12715"/>
                  </a:lnTo>
                  <a:lnTo>
                    <a:pt x="300821" y="12715"/>
                  </a:lnTo>
                  <a:lnTo>
                    <a:pt x="307983" y="12715"/>
                  </a:lnTo>
                  <a:lnTo>
                    <a:pt x="315145" y="12715"/>
                  </a:lnTo>
                  <a:lnTo>
                    <a:pt x="322308" y="12715"/>
                  </a:lnTo>
                  <a:lnTo>
                    <a:pt x="329470" y="12715"/>
                  </a:lnTo>
                  <a:lnTo>
                    <a:pt x="336633" y="12715"/>
                  </a:lnTo>
                  <a:lnTo>
                    <a:pt x="343795" y="12715"/>
                  </a:lnTo>
                  <a:lnTo>
                    <a:pt x="350957" y="12715"/>
                  </a:lnTo>
                  <a:lnTo>
                    <a:pt x="358120" y="12715"/>
                  </a:lnTo>
                  <a:lnTo>
                    <a:pt x="365282" y="12715"/>
                  </a:lnTo>
                  <a:lnTo>
                    <a:pt x="372445" y="12715"/>
                  </a:lnTo>
                  <a:lnTo>
                    <a:pt x="379607" y="12715"/>
                  </a:lnTo>
                  <a:lnTo>
                    <a:pt x="386769" y="12715"/>
                  </a:lnTo>
                  <a:lnTo>
                    <a:pt x="393932" y="12715"/>
                  </a:lnTo>
                  <a:lnTo>
                    <a:pt x="401094" y="12715"/>
                  </a:lnTo>
                  <a:lnTo>
                    <a:pt x="408257" y="12715"/>
                  </a:lnTo>
                  <a:lnTo>
                    <a:pt x="415419" y="12715"/>
                  </a:lnTo>
                  <a:lnTo>
                    <a:pt x="422581" y="12715"/>
                  </a:lnTo>
                  <a:lnTo>
                    <a:pt x="429744" y="12715"/>
                  </a:lnTo>
                  <a:lnTo>
                    <a:pt x="436906" y="12715"/>
                  </a:lnTo>
                  <a:lnTo>
                    <a:pt x="444069" y="12715"/>
                  </a:lnTo>
                  <a:lnTo>
                    <a:pt x="451231" y="12715"/>
                  </a:lnTo>
                  <a:lnTo>
                    <a:pt x="458393" y="12715"/>
                  </a:lnTo>
                  <a:lnTo>
                    <a:pt x="465556" y="12715"/>
                  </a:lnTo>
                  <a:lnTo>
                    <a:pt x="472718" y="12715"/>
                  </a:lnTo>
                  <a:lnTo>
                    <a:pt x="479881" y="12715"/>
                  </a:lnTo>
                  <a:lnTo>
                    <a:pt x="487043" y="12715"/>
                  </a:lnTo>
                  <a:lnTo>
                    <a:pt x="494205" y="12715"/>
                  </a:lnTo>
                  <a:lnTo>
                    <a:pt x="501368" y="12715"/>
                  </a:lnTo>
                  <a:lnTo>
                    <a:pt x="501368" y="0"/>
                  </a:lnTo>
                  <a:lnTo>
                    <a:pt x="508530" y="0"/>
                  </a:lnTo>
                  <a:lnTo>
                    <a:pt x="515693" y="0"/>
                  </a:lnTo>
                  <a:lnTo>
                    <a:pt x="522855" y="0"/>
                  </a:lnTo>
                  <a:lnTo>
                    <a:pt x="530018" y="0"/>
                  </a:lnTo>
                  <a:lnTo>
                    <a:pt x="537180" y="0"/>
                  </a:lnTo>
                  <a:lnTo>
                    <a:pt x="544342" y="0"/>
                  </a:lnTo>
                  <a:lnTo>
                    <a:pt x="551505" y="0"/>
                  </a:lnTo>
                  <a:lnTo>
                    <a:pt x="558667" y="0"/>
                  </a:lnTo>
                  <a:lnTo>
                    <a:pt x="565830" y="0"/>
                  </a:lnTo>
                  <a:lnTo>
                    <a:pt x="572992" y="0"/>
                  </a:lnTo>
                  <a:lnTo>
                    <a:pt x="580154" y="0"/>
                  </a:lnTo>
                  <a:lnTo>
                    <a:pt x="587317" y="0"/>
                  </a:lnTo>
                  <a:lnTo>
                    <a:pt x="594479" y="0"/>
                  </a:lnTo>
                  <a:lnTo>
                    <a:pt x="601642" y="0"/>
                  </a:lnTo>
                  <a:lnTo>
                    <a:pt x="608804" y="0"/>
                  </a:lnTo>
                  <a:lnTo>
                    <a:pt x="615966" y="0"/>
                  </a:lnTo>
                  <a:lnTo>
                    <a:pt x="623129" y="0"/>
                  </a:lnTo>
                  <a:lnTo>
                    <a:pt x="630291" y="0"/>
                  </a:lnTo>
                  <a:lnTo>
                    <a:pt x="637454" y="0"/>
                  </a:lnTo>
                  <a:lnTo>
                    <a:pt x="644616" y="0"/>
                  </a:lnTo>
                  <a:lnTo>
                    <a:pt x="651778" y="0"/>
                  </a:lnTo>
                  <a:lnTo>
                    <a:pt x="658941" y="0"/>
                  </a:lnTo>
                  <a:lnTo>
                    <a:pt x="666103" y="0"/>
                  </a:lnTo>
                  <a:lnTo>
                    <a:pt x="673266" y="0"/>
                  </a:lnTo>
                  <a:lnTo>
                    <a:pt x="680428" y="0"/>
                  </a:lnTo>
                  <a:lnTo>
                    <a:pt x="687590" y="0"/>
                  </a:lnTo>
                  <a:lnTo>
                    <a:pt x="694753" y="0"/>
                  </a:lnTo>
                  <a:lnTo>
                    <a:pt x="701915" y="0"/>
                  </a:lnTo>
                  <a:lnTo>
                    <a:pt x="709078" y="0"/>
                  </a:lnTo>
                  <a:lnTo>
                    <a:pt x="716240" y="0"/>
                  </a:lnTo>
                  <a:lnTo>
                    <a:pt x="723402" y="0"/>
                  </a:lnTo>
                  <a:lnTo>
                    <a:pt x="730565" y="0"/>
                  </a:lnTo>
                  <a:lnTo>
                    <a:pt x="737727" y="0"/>
                  </a:lnTo>
                  <a:lnTo>
                    <a:pt x="744890" y="0"/>
                  </a:lnTo>
                  <a:lnTo>
                    <a:pt x="752052" y="0"/>
                  </a:lnTo>
                  <a:lnTo>
                    <a:pt x="759214" y="0"/>
                  </a:lnTo>
                  <a:lnTo>
                    <a:pt x="766377" y="0"/>
                  </a:lnTo>
                  <a:lnTo>
                    <a:pt x="773539" y="0"/>
                  </a:lnTo>
                  <a:lnTo>
                    <a:pt x="780702" y="0"/>
                  </a:lnTo>
                  <a:lnTo>
                    <a:pt x="787864" y="0"/>
                  </a:lnTo>
                  <a:lnTo>
                    <a:pt x="795027" y="0"/>
                  </a:lnTo>
                  <a:lnTo>
                    <a:pt x="802189" y="0"/>
                  </a:lnTo>
                  <a:lnTo>
                    <a:pt x="809351" y="0"/>
                  </a:lnTo>
                  <a:lnTo>
                    <a:pt x="816514" y="0"/>
                  </a:lnTo>
                  <a:lnTo>
                    <a:pt x="823676" y="0"/>
                  </a:lnTo>
                  <a:lnTo>
                    <a:pt x="830839" y="0"/>
                  </a:lnTo>
                  <a:lnTo>
                    <a:pt x="838001" y="0"/>
                  </a:lnTo>
                  <a:lnTo>
                    <a:pt x="845163" y="0"/>
                  </a:lnTo>
                  <a:lnTo>
                    <a:pt x="852326" y="0"/>
                  </a:lnTo>
                  <a:lnTo>
                    <a:pt x="859488" y="0"/>
                  </a:lnTo>
                  <a:lnTo>
                    <a:pt x="866651" y="0"/>
                  </a:lnTo>
                  <a:lnTo>
                    <a:pt x="873813" y="0"/>
                  </a:lnTo>
                  <a:lnTo>
                    <a:pt x="880975" y="0"/>
                  </a:lnTo>
                  <a:lnTo>
                    <a:pt x="888138" y="0"/>
                  </a:lnTo>
                  <a:lnTo>
                    <a:pt x="895300" y="0"/>
                  </a:lnTo>
                  <a:lnTo>
                    <a:pt x="902463" y="0"/>
                  </a:lnTo>
                  <a:lnTo>
                    <a:pt x="909625" y="0"/>
                  </a:lnTo>
                  <a:lnTo>
                    <a:pt x="916787" y="0"/>
                  </a:lnTo>
                  <a:lnTo>
                    <a:pt x="923950" y="0"/>
                  </a:lnTo>
                  <a:lnTo>
                    <a:pt x="931112" y="0"/>
                  </a:lnTo>
                  <a:lnTo>
                    <a:pt x="938275" y="0"/>
                  </a:lnTo>
                  <a:lnTo>
                    <a:pt x="945437" y="0"/>
                  </a:lnTo>
                  <a:lnTo>
                    <a:pt x="952599" y="0"/>
                  </a:lnTo>
                  <a:lnTo>
                    <a:pt x="959762" y="0"/>
                  </a:lnTo>
                  <a:lnTo>
                    <a:pt x="966924" y="0"/>
                  </a:lnTo>
                  <a:lnTo>
                    <a:pt x="974087" y="0"/>
                  </a:lnTo>
                  <a:lnTo>
                    <a:pt x="981249" y="0"/>
                  </a:lnTo>
                  <a:lnTo>
                    <a:pt x="988411" y="0"/>
                  </a:lnTo>
                  <a:lnTo>
                    <a:pt x="995574" y="0"/>
                  </a:lnTo>
                  <a:lnTo>
                    <a:pt x="1002736" y="0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87078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90473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tx1439"/>
            <p:cNvSpPr/>
            <p:nvPr/>
          </p:nvSpPr>
          <p:spPr>
            <a:xfrm>
              <a:off x="9092891" y="41937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90928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0.965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9092891" y="46590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0.853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90928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3513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83513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45" name="tx1445"/>
            <p:cNvSpPr/>
            <p:nvPr/>
          </p:nvSpPr>
          <p:spPr>
            <a:xfrm>
              <a:off x="83513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83513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47" name="tx1447"/>
            <p:cNvSpPr/>
            <p:nvPr/>
          </p:nvSpPr>
          <p:spPr>
            <a:xfrm>
              <a:off x="83513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48" name="tx1448"/>
            <p:cNvSpPr/>
            <p:nvPr/>
          </p:nvSpPr>
          <p:spPr>
            <a:xfrm>
              <a:off x="86260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9" name="tx1449"/>
            <p:cNvSpPr/>
            <p:nvPr/>
          </p:nvSpPr>
          <p:spPr>
            <a:xfrm>
              <a:off x="89089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50" name="tx1450"/>
            <p:cNvSpPr/>
            <p:nvPr/>
          </p:nvSpPr>
          <p:spPr>
            <a:xfrm>
              <a:off x="91918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51" name="tx1451"/>
            <p:cNvSpPr/>
            <p:nvPr/>
          </p:nvSpPr>
          <p:spPr>
            <a:xfrm>
              <a:off x="94747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52" name="tx1452"/>
            <p:cNvSpPr/>
            <p:nvPr/>
          </p:nvSpPr>
          <p:spPr>
            <a:xfrm>
              <a:off x="97576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53" name="tx1453"/>
            <p:cNvSpPr/>
            <p:nvPr/>
          </p:nvSpPr>
          <p:spPr>
            <a:xfrm>
              <a:off x="79518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54" name="tx1454"/>
            <p:cNvSpPr/>
            <p:nvPr/>
          </p:nvSpPr>
          <p:spPr>
            <a:xfrm rot="-5400000">
              <a:off x="69802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55" name="tx1455"/>
            <p:cNvSpPr/>
            <p:nvPr/>
          </p:nvSpPr>
          <p:spPr>
            <a:xfrm>
              <a:off x="8707863" y="33651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456" name="rc1456"/>
            <p:cNvSpPr/>
            <p:nvPr/>
          </p:nvSpPr>
          <p:spPr>
            <a:xfrm>
              <a:off x="106981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1193776" y="47085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1193776" y="43843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1193776" y="40601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1193776" y="37359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20946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31394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41843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52291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1193776" y="48706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11193776" y="45464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11193776" y="42222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11193776" y="38980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11193776" y="3573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115721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126170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136618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147067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1991268" y="443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2170032" y="458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1782943" y="465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2711253" y="44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2716884" y="435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2888610" y="432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2139769" y="446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11969450" y="449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1861065" y="448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3232064" y="459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1972969" y="4413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2410028" y="444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2193961" y="444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1535206" y="45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1510573" y="471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3136347" y="430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3350302" y="460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3404494" y="467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11761126" y="467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2113025" y="467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12017308" y="429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12044052" y="429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2110913" y="452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2483223" y="454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2524043" y="444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2405805" y="427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2321349" y="42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3666307" y="434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14262424" y="432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3280626" y="4241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3019517" y="419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13240509" y="448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3225026" y="451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2492372" y="460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4079437" y="426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14511569" y="41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2031384" y="457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2317126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1744938" y="433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1570396" y="424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2886499" y="438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3002626" y="415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13296813" y="41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13423497" y="418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3500211" y="418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3503730" y="419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4135037" y="416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4447523" y="417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2269972" y="434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1638665" y="47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11828690" y="45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1647110" y="448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1642888" y="452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4037209" y="434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13886596" y="432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3675457" y="46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2027161" y="45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2151734" y="448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2268564" y="449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2453663" y="42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2490964" y="4519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2195369" y="425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2241116" y="422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2347389" y="4367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2526154" y="436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2362873" y="440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13510768" y="4620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13491061" y="440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3485431" y="449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1732270" y="427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1766756" y="462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11842062" y="45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4014687" y="4430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4379959" y="437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14197675" y="445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4206824" y="441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1991268" y="4580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1987749" y="456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1809688" y="4455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1884290" y="443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1911035" y="443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2610610" y="457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2923096" y="452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2035607" y="454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2146807" y="427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3398160" y="442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2060240" y="452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2642985" y="431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2457182" y="419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3221507" y="4488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3990758" y="44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13700793" y="44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3757097" y="4375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1963819" y="469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1951151" y="42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1818133" y="461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1898366" y="440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12061647" y="463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2305162" y="467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2082058" y="42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11934964" y="461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2949137" y="443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3392530" y="45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3717684" y="454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1610513" y="445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12287567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2559937" y="463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2391025" y="462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2676767" y="426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2791486" y="42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3189132" y="419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12876646" y="41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2173551" y="443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2172144" y="462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12213668" y="46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2185516" y="465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2177070" y="43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12193258" y="460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2174959" y="46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4200490" y="4154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4160374" y="415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14495381" y="413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1597844" y="475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1687931" y="45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2134842" y="46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1852619" y="437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1863176" y="466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2280529" y="432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2520524" y="4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1941298" y="466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12056721" y="450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2412139" y="45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2436068" y="434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3099750" y="447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3156757" y="446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1602067" y="46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1592214" y="47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2779522" y="440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2243931" y="42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2294605" y="428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2291086" y="417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2117247" y="46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2235486" y="448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2366392" y="453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2239005" y="457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2241116" y="452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2203111" y="435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12288270" y="422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3120864" y="437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2990661" y="441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2856236" y="437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13248955" y="42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2737294" y="463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1704118" y="435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1793500" y="438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1820245" y="438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1604179" y="459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1830098" y="463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12317126" y="44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2198184" y="45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12999810" y="423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3069486" y="42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4109700" y="455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3830292" y="455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4015391" y="450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14439781" y="459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1562655" y="451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1609105" y="470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11804761" y="438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3059633" y="431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3194059" y="453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3468540" y="462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3339041" y="452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4068880" y="432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3301740" y="435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2522635" y="421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1549986" y="43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3091304" y="448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2965324" y="442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2992069" y="44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13410828" y="435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1863880" y="457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2815415" y="44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1560543" y="451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1626700" y="439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1663298" y="470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3596631" y="452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13581851" y="438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3377750" y="44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4051285" y="421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1503536" y="458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1506351" y="438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1509870" y="433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2199592" y="463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3075821" y="451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1965931" y="464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2766149" y="453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11594783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11193776" y="451838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11193776" y="35738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10921902" y="34864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11380019" y="36581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677" name="pg1677"/>
            <p:cNvSpPr/>
            <p:nvPr/>
          </p:nvSpPr>
          <p:spPr>
            <a:xfrm>
              <a:off x="111937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tx1678"/>
            <p:cNvSpPr/>
            <p:nvPr/>
          </p:nvSpPr>
          <p:spPr>
            <a:xfrm>
              <a:off x="109140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11108123" y="49549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680" name="pg1680"/>
            <p:cNvSpPr/>
            <p:nvPr/>
          </p:nvSpPr>
          <p:spPr>
            <a:xfrm>
              <a:off x="12240433" y="35738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tx1681"/>
            <p:cNvSpPr/>
            <p:nvPr/>
          </p:nvSpPr>
          <p:spPr>
            <a:xfrm>
              <a:off x="12282343" y="34864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2414198" y="36581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683" name="pg1683"/>
            <p:cNvSpPr/>
            <p:nvPr/>
          </p:nvSpPr>
          <p:spPr>
            <a:xfrm>
              <a:off x="121238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121657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12336504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686" name="rc1686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7"/>
            <p:cNvSpPr/>
            <p:nvPr/>
          </p:nvSpPr>
          <p:spPr>
            <a:xfrm>
              <a:off x="10938567" y="48289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10975784" y="45047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89" name="tx1689"/>
            <p:cNvSpPr/>
            <p:nvPr/>
          </p:nvSpPr>
          <p:spPr>
            <a:xfrm>
              <a:off x="10975784" y="41805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10975784" y="38563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10975784" y="35335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692" name="pl1692"/>
            <p:cNvSpPr/>
            <p:nvPr/>
          </p:nvSpPr>
          <p:spPr>
            <a:xfrm>
              <a:off x="11158981" y="48706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158981" y="4546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11158981" y="42222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1158981" y="3898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1158981" y="3573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115721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126170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136618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147067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tx1701"/>
            <p:cNvSpPr/>
            <p:nvPr/>
          </p:nvSpPr>
          <p:spPr>
            <a:xfrm>
              <a:off x="115410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125548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135997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146446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125222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06" name="tx1706"/>
            <p:cNvSpPr/>
            <p:nvPr/>
          </p:nvSpPr>
          <p:spPr>
            <a:xfrm rot="-5400000">
              <a:off x="10177198" y="42215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11193776" y="334209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1708" name="rc1708"/>
            <p:cNvSpPr/>
            <p:nvPr/>
          </p:nvSpPr>
          <p:spPr>
            <a:xfrm>
              <a:off x="162928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69374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69374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69374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69374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71355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74184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77013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79842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69374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69374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69374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69374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69374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69940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72769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175598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178427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181257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69940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69374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172769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tx1730"/>
            <p:cNvSpPr/>
            <p:nvPr/>
          </p:nvSpPr>
          <p:spPr>
            <a:xfrm>
              <a:off x="17322491" y="4193733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0.17 [-1.213, 1.519]</a:t>
              </a:r>
            </a:p>
          </p:txBody>
        </p:sp>
        <p:sp>
          <p:nvSpPr>
            <p:cNvPr id="1731" name="tx1731"/>
            <p:cNvSpPr/>
            <p:nvPr/>
          </p:nvSpPr>
          <p:spPr>
            <a:xfrm>
              <a:off x="173224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732" name="tx1732"/>
            <p:cNvSpPr/>
            <p:nvPr/>
          </p:nvSpPr>
          <p:spPr>
            <a:xfrm>
              <a:off x="17322491" y="46591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733" name="tx1733"/>
            <p:cNvSpPr/>
            <p:nvPr/>
          </p:nvSpPr>
          <p:spPr>
            <a:xfrm>
              <a:off x="173224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734" name="tx1734"/>
            <p:cNvSpPr/>
            <p:nvPr/>
          </p:nvSpPr>
          <p:spPr>
            <a:xfrm>
              <a:off x="165809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35" name="tx1735"/>
            <p:cNvSpPr/>
            <p:nvPr/>
          </p:nvSpPr>
          <p:spPr>
            <a:xfrm>
              <a:off x="165809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36" name="tx1736"/>
            <p:cNvSpPr/>
            <p:nvPr/>
          </p:nvSpPr>
          <p:spPr>
            <a:xfrm>
              <a:off x="165809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37" name="tx1737"/>
            <p:cNvSpPr/>
            <p:nvPr/>
          </p:nvSpPr>
          <p:spPr>
            <a:xfrm>
              <a:off x="165809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38" name="tx1738"/>
            <p:cNvSpPr/>
            <p:nvPr/>
          </p:nvSpPr>
          <p:spPr>
            <a:xfrm>
              <a:off x="165809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39" name="tx1739"/>
            <p:cNvSpPr/>
            <p:nvPr/>
          </p:nvSpPr>
          <p:spPr>
            <a:xfrm>
              <a:off x="168556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40" name="tx1740"/>
            <p:cNvSpPr/>
            <p:nvPr/>
          </p:nvSpPr>
          <p:spPr>
            <a:xfrm>
              <a:off x="171385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41" name="tx1741"/>
            <p:cNvSpPr/>
            <p:nvPr/>
          </p:nvSpPr>
          <p:spPr>
            <a:xfrm>
              <a:off x="174214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42" name="tx1742"/>
            <p:cNvSpPr/>
            <p:nvPr/>
          </p:nvSpPr>
          <p:spPr>
            <a:xfrm>
              <a:off x="177043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43" name="tx1743"/>
            <p:cNvSpPr/>
            <p:nvPr/>
          </p:nvSpPr>
          <p:spPr>
            <a:xfrm>
              <a:off x="179872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44" name="tx1744"/>
            <p:cNvSpPr/>
            <p:nvPr/>
          </p:nvSpPr>
          <p:spPr>
            <a:xfrm>
              <a:off x="161814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45" name="tx1745"/>
            <p:cNvSpPr/>
            <p:nvPr/>
          </p:nvSpPr>
          <p:spPr>
            <a:xfrm rot="-5400000">
              <a:off x="152098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6937463" y="33651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1747" name="rc1747"/>
            <p:cNvSpPr/>
            <p:nvPr/>
          </p:nvSpPr>
          <p:spPr>
            <a:xfrm>
              <a:off x="24685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2897501" y="7044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2897501" y="680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2897501" y="6559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2897501" y="63166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2897501" y="607396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2897501" y="5831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8120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8728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59336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69944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2897501" y="6923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2897501" y="66807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2897501" y="643802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2897501" y="61953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2897501" y="595260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2897501" y="57098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2816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3424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54032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4640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60950" y="68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239515" y="691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373846" y="686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433152" y="683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19508" y="692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200215" y="685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185210" y="695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222366" y="692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889022" y="67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718219" y="653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817539" y="653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11108" y="652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496031" y="683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716106" y="67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225939" y="686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898995" y="652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159487" y="69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131621" y="68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254520" y="687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198072" y="691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274527" y="686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241658" y="687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245231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4438496" y="631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444212" y="624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618558" y="637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859727" y="679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434581" y="668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238086" y="694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858298" y="67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879019" y="648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279156" y="6702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358127" y="6939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233798" y="689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020496" y="62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685381" y="621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298106" y="686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967248" y="674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590318" y="673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58332" y="679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208417" y="6702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194499" y="689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265952" y="684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243087" y="679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437439" y="68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688954" y="68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216650" y="691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895453" y="68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8951" y="687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128390" y="680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49860" y="681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4228424" y="680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370274" y="67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98821" y="692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240944" y="681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170205" y="68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178065" y="688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152342" y="6889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253805" y="686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230226" y="6837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03822" y="689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158058" y="692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224509" y="690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244516" y="689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830431" y="581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767552" y="574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132677" y="63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3316" y="633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4102667" y="65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919033" y="638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03347" y="636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243087" y="691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334547" y="68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211990" y="64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483511" y="656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253091" y="686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32438" y="684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251662" y="693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244516" y="685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19508" y="689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737542" y="651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706817" y="663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870072" y="682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87289" y="6728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42308" y="673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23730" y="6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831145" y="691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257378" y="68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144482" y="689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307395" y="687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245231" y="693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247374" y="691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174492" y="697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251662" y="690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607498" y="61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238086" y="688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05932" y="687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229511" y="694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294533" y="685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51764" y="6869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753262" y="67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844007" y="686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964048" y="683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322028" y="663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267381" y="689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331689" y="698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266667" y="68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290961" y="68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214506" y="689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181638" y="691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189497" y="68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133361" y="643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144794" y="652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310968" y="689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733969" y="59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761121" y="59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436010" y="687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829002" y="684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225224" y="687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196643" y="687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203788" y="69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93819" y="692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295248" y="689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398855" y="692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421720" y="687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253805" y="690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308109" y="688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152342" y="688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240229" y="687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2823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235942" y="687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324544" y="690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400998" y="690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170205" y="693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208790" y="693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48431" y="66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28390" y="63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4042646" y="6422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408113" y="649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390250" y="660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13320" y="657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208790" y="688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184496" y="688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016551" y="655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751460" y="628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4855782" y="63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735026" y="637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4975823" y="654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960103" y="652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4346322" y="666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471364" y="660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156629" y="6950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111614" y="6963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58944" y="667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0356" y="6599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376704" y="687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385279" y="687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466021" y="690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558909" y="68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686810" y="6870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75446" y="683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317398" y="68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216277" y="668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827542" y="63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266264" y="622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748260" y="67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038359" y="68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190212" y="69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457446" y="691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70175" y="673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067997" y="682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255949" y="693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261665" y="68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4941525" y="66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4967963" y="673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581060" y="685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90383" y="681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280243" y="663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616414" y="64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4734311" y="648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032985" y="654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161600" y="654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39484" y="666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228797" y="693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260236" y="697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222366" y="694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30940" y="694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46831" y="639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110124" y="656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229511" y="690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518181" y="671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881163" y="669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156257" y="667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4196270" y="65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286674" y="695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240944" y="692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235942" y="690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889737" y="67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43057" y="60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883990" y="630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201242" y="63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188783" y="677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59521" y="6847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202359" y="692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3178780" y="690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283815" y="6879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11751" y="676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990486" y="69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542475" y="681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185925" y="689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187354" y="690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259521" y="68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138766" y="69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144482" y="691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162345" y="692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296677" y="690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392424" y="685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358127" y="69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253805" y="692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261665" y="690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327402" y="69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322400" y="689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223795" y="6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245231" y="68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079802" y="665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892595" y="652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950472" y="66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934038" y="661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059795" y="66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521009" y="64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273097" y="6871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140195" y="688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192356" y="686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308824" y="683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353839" y="690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229511" y="686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182352" y="684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784671" y="647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631761" y="653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266667" y="685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218793" y="6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223795" y="686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288817" y="696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4650711" y="670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279528" y="691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216650" y="689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257378" y="690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475652" y="665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4623559" y="661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315969" y="683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318113" y="679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249518" y="688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283101" y="693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233084" y="69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17402" y="67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26041" y="694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204503" y="685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592120" y="662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54622" y="608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22503" y="674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80345" y="677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564626" y="651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216650" y="69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277385" y="686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275241" y="686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178780" y="69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43973" y="6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870445" y="660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89057" y="656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76978" y="6553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214848" y="655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4103381" y="6371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4310595" y="64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258092" y="69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262380" y="696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249518" y="693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185925" y="68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210933" y="67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218793" y="686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914745" y="621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961190" y="623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290961" y="69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074458" y="680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230226" y="683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193785" y="692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199501" y="691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207361" y="68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788988" y="679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54691" y="673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4069084" y="64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250575" y="6543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4192698" y="65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121245" y="661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230226" y="684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3238086" y="691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283815" y="688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04537" y="68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293104" y="694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4084804" y="669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232369" y="687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233798" y="693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250947" y="6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228797" y="69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646797" y="639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64660" y="615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19610" y="621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323115" y="69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828287" y="63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360612" y="64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4182694" y="64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399569" y="685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239515" y="685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269525" y="689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217364" y="692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395997" y="690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250202" y="633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30195" y="635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24479" y="63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149453" y="6568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308824" y="689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314540" y="6876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012264" y="65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240229" y="69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534615" y="675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94636" y="673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479597" y="672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556051" y="6732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761806" y="671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132647" y="675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947583" y="680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956872" y="6787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956158" y="678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288103" y="68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290961" y="684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707532" y="670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703959" y="669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280957" y="6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264523" y="696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234513" y="69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270239" y="690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220937" y="688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3234513" y="6909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276670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310253" y="691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266667" y="687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285959" y="687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279528" y="689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263809" y="6931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271668" y="690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23183" y="66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598923" y="662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26075" y="673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304537" y="687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340978" y="69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325258" y="68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3228797" y="6874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56698" y="68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29545" y="691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241658" y="690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240229" y="6971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290961" y="68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3412431" y="67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350981" y="691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266667" y="688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42373" y="690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4041217" y="609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4046219" y="605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4106954" y="612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111956" y="632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4336318" y="663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4653570" y="6650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215221" y="688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222366" y="68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288817" y="683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258807" y="694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66667" y="686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285959" y="689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213077" y="686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195214" y="68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403142" y="688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71668" y="692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200215" y="692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264523" y="694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752547" y="619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865443" y="641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786845" y="664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35877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5224" y="688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228797" y="696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271668" y="690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777556" y="670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262380" y="695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74527" y="689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56663" y="69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175921" y="692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207361" y="690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270239" y="692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4180551" y="616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46694" y="685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4956530" y="658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737512" y="656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43125" y="661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00288" y="662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679665" y="665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401713" y="682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168776" y="697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161631" y="69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178065" y="691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11648" y="696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208075" y="696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4800048" y="6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777183" y="660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220937" y="687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04537" y="69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03074" y="695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235227" y="694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531757" y="674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778985" y="664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349894" y="6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146626" y="690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3382421" y="695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343836" y="690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475652" y="681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18793" y="687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644653" y="64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074428" y="676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23795" y="6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192356" y="690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232369" y="694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787559" y="680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283815" y="693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270954" y="694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090178" y="68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106612" y="692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290961" y="692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206646" y="69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43087" y="687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35942" y="688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561768" y="68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250947" y="690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75207" y="689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04503" y="688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21651" y="686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94499" y="69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227368" y="692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78099" y="6887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026212" y="686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4463505" y="690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573200" y="6688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533901" y="667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61665" y="69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244516" y="68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831860" y="67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799706" y="683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148055" y="6907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650369" y="682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245231" y="685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49484" y="684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180923" y="683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290216" y="654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255234" y="691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04503" y="69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25224" y="694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646082" y="6826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318113" y="697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250233" y="69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195928" y="695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3138766" y="692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35942" y="690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271668" y="693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460274" y="64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737542" y="604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928322" y="623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236656" y="687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55949" y="694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31655" y="694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261665" y="69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170205" y="687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184496" y="691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320971" y="6896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303822" y="685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402427" y="676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742544" y="672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876161" y="6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919033" y="656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66157" y="681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238800" y="689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209504" y="689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008349" y="664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284872" y="661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815426" y="60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4113385" y="67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519952" y="63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4923662" y="63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4606411" y="666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891166" y="674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933323" y="68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904742" y="67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3896168" y="667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912602" y="648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894024" y="641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4038359" y="65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909713" y="621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249830" y="623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267381" y="68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55949" y="6871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303822" y="686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353125" y="689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175921" y="68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55234" y="693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245231" y="688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4063368" y="661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308109" y="6885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99569" y="685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853296" y="6869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566769" y="620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13791" y="6891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577487" y="68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917604" y="68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4429207" y="638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235227" y="6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751118" y="678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733255" y="679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033357" y="68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244858" y="63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3656800" y="682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773983" y="687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238086" y="688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215935" y="695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219508" y="69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330260" y="6850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285244" y="685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189497" y="691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298106" y="687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3203074" y="688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3687525" y="685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185552" y="685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644281" y="681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178065" y="687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3216650" y="688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269525" y="693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233084" y="6946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4134821" y="643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4159115" y="643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4832917" y="659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4890793" y="660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308794" y="656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7395" y="690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235227" y="690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312397" y="693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4507805" y="656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964048" y="636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4015494" y="645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4011922" y="648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4574257" y="674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88376" y="6533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959046" y="654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961190" y="646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3220937" y="692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4009063" y="676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4854352" y="64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831145" y="668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342407" y="69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321313" y="674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411716" y="68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267381" y="68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359556" y="690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3148769" y="685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129477" y="68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3310253" y="682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3183067" y="688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4722164" y="640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585689" y="63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4984397" y="6315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4009063" y="654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4348465" y="650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17364" y="689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416003" y="693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506749" y="689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533901" y="692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314540" y="694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04708" y="6714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3543904" y="67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038359" y="672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691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27368" y="69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3223795" y="692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3917604" y="66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3237371" y="691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278099" y="69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95962" y="689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390280" y="6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733969" y="679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202701" y="679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281672" y="690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101952" y="6671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093378" y="668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4731453" y="639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4802192" y="633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405597" y="654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858267" y="651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574599" y="650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762520" y="6613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193382" y="662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273097" y="691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253805" y="699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289532" y="6845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23795" y="688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123046" y="68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211648" y="694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39549" y="68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57378" y="689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79528" y="690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254520" y="648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272383" y="692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319542" y="69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239515" y="691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518181" y="672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267381" y="6824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62380" y="6930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4710017" y="680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534615" y="685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822571" y="685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4162687" y="676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641080" y="669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6639" y="69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211648" y="691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3893310" y="6841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198072" y="693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164489" y="6932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107327" y="69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140195" y="693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166633" y="692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95962" y="6897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24509" y="68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4928664" y="663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207330" y="665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5857" y="6562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865443" y="674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298106" y="686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489570" y="633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816824" y="631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71668" y="690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4559252" y="670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4728595" y="666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36955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466021" y="689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849723" y="66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4247002" y="682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766123" y="689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288817" y="67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360270" y="677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334547" y="685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011519" y="678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228797" y="69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77350" y="689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4824342" y="6425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4696441" y="63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723593" y="641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48739" y="64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578202" y="674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270239" y="688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579631" y="68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834004" y="677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844007" y="66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255234" y="694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35942" y="6907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52376" y="691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225224" y="693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290961" y="690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263809" y="688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361699" y="68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337405" y="685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374561" y="689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322370" y="65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15156" y="657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35227" y="68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263809" y="695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315255" y="687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498889" y="688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3158058" y="696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3184496" y="683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3212362" y="68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15221" y="688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18793" y="687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70954" y="688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267381" y="689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30226" y="693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3262380" y="69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68096" y="687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28082" y="68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66633" y="690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52376" y="696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203074" y="694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195928" y="690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268096" y="692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416003" y="69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251662" y="69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723251" y="676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889737" y="674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4132677" y="667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55949" y="69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32369" y="692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36656" y="691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4318455" y="659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264523" y="688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265238" y="685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286674" y="693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3266667" y="688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290246" y="693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248089" y="695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311682" y="69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80243" y="69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315255" y="704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316684" y="6994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199501" y="690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4808623" y="659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816110" y="626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193785" y="683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132335" y="68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268096" y="69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278099" y="68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73812" y="685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8821" y="690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4482082" y="676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10257" y="650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494229" y="654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837918" y="665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18079" y="703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192356" y="692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492458" y="686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300964" y="692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3429657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2897501" y="685572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2897501" y="5707478"/>
              <a:ext cx="649366" cy="291997"/>
            </a:xfrm>
            <a:custGeom>
              <a:avLst/>
              <a:pathLst>
                <a:path w="649366" h="291997">
                  <a:moveTo>
                    <a:pt x="0" y="291997"/>
                  </a:moveTo>
                  <a:lnTo>
                    <a:pt x="624220" y="291997"/>
                  </a:lnTo>
                  <a:lnTo>
                    <a:pt x="623208" y="291977"/>
                  </a:lnTo>
                  <a:lnTo>
                    <a:pt x="627251" y="291814"/>
                  </a:lnTo>
                  <a:lnTo>
                    <a:pt x="631216" y="291005"/>
                  </a:lnTo>
                  <a:lnTo>
                    <a:pt x="635000" y="289570"/>
                  </a:lnTo>
                  <a:lnTo>
                    <a:pt x="638505" y="287546"/>
                  </a:lnTo>
                  <a:lnTo>
                    <a:pt x="641640" y="284987"/>
                  </a:lnTo>
                  <a:lnTo>
                    <a:pt x="644323" y="281958"/>
                  </a:lnTo>
                  <a:lnTo>
                    <a:pt x="646486" y="278537"/>
                  </a:lnTo>
                  <a:lnTo>
                    <a:pt x="648072" y="274814"/>
                  </a:lnTo>
                  <a:lnTo>
                    <a:pt x="649041" y="270885"/>
                  </a:lnTo>
                  <a:lnTo>
                    <a:pt x="649366" y="266851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tx2506"/>
            <p:cNvSpPr/>
            <p:nvPr/>
          </p:nvSpPr>
          <p:spPr>
            <a:xfrm>
              <a:off x="2635380" y="5654760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015803" y="5826460"/>
              <a:ext cx="4891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(4%)</a:t>
              </a:r>
            </a:p>
          </p:txBody>
        </p:sp>
        <p:sp>
          <p:nvSpPr>
            <p:cNvPr id="2508" name="pg2508"/>
            <p:cNvSpPr/>
            <p:nvPr/>
          </p:nvSpPr>
          <p:spPr>
            <a:xfrm>
              <a:off x="28975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tx2509"/>
            <p:cNvSpPr/>
            <p:nvPr/>
          </p:nvSpPr>
          <p:spPr>
            <a:xfrm>
              <a:off x="26275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27439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408 (55.6%)</a:t>
              </a:r>
            </a:p>
          </p:txBody>
        </p:sp>
        <p:sp>
          <p:nvSpPr>
            <p:cNvPr id="2511" name="pg2511"/>
            <p:cNvSpPr/>
            <p:nvPr/>
          </p:nvSpPr>
          <p:spPr>
            <a:xfrm>
              <a:off x="3973826" y="5707478"/>
              <a:ext cx="899032" cy="291997"/>
            </a:xfrm>
            <a:custGeom>
              <a:avLst/>
              <a:pathLst>
                <a:path w="899032" h="291997">
                  <a:moveTo>
                    <a:pt x="25146" y="291997"/>
                  </a:moveTo>
                  <a:lnTo>
                    <a:pt x="873886" y="291997"/>
                  </a:lnTo>
                  <a:lnTo>
                    <a:pt x="872873" y="291977"/>
                  </a:lnTo>
                  <a:lnTo>
                    <a:pt x="876917" y="291814"/>
                  </a:lnTo>
                  <a:lnTo>
                    <a:pt x="880882" y="291005"/>
                  </a:lnTo>
                  <a:lnTo>
                    <a:pt x="884666" y="289570"/>
                  </a:lnTo>
                  <a:lnTo>
                    <a:pt x="888170" y="287546"/>
                  </a:lnTo>
                  <a:lnTo>
                    <a:pt x="891305" y="284987"/>
                  </a:lnTo>
                  <a:lnTo>
                    <a:pt x="893989" y="281958"/>
                  </a:lnTo>
                  <a:lnTo>
                    <a:pt x="896151" y="278537"/>
                  </a:lnTo>
                  <a:lnTo>
                    <a:pt x="897738" y="274814"/>
                  </a:lnTo>
                  <a:lnTo>
                    <a:pt x="898706" y="270885"/>
                  </a:lnTo>
                  <a:lnTo>
                    <a:pt x="899032" y="266851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66851"/>
                  </a:lnTo>
                  <a:lnTo>
                    <a:pt x="81" y="264828"/>
                  </a:lnTo>
                  <a:lnTo>
                    <a:pt x="81" y="268875"/>
                  </a:lnTo>
                  <a:lnTo>
                    <a:pt x="730" y="272869"/>
                  </a:lnTo>
                  <a:lnTo>
                    <a:pt x="2012" y="276708"/>
                  </a:lnTo>
                  <a:lnTo>
                    <a:pt x="3892" y="280291"/>
                  </a:lnTo>
                  <a:lnTo>
                    <a:pt x="6323" y="283526"/>
                  </a:lnTo>
                  <a:lnTo>
                    <a:pt x="9242" y="286330"/>
                  </a:lnTo>
                  <a:lnTo>
                    <a:pt x="12573" y="288629"/>
                  </a:lnTo>
                  <a:lnTo>
                    <a:pt x="16229" y="290363"/>
                  </a:lnTo>
                  <a:lnTo>
                    <a:pt x="20116" y="291489"/>
                  </a:lnTo>
                  <a:lnTo>
                    <a:pt x="24133" y="29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tx2512"/>
            <p:cNvSpPr/>
            <p:nvPr/>
          </p:nvSpPr>
          <p:spPr>
            <a:xfrm>
              <a:off x="4015736" y="5654760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4069897" y="5826460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274 (37.3%)</a:t>
              </a:r>
            </a:p>
          </p:txBody>
        </p:sp>
        <p:sp>
          <p:nvSpPr>
            <p:cNvPr id="2514" name="pg2514"/>
            <p:cNvSpPr/>
            <p:nvPr/>
          </p:nvSpPr>
          <p:spPr>
            <a:xfrm>
              <a:off x="38572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tx2515"/>
            <p:cNvSpPr/>
            <p:nvPr/>
          </p:nvSpPr>
          <p:spPr>
            <a:xfrm>
              <a:off x="38991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42252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(3.1%)</a:t>
              </a:r>
            </a:p>
          </p:txBody>
        </p:sp>
        <p:sp>
          <p:nvSpPr>
            <p:cNvPr id="2517" name="rc2517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tx2518"/>
            <p:cNvSpPr/>
            <p:nvPr/>
          </p:nvSpPr>
          <p:spPr>
            <a:xfrm>
              <a:off x="2772715" y="6881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2772715" y="664046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2710559" y="63963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2710559" y="6153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2710559" y="591091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2710559" y="56682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24" name="pl2524"/>
            <p:cNvSpPr/>
            <p:nvPr/>
          </p:nvSpPr>
          <p:spPr>
            <a:xfrm>
              <a:off x="2862706" y="6923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2862706" y="6680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2862706" y="6438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2862706" y="6195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2862706" y="59526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2862706" y="5709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32816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43424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54032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64640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tx2534"/>
            <p:cNvSpPr/>
            <p:nvPr/>
          </p:nvSpPr>
          <p:spPr>
            <a:xfrm>
              <a:off x="32505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42803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53410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64018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42593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539" name="tx2539"/>
            <p:cNvSpPr/>
            <p:nvPr/>
          </p:nvSpPr>
          <p:spPr>
            <a:xfrm rot="-5400000">
              <a:off x="2029146" y="63551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2897501" y="547978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541" name="rc2541"/>
            <p:cNvSpPr/>
            <p:nvPr/>
          </p:nvSpPr>
          <p:spPr>
            <a:xfrm>
              <a:off x="80632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87078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87078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87078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87078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89059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91888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94717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97546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87078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87078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87078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87078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87078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87644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90473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93302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96131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98961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7644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49"/>
                  </a:lnTo>
                  <a:lnTo>
                    <a:pt x="0" y="1124039"/>
                  </a:lnTo>
                  <a:lnTo>
                    <a:pt x="0" y="1120229"/>
                  </a:lnTo>
                  <a:lnTo>
                    <a:pt x="0" y="1116418"/>
                  </a:lnTo>
                  <a:lnTo>
                    <a:pt x="0" y="1112608"/>
                  </a:lnTo>
                  <a:lnTo>
                    <a:pt x="0" y="1108798"/>
                  </a:lnTo>
                  <a:lnTo>
                    <a:pt x="0" y="1104987"/>
                  </a:lnTo>
                  <a:lnTo>
                    <a:pt x="0" y="1101177"/>
                  </a:lnTo>
                  <a:lnTo>
                    <a:pt x="0" y="1097367"/>
                  </a:lnTo>
                  <a:lnTo>
                    <a:pt x="0" y="1093557"/>
                  </a:lnTo>
                  <a:lnTo>
                    <a:pt x="0" y="1089746"/>
                  </a:lnTo>
                  <a:lnTo>
                    <a:pt x="0" y="1085936"/>
                  </a:lnTo>
                  <a:lnTo>
                    <a:pt x="0" y="1082126"/>
                  </a:lnTo>
                  <a:lnTo>
                    <a:pt x="0" y="1078315"/>
                  </a:lnTo>
                  <a:lnTo>
                    <a:pt x="0" y="1074505"/>
                  </a:lnTo>
                  <a:lnTo>
                    <a:pt x="0" y="1070695"/>
                  </a:lnTo>
                  <a:lnTo>
                    <a:pt x="2589" y="1070695"/>
                  </a:lnTo>
                  <a:lnTo>
                    <a:pt x="2589" y="1066884"/>
                  </a:lnTo>
                  <a:lnTo>
                    <a:pt x="2589" y="1063074"/>
                  </a:lnTo>
                  <a:lnTo>
                    <a:pt x="2589" y="1059264"/>
                  </a:lnTo>
                  <a:lnTo>
                    <a:pt x="2589" y="1055454"/>
                  </a:lnTo>
                  <a:lnTo>
                    <a:pt x="2589" y="1051643"/>
                  </a:lnTo>
                  <a:lnTo>
                    <a:pt x="2589" y="1047833"/>
                  </a:lnTo>
                  <a:lnTo>
                    <a:pt x="2589" y="1044023"/>
                  </a:lnTo>
                  <a:lnTo>
                    <a:pt x="2589" y="1040212"/>
                  </a:lnTo>
                  <a:lnTo>
                    <a:pt x="2589" y="1036402"/>
                  </a:lnTo>
                  <a:lnTo>
                    <a:pt x="2589" y="1032592"/>
                  </a:lnTo>
                  <a:lnTo>
                    <a:pt x="2589" y="1028781"/>
                  </a:lnTo>
                  <a:lnTo>
                    <a:pt x="2589" y="1024971"/>
                  </a:lnTo>
                  <a:lnTo>
                    <a:pt x="2589" y="1021161"/>
                  </a:lnTo>
                  <a:lnTo>
                    <a:pt x="2589" y="1017350"/>
                  </a:lnTo>
                  <a:lnTo>
                    <a:pt x="2589" y="1013540"/>
                  </a:lnTo>
                  <a:lnTo>
                    <a:pt x="2589" y="1009730"/>
                  </a:lnTo>
                  <a:lnTo>
                    <a:pt x="2589" y="1005920"/>
                  </a:lnTo>
                  <a:lnTo>
                    <a:pt x="2589" y="1002109"/>
                  </a:lnTo>
                  <a:lnTo>
                    <a:pt x="2589" y="998299"/>
                  </a:lnTo>
                  <a:lnTo>
                    <a:pt x="2589" y="994489"/>
                  </a:lnTo>
                  <a:lnTo>
                    <a:pt x="2589" y="990678"/>
                  </a:lnTo>
                  <a:lnTo>
                    <a:pt x="2589" y="986868"/>
                  </a:lnTo>
                  <a:lnTo>
                    <a:pt x="2589" y="983058"/>
                  </a:lnTo>
                  <a:lnTo>
                    <a:pt x="2589" y="979247"/>
                  </a:lnTo>
                  <a:lnTo>
                    <a:pt x="2589" y="975437"/>
                  </a:lnTo>
                  <a:lnTo>
                    <a:pt x="2589" y="971627"/>
                  </a:lnTo>
                  <a:lnTo>
                    <a:pt x="2589" y="967817"/>
                  </a:lnTo>
                  <a:lnTo>
                    <a:pt x="2589" y="964006"/>
                  </a:lnTo>
                  <a:lnTo>
                    <a:pt x="2589" y="960196"/>
                  </a:lnTo>
                  <a:lnTo>
                    <a:pt x="2589" y="956386"/>
                  </a:lnTo>
                  <a:lnTo>
                    <a:pt x="2589" y="952575"/>
                  </a:lnTo>
                  <a:lnTo>
                    <a:pt x="2589" y="948765"/>
                  </a:lnTo>
                  <a:lnTo>
                    <a:pt x="2589" y="944955"/>
                  </a:lnTo>
                  <a:lnTo>
                    <a:pt x="2589" y="941144"/>
                  </a:lnTo>
                  <a:lnTo>
                    <a:pt x="2589" y="937334"/>
                  </a:lnTo>
                  <a:lnTo>
                    <a:pt x="2589" y="933524"/>
                  </a:lnTo>
                  <a:lnTo>
                    <a:pt x="2589" y="929714"/>
                  </a:lnTo>
                  <a:lnTo>
                    <a:pt x="2589" y="925903"/>
                  </a:lnTo>
                  <a:lnTo>
                    <a:pt x="2589" y="922093"/>
                  </a:lnTo>
                  <a:lnTo>
                    <a:pt x="2589" y="918283"/>
                  </a:lnTo>
                  <a:lnTo>
                    <a:pt x="2589" y="914472"/>
                  </a:lnTo>
                  <a:lnTo>
                    <a:pt x="2589" y="910662"/>
                  </a:lnTo>
                  <a:lnTo>
                    <a:pt x="2589" y="906852"/>
                  </a:lnTo>
                  <a:lnTo>
                    <a:pt x="2589" y="903041"/>
                  </a:lnTo>
                  <a:lnTo>
                    <a:pt x="2589" y="899231"/>
                  </a:lnTo>
                  <a:lnTo>
                    <a:pt x="2589" y="895421"/>
                  </a:lnTo>
                  <a:lnTo>
                    <a:pt x="2589" y="891610"/>
                  </a:lnTo>
                  <a:lnTo>
                    <a:pt x="2589" y="887800"/>
                  </a:lnTo>
                  <a:lnTo>
                    <a:pt x="2589" y="883990"/>
                  </a:lnTo>
                  <a:lnTo>
                    <a:pt x="2589" y="880180"/>
                  </a:lnTo>
                  <a:lnTo>
                    <a:pt x="2589" y="876369"/>
                  </a:lnTo>
                  <a:lnTo>
                    <a:pt x="2589" y="872559"/>
                  </a:lnTo>
                  <a:lnTo>
                    <a:pt x="2589" y="868749"/>
                  </a:lnTo>
                  <a:lnTo>
                    <a:pt x="2589" y="864938"/>
                  </a:lnTo>
                  <a:lnTo>
                    <a:pt x="2589" y="861128"/>
                  </a:lnTo>
                  <a:lnTo>
                    <a:pt x="2589" y="857318"/>
                  </a:lnTo>
                  <a:lnTo>
                    <a:pt x="2589" y="853507"/>
                  </a:lnTo>
                  <a:lnTo>
                    <a:pt x="2589" y="849697"/>
                  </a:lnTo>
                  <a:lnTo>
                    <a:pt x="2589" y="845887"/>
                  </a:lnTo>
                  <a:lnTo>
                    <a:pt x="2589" y="842077"/>
                  </a:lnTo>
                  <a:lnTo>
                    <a:pt x="2589" y="838266"/>
                  </a:lnTo>
                  <a:lnTo>
                    <a:pt x="2589" y="834456"/>
                  </a:lnTo>
                  <a:lnTo>
                    <a:pt x="2589" y="830646"/>
                  </a:lnTo>
                  <a:lnTo>
                    <a:pt x="2589" y="826835"/>
                  </a:lnTo>
                  <a:lnTo>
                    <a:pt x="2589" y="823025"/>
                  </a:lnTo>
                  <a:lnTo>
                    <a:pt x="2589" y="819215"/>
                  </a:lnTo>
                  <a:lnTo>
                    <a:pt x="2589" y="815404"/>
                  </a:lnTo>
                  <a:lnTo>
                    <a:pt x="2589" y="811594"/>
                  </a:lnTo>
                  <a:lnTo>
                    <a:pt x="2589" y="807784"/>
                  </a:lnTo>
                  <a:lnTo>
                    <a:pt x="2589" y="803974"/>
                  </a:lnTo>
                  <a:lnTo>
                    <a:pt x="2589" y="800163"/>
                  </a:lnTo>
                  <a:lnTo>
                    <a:pt x="5179" y="800163"/>
                  </a:lnTo>
                  <a:lnTo>
                    <a:pt x="5179" y="796353"/>
                  </a:lnTo>
                  <a:lnTo>
                    <a:pt x="5179" y="792543"/>
                  </a:lnTo>
                  <a:lnTo>
                    <a:pt x="5179" y="788732"/>
                  </a:lnTo>
                  <a:lnTo>
                    <a:pt x="5179" y="784922"/>
                  </a:lnTo>
                  <a:lnTo>
                    <a:pt x="5179" y="781112"/>
                  </a:lnTo>
                  <a:lnTo>
                    <a:pt x="5179" y="777301"/>
                  </a:lnTo>
                  <a:lnTo>
                    <a:pt x="5179" y="773491"/>
                  </a:lnTo>
                  <a:lnTo>
                    <a:pt x="5179" y="769681"/>
                  </a:lnTo>
                  <a:lnTo>
                    <a:pt x="5179" y="765870"/>
                  </a:lnTo>
                  <a:lnTo>
                    <a:pt x="5179" y="762060"/>
                  </a:lnTo>
                  <a:lnTo>
                    <a:pt x="5179" y="758250"/>
                  </a:lnTo>
                  <a:lnTo>
                    <a:pt x="5179" y="754440"/>
                  </a:lnTo>
                  <a:lnTo>
                    <a:pt x="5179" y="750629"/>
                  </a:lnTo>
                  <a:lnTo>
                    <a:pt x="5179" y="746819"/>
                  </a:lnTo>
                  <a:lnTo>
                    <a:pt x="5179" y="743009"/>
                  </a:lnTo>
                  <a:lnTo>
                    <a:pt x="5179" y="739198"/>
                  </a:lnTo>
                  <a:lnTo>
                    <a:pt x="5179" y="735388"/>
                  </a:lnTo>
                  <a:lnTo>
                    <a:pt x="5179" y="731578"/>
                  </a:lnTo>
                  <a:lnTo>
                    <a:pt x="5179" y="727767"/>
                  </a:lnTo>
                  <a:lnTo>
                    <a:pt x="5179" y="723957"/>
                  </a:lnTo>
                  <a:lnTo>
                    <a:pt x="5179" y="720147"/>
                  </a:lnTo>
                  <a:lnTo>
                    <a:pt x="5179" y="716337"/>
                  </a:lnTo>
                  <a:lnTo>
                    <a:pt x="5179" y="712526"/>
                  </a:lnTo>
                  <a:lnTo>
                    <a:pt x="5179" y="708716"/>
                  </a:lnTo>
                  <a:lnTo>
                    <a:pt x="5179" y="704906"/>
                  </a:lnTo>
                  <a:lnTo>
                    <a:pt x="5179" y="701095"/>
                  </a:lnTo>
                  <a:lnTo>
                    <a:pt x="5179" y="697285"/>
                  </a:lnTo>
                  <a:lnTo>
                    <a:pt x="5179" y="693475"/>
                  </a:lnTo>
                  <a:lnTo>
                    <a:pt x="5179" y="689664"/>
                  </a:lnTo>
                  <a:lnTo>
                    <a:pt x="5179" y="685854"/>
                  </a:lnTo>
                  <a:lnTo>
                    <a:pt x="5179" y="682044"/>
                  </a:lnTo>
                  <a:lnTo>
                    <a:pt x="5179" y="678233"/>
                  </a:lnTo>
                  <a:lnTo>
                    <a:pt x="5179" y="674423"/>
                  </a:lnTo>
                  <a:lnTo>
                    <a:pt x="5179" y="670613"/>
                  </a:lnTo>
                  <a:lnTo>
                    <a:pt x="5179" y="666803"/>
                  </a:lnTo>
                  <a:lnTo>
                    <a:pt x="5179" y="662992"/>
                  </a:lnTo>
                  <a:lnTo>
                    <a:pt x="5179" y="659182"/>
                  </a:lnTo>
                  <a:lnTo>
                    <a:pt x="5179" y="655372"/>
                  </a:lnTo>
                  <a:lnTo>
                    <a:pt x="5179" y="651561"/>
                  </a:lnTo>
                  <a:lnTo>
                    <a:pt x="5179" y="647751"/>
                  </a:lnTo>
                  <a:lnTo>
                    <a:pt x="5179" y="643941"/>
                  </a:lnTo>
                  <a:lnTo>
                    <a:pt x="5179" y="640130"/>
                  </a:lnTo>
                  <a:lnTo>
                    <a:pt x="5179" y="636320"/>
                  </a:lnTo>
                  <a:lnTo>
                    <a:pt x="5179" y="632510"/>
                  </a:lnTo>
                  <a:lnTo>
                    <a:pt x="5179" y="628700"/>
                  </a:lnTo>
                  <a:lnTo>
                    <a:pt x="5179" y="624889"/>
                  </a:lnTo>
                  <a:lnTo>
                    <a:pt x="5179" y="621079"/>
                  </a:lnTo>
                  <a:lnTo>
                    <a:pt x="5179" y="617269"/>
                  </a:lnTo>
                  <a:lnTo>
                    <a:pt x="5179" y="613458"/>
                  </a:lnTo>
                  <a:lnTo>
                    <a:pt x="5179" y="609648"/>
                  </a:lnTo>
                  <a:lnTo>
                    <a:pt x="5179" y="605838"/>
                  </a:lnTo>
                  <a:lnTo>
                    <a:pt x="5179" y="602027"/>
                  </a:lnTo>
                  <a:lnTo>
                    <a:pt x="5179" y="598217"/>
                  </a:lnTo>
                  <a:lnTo>
                    <a:pt x="5179" y="594407"/>
                  </a:lnTo>
                  <a:lnTo>
                    <a:pt x="5179" y="590597"/>
                  </a:lnTo>
                  <a:lnTo>
                    <a:pt x="5179" y="586786"/>
                  </a:lnTo>
                  <a:lnTo>
                    <a:pt x="5179" y="582976"/>
                  </a:lnTo>
                  <a:lnTo>
                    <a:pt x="5179" y="579166"/>
                  </a:lnTo>
                  <a:lnTo>
                    <a:pt x="5179" y="575355"/>
                  </a:lnTo>
                  <a:lnTo>
                    <a:pt x="5179" y="571545"/>
                  </a:lnTo>
                  <a:lnTo>
                    <a:pt x="5179" y="567735"/>
                  </a:lnTo>
                  <a:lnTo>
                    <a:pt x="5179" y="563924"/>
                  </a:lnTo>
                  <a:lnTo>
                    <a:pt x="5179" y="560114"/>
                  </a:lnTo>
                  <a:lnTo>
                    <a:pt x="5179" y="556304"/>
                  </a:lnTo>
                  <a:lnTo>
                    <a:pt x="5179" y="552493"/>
                  </a:lnTo>
                  <a:lnTo>
                    <a:pt x="5179" y="548683"/>
                  </a:lnTo>
                  <a:lnTo>
                    <a:pt x="5179" y="544873"/>
                  </a:lnTo>
                  <a:lnTo>
                    <a:pt x="5179" y="541063"/>
                  </a:lnTo>
                  <a:lnTo>
                    <a:pt x="5179" y="537252"/>
                  </a:lnTo>
                  <a:lnTo>
                    <a:pt x="7768" y="537252"/>
                  </a:lnTo>
                  <a:lnTo>
                    <a:pt x="7768" y="533442"/>
                  </a:lnTo>
                  <a:lnTo>
                    <a:pt x="7768" y="529632"/>
                  </a:lnTo>
                  <a:lnTo>
                    <a:pt x="7768" y="525821"/>
                  </a:lnTo>
                  <a:lnTo>
                    <a:pt x="7768" y="522011"/>
                  </a:lnTo>
                  <a:lnTo>
                    <a:pt x="7768" y="518201"/>
                  </a:lnTo>
                  <a:lnTo>
                    <a:pt x="7768" y="514390"/>
                  </a:lnTo>
                  <a:lnTo>
                    <a:pt x="7768" y="510580"/>
                  </a:lnTo>
                  <a:lnTo>
                    <a:pt x="7768" y="506770"/>
                  </a:lnTo>
                  <a:lnTo>
                    <a:pt x="7768" y="502960"/>
                  </a:lnTo>
                  <a:lnTo>
                    <a:pt x="7768" y="499149"/>
                  </a:lnTo>
                  <a:lnTo>
                    <a:pt x="7768" y="495339"/>
                  </a:lnTo>
                  <a:lnTo>
                    <a:pt x="7768" y="491529"/>
                  </a:lnTo>
                  <a:lnTo>
                    <a:pt x="7768" y="487718"/>
                  </a:lnTo>
                  <a:lnTo>
                    <a:pt x="7768" y="483908"/>
                  </a:lnTo>
                  <a:lnTo>
                    <a:pt x="7768" y="480098"/>
                  </a:lnTo>
                  <a:lnTo>
                    <a:pt x="7768" y="476287"/>
                  </a:lnTo>
                  <a:lnTo>
                    <a:pt x="7768" y="472477"/>
                  </a:lnTo>
                  <a:lnTo>
                    <a:pt x="7768" y="468667"/>
                  </a:lnTo>
                  <a:lnTo>
                    <a:pt x="10358" y="468667"/>
                  </a:lnTo>
                  <a:lnTo>
                    <a:pt x="10358" y="464857"/>
                  </a:lnTo>
                  <a:lnTo>
                    <a:pt x="10358" y="461046"/>
                  </a:lnTo>
                  <a:lnTo>
                    <a:pt x="10358" y="457236"/>
                  </a:lnTo>
                  <a:lnTo>
                    <a:pt x="10358" y="453426"/>
                  </a:lnTo>
                  <a:lnTo>
                    <a:pt x="10358" y="449615"/>
                  </a:lnTo>
                  <a:lnTo>
                    <a:pt x="10358" y="445805"/>
                  </a:lnTo>
                  <a:lnTo>
                    <a:pt x="12948" y="445805"/>
                  </a:lnTo>
                  <a:lnTo>
                    <a:pt x="12948" y="441995"/>
                  </a:lnTo>
                  <a:lnTo>
                    <a:pt x="12948" y="438184"/>
                  </a:lnTo>
                  <a:lnTo>
                    <a:pt x="12948" y="434374"/>
                  </a:lnTo>
                  <a:lnTo>
                    <a:pt x="12948" y="430564"/>
                  </a:lnTo>
                  <a:lnTo>
                    <a:pt x="15537" y="430564"/>
                  </a:lnTo>
                  <a:lnTo>
                    <a:pt x="15537" y="426753"/>
                  </a:lnTo>
                  <a:lnTo>
                    <a:pt x="15537" y="422943"/>
                  </a:lnTo>
                  <a:lnTo>
                    <a:pt x="15537" y="419133"/>
                  </a:lnTo>
                  <a:lnTo>
                    <a:pt x="15537" y="415323"/>
                  </a:lnTo>
                  <a:lnTo>
                    <a:pt x="15537" y="411512"/>
                  </a:lnTo>
                  <a:lnTo>
                    <a:pt x="15537" y="407702"/>
                  </a:lnTo>
                  <a:lnTo>
                    <a:pt x="15537" y="403892"/>
                  </a:lnTo>
                  <a:lnTo>
                    <a:pt x="15537" y="400081"/>
                  </a:lnTo>
                  <a:lnTo>
                    <a:pt x="15537" y="396271"/>
                  </a:lnTo>
                  <a:lnTo>
                    <a:pt x="15537" y="392461"/>
                  </a:lnTo>
                  <a:lnTo>
                    <a:pt x="15537" y="388650"/>
                  </a:lnTo>
                  <a:lnTo>
                    <a:pt x="15537" y="384840"/>
                  </a:lnTo>
                  <a:lnTo>
                    <a:pt x="15537" y="381030"/>
                  </a:lnTo>
                  <a:lnTo>
                    <a:pt x="15537" y="377220"/>
                  </a:lnTo>
                  <a:lnTo>
                    <a:pt x="15537" y="373409"/>
                  </a:lnTo>
                  <a:lnTo>
                    <a:pt x="15537" y="369599"/>
                  </a:lnTo>
                  <a:lnTo>
                    <a:pt x="15537" y="365789"/>
                  </a:lnTo>
                  <a:lnTo>
                    <a:pt x="15537" y="361978"/>
                  </a:lnTo>
                  <a:lnTo>
                    <a:pt x="15537" y="358168"/>
                  </a:lnTo>
                  <a:lnTo>
                    <a:pt x="15537" y="354358"/>
                  </a:lnTo>
                  <a:lnTo>
                    <a:pt x="18127" y="354358"/>
                  </a:lnTo>
                  <a:lnTo>
                    <a:pt x="20716" y="354358"/>
                  </a:lnTo>
                  <a:lnTo>
                    <a:pt x="20716" y="350547"/>
                  </a:lnTo>
                  <a:lnTo>
                    <a:pt x="20716" y="346737"/>
                  </a:lnTo>
                  <a:lnTo>
                    <a:pt x="23306" y="346737"/>
                  </a:lnTo>
                  <a:lnTo>
                    <a:pt x="23306" y="342927"/>
                  </a:lnTo>
                  <a:lnTo>
                    <a:pt x="23306" y="339116"/>
                  </a:lnTo>
                  <a:lnTo>
                    <a:pt x="23306" y="335306"/>
                  </a:lnTo>
                  <a:lnTo>
                    <a:pt x="23306" y="331496"/>
                  </a:lnTo>
                  <a:lnTo>
                    <a:pt x="23306" y="327686"/>
                  </a:lnTo>
                  <a:lnTo>
                    <a:pt x="23306" y="323875"/>
                  </a:lnTo>
                  <a:lnTo>
                    <a:pt x="23306" y="320065"/>
                  </a:lnTo>
                  <a:lnTo>
                    <a:pt x="23306" y="316255"/>
                  </a:lnTo>
                  <a:lnTo>
                    <a:pt x="23306" y="312444"/>
                  </a:lnTo>
                  <a:lnTo>
                    <a:pt x="23306" y="308634"/>
                  </a:lnTo>
                  <a:lnTo>
                    <a:pt x="23306" y="304824"/>
                  </a:lnTo>
                  <a:lnTo>
                    <a:pt x="23306" y="301013"/>
                  </a:lnTo>
                  <a:lnTo>
                    <a:pt x="23306" y="297203"/>
                  </a:lnTo>
                  <a:lnTo>
                    <a:pt x="23306" y="293393"/>
                  </a:lnTo>
                  <a:lnTo>
                    <a:pt x="23306" y="289583"/>
                  </a:lnTo>
                  <a:lnTo>
                    <a:pt x="23306" y="285772"/>
                  </a:lnTo>
                  <a:lnTo>
                    <a:pt x="23306" y="281962"/>
                  </a:lnTo>
                  <a:lnTo>
                    <a:pt x="23306" y="278152"/>
                  </a:lnTo>
                  <a:lnTo>
                    <a:pt x="25896" y="278152"/>
                  </a:lnTo>
                  <a:lnTo>
                    <a:pt x="25896" y="274341"/>
                  </a:lnTo>
                  <a:lnTo>
                    <a:pt x="25896" y="270531"/>
                  </a:lnTo>
                  <a:lnTo>
                    <a:pt x="25896" y="266721"/>
                  </a:lnTo>
                  <a:lnTo>
                    <a:pt x="25896" y="262910"/>
                  </a:lnTo>
                  <a:lnTo>
                    <a:pt x="25896" y="259100"/>
                  </a:lnTo>
                  <a:lnTo>
                    <a:pt x="25896" y="255290"/>
                  </a:lnTo>
                  <a:lnTo>
                    <a:pt x="28485" y="255290"/>
                  </a:lnTo>
                  <a:lnTo>
                    <a:pt x="31075" y="255290"/>
                  </a:lnTo>
                  <a:lnTo>
                    <a:pt x="31075" y="251480"/>
                  </a:lnTo>
                  <a:lnTo>
                    <a:pt x="31075" y="247669"/>
                  </a:lnTo>
                  <a:lnTo>
                    <a:pt x="33664" y="247669"/>
                  </a:lnTo>
                  <a:lnTo>
                    <a:pt x="33664" y="243859"/>
                  </a:lnTo>
                  <a:lnTo>
                    <a:pt x="33664" y="240049"/>
                  </a:lnTo>
                  <a:lnTo>
                    <a:pt x="33664" y="236238"/>
                  </a:lnTo>
                  <a:lnTo>
                    <a:pt x="33664" y="232428"/>
                  </a:lnTo>
                  <a:lnTo>
                    <a:pt x="36254" y="232428"/>
                  </a:lnTo>
                  <a:lnTo>
                    <a:pt x="36254" y="228618"/>
                  </a:lnTo>
                  <a:lnTo>
                    <a:pt x="38844" y="228618"/>
                  </a:lnTo>
                  <a:lnTo>
                    <a:pt x="38844" y="224807"/>
                  </a:lnTo>
                  <a:lnTo>
                    <a:pt x="41433" y="224807"/>
                  </a:lnTo>
                  <a:lnTo>
                    <a:pt x="41433" y="220997"/>
                  </a:lnTo>
                  <a:lnTo>
                    <a:pt x="44023" y="220997"/>
                  </a:lnTo>
                  <a:lnTo>
                    <a:pt x="44023" y="217187"/>
                  </a:lnTo>
                  <a:lnTo>
                    <a:pt x="46613" y="217187"/>
                  </a:lnTo>
                  <a:lnTo>
                    <a:pt x="46613" y="213376"/>
                  </a:lnTo>
                  <a:lnTo>
                    <a:pt x="46613" y="209566"/>
                  </a:lnTo>
                  <a:lnTo>
                    <a:pt x="46613" y="205756"/>
                  </a:lnTo>
                  <a:lnTo>
                    <a:pt x="49202" y="205756"/>
                  </a:lnTo>
                  <a:lnTo>
                    <a:pt x="49202" y="201946"/>
                  </a:lnTo>
                  <a:lnTo>
                    <a:pt x="49202" y="198135"/>
                  </a:lnTo>
                  <a:lnTo>
                    <a:pt x="49202" y="194325"/>
                  </a:lnTo>
                  <a:lnTo>
                    <a:pt x="49202" y="190515"/>
                  </a:lnTo>
                  <a:lnTo>
                    <a:pt x="51792" y="190515"/>
                  </a:lnTo>
                  <a:lnTo>
                    <a:pt x="51792" y="186704"/>
                  </a:lnTo>
                  <a:lnTo>
                    <a:pt x="51792" y="182894"/>
                  </a:lnTo>
                  <a:lnTo>
                    <a:pt x="51792" y="179084"/>
                  </a:lnTo>
                  <a:lnTo>
                    <a:pt x="54381" y="179084"/>
                  </a:lnTo>
                  <a:lnTo>
                    <a:pt x="54381" y="175273"/>
                  </a:lnTo>
                  <a:lnTo>
                    <a:pt x="54381" y="171463"/>
                  </a:lnTo>
                  <a:lnTo>
                    <a:pt x="54381" y="167653"/>
                  </a:lnTo>
                  <a:lnTo>
                    <a:pt x="54381" y="163843"/>
                  </a:lnTo>
                  <a:lnTo>
                    <a:pt x="54381" y="160032"/>
                  </a:lnTo>
                  <a:lnTo>
                    <a:pt x="54381" y="156222"/>
                  </a:lnTo>
                  <a:lnTo>
                    <a:pt x="54381" y="152412"/>
                  </a:lnTo>
                  <a:lnTo>
                    <a:pt x="56971" y="152412"/>
                  </a:lnTo>
                  <a:lnTo>
                    <a:pt x="59561" y="152412"/>
                  </a:lnTo>
                  <a:lnTo>
                    <a:pt x="62150" y="152412"/>
                  </a:lnTo>
                  <a:lnTo>
                    <a:pt x="64740" y="152412"/>
                  </a:lnTo>
                  <a:lnTo>
                    <a:pt x="64740" y="148601"/>
                  </a:lnTo>
                  <a:lnTo>
                    <a:pt x="64740" y="144791"/>
                  </a:lnTo>
                  <a:lnTo>
                    <a:pt x="64740" y="140981"/>
                  </a:lnTo>
                  <a:lnTo>
                    <a:pt x="64740" y="137170"/>
                  </a:lnTo>
                  <a:lnTo>
                    <a:pt x="67329" y="137170"/>
                  </a:lnTo>
                  <a:lnTo>
                    <a:pt x="67329" y="133360"/>
                  </a:lnTo>
                  <a:lnTo>
                    <a:pt x="67329" y="129550"/>
                  </a:lnTo>
                  <a:lnTo>
                    <a:pt x="67329" y="125740"/>
                  </a:lnTo>
                  <a:lnTo>
                    <a:pt x="67329" y="121929"/>
                  </a:lnTo>
                  <a:lnTo>
                    <a:pt x="67329" y="118119"/>
                  </a:lnTo>
                  <a:lnTo>
                    <a:pt x="67329" y="114309"/>
                  </a:lnTo>
                  <a:lnTo>
                    <a:pt x="67329" y="110498"/>
                  </a:lnTo>
                  <a:lnTo>
                    <a:pt x="67329" y="106688"/>
                  </a:lnTo>
                  <a:lnTo>
                    <a:pt x="69919" y="106688"/>
                  </a:lnTo>
                  <a:lnTo>
                    <a:pt x="72509" y="106688"/>
                  </a:lnTo>
                  <a:lnTo>
                    <a:pt x="75098" y="106688"/>
                  </a:lnTo>
                  <a:lnTo>
                    <a:pt x="75098" y="102878"/>
                  </a:lnTo>
                  <a:lnTo>
                    <a:pt x="75098" y="99067"/>
                  </a:lnTo>
                  <a:lnTo>
                    <a:pt x="75098" y="95257"/>
                  </a:lnTo>
                  <a:lnTo>
                    <a:pt x="75098" y="91447"/>
                  </a:lnTo>
                  <a:lnTo>
                    <a:pt x="75098" y="87636"/>
                  </a:lnTo>
                  <a:lnTo>
                    <a:pt x="77688" y="87636"/>
                  </a:lnTo>
                  <a:lnTo>
                    <a:pt x="80277" y="87636"/>
                  </a:lnTo>
                  <a:lnTo>
                    <a:pt x="82867" y="87636"/>
                  </a:lnTo>
                  <a:lnTo>
                    <a:pt x="85457" y="87636"/>
                  </a:lnTo>
                  <a:lnTo>
                    <a:pt x="88046" y="87636"/>
                  </a:lnTo>
                  <a:lnTo>
                    <a:pt x="88046" y="83826"/>
                  </a:lnTo>
                  <a:lnTo>
                    <a:pt x="90636" y="83826"/>
                  </a:lnTo>
                  <a:lnTo>
                    <a:pt x="93226" y="83826"/>
                  </a:lnTo>
                  <a:lnTo>
                    <a:pt x="95815" y="83826"/>
                  </a:lnTo>
                  <a:lnTo>
                    <a:pt x="98405" y="83826"/>
                  </a:lnTo>
                  <a:lnTo>
                    <a:pt x="100994" y="83826"/>
                  </a:lnTo>
                  <a:lnTo>
                    <a:pt x="103584" y="83826"/>
                  </a:lnTo>
                  <a:lnTo>
                    <a:pt x="103584" y="80016"/>
                  </a:lnTo>
                  <a:lnTo>
                    <a:pt x="106174" y="80016"/>
                  </a:lnTo>
                  <a:lnTo>
                    <a:pt x="108763" y="80016"/>
                  </a:lnTo>
                  <a:lnTo>
                    <a:pt x="111353" y="80016"/>
                  </a:lnTo>
                  <a:lnTo>
                    <a:pt x="111353" y="76206"/>
                  </a:lnTo>
                  <a:lnTo>
                    <a:pt x="111353" y="72395"/>
                  </a:lnTo>
                  <a:lnTo>
                    <a:pt x="113942" y="72395"/>
                  </a:lnTo>
                  <a:lnTo>
                    <a:pt x="116532" y="72395"/>
                  </a:lnTo>
                  <a:lnTo>
                    <a:pt x="119122" y="72395"/>
                  </a:lnTo>
                  <a:lnTo>
                    <a:pt x="121711" y="72395"/>
                  </a:lnTo>
                  <a:lnTo>
                    <a:pt x="124301" y="72395"/>
                  </a:lnTo>
                  <a:lnTo>
                    <a:pt x="126890" y="72395"/>
                  </a:lnTo>
                  <a:lnTo>
                    <a:pt x="129480" y="72395"/>
                  </a:lnTo>
                  <a:lnTo>
                    <a:pt x="129480" y="68585"/>
                  </a:lnTo>
                  <a:lnTo>
                    <a:pt x="132070" y="68585"/>
                  </a:lnTo>
                  <a:lnTo>
                    <a:pt x="134659" y="68585"/>
                  </a:lnTo>
                  <a:lnTo>
                    <a:pt x="137249" y="68585"/>
                  </a:lnTo>
                  <a:lnTo>
                    <a:pt x="139839" y="68585"/>
                  </a:lnTo>
                  <a:lnTo>
                    <a:pt x="139839" y="64775"/>
                  </a:lnTo>
                  <a:lnTo>
                    <a:pt x="142428" y="64775"/>
                  </a:lnTo>
                  <a:lnTo>
                    <a:pt x="145018" y="64775"/>
                  </a:lnTo>
                  <a:lnTo>
                    <a:pt x="147607" y="64775"/>
                  </a:lnTo>
                  <a:lnTo>
                    <a:pt x="150197" y="64775"/>
                  </a:lnTo>
                  <a:lnTo>
                    <a:pt x="152787" y="64775"/>
                  </a:lnTo>
                  <a:lnTo>
                    <a:pt x="155376" y="64775"/>
                  </a:lnTo>
                  <a:lnTo>
                    <a:pt x="157966" y="64775"/>
                  </a:lnTo>
                  <a:lnTo>
                    <a:pt x="157966" y="60964"/>
                  </a:lnTo>
                  <a:lnTo>
                    <a:pt x="160555" y="60964"/>
                  </a:lnTo>
                  <a:lnTo>
                    <a:pt x="163145" y="60964"/>
                  </a:lnTo>
                  <a:lnTo>
                    <a:pt x="163145" y="57154"/>
                  </a:lnTo>
                  <a:lnTo>
                    <a:pt x="165735" y="57154"/>
                  </a:lnTo>
                  <a:lnTo>
                    <a:pt x="168324" y="57154"/>
                  </a:lnTo>
                  <a:lnTo>
                    <a:pt x="170914" y="57154"/>
                  </a:lnTo>
                  <a:lnTo>
                    <a:pt x="173503" y="57154"/>
                  </a:lnTo>
                  <a:lnTo>
                    <a:pt x="176093" y="57154"/>
                  </a:lnTo>
                  <a:lnTo>
                    <a:pt x="178683" y="57154"/>
                  </a:lnTo>
                  <a:lnTo>
                    <a:pt x="178683" y="53344"/>
                  </a:lnTo>
                  <a:lnTo>
                    <a:pt x="178683" y="49533"/>
                  </a:lnTo>
                  <a:lnTo>
                    <a:pt x="181272" y="49533"/>
                  </a:lnTo>
                  <a:lnTo>
                    <a:pt x="183862" y="49533"/>
                  </a:lnTo>
                  <a:lnTo>
                    <a:pt x="186452" y="49533"/>
                  </a:lnTo>
                  <a:lnTo>
                    <a:pt x="189041" y="49533"/>
                  </a:lnTo>
                  <a:lnTo>
                    <a:pt x="191631" y="49533"/>
                  </a:lnTo>
                  <a:lnTo>
                    <a:pt x="194220" y="49533"/>
                  </a:lnTo>
                  <a:lnTo>
                    <a:pt x="196810" y="49533"/>
                  </a:lnTo>
                  <a:lnTo>
                    <a:pt x="199400" y="49533"/>
                  </a:lnTo>
                  <a:lnTo>
                    <a:pt x="201989" y="49533"/>
                  </a:lnTo>
                  <a:lnTo>
                    <a:pt x="204579" y="49533"/>
                  </a:lnTo>
                  <a:lnTo>
                    <a:pt x="207168" y="49533"/>
                  </a:lnTo>
                  <a:lnTo>
                    <a:pt x="209758" y="49533"/>
                  </a:lnTo>
                  <a:lnTo>
                    <a:pt x="212348" y="49533"/>
                  </a:lnTo>
                  <a:lnTo>
                    <a:pt x="214937" y="49533"/>
                  </a:lnTo>
                  <a:lnTo>
                    <a:pt x="217527" y="49533"/>
                  </a:lnTo>
                  <a:lnTo>
                    <a:pt x="220116" y="49533"/>
                  </a:lnTo>
                  <a:lnTo>
                    <a:pt x="222706" y="49533"/>
                  </a:lnTo>
                  <a:lnTo>
                    <a:pt x="225296" y="49533"/>
                  </a:lnTo>
                  <a:lnTo>
                    <a:pt x="227885" y="49533"/>
                  </a:lnTo>
                  <a:lnTo>
                    <a:pt x="230475" y="49533"/>
                  </a:lnTo>
                  <a:lnTo>
                    <a:pt x="233065" y="49533"/>
                  </a:lnTo>
                  <a:lnTo>
                    <a:pt x="233065" y="45723"/>
                  </a:lnTo>
                  <a:lnTo>
                    <a:pt x="233065" y="41913"/>
                  </a:lnTo>
                  <a:lnTo>
                    <a:pt x="235654" y="41913"/>
                  </a:lnTo>
                  <a:lnTo>
                    <a:pt x="238244" y="41913"/>
                  </a:lnTo>
                  <a:lnTo>
                    <a:pt x="240833" y="41913"/>
                  </a:lnTo>
                  <a:lnTo>
                    <a:pt x="243423" y="41913"/>
                  </a:lnTo>
                  <a:lnTo>
                    <a:pt x="246013" y="41913"/>
                  </a:lnTo>
                  <a:lnTo>
                    <a:pt x="248602" y="41913"/>
                  </a:lnTo>
                  <a:lnTo>
                    <a:pt x="251192" y="41913"/>
                  </a:lnTo>
                  <a:lnTo>
                    <a:pt x="253781" y="41913"/>
                  </a:lnTo>
                  <a:lnTo>
                    <a:pt x="256371" y="41913"/>
                  </a:lnTo>
                  <a:lnTo>
                    <a:pt x="258961" y="41913"/>
                  </a:lnTo>
                  <a:lnTo>
                    <a:pt x="258961" y="38103"/>
                  </a:lnTo>
                  <a:lnTo>
                    <a:pt x="258961" y="34292"/>
                  </a:lnTo>
                  <a:lnTo>
                    <a:pt x="261550" y="34292"/>
                  </a:lnTo>
                  <a:lnTo>
                    <a:pt x="264140" y="34292"/>
                  </a:lnTo>
                  <a:lnTo>
                    <a:pt x="266729" y="34292"/>
                  </a:lnTo>
                  <a:lnTo>
                    <a:pt x="266729" y="30482"/>
                  </a:lnTo>
                  <a:lnTo>
                    <a:pt x="269319" y="30482"/>
                  </a:lnTo>
                  <a:lnTo>
                    <a:pt x="269319" y="26672"/>
                  </a:lnTo>
                  <a:lnTo>
                    <a:pt x="271909" y="26672"/>
                  </a:lnTo>
                  <a:lnTo>
                    <a:pt x="274498" y="26672"/>
                  </a:lnTo>
                  <a:lnTo>
                    <a:pt x="277088" y="26672"/>
                  </a:lnTo>
                  <a:lnTo>
                    <a:pt x="279678" y="26672"/>
                  </a:lnTo>
                  <a:lnTo>
                    <a:pt x="282267" y="26672"/>
                  </a:lnTo>
                  <a:lnTo>
                    <a:pt x="282267" y="22861"/>
                  </a:lnTo>
                  <a:lnTo>
                    <a:pt x="284857" y="22861"/>
                  </a:lnTo>
                  <a:lnTo>
                    <a:pt x="287446" y="22861"/>
                  </a:lnTo>
                  <a:lnTo>
                    <a:pt x="290036" y="22861"/>
                  </a:lnTo>
                  <a:lnTo>
                    <a:pt x="292626" y="22861"/>
                  </a:lnTo>
                  <a:lnTo>
                    <a:pt x="295215" y="22861"/>
                  </a:lnTo>
                  <a:lnTo>
                    <a:pt x="295215" y="19051"/>
                  </a:lnTo>
                  <a:lnTo>
                    <a:pt x="297805" y="19051"/>
                  </a:lnTo>
                  <a:lnTo>
                    <a:pt x="300394" y="19051"/>
                  </a:lnTo>
                  <a:lnTo>
                    <a:pt x="302984" y="19051"/>
                  </a:lnTo>
                  <a:lnTo>
                    <a:pt x="305574" y="19051"/>
                  </a:lnTo>
                  <a:lnTo>
                    <a:pt x="308163" y="19051"/>
                  </a:lnTo>
                  <a:lnTo>
                    <a:pt x="310753" y="19051"/>
                  </a:lnTo>
                  <a:lnTo>
                    <a:pt x="313342" y="19051"/>
                  </a:lnTo>
                  <a:lnTo>
                    <a:pt x="315932" y="19051"/>
                  </a:lnTo>
                  <a:lnTo>
                    <a:pt x="318522" y="19051"/>
                  </a:lnTo>
                  <a:lnTo>
                    <a:pt x="321111" y="19051"/>
                  </a:lnTo>
                  <a:lnTo>
                    <a:pt x="323701" y="19051"/>
                  </a:lnTo>
                  <a:lnTo>
                    <a:pt x="326291" y="19051"/>
                  </a:lnTo>
                  <a:lnTo>
                    <a:pt x="328880" y="19051"/>
                  </a:lnTo>
                  <a:lnTo>
                    <a:pt x="331470" y="19051"/>
                  </a:lnTo>
                  <a:lnTo>
                    <a:pt x="334059" y="19051"/>
                  </a:lnTo>
                  <a:lnTo>
                    <a:pt x="336649" y="19051"/>
                  </a:lnTo>
                  <a:lnTo>
                    <a:pt x="339239" y="19051"/>
                  </a:lnTo>
                  <a:lnTo>
                    <a:pt x="341828" y="19051"/>
                  </a:lnTo>
                  <a:lnTo>
                    <a:pt x="341828" y="15241"/>
                  </a:lnTo>
                  <a:lnTo>
                    <a:pt x="344418" y="15241"/>
                  </a:lnTo>
                  <a:lnTo>
                    <a:pt x="347007" y="15241"/>
                  </a:lnTo>
                  <a:lnTo>
                    <a:pt x="349597" y="15241"/>
                  </a:lnTo>
                  <a:lnTo>
                    <a:pt x="352187" y="15241"/>
                  </a:lnTo>
                  <a:lnTo>
                    <a:pt x="354776" y="15241"/>
                  </a:lnTo>
                  <a:lnTo>
                    <a:pt x="357366" y="15241"/>
                  </a:lnTo>
                  <a:lnTo>
                    <a:pt x="359955" y="15241"/>
                  </a:lnTo>
                  <a:lnTo>
                    <a:pt x="362545" y="15241"/>
                  </a:lnTo>
                  <a:lnTo>
                    <a:pt x="365135" y="15241"/>
                  </a:lnTo>
                  <a:lnTo>
                    <a:pt x="367724" y="15241"/>
                  </a:lnTo>
                  <a:lnTo>
                    <a:pt x="370314" y="15241"/>
                  </a:lnTo>
                  <a:lnTo>
                    <a:pt x="372904" y="15241"/>
                  </a:lnTo>
                  <a:lnTo>
                    <a:pt x="375493" y="15241"/>
                  </a:lnTo>
                  <a:lnTo>
                    <a:pt x="378083" y="15241"/>
                  </a:lnTo>
                  <a:lnTo>
                    <a:pt x="380672" y="15241"/>
                  </a:lnTo>
                  <a:lnTo>
                    <a:pt x="383262" y="15241"/>
                  </a:lnTo>
                  <a:lnTo>
                    <a:pt x="385852" y="15241"/>
                  </a:lnTo>
                  <a:lnTo>
                    <a:pt x="388441" y="15241"/>
                  </a:lnTo>
                  <a:lnTo>
                    <a:pt x="391031" y="15241"/>
                  </a:lnTo>
                  <a:lnTo>
                    <a:pt x="393620" y="15241"/>
                  </a:lnTo>
                  <a:lnTo>
                    <a:pt x="396210" y="15241"/>
                  </a:lnTo>
                  <a:lnTo>
                    <a:pt x="398800" y="15241"/>
                  </a:lnTo>
                  <a:lnTo>
                    <a:pt x="401389" y="15241"/>
                  </a:lnTo>
                  <a:lnTo>
                    <a:pt x="403979" y="15241"/>
                  </a:lnTo>
                  <a:lnTo>
                    <a:pt x="406568" y="15241"/>
                  </a:lnTo>
                  <a:lnTo>
                    <a:pt x="409158" y="15241"/>
                  </a:lnTo>
                  <a:lnTo>
                    <a:pt x="411748" y="15241"/>
                  </a:lnTo>
                  <a:lnTo>
                    <a:pt x="414337" y="15241"/>
                  </a:lnTo>
                  <a:lnTo>
                    <a:pt x="416927" y="15241"/>
                  </a:lnTo>
                  <a:lnTo>
                    <a:pt x="419517" y="15241"/>
                  </a:lnTo>
                  <a:lnTo>
                    <a:pt x="422106" y="15241"/>
                  </a:lnTo>
                  <a:lnTo>
                    <a:pt x="424696" y="15241"/>
                  </a:lnTo>
                  <a:lnTo>
                    <a:pt x="427285" y="15241"/>
                  </a:lnTo>
                  <a:lnTo>
                    <a:pt x="429875" y="15241"/>
                  </a:lnTo>
                  <a:lnTo>
                    <a:pt x="432465" y="15241"/>
                  </a:lnTo>
                  <a:lnTo>
                    <a:pt x="435054" y="15241"/>
                  </a:lnTo>
                  <a:lnTo>
                    <a:pt x="437644" y="15241"/>
                  </a:lnTo>
                  <a:lnTo>
                    <a:pt x="440233" y="15241"/>
                  </a:lnTo>
                  <a:lnTo>
                    <a:pt x="442823" y="15241"/>
                  </a:lnTo>
                  <a:lnTo>
                    <a:pt x="445413" y="15241"/>
                  </a:lnTo>
                  <a:lnTo>
                    <a:pt x="448002" y="15241"/>
                  </a:lnTo>
                  <a:lnTo>
                    <a:pt x="450592" y="15241"/>
                  </a:lnTo>
                  <a:lnTo>
                    <a:pt x="453181" y="15241"/>
                  </a:lnTo>
                  <a:lnTo>
                    <a:pt x="455771" y="15241"/>
                  </a:lnTo>
                  <a:lnTo>
                    <a:pt x="458361" y="15241"/>
                  </a:lnTo>
                  <a:lnTo>
                    <a:pt x="460950" y="15241"/>
                  </a:lnTo>
                  <a:lnTo>
                    <a:pt x="463540" y="15241"/>
                  </a:lnTo>
                  <a:lnTo>
                    <a:pt x="466130" y="15241"/>
                  </a:lnTo>
                  <a:lnTo>
                    <a:pt x="468719" y="15241"/>
                  </a:lnTo>
                  <a:lnTo>
                    <a:pt x="471309" y="15241"/>
                  </a:lnTo>
                  <a:lnTo>
                    <a:pt x="473898" y="15241"/>
                  </a:lnTo>
                  <a:lnTo>
                    <a:pt x="476488" y="15241"/>
                  </a:lnTo>
                  <a:lnTo>
                    <a:pt x="479078" y="15241"/>
                  </a:lnTo>
                  <a:lnTo>
                    <a:pt x="481667" y="15241"/>
                  </a:lnTo>
                  <a:lnTo>
                    <a:pt x="484257" y="15241"/>
                  </a:lnTo>
                  <a:lnTo>
                    <a:pt x="486846" y="15241"/>
                  </a:lnTo>
                  <a:lnTo>
                    <a:pt x="489436" y="15241"/>
                  </a:lnTo>
                  <a:lnTo>
                    <a:pt x="492026" y="15241"/>
                  </a:lnTo>
                  <a:lnTo>
                    <a:pt x="494615" y="15241"/>
                  </a:lnTo>
                  <a:lnTo>
                    <a:pt x="497205" y="15241"/>
                  </a:lnTo>
                  <a:lnTo>
                    <a:pt x="499794" y="15241"/>
                  </a:lnTo>
                  <a:lnTo>
                    <a:pt x="502384" y="15241"/>
                  </a:lnTo>
                  <a:lnTo>
                    <a:pt x="504974" y="15241"/>
                  </a:lnTo>
                  <a:lnTo>
                    <a:pt x="507563" y="15241"/>
                  </a:lnTo>
                  <a:lnTo>
                    <a:pt x="510153" y="15241"/>
                  </a:lnTo>
                  <a:lnTo>
                    <a:pt x="510153" y="11430"/>
                  </a:lnTo>
                  <a:lnTo>
                    <a:pt x="512743" y="11430"/>
                  </a:lnTo>
                  <a:lnTo>
                    <a:pt x="515332" y="11430"/>
                  </a:lnTo>
                  <a:lnTo>
                    <a:pt x="517922" y="11430"/>
                  </a:lnTo>
                  <a:lnTo>
                    <a:pt x="520511" y="11430"/>
                  </a:lnTo>
                  <a:lnTo>
                    <a:pt x="523101" y="11430"/>
                  </a:lnTo>
                  <a:lnTo>
                    <a:pt x="525691" y="11430"/>
                  </a:lnTo>
                  <a:lnTo>
                    <a:pt x="528280" y="11430"/>
                  </a:lnTo>
                  <a:lnTo>
                    <a:pt x="530870" y="11430"/>
                  </a:lnTo>
                  <a:lnTo>
                    <a:pt x="533459" y="11430"/>
                  </a:lnTo>
                  <a:lnTo>
                    <a:pt x="536049" y="11430"/>
                  </a:lnTo>
                  <a:lnTo>
                    <a:pt x="538639" y="11430"/>
                  </a:lnTo>
                  <a:lnTo>
                    <a:pt x="541228" y="11430"/>
                  </a:lnTo>
                  <a:lnTo>
                    <a:pt x="543818" y="11430"/>
                  </a:lnTo>
                  <a:lnTo>
                    <a:pt x="546407" y="11430"/>
                  </a:lnTo>
                  <a:lnTo>
                    <a:pt x="548997" y="11430"/>
                  </a:lnTo>
                  <a:lnTo>
                    <a:pt x="551587" y="11430"/>
                  </a:lnTo>
                  <a:lnTo>
                    <a:pt x="554176" y="11430"/>
                  </a:lnTo>
                  <a:lnTo>
                    <a:pt x="556766" y="11430"/>
                  </a:lnTo>
                  <a:lnTo>
                    <a:pt x="559356" y="11430"/>
                  </a:lnTo>
                  <a:lnTo>
                    <a:pt x="561945" y="11430"/>
                  </a:lnTo>
                  <a:lnTo>
                    <a:pt x="564535" y="11430"/>
                  </a:lnTo>
                  <a:lnTo>
                    <a:pt x="567124" y="11430"/>
                  </a:lnTo>
                  <a:lnTo>
                    <a:pt x="569714" y="11430"/>
                  </a:lnTo>
                  <a:lnTo>
                    <a:pt x="572304" y="11430"/>
                  </a:lnTo>
                  <a:lnTo>
                    <a:pt x="574893" y="11430"/>
                  </a:lnTo>
                  <a:lnTo>
                    <a:pt x="577483" y="11430"/>
                  </a:lnTo>
                  <a:lnTo>
                    <a:pt x="580072" y="11430"/>
                  </a:lnTo>
                  <a:lnTo>
                    <a:pt x="582662" y="11430"/>
                  </a:lnTo>
                  <a:lnTo>
                    <a:pt x="585252" y="11430"/>
                  </a:lnTo>
                  <a:lnTo>
                    <a:pt x="587841" y="11430"/>
                  </a:lnTo>
                  <a:lnTo>
                    <a:pt x="590431" y="11430"/>
                  </a:lnTo>
                  <a:lnTo>
                    <a:pt x="593020" y="11430"/>
                  </a:lnTo>
                  <a:lnTo>
                    <a:pt x="595610" y="11430"/>
                  </a:lnTo>
                  <a:lnTo>
                    <a:pt x="598200" y="11430"/>
                  </a:lnTo>
                  <a:lnTo>
                    <a:pt x="600789" y="11430"/>
                  </a:lnTo>
                  <a:lnTo>
                    <a:pt x="603379" y="11430"/>
                  </a:lnTo>
                  <a:lnTo>
                    <a:pt x="605969" y="11430"/>
                  </a:lnTo>
                  <a:lnTo>
                    <a:pt x="608558" y="11430"/>
                  </a:lnTo>
                  <a:lnTo>
                    <a:pt x="611148" y="11430"/>
                  </a:lnTo>
                  <a:lnTo>
                    <a:pt x="611148" y="7620"/>
                  </a:lnTo>
                  <a:lnTo>
                    <a:pt x="613737" y="7620"/>
                  </a:lnTo>
                  <a:lnTo>
                    <a:pt x="616327" y="7620"/>
                  </a:lnTo>
                  <a:lnTo>
                    <a:pt x="618917" y="7620"/>
                  </a:lnTo>
                  <a:lnTo>
                    <a:pt x="621506" y="7620"/>
                  </a:lnTo>
                  <a:lnTo>
                    <a:pt x="624096" y="7620"/>
                  </a:lnTo>
                  <a:lnTo>
                    <a:pt x="626685" y="7620"/>
                  </a:lnTo>
                  <a:lnTo>
                    <a:pt x="629275" y="7620"/>
                  </a:lnTo>
                  <a:lnTo>
                    <a:pt x="631865" y="7620"/>
                  </a:lnTo>
                  <a:lnTo>
                    <a:pt x="634454" y="7620"/>
                  </a:lnTo>
                  <a:lnTo>
                    <a:pt x="637044" y="7620"/>
                  </a:lnTo>
                  <a:lnTo>
                    <a:pt x="639633" y="7620"/>
                  </a:lnTo>
                  <a:lnTo>
                    <a:pt x="642223" y="7620"/>
                  </a:lnTo>
                  <a:lnTo>
                    <a:pt x="644813" y="7620"/>
                  </a:lnTo>
                  <a:lnTo>
                    <a:pt x="647402" y="7620"/>
                  </a:lnTo>
                  <a:lnTo>
                    <a:pt x="649992" y="7620"/>
                  </a:lnTo>
                  <a:lnTo>
                    <a:pt x="652582" y="7620"/>
                  </a:lnTo>
                  <a:lnTo>
                    <a:pt x="655171" y="7620"/>
                  </a:lnTo>
                  <a:lnTo>
                    <a:pt x="657761" y="7620"/>
                  </a:lnTo>
                  <a:lnTo>
                    <a:pt x="660350" y="7620"/>
                  </a:lnTo>
                  <a:lnTo>
                    <a:pt x="662940" y="7620"/>
                  </a:lnTo>
                  <a:lnTo>
                    <a:pt x="665530" y="7620"/>
                  </a:lnTo>
                  <a:lnTo>
                    <a:pt x="668119" y="7620"/>
                  </a:lnTo>
                  <a:lnTo>
                    <a:pt x="670709" y="7620"/>
                  </a:lnTo>
                  <a:lnTo>
                    <a:pt x="673298" y="7620"/>
                  </a:lnTo>
                  <a:lnTo>
                    <a:pt x="675888" y="7620"/>
                  </a:lnTo>
                  <a:lnTo>
                    <a:pt x="678478" y="7620"/>
                  </a:lnTo>
                  <a:lnTo>
                    <a:pt x="681067" y="7620"/>
                  </a:lnTo>
                  <a:lnTo>
                    <a:pt x="683657" y="7620"/>
                  </a:lnTo>
                  <a:lnTo>
                    <a:pt x="686246" y="7620"/>
                  </a:lnTo>
                  <a:lnTo>
                    <a:pt x="688836" y="7620"/>
                  </a:lnTo>
                  <a:lnTo>
                    <a:pt x="691426" y="7620"/>
                  </a:lnTo>
                  <a:lnTo>
                    <a:pt x="694015" y="7620"/>
                  </a:lnTo>
                  <a:lnTo>
                    <a:pt x="696605" y="7620"/>
                  </a:lnTo>
                  <a:lnTo>
                    <a:pt x="699195" y="7620"/>
                  </a:lnTo>
                  <a:lnTo>
                    <a:pt x="701784" y="7620"/>
                  </a:lnTo>
                  <a:lnTo>
                    <a:pt x="704374" y="7620"/>
                  </a:lnTo>
                  <a:lnTo>
                    <a:pt x="706963" y="7620"/>
                  </a:lnTo>
                  <a:lnTo>
                    <a:pt x="709553" y="7620"/>
                  </a:lnTo>
                  <a:lnTo>
                    <a:pt x="712143" y="7620"/>
                  </a:lnTo>
                  <a:lnTo>
                    <a:pt x="714732" y="7620"/>
                  </a:lnTo>
                  <a:lnTo>
                    <a:pt x="717322" y="7620"/>
                  </a:lnTo>
                  <a:lnTo>
                    <a:pt x="719911" y="7620"/>
                  </a:lnTo>
                  <a:lnTo>
                    <a:pt x="722501" y="7620"/>
                  </a:lnTo>
                  <a:lnTo>
                    <a:pt x="725091" y="7620"/>
                  </a:lnTo>
                  <a:lnTo>
                    <a:pt x="727680" y="7620"/>
                  </a:lnTo>
                  <a:lnTo>
                    <a:pt x="730270" y="7620"/>
                  </a:lnTo>
                  <a:lnTo>
                    <a:pt x="732859" y="7620"/>
                  </a:lnTo>
                  <a:lnTo>
                    <a:pt x="735449" y="7620"/>
                  </a:lnTo>
                  <a:lnTo>
                    <a:pt x="738039" y="7620"/>
                  </a:lnTo>
                  <a:lnTo>
                    <a:pt x="740628" y="7620"/>
                  </a:lnTo>
                  <a:lnTo>
                    <a:pt x="743218" y="7620"/>
                  </a:lnTo>
                  <a:lnTo>
                    <a:pt x="745808" y="7620"/>
                  </a:lnTo>
                  <a:lnTo>
                    <a:pt x="748397" y="7620"/>
                  </a:lnTo>
                  <a:lnTo>
                    <a:pt x="750987" y="7620"/>
                  </a:lnTo>
                  <a:lnTo>
                    <a:pt x="753576" y="7620"/>
                  </a:lnTo>
                  <a:lnTo>
                    <a:pt x="756166" y="7620"/>
                  </a:lnTo>
                  <a:lnTo>
                    <a:pt x="758756" y="7620"/>
                  </a:lnTo>
                  <a:lnTo>
                    <a:pt x="761345" y="7620"/>
                  </a:lnTo>
                  <a:lnTo>
                    <a:pt x="763935" y="7620"/>
                  </a:lnTo>
                  <a:lnTo>
                    <a:pt x="766524" y="7620"/>
                  </a:lnTo>
                  <a:lnTo>
                    <a:pt x="769114" y="7620"/>
                  </a:lnTo>
                  <a:lnTo>
                    <a:pt x="771704" y="7620"/>
                  </a:lnTo>
                  <a:lnTo>
                    <a:pt x="774293" y="7620"/>
                  </a:lnTo>
                  <a:lnTo>
                    <a:pt x="776883" y="7620"/>
                  </a:lnTo>
                  <a:lnTo>
                    <a:pt x="779472" y="7620"/>
                  </a:lnTo>
                  <a:lnTo>
                    <a:pt x="782062" y="7620"/>
                  </a:lnTo>
                  <a:lnTo>
                    <a:pt x="782062" y="3810"/>
                  </a:lnTo>
                  <a:lnTo>
                    <a:pt x="784652" y="3810"/>
                  </a:lnTo>
                  <a:lnTo>
                    <a:pt x="787241" y="3810"/>
                  </a:lnTo>
                  <a:lnTo>
                    <a:pt x="789831" y="3810"/>
                  </a:lnTo>
                  <a:lnTo>
                    <a:pt x="792421" y="3810"/>
                  </a:lnTo>
                  <a:lnTo>
                    <a:pt x="795010" y="3810"/>
                  </a:lnTo>
                  <a:lnTo>
                    <a:pt x="797600" y="3810"/>
                  </a:lnTo>
                  <a:lnTo>
                    <a:pt x="800189" y="3810"/>
                  </a:lnTo>
                  <a:lnTo>
                    <a:pt x="802779" y="3810"/>
                  </a:lnTo>
                  <a:lnTo>
                    <a:pt x="805369" y="3810"/>
                  </a:lnTo>
                  <a:lnTo>
                    <a:pt x="807958" y="3810"/>
                  </a:lnTo>
                  <a:lnTo>
                    <a:pt x="810548" y="3810"/>
                  </a:lnTo>
                  <a:lnTo>
                    <a:pt x="813137" y="3810"/>
                  </a:lnTo>
                  <a:lnTo>
                    <a:pt x="815727" y="3810"/>
                  </a:lnTo>
                  <a:lnTo>
                    <a:pt x="818317" y="3810"/>
                  </a:lnTo>
                  <a:lnTo>
                    <a:pt x="820906" y="3810"/>
                  </a:lnTo>
                  <a:lnTo>
                    <a:pt x="823496" y="3810"/>
                  </a:lnTo>
                  <a:lnTo>
                    <a:pt x="826085" y="3810"/>
                  </a:lnTo>
                  <a:lnTo>
                    <a:pt x="828675" y="3810"/>
                  </a:lnTo>
                  <a:lnTo>
                    <a:pt x="831265" y="3810"/>
                  </a:lnTo>
                  <a:lnTo>
                    <a:pt x="833854" y="3810"/>
                  </a:lnTo>
                  <a:lnTo>
                    <a:pt x="836444" y="3810"/>
                  </a:lnTo>
                  <a:lnTo>
                    <a:pt x="839034" y="3810"/>
                  </a:lnTo>
                  <a:lnTo>
                    <a:pt x="841623" y="3810"/>
                  </a:lnTo>
                  <a:lnTo>
                    <a:pt x="844213" y="3810"/>
                  </a:lnTo>
                  <a:lnTo>
                    <a:pt x="846802" y="3810"/>
                  </a:lnTo>
                  <a:lnTo>
                    <a:pt x="849392" y="3810"/>
                  </a:lnTo>
                  <a:lnTo>
                    <a:pt x="851982" y="3810"/>
                  </a:lnTo>
                  <a:lnTo>
                    <a:pt x="854571" y="3810"/>
                  </a:lnTo>
                  <a:lnTo>
                    <a:pt x="857161" y="3810"/>
                  </a:lnTo>
                  <a:lnTo>
                    <a:pt x="859750" y="3810"/>
                  </a:lnTo>
                  <a:lnTo>
                    <a:pt x="862340" y="3810"/>
                  </a:lnTo>
                  <a:lnTo>
                    <a:pt x="864930" y="3810"/>
                  </a:lnTo>
                  <a:lnTo>
                    <a:pt x="867519" y="3810"/>
                  </a:lnTo>
                  <a:lnTo>
                    <a:pt x="870109" y="3810"/>
                  </a:lnTo>
                  <a:lnTo>
                    <a:pt x="872698" y="3810"/>
                  </a:lnTo>
                  <a:lnTo>
                    <a:pt x="875288" y="3810"/>
                  </a:lnTo>
                  <a:lnTo>
                    <a:pt x="877878" y="3810"/>
                  </a:lnTo>
                  <a:lnTo>
                    <a:pt x="880467" y="3810"/>
                  </a:lnTo>
                  <a:lnTo>
                    <a:pt x="885647" y="3810"/>
                  </a:lnTo>
                  <a:lnTo>
                    <a:pt x="888236" y="3810"/>
                  </a:lnTo>
                  <a:lnTo>
                    <a:pt x="890826" y="3810"/>
                  </a:lnTo>
                  <a:lnTo>
                    <a:pt x="893415" y="3810"/>
                  </a:lnTo>
                  <a:lnTo>
                    <a:pt x="896005" y="3810"/>
                  </a:lnTo>
                  <a:lnTo>
                    <a:pt x="898595" y="3810"/>
                  </a:lnTo>
                  <a:lnTo>
                    <a:pt x="901184" y="3810"/>
                  </a:lnTo>
                  <a:lnTo>
                    <a:pt x="903774" y="3810"/>
                  </a:lnTo>
                  <a:lnTo>
                    <a:pt x="906363" y="3810"/>
                  </a:lnTo>
                  <a:lnTo>
                    <a:pt x="908953" y="3810"/>
                  </a:lnTo>
                  <a:lnTo>
                    <a:pt x="911543" y="3810"/>
                  </a:lnTo>
                  <a:lnTo>
                    <a:pt x="914132" y="3810"/>
                  </a:lnTo>
                  <a:lnTo>
                    <a:pt x="916722" y="3810"/>
                  </a:lnTo>
                  <a:lnTo>
                    <a:pt x="919311" y="3810"/>
                  </a:lnTo>
                  <a:lnTo>
                    <a:pt x="921901" y="3810"/>
                  </a:lnTo>
                  <a:lnTo>
                    <a:pt x="924491" y="3810"/>
                  </a:lnTo>
                  <a:lnTo>
                    <a:pt x="927080" y="3810"/>
                  </a:lnTo>
                  <a:lnTo>
                    <a:pt x="929670" y="3810"/>
                  </a:lnTo>
                  <a:lnTo>
                    <a:pt x="932260" y="3810"/>
                  </a:lnTo>
                  <a:lnTo>
                    <a:pt x="934849" y="3810"/>
                  </a:lnTo>
                  <a:lnTo>
                    <a:pt x="937439" y="3810"/>
                  </a:lnTo>
                  <a:lnTo>
                    <a:pt x="940028" y="3810"/>
                  </a:lnTo>
                  <a:lnTo>
                    <a:pt x="942618" y="3810"/>
                  </a:lnTo>
                  <a:lnTo>
                    <a:pt x="945208" y="3810"/>
                  </a:lnTo>
                  <a:lnTo>
                    <a:pt x="947797" y="3810"/>
                  </a:lnTo>
                  <a:lnTo>
                    <a:pt x="950387" y="3810"/>
                  </a:lnTo>
                  <a:lnTo>
                    <a:pt x="952976" y="3810"/>
                  </a:lnTo>
                  <a:lnTo>
                    <a:pt x="955566" y="3810"/>
                  </a:lnTo>
                  <a:lnTo>
                    <a:pt x="958156" y="3810"/>
                  </a:lnTo>
                  <a:lnTo>
                    <a:pt x="960745" y="3810"/>
                  </a:lnTo>
                  <a:lnTo>
                    <a:pt x="963335" y="3810"/>
                  </a:lnTo>
                  <a:lnTo>
                    <a:pt x="965924" y="3810"/>
                  </a:lnTo>
                  <a:lnTo>
                    <a:pt x="968514" y="3810"/>
                  </a:lnTo>
                  <a:lnTo>
                    <a:pt x="971104" y="3810"/>
                  </a:lnTo>
                  <a:lnTo>
                    <a:pt x="971104" y="0"/>
                  </a:lnTo>
                  <a:lnTo>
                    <a:pt x="973693" y="0"/>
                  </a:lnTo>
                  <a:lnTo>
                    <a:pt x="976283" y="0"/>
                  </a:lnTo>
                  <a:lnTo>
                    <a:pt x="978873" y="0"/>
                  </a:lnTo>
                  <a:lnTo>
                    <a:pt x="981462" y="0"/>
                  </a:lnTo>
                  <a:lnTo>
                    <a:pt x="984052" y="0"/>
                  </a:lnTo>
                  <a:lnTo>
                    <a:pt x="986641" y="0"/>
                  </a:lnTo>
                  <a:lnTo>
                    <a:pt x="989231" y="0"/>
                  </a:lnTo>
                  <a:lnTo>
                    <a:pt x="991821" y="0"/>
                  </a:lnTo>
                  <a:lnTo>
                    <a:pt x="994410" y="0"/>
                  </a:lnTo>
                  <a:lnTo>
                    <a:pt x="997000" y="0"/>
                  </a:lnTo>
                  <a:lnTo>
                    <a:pt x="999589" y="0"/>
                  </a:lnTo>
                  <a:lnTo>
                    <a:pt x="1002179" y="0"/>
                  </a:lnTo>
                  <a:lnTo>
                    <a:pt x="1004769" y="0"/>
                  </a:lnTo>
                  <a:lnTo>
                    <a:pt x="1007358" y="0"/>
                  </a:lnTo>
                  <a:lnTo>
                    <a:pt x="1009948" y="0"/>
                  </a:lnTo>
                  <a:lnTo>
                    <a:pt x="1012537" y="0"/>
                  </a:lnTo>
                  <a:lnTo>
                    <a:pt x="1015127" y="0"/>
                  </a:lnTo>
                  <a:lnTo>
                    <a:pt x="1017717" y="0"/>
                  </a:lnTo>
                  <a:lnTo>
                    <a:pt x="1020306" y="0"/>
                  </a:lnTo>
                  <a:lnTo>
                    <a:pt x="1022896" y="0"/>
                  </a:lnTo>
                  <a:lnTo>
                    <a:pt x="1025486" y="0"/>
                  </a:lnTo>
                  <a:lnTo>
                    <a:pt x="1028075" y="0"/>
                  </a:lnTo>
                  <a:lnTo>
                    <a:pt x="1030665" y="0"/>
                  </a:lnTo>
                  <a:lnTo>
                    <a:pt x="1033254" y="0"/>
                  </a:lnTo>
                  <a:lnTo>
                    <a:pt x="1035844" y="0"/>
                  </a:lnTo>
                  <a:lnTo>
                    <a:pt x="1038434" y="0"/>
                  </a:lnTo>
                  <a:lnTo>
                    <a:pt x="1041023" y="0"/>
                  </a:lnTo>
                  <a:lnTo>
                    <a:pt x="1043613" y="0"/>
                  </a:lnTo>
                  <a:lnTo>
                    <a:pt x="1046202" y="0"/>
                  </a:lnTo>
                  <a:lnTo>
                    <a:pt x="1048792" y="0"/>
                  </a:lnTo>
                  <a:lnTo>
                    <a:pt x="1051382" y="0"/>
                  </a:lnTo>
                  <a:lnTo>
                    <a:pt x="1053971" y="0"/>
                  </a:lnTo>
                  <a:lnTo>
                    <a:pt x="1056561" y="0"/>
                  </a:lnTo>
                  <a:lnTo>
                    <a:pt x="1059150" y="0"/>
                  </a:lnTo>
                  <a:lnTo>
                    <a:pt x="1061740" y="0"/>
                  </a:lnTo>
                  <a:lnTo>
                    <a:pt x="1064330" y="0"/>
                  </a:lnTo>
                  <a:lnTo>
                    <a:pt x="1066919" y="0"/>
                  </a:lnTo>
                  <a:lnTo>
                    <a:pt x="1069509" y="0"/>
                  </a:lnTo>
                  <a:lnTo>
                    <a:pt x="1072099" y="0"/>
                  </a:lnTo>
                  <a:lnTo>
                    <a:pt x="1074688" y="0"/>
                  </a:lnTo>
                  <a:lnTo>
                    <a:pt x="1077278" y="0"/>
                  </a:lnTo>
                  <a:lnTo>
                    <a:pt x="1079867" y="0"/>
                  </a:lnTo>
                  <a:lnTo>
                    <a:pt x="1082457" y="0"/>
                  </a:lnTo>
                  <a:lnTo>
                    <a:pt x="1085047" y="0"/>
                  </a:lnTo>
                  <a:lnTo>
                    <a:pt x="1087636" y="0"/>
                  </a:lnTo>
                  <a:lnTo>
                    <a:pt x="1090226" y="0"/>
                  </a:lnTo>
                  <a:lnTo>
                    <a:pt x="1092815" y="0"/>
                  </a:lnTo>
                  <a:lnTo>
                    <a:pt x="1095405" y="0"/>
                  </a:lnTo>
                  <a:lnTo>
                    <a:pt x="1097995" y="0"/>
                  </a:lnTo>
                  <a:lnTo>
                    <a:pt x="1100584" y="0"/>
                  </a:lnTo>
                  <a:lnTo>
                    <a:pt x="1103174" y="0"/>
                  </a:lnTo>
                  <a:lnTo>
                    <a:pt x="1105763" y="0"/>
                  </a:lnTo>
                  <a:lnTo>
                    <a:pt x="1108353" y="0"/>
                  </a:lnTo>
                  <a:lnTo>
                    <a:pt x="1110943" y="0"/>
                  </a:lnTo>
                  <a:lnTo>
                    <a:pt x="1113532" y="0"/>
                  </a:lnTo>
                  <a:lnTo>
                    <a:pt x="1116122" y="0"/>
                  </a:lnTo>
                  <a:lnTo>
                    <a:pt x="1118712" y="0"/>
                  </a:lnTo>
                  <a:lnTo>
                    <a:pt x="1121301" y="0"/>
                  </a:lnTo>
                  <a:lnTo>
                    <a:pt x="1123891" y="0"/>
                  </a:lnTo>
                  <a:lnTo>
                    <a:pt x="1126480" y="0"/>
                  </a:lnTo>
                  <a:lnTo>
                    <a:pt x="1129070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87078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90473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tx2563"/>
            <p:cNvSpPr/>
            <p:nvPr/>
          </p:nvSpPr>
          <p:spPr>
            <a:xfrm>
              <a:off x="90928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[1.318, 1.558]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90928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0.968</a:t>
              </a:r>
            </a:p>
          </p:txBody>
        </p:sp>
        <p:sp>
          <p:nvSpPr>
            <p:cNvPr id="2565" name="tx2565"/>
            <p:cNvSpPr/>
            <p:nvPr/>
          </p:nvSpPr>
          <p:spPr>
            <a:xfrm>
              <a:off x="90928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0.904</a:t>
              </a:r>
            </a:p>
          </p:txBody>
        </p:sp>
        <p:sp>
          <p:nvSpPr>
            <p:cNvPr id="2566" name="tx2566"/>
            <p:cNvSpPr/>
            <p:nvPr/>
          </p:nvSpPr>
          <p:spPr>
            <a:xfrm>
              <a:off x="9092891" y="70112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567" name="tx2567"/>
            <p:cNvSpPr/>
            <p:nvPr/>
          </p:nvSpPr>
          <p:spPr>
            <a:xfrm>
              <a:off x="83513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68" name="tx2568"/>
            <p:cNvSpPr/>
            <p:nvPr/>
          </p:nvSpPr>
          <p:spPr>
            <a:xfrm>
              <a:off x="83513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69" name="tx2569"/>
            <p:cNvSpPr/>
            <p:nvPr/>
          </p:nvSpPr>
          <p:spPr>
            <a:xfrm>
              <a:off x="83513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0" name="tx2570"/>
            <p:cNvSpPr/>
            <p:nvPr/>
          </p:nvSpPr>
          <p:spPr>
            <a:xfrm>
              <a:off x="83513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1" name="tx2571"/>
            <p:cNvSpPr/>
            <p:nvPr/>
          </p:nvSpPr>
          <p:spPr>
            <a:xfrm>
              <a:off x="83513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86260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89089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1918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5" name="tx2575"/>
            <p:cNvSpPr/>
            <p:nvPr/>
          </p:nvSpPr>
          <p:spPr>
            <a:xfrm>
              <a:off x="94747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6" name="tx2576"/>
            <p:cNvSpPr/>
            <p:nvPr/>
          </p:nvSpPr>
          <p:spPr>
            <a:xfrm>
              <a:off x="97576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7" name="tx2577"/>
            <p:cNvSpPr/>
            <p:nvPr/>
          </p:nvSpPr>
          <p:spPr>
            <a:xfrm>
              <a:off x="79518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578" name="tx2578"/>
            <p:cNvSpPr/>
            <p:nvPr/>
          </p:nvSpPr>
          <p:spPr>
            <a:xfrm rot="-5400000">
              <a:off x="69802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579" name="tx2579"/>
            <p:cNvSpPr/>
            <p:nvPr/>
          </p:nvSpPr>
          <p:spPr>
            <a:xfrm>
              <a:off x="8707863" y="549616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580" name="rc2580"/>
            <p:cNvSpPr/>
            <p:nvPr/>
          </p:nvSpPr>
          <p:spPr>
            <a:xfrm>
              <a:off x="106981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127101" y="70441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127101" y="6794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127101" y="6545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127101" y="62960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127101" y="60466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127101" y="5797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20416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31024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41632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52240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127101" y="6919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127101" y="66700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127101" y="64206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127101" y="61713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127101" y="59219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5112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25720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36328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46936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90550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2265101" y="66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46911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603446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662752" y="685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5271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2981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414810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451966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93713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2118622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3947819" y="673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404713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4040708" y="664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725631" y="685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945706" y="675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455539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4128595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440533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389087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61221" y="692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484120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427672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504127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471258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74831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2668096" y="642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2673812" y="648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2848158" y="649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2089327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664181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467686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2087898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2108619" y="674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2508756" y="664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58772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463398" y="68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489836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41282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5927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849959" y="684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914981" y="614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804944" y="597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389802" y="694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527706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3196848" y="681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3819918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416239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218793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2438017" y="6788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424099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509128" y="692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495552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472687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66703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918554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446250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90855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2357990" y="686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247946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2458024" y="684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599874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3266872" y="636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28421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496267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47054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99805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40766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81942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48340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436961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45982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533422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475545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87658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454109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47411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2060031" y="621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997152" y="616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2362277" y="654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2318691" y="680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2142916" y="657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2332267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2148633" y="648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2232947" y="644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2552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687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64147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2441590" y="618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465542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2713111" y="62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482691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662038" y="687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479118" y="694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81262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399805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474116" y="679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449108" y="680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967142" y="658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936417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2065033" y="652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3099672" y="68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3347614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3316889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3371908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3353330" y="677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703480" y="6869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206074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86978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37408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536995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476260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474831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47340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546284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476974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404092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481262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578438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99839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467686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35532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45911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52341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558431" y="6943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524133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78136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982862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2193648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2551628" y="682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96981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56128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496267" y="68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520561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444106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411238" y="688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419097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63774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4100729" y="627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4362961" y="643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4374394" y="6406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540568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963569" y="587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990721" y="58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66561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806373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2058602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454824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426243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433388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523419" y="688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524848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628455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651320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48340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537709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2145060" y="686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469829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51198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465542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696335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66203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55414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630598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99805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438390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413381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91231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381227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83371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27672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2436588" y="676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2478031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2357990" y="656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2272246" y="660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3637713" y="671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3619850" y="672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424292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562718" y="684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414810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438390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41409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3246151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2981060" y="63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3085382" y="6619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2964626" y="661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3205423" y="659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3189703" y="657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2575922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2700964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386229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41214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572007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888544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839956" y="684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834954" y="6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606304" y="6842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614879" y="6868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695621" y="684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788509" y="672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916410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2105046" y="6820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546998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602017" y="68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2445877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412667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4057142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4495864" y="629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938561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51286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550571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562718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20561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977860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2267959" y="681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3531248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41981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687046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3399775" y="663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3297597" y="675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49126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3171125" y="671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319756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810660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919983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509843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3642715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284601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2963911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3262585" y="630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3391200" y="637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346908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458397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966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6054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976431" y="67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4849556" y="629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5339724" y="646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459111" y="6829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423385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630598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747781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2045026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2110763" y="667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2385857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2425870" y="659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541997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516274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55986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48340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470544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465542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2119337" y="67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2845299" y="661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439368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3472657" y="632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4113590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4430842" y="651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418383" y="6879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489121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431959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408380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64079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467686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513415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41351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2220086" y="654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579152" y="681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772075" y="6793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41552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416954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89121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68366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37408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391945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52627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622024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587727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483405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491265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55700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552000" y="687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53395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474831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536280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2309402" y="66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2122195" y="657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2180072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2163638" y="66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2289395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3676298" y="657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3750609" y="6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2502325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02697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369795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42195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38424" y="6807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590585" y="680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460540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9126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449822" y="694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583439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521990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459111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411952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4014271" y="648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3861361" y="659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496267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448393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45339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518417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2880311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509128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446250" y="692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486978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2705252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2853159" y="661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545569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547713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479118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512701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3647002" y="683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755641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434103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2756698" y="6520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2821720" y="646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8521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809945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794226" y="674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78065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446250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506985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504841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408380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973573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2100045" y="650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2218657" y="654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2406578" y="658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2444448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549142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506985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490550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2332981" y="639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2540195" y="637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87692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491980" y="693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479118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415525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440533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448393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50269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2144345" y="6129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2190790" y="60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520561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30405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459826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423385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67651" y="695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36961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2018588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98429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2298684" y="663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2480175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2422298" y="65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2350845" y="660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459826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467686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51341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29135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534137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52270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2314404" y="676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461969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463398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48054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458397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2907464" y="652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876397" y="668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894260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749210" y="661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42552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552715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2057887" y="64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2590212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2412294" y="649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629169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3727744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469115" y="691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499125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46964" y="695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60540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25597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3479802" y="63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3459795" y="6398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3454079" y="613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3379053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38424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544140" y="689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3241864" y="588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829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43053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764215" y="677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824236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674185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709197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785651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3991406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4362247" y="673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417718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186472" y="675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185758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5177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520561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937132" y="6759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933559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510557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49412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460540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6411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99839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14130" y="687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5053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64113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506270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539853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496267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515559" y="687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509128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9340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501268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454109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90550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454109" y="690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471973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2115050" y="634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2026448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752783" y="670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828523" y="675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55675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534137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570578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554858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609162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839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86298" y="69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559145" y="694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471258" y="662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69829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520561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64203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80581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4312230" y="678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4267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49626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471973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82691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487692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270817" y="649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275819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336554" y="658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2341556" y="667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464827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2565918" y="661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2883170" y="665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12667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444821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51966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8417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99805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88407" y="686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9626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15559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85549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509128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42677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24814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632742" y="683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717771" y="685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501268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429815" y="69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94123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982147" y="601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095043" y="6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016445" y="68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3365477" y="65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54824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5839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1268" y="689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007156" y="681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29815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486263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05521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436961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99839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500554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2598787" y="629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2410151" y="618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808516" y="683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576294" y="689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3186130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3967112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672725" y="649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729888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759214" y="674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909265" y="669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43839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492694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631313" y="682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700622" y="609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4192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98376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391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07665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6974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1248" y="691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37675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3029648" y="642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3006783" y="64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450537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34137" y="693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32674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648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896404" y="580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761357" y="672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842814" y="671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2008585" y="668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2579494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76226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612021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573436" y="694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705252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448393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81262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874253" y="6480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3304028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5339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21956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61969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41214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5696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2017159" y="6768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3415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500554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19778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36212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520561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2680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436246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472687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46554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655607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70705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730633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846386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852103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791368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506270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0547" y="693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0480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43410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5125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424099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5696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4533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507699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2255812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2693105" y="6690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802800" y="6857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763501" y="685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91265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468400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474116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2061460" y="667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2029306" y="676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77655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803515" y="676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879969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909607" y="619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474831" y="67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379084" y="680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10523" y="680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3519816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484834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434103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54824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875682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514130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454109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547713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47983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425528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640602" y="69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368366" y="695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465542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501268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3359761" y="662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3689874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472687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967142" y="620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2157922" y="616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466256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85549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85549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461255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491265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99805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422670" y="694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414096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89087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552715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550571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431959" y="6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53342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6320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2360848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972144" y="6810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2105761" y="677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2148633" y="678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466256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095757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468400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39104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2237949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2514472" y="679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567720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2045026" y="658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2342985" y="673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2633084" y="621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2749552" y="59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3153262" y="606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2836011" y="607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2122195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120766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162923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2134342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2125768" y="67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2142202" y="670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2123624" y="668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2267959" y="656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4180042" y="595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4139313" y="593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4479430" y="578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496981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85549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533422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582725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40552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484834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74831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348701" y="648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29296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537709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629169" y="688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208289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796369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43391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807087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2147204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578780" y="677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454109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2658807" y="630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4202906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511272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46482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980718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962855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226295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2230804" y="625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2474458" y="6442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2488034" y="6193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886400" y="671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2003583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67686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35566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445535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49108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559860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51484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43195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421956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419097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490550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496981" y="68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527706" y="682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432674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917125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2415152" y="679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2873881" y="6899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07665" y="69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46250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49108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499125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46268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364421" y="646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388715" y="644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3062517" y="665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3120393" y="66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538394" y="66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630568" y="654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50484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35566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20561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5119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49142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369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4827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41997" y="694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531993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2737405" y="637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809945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2193648" y="6361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2245094" y="6170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2241522" y="61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206503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2185074" y="679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2124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2803857" y="678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2317976" y="671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188646" y="669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219079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5053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2152205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238663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3083952" y="64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2060745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444821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572007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2550913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51270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641316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96981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543426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589156" y="694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378369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359077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539853" y="684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12667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96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3038937" y="673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2951764" y="666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2815289" y="658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3213997" y="645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694534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977487" y="672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701337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238663" y="647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2578065" y="628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44696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645603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736349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763501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544140" y="690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2087183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2034308" y="6745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773504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2267959" y="6764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516274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5696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458397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453395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447679" y="684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2147204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66971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2896746" y="641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507699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525562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619880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6356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432301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51127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331552" y="650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22978" y="65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2125768" y="672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4635197" y="642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4087867" y="6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3804199" y="645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3992120" y="644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4422982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502697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83405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51913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53395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52646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474831" y="681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441248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56914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486978" y="684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509128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2210797" y="67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484120" y="67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501983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54914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891402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469115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747781" y="670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6981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91980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2939617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764215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2052171" y="681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2392287" y="678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2462311" y="67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870680" y="670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441248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441962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212291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55986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3021788" y="6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42767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2598072" y="674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438390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394089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336927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36979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396233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466256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525562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454109" y="68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3158264" y="67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3436930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3305457" y="6667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2095043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27706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3719170" y="63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4046424" y="636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8483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501268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3267587" y="58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2788852" y="668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2958195" y="666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2057173" y="687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99159" y="685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55128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69562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2079323" y="671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2476602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995723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518417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89870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564147" y="687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564862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91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5241119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489121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458397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426243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40052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406950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3053942" y="634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2926041" y="622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2953193" y="617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3378339" y="612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41909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80780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2372281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481976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2773846" y="620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499839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2123624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2190790" y="676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809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861392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2063604" y="689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2073607" y="685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4390" y="678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362277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484834" y="692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465542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81976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454824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520561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5053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93409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591299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57002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567005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604161" y="68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3566975" y="678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3551970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3344756" y="6740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46482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93409" y="688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544855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728489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2008585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431959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80547" y="693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4028561" y="65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3486233" y="650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3272588" y="668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414810" y="685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597015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2080752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2695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387658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414096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61255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26957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41962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44821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4839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70578" y="687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500554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49698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459826" y="689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497696" y="688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478403" y="67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457682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396233" y="693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481976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432674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425528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97696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645603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481262" y="693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4837409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82709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952851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2119337" y="686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2362277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8554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61969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6982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778506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2148633" y="67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66256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2548055" y="65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9412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94838" y="688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516274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49626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478403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519846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546284" y="695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3282592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3038223" y="662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4045710" y="6472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23385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361935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497696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507699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503412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528421" y="68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2711682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3639857" y="67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32674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45339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44855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47768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911409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2723829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306751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3133255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3084667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30530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722058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4335095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530564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633257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127101" y="686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11127101" y="57074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tx3566"/>
            <p:cNvSpPr/>
            <p:nvPr/>
          </p:nvSpPr>
          <p:spPr>
            <a:xfrm>
              <a:off x="10864980" y="56200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567" name="tx3567"/>
            <p:cNvSpPr/>
            <p:nvPr/>
          </p:nvSpPr>
          <p:spPr>
            <a:xfrm>
              <a:off x="11128895" y="57917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(4.1%)</a:t>
              </a:r>
            </a:p>
          </p:txBody>
        </p:sp>
        <p:sp>
          <p:nvSpPr>
            <p:cNvPr id="3568" name="pg3568"/>
            <p:cNvSpPr/>
            <p:nvPr/>
          </p:nvSpPr>
          <p:spPr>
            <a:xfrm>
              <a:off x="111271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tx3569"/>
            <p:cNvSpPr/>
            <p:nvPr/>
          </p:nvSpPr>
          <p:spPr>
            <a:xfrm>
              <a:off x="108571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570" name="tx3570"/>
            <p:cNvSpPr/>
            <p:nvPr/>
          </p:nvSpPr>
          <p:spPr>
            <a:xfrm>
              <a:off x="109735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546 (56.8%)</a:t>
              </a:r>
            </a:p>
          </p:txBody>
        </p:sp>
        <p:sp>
          <p:nvSpPr>
            <p:cNvPr id="3571" name="pg3571"/>
            <p:cNvSpPr/>
            <p:nvPr/>
          </p:nvSpPr>
          <p:spPr>
            <a:xfrm>
              <a:off x="12203426" y="57074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tx3572"/>
            <p:cNvSpPr/>
            <p:nvPr/>
          </p:nvSpPr>
          <p:spPr>
            <a:xfrm>
              <a:off x="12245336" y="56200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573" name="tx3573"/>
            <p:cNvSpPr/>
            <p:nvPr/>
          </p:nvSpPr>
          <p:spPr>
            <a:xfrm>
              <a:off x="12299497" y="57917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302 (31.4%)</a:t>
              </a:r>
            </a:p>
          </p:txBody>
        </p:sp>
        <p:sp>
          <p:nvSpPr>
            <p:cNvPr id="3574" name="pg3574"/>
            <p:cNvSpPr/>
            <p:nvPr/>
          </p:nvSpPr>
          <p:spPr>
            <a:xfrm>
              <a:off x="120868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21287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24548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(7.8%)</a:t>
              </a:r>
            </a:p>
          </p:txBody>
        </p:sp>
        <p:sp>
          <p:nvSpPr>
            <p:cNvPr id="3577" name="rc3577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tx3578"/>
            <p:cNvSpPr/>
            <p:nvPr/>
          </p:nvSpPr>
          <p:spPr>
            <a:xfrm>
              <a:off x="11002315" y="6877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1002315" y="66297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0" name="tx3580"/>
            <p:cNvSpPr/>
            <p:nvPr/>
          </p:nvSpPr>
          <p:spPr>
            <a:xfrm>
              <a:off x="10940159" y="63790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81" name="tx3581"/>
            <p:cNvSpPr/>
            <p:nvPr/>
          </p:nvSpPr>
          <p:spPr>
            <a:xfrm>
              <a:off x="10940159" y="6129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82" name="tx3582"/>
            <p:cNvSpPr/>
            <p:nvPr/>
          </p:nvSpPr>
          <p:spPr>
            <a:xfrm>
              <a:off x="10940159" y="58802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3" name="pl3583"/>
            <p:cNvSpPr/>
            <p:nvPr/>
          </p:nvSpPr>
          <p:spPr>
            <a:xfrm>
              <a:off x="11092306" y="69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92306" y="66700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92306" y="6420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92306" y="6171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92306" y="5921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5112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25720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36328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46936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tx3592"/>
            <p:cNvSpPr/>
            <p:nvPr/>
          </p:nvSpPr>
          <p:spPr>
            <a:xfrm>
              <a:off x="114801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93" name="tx3593"/>
            <p:cNvSpPr/>
            <p:nvPr/>
          </p:nvSpPr>
          <p:spPr>
            <a:xfrm>
              <a:off x="125099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4" name="tx3594"/>
            <p:cNvSpPr/>
            <p:nvPr/>
          </p:nvSpPr>
          <p:spPr>
            <a:xfrm>
              <a:off x="135706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95" name="tx3595"/>
            <p:cNvSpPr/>
            <p:nvPr/>
          </p:nvSpPr>
          <p:spPr>
            <a:xfrm>
              <a:off x="146314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596" name="tx3596"/>
            <p:cNvSpPr/>
            <p:nvPr/>
          </p:nvSpPr>
          <p:spPr>
            <a:xfrm>
              <a:off x="124889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597" name="tx3597"/>
            <p:cNvSpPr/>
            <p:nvPr/>
          </p:nvSpPr>
          <p:spPr>
            <a:xfrm rot="-5400000">
              <a:off x="9920956" y="63551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3598" name="tx3598"/>
            <p:cNvSpPr/>
            <p:nvPr/>
          </p:nvSpPr>
          <p:spPr>
            <a:xfrm>
              <a:off x="11127101" y="54797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3599" name="rc3599"/>
            <p:cNvSpPr/>
            <p:nvPr/>
          </p:nvSpPr>
          <p:spPr>
            <a:xfrm>
              <a:off x="162928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69374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69374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69374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69374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71355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74184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77013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79842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69374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69374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69374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69374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69374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69940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72769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75598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78427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81257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69940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658"/>
                  </a:lnTo>
                  <a:lnTo>
                    <a:pt x="0" y="1125656"/>
                  </a:lnTo>
                  <a:lnTo>
                    <a:pt x="0" y="1122654"/>
                  </a:lnTo>
                  <a:lnTo>
                    <a:pt x="0" y="1119653"/>
                  </a:lnTo>
                  <a:lnTo>
                    <a:pt x="0" y="1116651"/>
                  </a:lnTo>
                  <a:lnTo>
                    <a:pt x="0" y="1113649"/>
                  </a:lnTo>
                  <a:lnTo>
                    <a:pt x="0" y="1110647"/>
                  </a:lnTo>
                  <a:lnTo>
                    <a:pt x="0" y="1107646"/>
                  </a:lnTo>
                  <a:lnTo>
                    <a:pt x="0" y="1104644"/>
                  </a:lnTo>
                  <a:lnTo>
                    <a:pt x="0" y="1101642"/>
                  </a:lnTo>
                  <a:lnTo>
                    <a:pt x="0" y="1098640"/>
                  </a:lnTo>
                  <a:lnTo>
                    <a:pt x="0" y="1095639"/>
                  </a:lnTo>
                  <a:lnTo>
                    <a:pt x="0" y="1092637"/>
                  </a:lnTo>
                  <a:lnTo>
                    <a:pt x="0" y="1089635"/>
                  </a:lnTo>
                  <a:lnTo>
                    <a:pt x="0" y="1086633"/>
                  </a:lnTo>
                  <a:lnTo>
                    <a:pt x="1934" y="1086633"/>
                  </a:lnTo>
                  <a:lnTo>
                    <a:pt x="1934" y="1083632"/>
                  </a:lnTo>
                  <a:lnTo>
                    <a:pt x="1934" y="1080630"/>
                  </a:lnTo>
                  <a:lnTo>
                    <a:pt x="1934" y="1077628"/>
                  </a:lnTo>
                  <a:lnTo>
                    <a:pt x="1934" y="1074626"/>
                  </a:lnTo>
                  <a:lnTo>
                    <a:pt x="1934" y="1071625"/>
                  </a:lnTo>
                  <a:lnTo>
                    <a:pt x="1934" y="1068623"/>
                  </a:lnTo>
                  <a:lnTo>
                    <a:pt x="1934" y="1065621"/>
                  </a:lnTo>
                  <a:lnTo>
                    <a:pt x="1934" y="1062619"/>
                  </a:lnTo>
                  <a:lnTo>
                    <a:pt x="1934" y="1059618"/>
                  </a:lnTo>
                  <a:lnTo>
                    <a:pt x="1934" y="1056616"/>
                  </a:lnTo>
                  <a:lnTo>
                    <a:pt x="1934" y="1053614"/>
                  </a:lnTo>
                  <a:lnTo>
                    <a:pt x="1934" y="1050612"/>
                  </a:lnTo>
                  <a:lnTo>
                    <a:pt x="1934" y="1047611"/>
                  </a:lnTo>
                  <a:lnTo>
                    <a:pt x="1934" y="1044609"/>
                  </a:lnTo>
                  <a:lnTo>
                    <a:pt x="1934" y="1041607"/>
                  </a:lnTo>
                  <a:lnTo>
                    <a:pt x="1934" y="1038605"/>
                  </a:lnTo>
                  <a:lnTo>
                    <a:pt x="1934" y="1035604"/>
                  </a:lnTo>
                  <a:lnTo>
                    <a:pt x="1934" y="1032602"/>
                  </a:lnTo>
                  <a:lnTo>
                    <a:pt x="1934" y="1029600"/>
                  </a:lnTo>
                  <a:lnTo>
                    <a:pt x="1934" y="1026598"/>
                  </a:lnTo>
                  <a:lnTo>
                    <a:pt x="1934" y="1023597"/>
                  </a:lnTo>
                  <a:lnTo>
                    <a:pt x="1934" y="1020595"/>
                  </a:lnTo>
                  <a:lnTo>
                    <a:pt x="1934" y="1017593"/>
                  </a:lnTo>
                  <a:lnTo>
                    <a:pt x="1934" y="1014591"/>
                  </a:lnTo>
                  <a:lnTo>
                    <a:pt x="1934" y="1011590"/>
                  </a:lnTo>
                  <a:lnTo>
                    <a:pt x="1934" y="1008588"/>
                  </a:lnTo>
                  <a:lnTo>
                    <a:pt x="1934" y="1005586"/>
                  </a:lnTo>
                  <a:lnTo>
                    <a:pt x="1934" y="1002584"/>
                  </a:lnTo>
                  <a:lnTo>
                    <a:pt x="1934" y="999583"/>
                  </a:lnTo>
                  <a:lnTo>
                    <a:pt x="1934" y="996581"/>
                  </a:lnTo>
                  <a:lnTo>
                    <a:pt x="1934" y="993579"/>
                  </a:lnTo>
                  <a:lnTo>
                    <a:pt x="1934" y="990577"/>
                  </a:lnTo>
                  <a:lnTo>
                    <a:pt x="1934" y="984574"/>
                  </a:lnTo>
                  <a:lnTo>
                    <a:pt x="1934" y="981572"/>
                  </a:lnTo>
                  <a:lnTo>
                    <a:pt x="1934" y="978570"/>
                  </a:lnTo>
                  <a:lnTo>
                    <a:pt x="1934" y="975569"/>
                  </a:lnTo>
                  <a:lnTo>
                    <a:pt x="1934" y="972567"/>
                  </a:lnTo>
                  <a:lnTo>
                    <a:pt x="1934" y="969565"/>
                  </a:lnTo>
                  <a:lnTo>
                    <a:pt x="1934" y="966563"/>
                  </a:lnTo>
                  <a:lnTo>
                    <a:pt x="1934" y="963562"/>
                  </a:lnTo>
                  <a:lnTo>
                    <a:pt x="1934" y="960560"/>
                  </a:lnTo>
                  <a:lnTo>
                    <a:pt x="1934" y="954556"/>
                  </a:lnTo>
                  <a:lnTo>
                    <a:pt x="1934" y="951555"/>
                  </a:lnTo>
                  <a:lnTo>
                    <a:pt x="1934" y="948553"/>
                  </a:lnTo>
                  <a:lnTo>
                    <a:pt x="1934" y="945551"/>
                  </a:lnTo>
                  <a:lnTo>
                    <a:pt x="1934" y="942549"/>
                  </a:lnTo>
                  <a:lnTo>
                    <a:pt x="1934" y="939548"/>
                  </a:lnTo>
                  <a:lnTo>
                    <a:pt x="1934" y="936546"/>
                  </a:lnTo>
                  <a:lnTo>
                    <a:pt x="1934" y="933544"/>
                  </a:lnTo>
                  <a:lnTo>
                    <a:pt x="1934" y="930542"/>
                  </a:lnTo>
                  <a:lnTo>
                    <a:pt x="1934" y="927541"/>
                  </a:lnTo>
                  <a:lnTo>
                    <a:pt x="1934" y="921537"/>
                  </a:lnTo>
                  <a:lnTo>
                    <a:pt x="1934" y="918535"/>
                  </a:lnTo>
                  <a:lnTo>
                    <a:pt x="1934" y="915534"/>
                  </a:lnTo>
                  <a:lnTo>
                    <a:pt x="1934" y="912532"/>
                  </a:lnTo>
                  <a:lnTo>
                    <a:pt x="1934" y="909530"/>
                  </a:lnTo>
                  <a:lnTo>
                    <a:pt x="1934" y="906528"/>
                  </a:lnTo>
                  <a:lnTo>
                    <a:pt x="1934" y="903527"/>
                  </a:lnTo>
                  <a:lnTo>
                    <a:pt x="1934" y="900525"/>
                  </a:lnTo>
                  <a:lnTo>
                    <a:pt x="1934" y="897523"/>
                  </a:lnTo>
                  <a:lnTo>
                    <a:pt x="1934" y="894521"/>
                  </a:lnTo>
                  <a:lnTo>
                    <a:pt x="1934" y="891520"/>
                  </a:lnTo>
                  <a:lnTo>
                    <a:pt x="1934" y="888518"/>
                  </a:lnTo>
                  <a:lnTo>
                    <a:pt x="1934" y="885516"/>
                  </a:lnTo>
                  <a:lnTo>
                    <a:pt x="1934" y="879513"/>
                  </a:lnTo>
                  <a:lnTo>
                    <a:pt x="1934" y="873509"/>
                  </a:lnTo>
                  <a:lnTo>
                    <a:pt x="1934" y="870507"/>
                  </a:lnTo>
                  <a:lnTo>
                    <a:pt x="1934" y="867506"/>
                  </a:lnTo>
                  <a:lnTo>
                    <a:pt x="1934" y="861502"/>
                  </a:lnTo>
                  <a:lnTo>
                    <a:pt x="1934" y="858500"/>
                  </a:lnTo>
                  <a:lnTo>
                    <a:pt x="1934" y="855499"/>
                  </a:lnTo>
                  <a:lnTo>
                    <a:pt x="1934" y="852497"/>
                  </a:lnTo>
                  <a:lnTo>
                    <a:pt x="1934" y="849495"/>
                  </a:lnTo>
                  <a:lnTo>
                    <a:pt x="1934" y="846493"/>
                  </a:lnTo>
                  <a:lnTo>
                    <a:pt x="1934" y="843492"/>
                  </a:lnTo>
                  <a:lnTo>
                    <a:pt x="1934" y="840490"/>
                  </a:lnTo>
                  <a:lnTo>
                    <a:pt x="1934" y="837488"/>
                  </a:lnTo>
                  <a:lnTo>
                    <a:pt x="1934" y="834486"/>
                  </a:lnTo>
                  <a:lnTo>
                    <a:pt x="1934" y="831484"/>
                  </a:lnTo>
                  <a:lnTo>
                    <a:pt x="1934" y="825481"/>
                  </a:lnTo>
                  <a:lnTo>
                    <a:pt x="1934" y="822479"/>
                  </a:lnTo>
                  <a:lnTo>
                    <a:pt x="1934" y="819477"/>
                  </a:lnTo>
                  <a:lnTo>
                    <a:pt x="1934" y="816476"/>
                  </a:lnTo>
                  <a:lnTo>
                    <a:pt x="1934" y="813474"/>
                  </a:lnTo>
                  <a:lnTo>
                    <a:pt x="1934" y="810472"/>
                  </a:lnTo>
                  <a:lnTo>
                    <a:pt x="1934" y="807470"/>
                  </a:lnTo>
                  <a:lnTo>
                    <a:pt x="1934" y="804469"/>
                  </a:lnTo>
                  <a:lnTo>
                    <a:pt x="1934" y="801467"/>
                  </a:lnTo>
                  <a:lnTo>
                    <a:pt x="1934" y="795463"/>
                  </a:lnTo>
                  <a:lnTo>
                    <a:pt x="1934" y="792462"/>
                  </a:lnTo>
                  <a:lnTo>
                    <a:pt x="1934" y="789460"/>
                  </a:lnTo>
                  <a:lnTo>
                    <a:pt x="1934" y="786458"/>
                  </a:lnTo>
                  <a:lnTo>
                    <a:pt x="1934" y="783456"/>
                  </a:lnTo>
                  <a:lnTo>
                    <a:pt x="1934" y="780455"/>
                  </a:lnTo>
                  <a:lnTo>
                    <a:pt x="1934" y="777453"/>
                  </a:lnTo>
                  <a:lnTo>
                    <a:pt x="1934" y="774451"/>
                  </a:lnTo>
                  <a:lnTo>
                    <a:pt x="1934" y="771449"/>
                  </a:lnTo>
                  <a:lnTo>
                    <a:pt x="1934" y="768448"/>
                  </a:lnTo>
                  <a:lnTo>
                    <a:pt x="1934" y="765446"/>
                  </a:lnTo>
                  <a:lnTo>
                    <a:pt x="1934" y="762444"/>
                  </a:lnTo>
                  <a:lnTo>
                    <a:pt x="1934" y="759442"/>
                  </a:lnTo>
                  <a:lnTo>
                    <a:pt x="1934" y="756441"/>
                  </a:lnTo>
                  <a:lnTo>
                    <a:pt x="1934" y="753439"/>
                  </a:lnTo>
                  <a:lnTo>
                    <a:pt x="1934" y="747435"/>
                  </a:lnTo>
                  <a:lnTo>
                    <a:pt x="1934" y="744434"/>
                  </a:lnTo>
                  <a:lnTo>
                    <a:pt x="1934" y="741432"/>
                  </a:lnTo>
                  <a:lnTo>
                    <a:pt x="1934" y="738430"/>
                  </a:lnTo>
                  <a:lnTo>
                    <a:pt x="1934" y="735428"/>
                  </a:lnTo>
                  <a:lnTo>
                    <a:pt x="1934" y="723421"/>
                  </a:lnTo>
                  <a:lnTo>
                    <a:pt x="3868" y="720420"/>
                  </a:lnTo>
                  <a:lnTo>
                    <a:pt x="3868" y="717418"/>
                  </a:lnTo>
                  <a:lnTo>
                    <a:pt x="3868" y="714416"/>
                  </a:lnTo>
                  <a:lnTo>
                    <a:pt x="3868" y="711414"/>
                  </a:lnTo>
                  <a:lnTo>
                    <a:pt x="3868" y="702409"/>
                  </a:lnTo>
                  <a:lnTo>
                    <a:pt x="3868" y="699407"/>
                  </a:lnTo>
                  <a:lnTo>
                    <a:pt x="3868" y="696406"/>
                  </a:lnTo>
                  <a:lnTo>
                    <a:pt x="3868" y="693404"/>
                  </a:lnTo>
                  <a:lnTo>
                    <a:pt x="3868" y="687400"/>
                  </a:lnTo>
                  <a:lnTo>
                    <a:pt x="5803" y="687400"/>
                  </a:lnTo>
                  <a:lnTo>
                    <a:pt x="5803" y="684399"/>
                  </a:lnTo>
                  <a:lnTo>
                    <a:pt x="5803" y="681397"/>
                  </a:lnTo>
                  <a:lnTo>
                    <a:pt x="5803" y="678395"/>
                  </a:lnTo>
                  <a:lnTo>
                    <a:pt x="5803" y="675393"/>
                  </a:lnTo>
                  <a:lnTo>
                    <a:pt x="5803" y="672392"/>
                  </a:lnTo>
                  <a:lnTo>
                    <a:pt x="5803" y="669390"/>
                  </a:lnTo>
                  <a:lnTo>
                    <a:pt x="5803" y="663386"/>
                  </a:lnTo>
                  <a:lnTo>
                    <a:pt x="7737" y="663386"/>
                  </a:lnTo>
                  <a:lnTo>
                    <a:pt x="7737" y="660385"/>
                  </a:lnTo>
                  <a:lnTo>
                    <a:pt x="7737" y="657383"/>
                  </a:lnTo>
                  <a:lnTo>
                    <a:pt x="7737" y="654381"/>
                  </a:lnTo>
                  <a:lnTo>
                    <a:pt x="7737" y="651379"/>
                  </a:lnTo>
                  <a:lnTo>
                    <a:pt x="7737" y="648378"/>
                  </a:lnTo>
                  <a:lnTo>
                    <a:pt x="7737" y="645376"/>
                  </a:lnTo>
                  <a:lnTo>
                    <a:pt x="7737" y="642374"/>
                  </a:lnTo>
                  <a:lnTo>
                    <a:pt x="7737" y="639372"/>
                  </a:lnTo>
                  <a:lnTo>
                    <a:pt x="7737" y="636371"/>
                  </a:lnTo>
                  <a:lnTo>
                    <a:pt x="7737" y="633369"/>
                  </a:lnTo>
                  <a:lnTo>
                    <a:pt x="7737" y="630367"/>
                  </a:lnTo>
                  <a:lnTo>
                    <a:pt x="7737" y="624364"/>
                  </a:lnTo>
                  <a:lnTo>
                    <a:pt x="7737" y="618360"/>
                  </a:lnTo>
                  <a:lnTo>
                    <a:pt x="7737" y="615358"/>
                  </a:lnTo>
                  <a:lnTo>
                    <a:pt x="7737" y="612357"/>
                  </a:lnTo>
                  <a:lnTo>
                    <a:pt x="7737" y="606353"/>
                  </a:lnTo>
                  <a:lnTo>
                    <a:pt x="7737" y="603351"/>
                  </a:lnTo>
                  <a:lnTo>
                    <a:pt x="7737" y="594346"/>
                  </a:lnTo>
                  <a:lnTo>
                    <a:pt x="7737" y="591344"/>
                  </a:lnTo>
                  <a:lnTo>
                    <a:pt x="7737" y="588343"/>
                  </a:lnTo>
                  <a:lnTo>
                    <a:pt x="7737" y="585341"/>
                  </a:lnTo>
                  <a:lnTo>
                    <a:pt x="7737" y="582339"/>
                  </a:lnTo>
                  <a:lnTo>
                    <a:pt x="7737" y="579337"/>
                  </a:lnTo>
                  <a:lnTo>
                    <a:pt x="7737" y="576336"/>
                  </a:lnTo>
                  <a:lnTo>
                    <a:pt x="7737" y="573334"/>
                  </a:lnTo>
                  <a:lnTo>
                    <a:pt x="7737" y="570332"/>
                  </a:lnTo>
                  <a:lnTo>
                    <a:pt x="7737" y="567330"/>
                  </a:lnTo>
                  <a:lnTo>
                    <a:pt x="7737" y="564329"/>
                  </a:lnTo>
                  <a:lnTo>
                    <a:pt x="7737" y="561327"/>
                  </a:lnTo>
                  <a:lnTo>
                    <a:pt x="7737" y="558325"/>
                  </a:lnTo>
                  <a:lnTo>
                    <a:pt x="7737" y="552322"/>
                  </a:lnTo>
                  <a:lnTo>
                    <a:pt x="9672" y="552322"/>
                  </a:lnTo>
                  <a:lnTo>
                    <a:pt x="9672" y="549320"/>
                  </a:lnTo>
                  <a:lnTo>
                    <a:pt x="11606" y="549320"/>
                  </a:lnTo>
                  <a:lnTo>
                    <a:pt x="11606" y="546318"/>
                  </a:lnTo>
                  <a:lnTo>
                    <a:pt x="11606" y="543316"/>
                  </a:lnTo>
                  <a:lnTo>
                    <a:pt x="13541" y="543316"/>
                  </a:lnTo>
                  <a:lnTo>
                    <a:pt x="13541" y="540315"/>
                  </a:lnTo>
                  <a:lnTo>
                    <a:pt x="13541" y="537313"/>
                  </a:lnTo>
                  <a:lnTo>
                    <a:pt x="13541" y="531309"/>
                  </a:lnTo>
                  <a:lnTo>
                    <a:pt x="13541" y="525306"/>
                  </a:lnTo>
                  <a:lnTo>
                    <a:pt x="13541" y="522304"/>
                  </a:lnTo>
                  <a:lnTo>
                    <a:pt x="13541" y="519302"/>
                  </a:lnTo>
                  <a:lnTo>
                    <a:pt x="13541" y="516301"/>
                  </a:lnTo>
                  <a:lnTo>
                    <a:pt x="13541" y="513299"/>
                  </a:lnTo>
                  <a:lnTo>
                    <a:pt x="13541" y="510297"/>
                  </a:lnTo>
                  <a:lnTo>
                    <a:pt x="13541" y="507295"/>
                  </a:lnTo>
                  <a:lnTo>
                    <a:pt x="15475" y="507295"/>
                  </a:lnTo>
                  <a:lnTo>
                    <a:pt x="15475" y="504294"/>
                  </a:lnTo>
                  <a:lnTo>
                    <a:pt x="15475" y="501292"/>
                  </a:lnTo>
                  <a:lnTo>
                    <a:pt x="15475" y="498290"/>
                  </a:lnTo>
                  <a:lnTo>
                    <a:pt x="15475" y="495288"/>
                  </a:lnTo>
                  <a:lnTo>
                    <a:pt x="15475" y="492287"/>
                  </a:lnTo>
                  <a:lnTo>
                    <a:pt x="15475" y="489285"/>
                  </a:lnTo>
                  <a:lnTo>
                    <a:pt x="15475" y="486283"/>
                  </a:lnTo>
                  <a:lnTo>
                    <a:pt x="15475" y="483281"/>
                  </a:lnTo>
                  <a:lnTo>
                    <a:pt x="15475" y="480280"/>
                  </a:lnTo>
                  <a:lnTo>
                    <a:pt x="15475" y="477278"/>
                  </a:lnTo>
                  <a:lnTo>
                    <a:pt x="15475" y="474276"/>
                  </a:lnTo>
                  <a:lnTo>
                    <a:pt x="15475" y="465271"/>
                  </a:lnTo>
                  <a:lnTo>
                    <a:pt x="15475" y="462269"/>
                  </a:lnTo>
                  <a:lnTo>
                    <a:pt x="15475" y="459267"/>
                  </a:lnTo>
                  <a:lnTo>
                    <a:pt x="15475" y="453264"/>
                  </a:lnTo>
                  <a:lnTo>
                    <a:pt x="15475" y="450262"/>
                  </a:lnTo>
                  <a:lnTo>
                    <a:pt x="17410" y="450262"/>
                  </a:lnTo>
                  <a:lnTo>
                    <a:pt x="17410" y="447260"/>
                  </a:lnTo>
                  <a:lnTo>
                    <a:pt x="17410" y="444259"/>
                  </a:lnTo>
                  <a:lnTo>
                    <a:pt x="17410" y="441257"/>
                  </a:lnTo>
                  <a:lnTo>
                    <a:pt x="17410" y="438255"/>
                  </a:lnTo>
                  <a:lnTo>
                    <a:pt x="17410" y="435253"/>
                  </a:lnTo>
                  <a:lnTo>
                    <a:pt x="17410" y="432252"/>
                  </a:lnTo>
                  <a:lnTo>
                    <a:pt x="17410" y="429250"/>
                  </a:lnTo>
                  <a:lnTo>
                    <a:pt x="19344" y="426248"/>
                  </a:lnTo>
                  <a:lnTo>
                    <a:pt x="19344" y="423246"/>
                  </a:lnTo>
                  <a:lnTo>
                    <a:pt x="19344" y="420245"/>
                  </a:lnTo>
                  <a:lnTo>
                    <a:pt x="19344" y="417243"/>
                  </a:lnTo>
                  <a:lnTo>
                    <a:pt x="19344" y="408238"/>
                  </a:lnTo>
                  <a:lnTo>
                    <a:pt x="19344" y="405236"/>
                  </a:lnTo>
                  <a:lnTo>
                    <a:pt x="19344" y="402234"/>
                  </a:lnTo>
                  <a:lnTo>
                    <a:pt x="19344" y="399232"/>
                  </a:lnTo>
                  <a:lnTo>
                    <a:pt x="21279" y="399232"/>
                  </a:lnTo>
                  <a:lnTo>
                    <a:pt x="21279" y="396231"/>
                  </a:lnTo>
                  <a:lnTo>
                    <a:pt x="21279" y="390227"/>
                  </a:lnTo>
                  <a:lnTo>
                    <a:pt x="21279" y="387225"/>
                  </a:lnTo>
                  <a:lnTo>
                    <a:pt x="21279" y="381222"/>
                  </a:lnTo>
                  <a:lnTo>
                    <a:pt x="21279" y="378220"/>
                  </a:lnTo>
                  <a:lnTo>
                    <a:pt x="21279" y="375218"/>
                  </a:lnTo>
                  <a:lnTo>
                    <a:pt x="23213" y="375218"/>
                  </a:lnTo>
                  <a:lnTo>
                    <a:pt x="23213" y="372217"/>
                  </a:lnTo>
                  <a:lnTo>
                    <a:pt x="23213" y="369215"/>
                  </a:lnTo>
                  <a:lnTo>
                    <a:pt x="23213" y="363211"/>
                  </a:lnTo>
                  <a:lnTo>
                    <a:pt x="23213" y="357208"/>
                  </a:lnTo>
                  <a:lnTo>
                    <a:pt x="23213" y="354206"/>
                  </a:lnTo>
                  <a:lnTo>
                    <a:pt x="23213" y="348203"/>
                  </a:lnTo>
                  <a:lnTo>
                    <a:pt x="23213" y="342199"/>
                  </a:lnTo>
                  <a:lnTo>
                    <a:pt x="23213" y="339197"/>
                  </a:lnTo>
                  <a:lnTo>
                    <a:pt x="23213" y="336196"/>
                  </a:lnTo>
                  <a:lnTo>
                    <a:pt x="23213" y="333194"/>
                  </a:lnTo>
                  <a:lnTo>
                    <a:pt x="23213" y="330192"/>
                  </a:lnTo>
                  <a:lnTo>
                    <a:pt x="25148" y="330192"/>
                  </a:lnTo>
                  <a:lnTo>
                    <a:pt x="27082" y="330192"/>
                  </a:lnTo>
                  <a:lnTo>
                    <a:pt x="29016" y="330192"/>
                  </a:lnTo>
                  <a:lnTo>
                    <a:pt x="29016" y="327190"/>
                  </a:lnTo>
                  <a:lnTo>
                    <a:pt x="30951" y="324189"/>
                  </a:lnTo>
                  <a:lnTo>
                    <a:pt x="34820" y="324189"/>
                  </a:lnTo>
                  <a:lnTo>
                    <a:pt x="34820" y="321187"/>
                  </a:lnTo>
                  <a:lnTo>
                    <a:pt x="34820" y="318185"/>
                  </a:lnTo>
                  <a:lnTo>
                    <a:pt x="34820" y="315183"/>
                  </a:lnTo>
                  <a:lnTo>
                    <a:pt x="34820" y="312182"/>
                  </a:lnTo>
                  <a:lnTo>
                    <a:pt x="34820" y="306178"/>
                  </a:lnTo>
                  <a:lnTo>
                    <a:pt x="36754" y="306178"/>
                  </a:lnTo>
                  <a:lnTo>
                    <a:pt x="36754" y="303176"/>
                  </a:lnTo>
                  <a:lnTo>
                    <a:pt x="38689" y="303176"/>
                  </a:lnTo>
                  <a:lnTo>
                    <a:pt x="40623" y="303176"/>
                  </a:lnTo>
                  <a:lnTo>
                    <a:pt x="42558" y="300175"/>
                  </a:lnTo>
                  <a:lnTo>
                    <a:pt x="44492" y="300175"/>
                  </a:lnTo>
                  <a:lnTo>
                    <a:pt x="46427" y="300175"/>
                  </a:lnTo>
                  <a:lnTo>
                    <a:pt x="46427" y="297173"/>
                  </a:lnTo>
                  <a:lnTo>
                    <a:pt x="46427" y="294171"/>
                  </a:lnTo>
                  <a:lnTo>
                    <a:pt x="48361" y="294171"/>
                  </a:lnTo>
                  <a:lnTo>
                    <a:pt x="48361" y="288168"/>
                  </a:lnTo>
                  <a:lnTo>
                    <a:pt x="50296" y="288168"/>
                  </a:lnTo>
                  <a:lnTo>
                    <a:pt x="50296" y="282164"/>
                  </a:lnTo>
                  <a:lnTo>
                    <a:pt x="52230" y="279162"/>
                  </a:lnTo>
                  <a:lnTo>
                    <a:pt x="52230" y="276161"/>
                  </a:lnTo>
                  <a:lnTo>
                    <a:pt x="52230" y="273159"/>
                  </a:lnTo>
                  <a:lnTo>
                    <a:pt x="52230" y="270157"/>
                  </a:lnTo>
                  <a:lnTo>
                    <a:pt x="52230" y="267155"/>
                  </a:lnTo>
                  <a:lnTo>
                    <a:pt x="54164" y="267155"/>
                  </a:lnTo>
                  <a:lnTo>
                    <a:pt x="54164" y="261152"/>
                  </a:lnTo>
                  <a:lnTo>
                    <a:pt x="56099" y="261152"/>
                  </a:lnTo>
                  <a:lnTo>
                    <a:pt x="56099" y="255148"/>
                  </a:lnTo>
                  <a:lnTo>
                    <a:pt x="58033" y="246143"/>
                  </a:lnTo>
                  <a:lnTo>
                    <a:pt x="58033" y="243141"/>
                  </a:lnTo>
                  <a:lnTo>
                    <a:pt x="59968" y="243141"/>
                  </a:lnTo>
                  <a:lnTo>
                    <a:pt x="61902" y="243141"/>
                  </a:lnTo>
                  <a:lnTo>
                    <a:pt x="65771" y="243141"/>
                  </a:lnTo>
                  <a:lnTo>
                    <a:pt x="65771" y="240140"/>
                  </a:lnTo>
                  <a:lnTo>
                    <a:pt x="67706" y="237138"/>
                  </a:lnTo>
                  <a:lnTo>
                    <a:pt x="73509" y="237138"/>
                  </a:lnTo>
                  <a:lnTo>
                    <a:pt x="73509" y="231134"/>
                  </a:lnTo>
                  <a:lnTo>
                    <a:pt x="75444" y="231134"/>
                  </a:lnTo>
                  <a:lnTo>
                    <a:pt x="75444" y="228133"/>
                  </a:lnTo>
                  <a:lnTo>
                    <a:pt x="75444" y="225131"/>
                  </a:lnTo>
                  <a:lnTo>
                    <a:pt x="79312" y="225131"/>
                  </a:lnTo>
                  <a:lnTo>
                    <a:pt x="81247" y="225131"/>
                  </a:lnTo>
                  <a:lnTo>
                    <a:pt x="81247" y="222129"/>
                  </a:lnTo>
                  <a:lnTo>
                    <a:pt x="85116" y="219127"/>
                  </a:lnTo>
                  <a:lnTo>
                    <a:pt x="88985" y="219127"/>
                  </a:lnTo>
                  <a:lnTo>
                    <a:pt x="92854" y="216126"/>
                  </a:lnTo>
                  <a:lnTo>
                    <a:pt x="94788" y="216126"/>
                  </a:lnTo>
                  <a:lnTo>
                    <a:pt x="96723" y="210122"/>
                  </a:lnTo>
                  <a:lnTo>
                    <a:pt x="98657" y="210122"/>
                  </a:lnTo>
                  <a:lnTo>
                    <a:pt x="98657" y="207120"/>
                  </a:lnTo>
                  <a:lnTo>
                    <a:pt x="100592" y="204119"/>
                  </a:lnTo>
                  <a:lnTo>
                    <a:pt x="102526" y="204119"/>
                  </a:lnTo>
                  <a:lnTo>
                    <a:pt x="104460" y="204119"/>
                  </a:lnTo>
                  <a:lnTo>
                    <a:pt x="104460" y="201117"/>
                  </a:lnTo>
                  <a:lnTo>
                    <a:pt x="106395" y="201117"/>
                  </a:lnTo>
                  <a:lnTo>
                    <a:pt x="108329" y="201117"/>
                  </a:lnTo>
                  <a:lnTo>
                    <a:pt x="110264" y="201117"/>
                  </a:lnTo>
                  <a:lnTo>
                    <a:pt x="114133" y="198115"/>
                  </a:lnTo>
                  <a:lnTo>
                    <a:pt x="118002" y="198115"/>
                  </a:lnTo>
                  <a:lnTo>
                    <a:pt x="121871" y="198115"/>
                  </a:lnTo>
                  <a:lnTo>
                    <a:pt x="123805" y="198115"/>
                  </a:lnTo>
                  <a:lnTo>
                    <a:pt x="125740" y="195113"/>
                  </a:lnTo>
                  <a:lnTo>
                    <a:pt x="125740" y="192112"/>
                  </a:lnTo>
                  <a:lnTo>
                    <a:pt x="127674" y="192112"/>
                  </a:lnTo>
                  <a:lnTo>
                    <a:pt x="129608" y="192112"/>
                  </a:lnTo>
                  <a:lnTo>
                    <a:pt x="131543" y="192112"/>
                  </a:lnTo>
                  <a:lnTo>
                    <a:pt x="135412" y="192112"/>
                  </a:lnTo>
                  <a:lnTo>
                    <a:pt x="137346" y="189110"/>
                  </a:lnTo>
                  <a:lnTo>
                    <a:pt x="143150" y="186108"/>
                  </a:lnTo>
                  <a:lnTo>
                    <a:pt x="145084" y="186108"/>
                  </a:lnTo>
                  <a:lnTo>
                    <a:pt x="147019" y="186108"/>
                  </a:lnTo>
                  <a:lnTo>
                    <a:pt x="147019" y="183106"/>
                  </a:lnTo>
                  <a:lnTo>
                    <a:pt x="148953" y="180105"/>
                  </a:lnTo>
                  <a:lnTo>
                    <a:pt x="148953" y="177103"/>
                  </a:lnTo>
                  <a:lnTo>
                    <a:pt x="152822" y="177103"/>
                  </a:lnTo>
                  <a:lnTo>
                    <a:pt x="156691" y="171099"/>
                  </a:lnTo>
                  <a:lnTo>
                    <a:pt x="162494" y="171099"/>
                  </a:lnTo>
                  <a:lnTo>
                    <a:pt x="166363" y="171099"/>
                  </a:lnTo>
                  <a:lnTo>
                    <a:pt x="168298" y="171099"/>
                  </a:lnTo>
                  <a:lnTo>
                    <a:pt x="170232" y="171099"/>
                  </a:lnTo>
                  <a:lnTo>
                    <a:pt x="172167" y="168098"/>
                  </a:lnTo>
                  <a:lnTo>
                    <a:pt x="176036" y="168098"/>
                  </a:lnTo>
                  <a:lnTo>
                    <a:pt x="176036" y="165096"/>
                  </a:lnTo>
                  <a:lnTo>
                    <a:pt x="179904" y="165096"/>
                  </a:lnTo>
                  <a:lnTo>
                    <a:pt x="183773" y="165096"/>
                  </a:lnTo>
                  <a:lnTo>
                    <a:pt x="185708" y="165096"/>
                  </a:lnTo>
                  <a:lnTo>
                    <a:pt x="189577" y="165096"/>
                  </a:lnTo>
                  <a:lnTo>
                    <a:pt x="189577" y="162094"/>
                  </a:lnTo>
                  <a:lnTo>
                    <a:pt x="193446" y="162094"/>
                  </a:lnTo>
                  <a:lnTo>
                    <a:pt x="195380" y="162094"/>
                  </a:lnTo>
                  <a:lnTo>
                    <a:pt x="199249" y="162094"/>
                  </a:lnTo>
                  <a:lnTo>
                    <a:pt x="201184" y="162094"/>
                  </a:lnTo>
                  <a:lnTo>
                    <a:pt x="203118" y="162094"/>
                  </a:lnTo>
                  <a:lnTo>
                    <a:pt x="205052" y="162094"/>
                  </a:lnTo>
                  <a:lnTo>
                    <a:pt x="205052" y="159092"/>
                  </a:lnTo>
                  <a:lnTo>
                    <a:pt x="208921" y="159092"/>
                  </a:lnTo>
                  <a:lnTo>
                    <a:pt x="212790" y="159092"/>
                  </a:lnTo>
                  <a:lnTo>
                    <a:pt x="216659" y="159092"/>
                  </a:lnTo>
                  <a:lnTo>
                    <a:pt x="220528" y="156091"/>
                  </a:lnTo>
                  <a:lnTo>
                    <a:pt x="222463" y="156091"/>
                  </a:lnTo>
                  <a:lnTo>
                    <a:pt x="224397" y="156091"/>
                  </a:lnTo>
                  <a:lnTo>
                    <a:pt x="226332" y="153089"/>
                  </a:lnTo>
                  <a:lnTo>
                    <a:pt x="232135" y="150087"/>
                  </a:lnTo>
                  <a:lnTo>
                    <a:pt x="234069" y="150087"/>
                  </a:lnTo>
                  <a:lnTo>
                    <a:pt x="234069" y="147085"/>
                  </a:lnTo>
                  <a:lnTo>
                    <a:pt x="234069" y="144084"/>
                  </a:lnTo>
                  <a:lnTo>
                    <a:pt x="236004" y="144084"/>
                  </a:lnTo>
                  <a:lnTo>
                    <a:pt x="237938" y="144084"/>
                  </a:lnTo>
                  <a:lnTo>
                    <a:pt x="239873" y="144084"/>
                  </a:lnTo>
                  <a:lnTo>
                    <a:pt x="247611" y="141082"/>
                  </a:lnTo>
                  <a:lnTo>
                    <a:pt x="251480" y="141082"/>
                  </a:lnTo>
                  <a:lnTo>
                    <a:pt x="255348" y="132077"/>
                  </a:lnTo>
                  <a:lnTo>
                    <a:pt x="257283" y="126073"/>
                  </a:lnTo>
                  <a:lnTo>
                    <a:pt x="261152" y="126073"/>
                  </a:lnTo>
                  <a:lnTo>
                    <a:pt x="263086" y="123071"/>
                  </a:lnTo>
                  <a:lnTo>
                    <a:pt x="266955" y="123071"/>
                  </a:lnTo>
                  <a:lnTo>
                    <a:pt x="268890" y="123071"/>
                  </a:lnTo>
                  <a:lnTo>
                    <a:pt x="272759" y="120070"/>
                  </a:lnTo>
                  <a:lnTo>
                    <a:pt x="278562" y="120070"/>
                  </a:lnTo>
                  <a:lnTo>
                    <a:pt x="280496" y="120070"/>
                  </a:lnTo>
                  <a:lnTo>
                    <a:pt x="284365" y="117068"/>
                  </a:lnTo>
                  <a:lnTo>
                    <a:pt x="286300" y="117068"/>
                  </a:lnTo>
                  <a:lnTo>
                    <a:pt x="288234" y="117068"/>
                  </a:lnTo>
                  <a:lnTo>
                    <a:pt x="292103" y="117068"/>
                  </a:lnTo>
                  <a:lnTo>
                    <a:pt x="294038" y="111064"/>
                  </a:lnTo>
                  <a:lnTo>
                    <a:pt x="295972" y="111064"/>
                  </a:lnTo>
                  <a:lnTo>
                    <a:pt x="299841" y="111064"/>
                  </a:lnTo>
                  <a:lnTo>
                    <a:pt x="303710" y="111064"/>
                  </a:lnTo>
                  <a:lnTo>
                    <a:pt x="305644" y="111064"/>
                  </a:lnTo>
                  <a:lnTo>
                    <a:pt x="309513" y="111064"/>
                  </a:lnTo>
                  <a:lnTo>
                    <a:pt x="315317" y="111064"/>
                  </a:lnTo>
                  <a:lnTo>
                    <a:pt x="323055" y="111064"/>
                  </a:lnTo>
                  <a:lnTo>
                    <a:pt x="326924" y="108063"/>
                  </a:lnTo>
                  <a:lnTo>
                    <a:pt x="328858" y="108063"/>
                  </a:lnTo>
                  <a:lnTo>
                    <a:pt x="336596" y="108063"/>
                  </a:lnTo>
                  <a:lnTo>
                    <a:pt x="340465" y="108063"/>
                  </a:lnTo>
                  <a:lnTo>
                    <a:pt x="348203" y="108063"/>
                  </a:lnTo>
                  <a:lnTo>
                    <a:pt x="354006" y="108063"/>
                  </a:lnTo>
                  <a:lnTo>
                    <a:pt x="361744" y="102059"/>
                  </a:lnTo>
                  <a:lnTo>
                    <a:pt x="367547" y="102059"/>
                  </a:lnTo>
                  <a:lnTo>
                    <a:pt x="371416" y="102059"/>
                  </a:lnTo>
                  <a:lnTo>
                    <a:pt x="379154" y="99057"/>
                  </a:lnTo>
                  <a:lnTo>
                    <a:pt x="386892" y="99057"/>
                  </a:lnTo>
                  <a:lnTo>
                    <a:pt x="388826" y="99057"/>
                  </a:lnTo>
                  <a:lnTo>
                    <a:pt x="394630" y="96056"/>
                  </a:lnTo>
                  <a:lnTo>
                    <a:pt x="400433" y="96056"/>
                  </a:lnTo>
                  <a:lnTo>
                    <a:pt x="406236" y="96056"/>
                  </a:lnTo>
                  <a:lnTo>
                    <a:pt x="408171" y="93054"/>
                  </a:lnTo>
                  <a:lnTo>
                    <a:pt x="413974" y="90052"/>
                  </a:lnTo>
                  <a:lnTo>
                    <a:pt x="419778" y="90052"/>
                  </a:lnTo>
                  <a:lnTo>
                    <a:pt x="421712" y="87050"/>
                  </a:lnTo>
                  <a:lnTo>
                    <a:pt x="425581" y="87050"/>
                  </a:lnTo>
                  <a:lnTo>
                    <a:pt x="431384" y="87050"/>
                  </a:lnTo>
                  <a:lnTo>
                    <a:pt x="435253" y="87050"/>
                  </a:lnTo>
                  <a:lnTo>
                    <a:pt x="437188" y="87050"/>
                  </a:lnTo>
                  <a:lnTo>
                    <a:pt x="439122" y="87050"/>
                  </a:lnTo>
                  <a:lnTo>
                    <a:pt x="444926" y="87050"/>
                  </a:lnTo>
                  <a:lnTo>
                    <a:pt x="444926" y="84049"/>
                  </a:lnTo>
                  <a:lnTo>
                    <a:pt x="458467" y="84049"/>
                  </a:lnTo>
                  <a:lnTo>
                    <a:pt x="466205" y="84049"/>
                  </a:lnTo>
                  <a:lnTo>
                    <a:pt x="470074" y="78045"/>
                  </a:lnTo>
                  <a:lnTo>
                    <a:pt x="473943" y="78045"/>
                  </a:lnTo>
                  <a:lnTo>
                    <a:pt x="479746" y="78045"/>
                  </a:lnTo>
                  <a:lnTo>
                    <a:pt x="481680" y="78045"/>
                  </a:lnTo>
                  <a:lnTo>
                    <a:pt x="485549" y="78045"/>
                  </a:lnTo>
                  <a:lnTo>
                    <a:pt x="493287" y="78045"/>
                  </a:lnTo>
                  <a:lnTo>
                    <a:pt x="502960" y="78045"/>
                  </a:lnTo>
                  <a:lnTo>
                    <a:pt x="502960" y="75043"/>
                  </a:lnTo>
                  <a:lnTo>
                    <a:pt x="506828" y="72042"/>
                  </a:lnTo>
                  <a:lnTo>
                    <a:pt x="518435" y="72042"/>
                  </a:lnTo>
                  <a:lnTo>
                    <a:pt x="526173" y="72042"/>
                  </a:lnTo>
                  <a:lnTo>
                    <a:pt x="533911" y="72042"/>
                  </a:lnTo>
                  <a:lnTo>
                    <a:pt x="539714" y="72042"/>
                  </a:lnTo>
                  <a:lnTo>
                    <a:pt x="543583" y="72042"/>
                  </a:lnTo>
                  <a:lnTo>
                    <a:pt x="547452" y="72042"/>
                  </a:lnTo>
                  <a:lnTo>
                    <a:pt x="553256" y="72042"/>
                  </a:lnTo>
                  <a:lnTo>
                    <a:pt x="560993" y="72042"/>
                  </a:lnTo>
                  <a:lnTo>
                    <a:pt x="566797" y="72042"/>
                  </a:lnTo>
                  <a:lnTo>
                    <a:pt x="570666" y="72042"/>
                  </a:lnTo>
                  <a:lnTo>
                    <a:pt x="572600" y="72042"/>
                  </a:lnTo>
                  <a:lnTo>
                    <a:pt x="574535" y="69040"/>
                  </a:lnTo>
                  <a:lnTo>
                    <a:pt x="586141" y="69040"/>
                  </a:lnTo>
                  <a:lnTo>
                    <a:pt x="590010" y="66038"/>
                  </a:lnTo>
                  <a:lnTo>
                    <a:pt x="599683" y="60035"/>
                  </a:lnTo>
                  <a:lnTo>
                    <a:pt x="605486" y="57033"/>
                  </a:lnTo>
                  <a:lnTo>
                    <a:pt x="613224" y="57033"/>
                  </a:lnTo>
                  <a:lnTo>
                    <a:pt x="620962" y="57033"/>
                  </a:lnTo>
                  <a:lnTo>
                    <a:pt x="632568" y="54031"/>
                  </a:lnTo>
                  <a:lnTo>
                    <a:pt x="636437" y="51029"/>
                  </a:lnTo>
                  <a:lnTo>
                    <a:pt x="644175" y="51029"/>
                  </a:lnTo>
                  <a:lnTo>
                    <a:pt x="657716" y="51029"/>
                  </a:lnTo>
                  <a:lnTo>
                    <a:pt x="663520" y="51029"/>
                  </a:lnTo>
                  <a:lnTo>
                    <a:pt x="667389" y="51029"/>
                  </a:lnTo>
                  <a:lnTo>
                    <a:pt x="669323" y="51029"/>
                  </a:lnTo>
                  <a:lnTo>
                    <a:pt x="675127" y="51029"/>
                  </a:lnTo>
                  <a:lnTo>
                    <a:pt x="678996" y="48028"/>
                  </a:lnTo>
                  <a:lnTo>
                    <a:pt x="680930" y="48028"/>
                  </a:lnTo>
                  <a:lnTo>
                    <a:pt x="684799" y="42024"/>
                  </a:lnTo>
                  <a:lnTo>
                    <a:pt x="694471" y="42024"/>
                  </a:lnTo>
                  <a:lnTo>
                    <a:pt x="698340" y="42024"/>
                  </a:lnTo>
                  <a:lnTo>
                    <a:pt x="702209" y="42024"/>
                  </a:lnTo>
                  <a:lnTo>
                    <a:pt x="708012" y="42024"/>
                  </a:lnTo>
                  <a:lnTo>
                    <a:pt x="711881" y="39022"/>
                  </a:lnTo>
                  <a:lnTo>
                    <a:pt x="719619" y="36021"/>
                  </a:lnTo>
                  <a:lnTo>
                    <a:pt x="723488" y="36021"/>
                  </a:lnTo>
                  <a:lnTo>
                    <a:pt x="731226" y="36021"/>
                  </a:lnTo>
                  <a:lnTo>
                    <a:pt x="737029" y="33019"/>
                  </a:lnTo>
                  <a:lnTo>
                    <a:pt x="740898" y="27015"/>
                  </a:lnTo>
                  <a:lnTo>
                    <a:pt x="742833" y="27015"/>
                  </a:lnTo>
                  <a:lnTo>
                    <a:pt x="750571" y="24014"/>
                  </a:lnTo>
                  <a:lnTo>
                    <a:pt x="758308" y="24014"/>
                  </a:lnTo>
                  <a:lnTo>
                    <a:pt x="764112" y="24014"/>
                  </a:lnTo>
                  <a:lnTo>
                    <a:pt x="773784" y="24014"/>
                  </a:lnTo>
                  <a:lnTo>
                    <a:pt x="777653" y="24014"/>
                  </a:lnTo>
                  <a:lnTo>
                    <a:pt x="781522" y="24014"/>
                  </a:lnTo>
                  <a:lnTo>
                    <a:pt x="791194" y="21012"/>
                  </a:lnTo>
                  <a:lnTo>
                    <a:pt x="796998" y="21012"/>
                  </a:lnTo>
                  <a:lnTo>
                    <a:pt x="802801" y="18010"/>
                  </a:lnTo>
                  <a:lnTo>
                    <a:pt x="810539" y="15008"/>
                  </a:lnTo>
                  <a:lnTo>
                    <a:pt x="822146" y="15008"/>
                  </a:lnTo>
                  <a:lnTo>
                    <a:pt x="824080" y="15008"/>
                  </a:lnTo>
                  <a:lnTo>
                    <a:pt x="837621" y="15008"/>
                  </a:lnTo>
                  <a:lnTo>
                    <a:pt x="843425" y="15008"/>
                  </a:lnTo>
                  <a:lnTo>
                    <a:pt x="847294" y="15008"/>
                  </a:lnTo>
                  <a:lnTo>
                    <a:pt x="851163" y="15008"/>
                  </a:lnTo>
                  <a:lnTo>
                    <a:pt x="853097" y="15008"/>
                  </a:lnTo>
                  <a:lnTo>
                    <a:pt x="856966" y="15008"/>
                  </a:lnTo>
                  <a:lnTo>
                    <a:pt x="864704" y="12007"/>
                  </a:lnTo>
                  <a:lnTo>
                    <a:pt x="866638" y="9005"/>
                  </a:lnTo>
                  <a:lnTo>
                    <a:pt x="868573" y="9005"/>
                  </a:lnTo>
                  <a:lnTo>
                    <a:pt x="878245" y="9005"/>
                  </a:lnTo>
                  <a:lnTo>
                    <a:pt x="882114" y="9005"/>
                  </a:lnTo>
                  <a:lnTo>
                    <a:pt x="889852" y="6003"/>
                  </a:lnTo>
                  <a:lnTo>
                    <a:pt x="893721" y="6003"/>
                  </a:lnTo>
                  <a:lnTo>
                    <a:pt x="895655" y="6003"/>
                  </a:lnTo>
                  <a:lnTo>
                    <a:pt x="899524" y="6003"/>
                  </a:lnTo>
                  <a:lnTo>
                    <a:pt x="903393" y="6003"/>
                  </a:lnTo>
                  <a:lnTo>
                    <a:pt x="911131" y="6003"/>
                  </a:lnTo>
                  <a:lnTo>
                    <a:pt x="915000" y="6003"/>
                  </a:lnTo>
                  <a:lnTo>
                    <a:pt x="920803" y="6003"/>
                  </a:lnTo>
                  <a:lnTo>
                    <a:pt x="924672" y="6003"/>
                  </a:lnTo>
                  <a:lnTo>
                    <a:pt x="926607" y="6003"/>
                  </a:lnTo>
                  <a:lnTo>
                    <a:pt x="928541" y="6003"/>
                  </a:lnTo>
                  <a:lnTo>
                    <a:pt x="934344" y="6003"/>
                  </a:lnTo>
                  <a:lnTo>
                    <a:pt x="942082" y="6003"/>
                  </a:lnTo>
                  <a:lnTo>
                    <a:pt x="945951" y="6003"/>
                  </a:lnTo>
                  <a:lnTo>
                    <a:pt x="953689" y="6003"/>
                  </a:lnTo>
                  <a:lnTo>
                    <a:pt x="961427" y="6003"/>
                  </a:lnTo>
                  <a:lnTo>
                    <a:pt x="967230" y="6003"/>
                  </a:lnTo>
                  <a:lnTo>
                    <a:pt x="969165" y="6003"/>
                  </a:lnTo>
                  <a:lnTo>
                    <a:pt x="974968" y="6003"/>
                  </a:lnTo>
                  <a:lnTo>
                    <a:pt x="976903" y="6003"/>
                  </a:lnTo>
                  <a:lnTo>
                    <a:pt x="980772" y="6003"/>
                  </a:lnTo>
                  <a:lnTo>
                    <a:pt x="986575" y="6003"/>
                  </a:lnTo>
                  <a:lnTo>
                    <a:pt x="994313" y="3001"/>
                  </a:lnTo>
                  <a:lnTo>
                    <a:pt x="998182" y="3001"/>
                  </a:lnTo>
                  <a:lnTo>
                    <a:pt x="1000116" y="3001"/>
                  </a:lnTo>
                  <a:lnTo>
                    <a:pt x="1002051" y="3001"/>
                  </a:lnTo>
                  <a:lnTo>
                    <a:pt x="1007854" y="3001"/>
                  </a:lnTo>
                  <a:lnTo>
                    <a:pt x="1009789" y="3001"/>
                  </a:lnTo>
                  <a:lnTo>
                    <a:pt x="1017526" y="3001"/>
                  </a:lnTo>
                  <a:lnTo>
                    <a:pt x="1021395" y="3001"/>
                  </a:lnTo>
                  <a:lnTo>
                    <a:pt x="1025264" y="3001"/>
                  </a:lnTo>
                  <a:lnTo>
                    <a:pt x="1027199" y="0"/>
                  </a:lnTo>
                  <a:lnTo>
                    <a:pt x="1029133" y="0"/>
                  </a:lnTo>
                  <a:lnTo>
                    <a:pt x="1034937" y="0"/>
                  </a:lnTo>
                  <a:lnTo>
                    <a:pt x="1036871" y="0"/>
                  </a:lnTo>
                  <a:lnTo>
                    <a:pt x="1040740" y="0"/>
                  </a:lnTo>
                  <a:lnTo>
                    <a:pt x="1044609" y="0"/>
                  </a:lnTo>
                  <a:lnTo>
                    <a:pt x="1048478" y="0"/>
                  </a:lnTo>
                  <a:lnTo>
                    <a:pt x="1050412" y="0"/>
                  </a:lnTo>
                  <a:lnTo>
                    <a:pt x="1054281" y="0"/>
                  </a:lnTo>
                  <a:lnTo>
                    <a:pt x="1058150" y="0"/>
                  </a:lnTo>
                  <a:lnTo>
                    <a:pt x="1060085" y="0"/>
                  </a:lnTo>
                  <a:lnTo>
                    <a:pt x="1062019" y="0"/>
                  </a:lnTo>
                  <a:lnTo>
                    <a:pt x="1065888" y="0"/>
                  </a:lnTo>
                  <a:lnTo>
                    <a:pt x="1067822" y="0"/>
                  </a:lnTo>
                  <a:lnTo>
                    <a:pt x="1069757" y="0"/>
                  </a:lnTo>
                  <a:lnTo>
                    <a:pt x="1077495" y="0"/>
                  </a:lnTo>
                  <a:lnTo>
                    <a:pt x="1079429" y="0"/>
                  </a:lnTo>
                  <a:lnTo>
                    <a:pt x="1083298" y="0"/>
                  </a:lnTo>
                  <a:lnTo>
                    <a:pt x="1085233" y="0"/>
                  </a:lnTo>
                  <a:lnTo>
                    <a:pt x="1089101" y="0"/>
                  </a:lnTo>
                  <a:lnTo>
                    <a:pt x="1092970" y="0"/>
                  </a:lnTo>
                  <a:lnTo>
                    <a:pt x="1098774" y="0"/>
                  </a:lnTo>
                  <a:lnTo>
                    <a:pt x="1100708" y="0"/>
                  </a:lnTo>
                  <a:lnTo>
                    <a:pt x="1102643" y="0"/>
                  </a:lnTo>
                  <a:lnTo>
                    <a:pt x="1106512" y="0"/>
                  </a:lnTo>
                  <a:lnTo>
                    <a:pt x="1108446" y="0"/>
                  </a:lnTo>
                  <a:lnTo>
                    <a:pt x="1114249" y="0"/>
                  </a:lnTo>
                  <a:lnTo>
                    <a:pt x="1116184" y="0"/>
                  </a:lnTo>
                  <a:lnTo>
                    <a:pt x="1118118" y="0"/>
                  </a:lnTo>
                  <a:lnTo>
                    <a:pt x="1120053" y="0"/>
                  </a:lnTo>
                  <a:lnTo>
                    <a:pt x="1127791" y="0"/>
                  </a:lnTo>
                  <a:lnTo>
                    <a:pt x="1129725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69374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172769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tx3621"/>
            <p:cNvSpPr/>
            <p:nvPr/>
          </p:nvSpPr>
          <p:spPr>
            <a:xfrm>
              <a:off x="173224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3622" name="tx3622"/>
            <p:cNvSpPr/>
            <p:nvPr/>
          </p:nvSpPr>
          <p:spPr>
            <a:xfrm>
              <a:off x="173224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3623" name="tx3623"/>
            <p:cNvSpPr/>
            <p:nvPr/>
          </p:nvSpPr>
          <p:spPr>
            <a:xfrm>
              <a:off x="173224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3624" name="tx3624"/>
            <p:cNvSpPr/>
            <p:nvPr/>
          </p:nvSpPr>
          <p:spPr>
            <a:xfrm>
              <a:off x="17322491" y="70112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0.801</a:t>
              </a:r>
            </a:p>
          </p:txBody>
        </p:sp>
        <p:sp>
          <p:nvSpPr>
            <p:cNvPr id="3625" name="tx3625"/>
            <p:cNvSpPr/>
            <p:nvPr/>
          </p:nvSpPr>
          <p:spPr>
            <a:xfrm>
              <a:off x="165809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26" name="tx3626"/>
            <p:cNvSpPr/>
            <p:nvPr/>
          </p:nvSpPr>
          <p:spPr>
            <a:xfrm>
              <a:off x="165809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27" name="tx3627"/>
            <p:cNvSpPr/>
            <p:nvPr/>
          </p:nvSpPr>
          <p:spPr>
            <a:xfrm>
              <a:off x="165809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28" name="tx3628"/>
            <p:cNvSpPr/>
            <p:nvPr/>
          </p:nvSpPr>
          <p:spPr>
            <a:xfrm>
              <a:off x="165809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29" name="tx3629"/>
            <p:cNvSpPr/>
            <p:nvPr/>
          </p:nvSpPr>
          <p:spPr>
            <a:xfrm>
              <a:off x="165809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0" name="tx3630"/>
            <p:cNvSpPr/>
            <p:nvPr/>
          </p:nvSpPr>
          <p:spPr>
            <a:xfrm>
              <a:off x="168556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31" name="tx3631"/>
            <p:cNvSpPr/>
            <p:nvPr/>
          </p:nvSpPr>
          <p:spPr>
            <a:xfrm>
              <a:off x="171385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32" name="tx3632"/>
            <p:cNvSpPr/>
            <p:nvPr/>
          </p:nvSpPr>
          <p:spPr>
            <a:xfrm>
              <a:off x="174214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33" name="tx3633"/>
            <p:cNvSpPr/>
            <p:nvPr/>
          </p:nvSpPr>
          <p:spPr>
            <a:xfrm>
              <a:off x="177043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34" name="tx3634"/>
            <p:cNvSpPr/>
            <p:nvPr/>
          </p:nvSpPr>
          <p:spPr>
            <a:xfrm>
              <a:off x="179872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5" name="tx3635"/>
            <p:cNvSpPr/>
            <p:nvPr/>
          </p:nvSpPr>
          <p:spPr>
            <a:xfrm>
              <a:off x="161814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636" name="tx3636"/>
            <p:cNvSpPr/>
            <p:nvPr/>
          </p:nvSpPr>
          <p:spPr>
            <a:xfrm rot="-5400000">
              <a:off x="152098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637" name="tx3637"/>
            <p:cNvSpPr/>
            <p:nvPr/>
          </p:nvSpPr>
          <p:spPr>
            <a:xfrm>
              <a:off x="16937463" y="549876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3638" name="rc3638"/>
            <p:cNvSpPr/>
            <p:nvPr/>
          </p:nvSpPr>
          <p:spPr>
            <a:xfrm>
              <a:off x="24685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2868926" y="901917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2868926" y="867663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2868926" y="833409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2868926" y="799155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312512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09513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5065147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60351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700517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2868926" y="91904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2868926" y="88479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2868926" y="850536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2868926" y="81628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361013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58014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5550153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652016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3997423" y="8933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163382" y="9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3804023" y="90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665832" y="88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4671060" y="884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30485" y="883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4135287" y="895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3977169" y="8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3876548" y="89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49335" y="902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3980436" y="8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4386185" y="895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185597" y="88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3574032" y="901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3551164" y="899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060475" y="88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259103" y="902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309413" y="903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3783768" y="90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4110458" y="908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4021599" y="882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4046427" y="88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108498" y="895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4454137" y="898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4492033" y="891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382265" y="870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4303859" y="866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552471" y="886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6105885" y="882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94418" y="881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4952013" y="879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7175" y="892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142801" y="8939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4462631" y="902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36006" y="8797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6337182" y="873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4034666" y="902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4299939" y="903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3768740" y="8822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3606701" y="882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4828524" y="88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4936332" y="8728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209446" y="872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327054" y="875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98273" y="87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01540" y="87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987623" y="870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6277724" y="871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256162" y="882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3670079" y="917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3846492" y="904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3677920" y="892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3674000" y="896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896803" y="885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756979" y="884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560965" y="901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030746" y="897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4146394" y="890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4254856" y="889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4426695" y="858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4461324" y="892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4186904" y="878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4229374" y="873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4328034" y="888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4493993" y="888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4342409" y="89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408074" y="900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89779" y="88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384552" y="88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3756979" y="88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3788995" y="901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3858907" y="90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875894" y="888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6214999" y="885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6045774" y="8903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6054268" y="890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3997423" y="897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3994157" y="8943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3828851" y="891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3898110" y="890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3922938" y="886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4572399" y="902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4862500" y="894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4038586" y="892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141821" y="877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303533" y="886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4061455" y="898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4602454" y="883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429962" y="880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39534" y="889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853680" y="889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584486" y="891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636757" y="891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3971942" y="908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3960181" y="881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3836692" y="899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3911177" y="894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4062762" y="903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4288831" y="904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4081710" y="874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3945153" y="8976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4886675" y="8880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298305" y="899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600168" y="898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3643944" y="889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4272497" y="90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4525355" y="905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4368544" y="907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4633817" y="877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4740318" y="878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109478" y="873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4819377" y="872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4166649" y="894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4165342" y="890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203892" y="89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4177757" y="902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4169916" y="893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4184944" y="901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4167956" y="8998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6048387" y="8768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6011144" y="86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6322154" y="86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3632183" y="899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3715816" y="88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4130713" y="902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3868707" y="891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3878508" y="9060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4265963" y="888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4488766" y="888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3951033" y="902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4058188" y="89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4388145" y="8992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410360" y="861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026499" y="8923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079423" y="893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3636104" y="9003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3626956" y="899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4729210" y="887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4231987" y="880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4279031" y="879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4275764" y="876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4114379" y="903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4224147" y="89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4345676" y="89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4227414" y="897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4229374" y="897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4194091" y="887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4273150" y="879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046100" y="88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4925225" y="889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4800429" y="890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65016" y="878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4690008" y="90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3730844" y="8825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3813823" y="89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3838652" y="88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3638064" y="898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3847799" y="904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4299939" y="893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4189518" y="89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4933719" y="868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4998404" y="8779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964101" y="893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704709" y="89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876548" y="896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6270537" y="902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3599514" y="9026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3642637" y="910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3824277" y="884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4989256" y="881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4052" y="89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68871" y="9010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248649" y="896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926205" y="88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14019" y="886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4490726" y="874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3587753" y="88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018658" y="89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4901703" y="891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4926532" y="894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315293" y="88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3879161" y="900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4762533" y="886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3597554" y="88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3658972" y="90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3692948" y="908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487786" y="896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74065" y="88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284584" y="889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909870" y="87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3544630" y="895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3547244" y="87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3550511" y="878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4190824" y="904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04284" y="89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3973902" y="905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4716796" y="8982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0720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2868926" y="898042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99236" y="78410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tx3857"/>
            <p:cNvSpPr/>
            <p:nvPr/>
          </p:nvSpPr>
          <p:spPr>
            <a:xfrm>
              <a:off x="2941146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858" name="tx3858"/>
            <p:cNvSpPr/>
            <p:nvPr/>
          </p:nvSpPr>
          <p:spPr>
            <a:xfrm>
              <a:off x="3205061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3859" name="pg3859"/>
            <p:cNvSpPr/>
            <p:nvPr/>
          </p:nvSpPr>
          <p:spPr>
            <a:xfrm>
              <a:off x="2891391" y="8569772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tx3860"/>
            <p:cNvSpPr/>
            <p:nvPr/>
          </p:nvSpPr>
          <p:spPr>
            <a:xfrm>
              <a:off x="2933301" y="8582282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861" name="tx3861"/>
            <p:cNvSpPr/>
            <p:nvPr/>
          </p:nvSpPr>
          <p:spPr>
            <a:xfrm>
              <a:off x="3205061" y="8781745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3862" name="pg3862"/>
            <p:cNvSpPr/>
            <p:nvPr/>
          </p:nvSpPr>
          <p:spPr>
            <a:xfrm>
              <a:off x="4166115" y="78410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2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tx3863"/>
            <p:cNvSpPr/>
            <p:nvPr/>
          </p:nvSpPr>
          <p:spPr>
            <a:xfrm>
              <a:off x="4208025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864" name="tx3864"/>
            <p:cNvSpPr/>
            <p:nvPr/>
          </p:nvSpPr>
          <p:spPr>
            <a:xfrm>
              <a:off x="4378694" y="79253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3865" name="pg3865"/>
            <p:cNvSpPr/>
            <p:nvPr/>
          </p:nvSpPr>
          <p:spPr>
            <a:xfrm>
              <a:off x="4049539" y="8569772"/>
              <a:ext cx="1015608" cy="384988"/>
            </a:xfrm>
            <a:custGeom>
              <a:avLst/>
              <a:pathLst>
                <a:path w="1015608" h="384988">
                  <a:moveTo>
                    <a:pt x="25145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2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2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tx3866"/>
            <p:cNvSpPr/>
            <p:nvPr/>
          </p:nvSpPr>
          <p:spPr>
            <a:xfrm>
              <a:off x="4091449" y="8582282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867" name="tx3867"/>
            <p:cNvSpPr/>
            <p:nvPr/>
          </p:nvSpPr>
          <p:spPr>
            <a:xfrm>
              <a:off x="4339881" y="8781745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3868" name="rc3868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tx3869"/>
            <p:cNvSpPr/>
            <p:nvPr/>
          </p:nvSpPr>
          <p:spPr>
            <a:xfrm>
              <a:off x="2706923" y="9148749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3870" name="tx3870"/>
            <p:cNvSpPr/>
            <p:nvPr/>
          </p:nvSpPr>
          <p:spPr>
            <a:xfrm>
              <a:off x="2706923" y="880790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871" name="tx3871"/>
            <p:cNvSpPr/>
            <p:nvPr/>
          </p:nvSpPr>
          <p:spPr>
            <a:xfrm>
              <a:off x="2744140" y="84636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72" name="tx3872"/>
            <p:cNvSpPr/>
            <p:nvPr/>
          </p:nvSpPr>
          <p:spPr>
            <a:xfrm>
              <a:off x="2744140" y="812282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873" name="pl3873"/>
            <p:cNvSpPr/>
            <p:nvPr/>
          </p:nvSpPr>
          <p:spPr>
            <a:xfrm>
              <a:off x="2834131" y="91904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2834131" y="88479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2834131" y="850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2834131" y="8162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3610131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58014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5550153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6520164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tx3881"/>
            <p:cNvSpPr/>
            <p:nvPr/>
          </p:nvSpPr>
          <p:spPr>
            <a:xfrm>
              <a:off x="3579053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82" name="tx3882"/>
            <p:cNvSpPr/>
            <p:nvPr/>
          </p:nvSpPr>
          <p:spPr>
            <a:xfrm>
              <a:off x="4517986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3" name="tx3883"/>
            <p:cNvSpPr/>
            <p:nvPr/>
          </p:nvSpPr>
          <p:spPr>
            <a:xfrm>
              <a:off x="548799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84" name="tx3884"/>
            <p:cNvSpPr/>
            <p:nvPr/>
          </p:nvSpPr>
          <p:spPr>
            <a:xfrm>
              <a:off x="6458009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885" name="tx3885"/>
            <p:cNvSpPr/>
            <p:nvPr/>
          </p:nvSpPr>
          <p:spPr>
            <a:xfrm>
              <a:off x="4245018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886" name="tx3886"/>
            <p:cNvSpPr/>
            <p:nvPr/>
          </p:nvSpPr>
          <p:spPr>
            <a:xfrm rot="-5400000">
              <a:off x="1788491" y="84887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3887" name="tx3887"/>
            <p:cNvSpPr/>
            <p:nvPr/>
          </p:nvSpPr>
          <p:spPr>
            <a:xfrm>
              <a:off x="2868926" y="761338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3888" name="rc3888"/>
            <p:cNvSpPr/>
            <p:nvPr/>
          </p:nvSpPr>
          <p:spPr>
            <a:xfrm>
              <a:off x="80632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87078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87078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87078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87078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89059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91888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94717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97546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87078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87078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87078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87078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87078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87644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90473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93302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96131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98961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87644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87078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90473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tx3910"/>
            <p:cNvSpPr/>
            <p:nvPr/>
          </p:nvSpPr>
          <p:spPr>
            <a:xfrm>
              <a:off x="9092891" y="84609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-5.89 [-5.983, -3.554]</a:t>
              </a:r>
            </a:p>
          </p:txBody>
        </p:sp>
        <p:sp>
          <p:nvSpPr>
            <p:cNvPr id="3911" name="tx3911"/>
            <p:cNvSpPr/>
            <p:nvPr/>
          </p:nvSpPr>
          <p:spPr>
            <a:xfrm>
              <a:off x="90928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3912" name="tx3912"/>
            <p:cNvSpPr/>
            <p:nvPr/>
          </p:nvSpPr>
          <p:spPr>
            <a:xfrm>
              <a:off x="9092891" y="89263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3913" name="tx3913"/>
            <p:cNvSpPr/>
            <p:nvPr/>
          </p:nvSpPr>
          <p:spPr>
            <a:xfrm>
              <a:off x="9092891" y="91448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3914" name="tx3914"/>
            <p:cNvSpPr/>
            <p:nvPr/>
          </p:nvSpPr>
          <p:spPr>
            <a:xfrm>
              <a:off x="83513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15" name="tx3915"/>
            <p:cNvSpPr/>
            <p:nvPr/>
          </p:nvSpPr>
          <p:spPr>
            <a:xfrm>
              <a:off x="83513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16" name="tx3916"/>
            <p:cNvSpPr/>
            <p:nvPr/>
          </p:nvSpPr>
          <p:spPr>
            <a:xfrm>
              <a:off x="83513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17" name="tx3917"/>
            <p:cNvSpPr/>
            <p:nvPr/>
          </p:nvSpPr>
          <p:spPr>
            <a:xfrm>
              <a:off x="83513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18" name="tx3918"/>
            <p:cNvSpPr/>
            <p:nvPr/>
          </p:nvSpPr>
          <p:spPr>
            <a:xfrm>
              <a:off x="83513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19" name="tx3919"/>
            <p:cNvSpPr/>
            <p:nvPr/>
          </p:nvSpPr>
          <p:spPr>
            <a:xfrm>
              <a:off x="86260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20" name="tx3920"/>
            <p:cNvSpPr/>
            <p:nvPr/>
          </p:nvSpPr>
          <p:spPr>
            <a:xfrm>
              <a:off x="89089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21" name="tx3921"/>
            <p:cNvSpPr/>
            <p:nvPr/>
          </p:nvSpPr>
          <p:spPr>
            <a:xfrm>
              <a:off x="91918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22" name="tx3922"/>
            <p:cNvSpPr/>
            <p:nvPr/>
          </p:nvSpPr>
          <p:spPr>
            <a:xfrm>
              <a:off x="94747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23" name="tx3923"/>
            <p:cNvSpPr/>
            <p:nvPr/>
          </p:nvSpPr>
          <p:spPr>
            <a:xfrm>
              <a:off x="97576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24" name="tx3924"/>
            <p:cNvSpPr/>
            <p:nvPr/>
          </p:nvSpPr>
          <p:spPr>
            <a:xfrm>
              <a:off x="79518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925" name="tx3925"/>
            <p:cNvSpPr/>
            <p:nvPr/>
          </p:nvSpPr>
          <p:spPr>
            <a:xfrm rot="-5400000">
              <a:off x="69802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926" name="tx3926"/>
            <p:cNvSpPr/>
            <p:nvPr/>
          </p:nvSpPr>
          <p:spPr>
            <a:xfrm>
              <a:off x="8707863" y="76323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3927" name="rc3927"/>
            <p:cNvSpPr/>
            <p:nvPr/>
          </p:nvSpPr>
          <p:spPr>
            <a:xfrm>
              <a:off x="106981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rc3928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11127101" y="91777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11127101" y="89283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11127101" y="86789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11127101" y="84296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11127101" y="81802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11127101" y="79308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1204166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131024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14163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1522404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11127101" y="90530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11127101" y="88036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11127101" y="85542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11127101" y="83049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11127101" y="80555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1151126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1257206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136328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1469364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51966" y="895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725631" y="90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4128595" y="862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427672" y="90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504127" y="904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471258" y="905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995723" y="887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587727" y="90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36280" y="90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804944" y="869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3819918" y="89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424099" y="909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446250" y="903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2458024" y="891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71973" y="89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470544" y="903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407665" y="899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381942" y="899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483405" y="901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2161494" y="87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2142916" y="864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2441590" y="861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662038" y="893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481262" y="89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371908" y="895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3353330" y="893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703480" y="901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474831" y="894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04092" y="90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487692" y="898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368366" y="89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435532" y="89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524133" y="898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411238" y="903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19097" y="90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612021" y="89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100729" y="877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665610" y="897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2058602" y="90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426243" y="8946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523419" y="89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524848" y="90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651320" y="902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483405" y="900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537709" y="89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469829" y="899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511986" y="902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2998923" y="875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3101101" y="87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554144" y="9069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630598" y="90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438390" y="9046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414096" y="896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3085382" y="846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386229" y="896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341214" y="8959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2445877" y="894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4057142" y="868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4203621" y="863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485549" y="9033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91265" y="899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3171125" y="882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3197563" y="890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509843" y="890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3642715" y="8885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2963911" y="872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3262585" y="871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3469084" y="871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458397" y="908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451966" y="90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460540" y="90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516274" y="90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2119337" y="895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408380" y="892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2220086" y="867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772075" y="894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415525" y="896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557002" y="906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2079323" y="896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2932472" y="889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479833" y="901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519132" y="904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459826" y="901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509128" y="897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486978" y="900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2853159" y="897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520561" y="89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3647002" y="885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3699877" y="8740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755641" y="906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434103" y="893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2821720" y="880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2332981" y="8637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487692" y="905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491980" y="903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448393" y="896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520561" y="897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423385" y="902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2018588" y="894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534137" y="90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749210" y="86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2590212" y="884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538424" y="902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544140" y="904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520561" y="906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500554" y="900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494123" y="898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506270" y="900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464113" y="902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506270" y="898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454109" y="897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493409" y="896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501268" y="898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855675" y="886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534137" y="904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554858" y="907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491980" y="898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520561" y="898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326209" y="898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2565918" y="896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2883170" y="895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488407" y="905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496267" y="906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623453" y="904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501268" y="900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429815" y="905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379084" y="90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2007156" y="884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499839" y="903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515559" y="90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3967112" y="89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3729888" y="900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391231" y="896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3006783" y="868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32674" y="899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842814" y="895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2008585" y="895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448393" y="9071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513415" y="909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500554" y="910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511986" y="908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520561" y="909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456968" y="9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802800" y="887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413381" y="902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377655" y="901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410523" y="9044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484834" y="905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454824" y="9088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399805" y="900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422670" y="902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414096" y="903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533422" y="901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632027" y="90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2352274" y="863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2105761" y="888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468400" y="9041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2162923" y="900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2134342" y="8958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2125768" y="899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2142202" y="885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582725" y="906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2082896" y="907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2147204" y="897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2474458" y="8655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68366" y="892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446964" y="8771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425528" y="870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3062517" y="870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3120393" y="86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3538394" y="8531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558431" y="897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2193648" y="868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2241522" y="875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2803857" y="879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2317976" y="88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2190790" y="882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482691" y="899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499125" y="8993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452680" y="900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01949" y="8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3083952" y="877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2060745" y="890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378369" y="902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459111" y="903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3213997" y="87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645603" y="89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763501" y="898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544140" y="9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2034308" y="883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411952" y="888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463398" y="8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463398" y="893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453395" y="897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25562" y="908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963569" y="89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2174356" y="889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2432301" y="89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569149" y="909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84120" y="845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494838" y="859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549142" y="896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2462311" y="899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416239" y="903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441248" y="897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2122910" y="895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3158264" y="87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3436930" y="88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2095043" y="89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4046424" y="867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484834" y="896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2953193" y="889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809231" y="901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861392" y="900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12063604" y="89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12073607" y="8998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11484834" y="8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13566975" y="883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13551970" y="870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11544855" y="900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11431959" y="897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11597015" y="90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11414096" y="898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11441962" y="904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11444821" y="902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11448393" y="903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11497696" y="90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11396233" y="89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11481976" y="9007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11425528" y="90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11497696" y="90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11645603" y="905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11952851" y="890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12119337" y="88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12362277" y="884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11461969" y="903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11466256" y="890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11779935" y="904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11494123" y="9090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11429101" y="901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13038223" y="876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14045710" y="85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11507699" y="893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11503412" y="893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11528421" y="8943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12723829" y="884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11421956" y="900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6700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127101" y="897838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7" name="pg4197"/>
            <p:cNvSpPr/>
            <p:nvPr/>
          </p:nvSpPr>
          <p:spPr>
            <a:xfrm>
              <a:off x="11127101" y="78410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tx4198"/>
            <p:cNvSpPr/>
            <p:nvPr/>
          </p:nvSpPr>
          <p:spPr>
            <a:xfrm>
              <a:off x="108649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199" name="tx4199"/>
            <p:cNvSpPr/>
            <p:nvPr/>
          </p:nvSpPr>
          <p:spPr>
            <a:xfrm>
              <a:off x="11128895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(9.7%)</a:t>
              </a:r>
            </a:p>
          </p:txBody>
        </p:sp>
        <p:sp>
          <p:nvSpPr>
            <p:cNvPr id="4200" name="pg4200"/>
            <p:cNvSpPr/>
            <p:nvPr/>
          </p:nvSpPr>
          <p:spPr>
            <a:xfrm>
              <a:off x="11127101" y="90101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tx4201"/>
            <p:cNvSpPr/>
            <p:nvPr/>
          </p:nvSpPr>
          <p:spPr>
            <a:xfrm>
              <a:off x="10857135" y="90226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202" name="tx4202"/>
            <p:cNvSpPr/>
            <p:nvPr/>
          </p:nvSpPr>
          <p:spPr>
            <a:xfrm>
              <a:off x="10973506" y="92221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134 (54.3%)</a:t>
              </a:r>
            </a:p>
          </p:txBody>
        </p:sp>
        <p:sp>
          <p:nvSpPr>
            <p:cNvPr id="4203" name="pg4203"/>
            <p:cNvSpPr/>
            <p:nvPr/>
          </p:nvSpPr>
          <p:spPr>
            <a:xfrm>
              <a:off x="12203426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tx4204"/>
            <p:cNvSpPr/>
            <p:nvPr/>
          </p:nvSpPr>
          <p:spPr>
            <a:xfrm>
              <a:off x="12245336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205" name="tx4205"/>
            <p:cNvSpPr/>
            <p:nvPr/>
          </p:nvSpPr>
          <p:spPr>
            <a:xfrm>
              <a:off x="12377192" y="79253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 (29.6%)</a:t>
              </a:r>
            </a:p>
          </p:txBody>
        </p:sp>
        <p:sp>
          <p:nvSpPr>
            <p:cNvPr id="4206" name="pg4206"/>
            <p:cNvSpPr/>
            <p:nvPr/>
          </p:nvSpPr>
          <p:spPr>
            <a:xfrm>
              <a:off x="12086851" y="90101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tx4207"/>
            <p:cNvSpPr/>
            <p:nvPr/>
          </p:nvSpPr>
          <p:spPr>
            <a:xfrm>
              <a:off x="12128761" y="90226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208" name="tx4208"/>
            <p:cNvSpPr/>
            <p:nvPr/>
          </p:nvSpPr>
          <p:spPr>
            <a:xfrm>
              <a:off x="12454886" y="92221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(6.5%)</a:t>
              </a:r>
            </a:p>
          </p:txBody>
        </p:sp>
        <p:sp>
          <p:nvSpPr>
            <p:cNvPr id="4209" name="rc4209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tx4210"/>
            <p:cNvSpPr/>
            <p:nvPr/>
          </p:nvSpPr>
          <p:spPr>
            <a:xfrm>
              <a:off x="11002315" y="90113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11" name="tx4211"/>
            <p:cNvSpPr/>
            <p:nvPr/>
          </p:nvSpPr>
          <p:spPr>
            <a:xfrm>
              <a:off x="11002315" y="87633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12" name="tx4212"/>
            <p:cNvSpPr/>
            <p:nvPr/>
          </p:nvSpPr>
          <p:spPr>
            <a:xfrm>
              <a:off x="10940159" y="8512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13" name="tx4213"/>
            <p:cNvSpPr/>
            <p:nvPr/>
          </p:nvSpPr>
          <p:spPr>
            <a:xfrm>
              <a:off x="10940159" y="82632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4" name="tx4214"/>
            <p:cNvSpPr/>
            <p:nvPr/>
          </p:nvSpPr>
          <p:spPr>
            <a:xfrm>
              <a:off x="10940159" y="80138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15" name="pl4215"/>
            <p:cNvSpPr/>
            <p:nvPr/>
          </p:nvSpPr>
          <p:spPr>
            <a:xfrm>
              <a:off x="11092306" y="9053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92306" y="8803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92306" y="8554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92306" y="83049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92306" y="8055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51126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257206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3632855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469364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tx4224"/>
            <p:cNvSpPr/>
            <p:nvPr/>
          </p:nvSpPr>
          <p:spPr>
            <a:xfrm>
              <a:off x="11480192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5" name="tx4225"/>
            <p:cNvSpPr/>
            <p:nvPr/>
          </p:nvSpPr>
          <p:spPr>
            <a:xfrm>
              <a:off x="1250990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26" name="tx4226"/>
            <p:cNvSpPr/>
            <p:nvPr/>
          </p:nvSpPr>
          <p:spPr>
            <a:xfrm>
              <a:off x="13570699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27" name="tx4227"/>
            <p:cNvSpPr/>
            <p:nvPr/>
          </p:nvSpPr>
          <p:spPr>
            <a:xfrm>
              <a:off x="14631492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228" name="tx4228"/>
            <p:cNvSpPr/>
            <p:nvPr/>
          </p:nvSpPr>
          <p:spPr>
            <a:xfrm>
              <a:off x="12488906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229" name="tx4229"/>
            <p:cNvSpPr/>
            <p:nvPr/>
          </p:nvSpPr>
          <p:spPr>
            <a:xfrm rot="-5400000">
              <a:off x="9963726" y="84887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4230" name="tx4230"/>
            <p:cNvSpPr/>
            <p:nvPr/>
          </p:nvSpPr>
          <p:spPr>
            <a:xfrm>
              <a:off x="11127101" y="760921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4231" name="rc4231"/>
            <p:cNvSpPr/>
            <p:nvPr/>
          </p:nvSpPr>
          <p:spPr>
            <a:xfrm>
              <a:off x="162928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69374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69374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69374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69374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71355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74184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77013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79842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69374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69374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69374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69374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69374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69940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72769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75598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78427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81257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69940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7162" y="1131660"/>
                  </a:lnTo>
                  <a:lnTo>
                    <a:pt x="7162" y="1118944"/>
                  </a:lnTo>
                  <a:lnTo>
                    <a:pt x="7162" y="1106229"/>
                  </a:lnTo>
                  <a:lnTo>
                    <a:pt x="7162" y="1093514"/>
                  </a:lnTo>
                  <a:lnTo>
                    <a:pt x="14324" y="1093514"/>
                  </a:lnTo>
                  <a:lnTo>
                    <a:pt x="14324" y="1080798"/>
                  </a:lnTo>
                  <a:lnTo>
                    <a:pt x="14324" y="1068083"/>
                  </a:lnTo>
                  <a:lnTo>
                    <a:pt x="14324" y="1055368"/>
                  </a:lnTo>
                  <a:lnTo>
                    <a:pt x="14324" y="1042653"/>
                  </a:lnTo>
                  <a:lnTo>
                    <a:pt x="14324" y="1029937"/>
                  </a:lnTo>
                  <a:lnTo>
                    <a:pt x="14324" y="1017222"/>
                  </a:lnTo>
                  <a:lnTo>
                    <a:pt x="14324" y="1004507"/>
                  </a:lnTo>
                  <a:lnTo>
                    <a:pt x="14324" y="991791"/>
                  </a:lnTo>
                  <a:lnTo>
                    <a:pt x="14324" y="979076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21487" y="953646"/>
                  </a:lnTo>
                  <a:lnTo>
                    <a:pt x="21487" y="940930"/>
                  </a:lnTo>
                  <a:lnTo>
                    <a:pt x="21487" y="928215"/>
                  </a:lnTo>
                  <a:lnTo>
                    <a:pt x="21487" y="915500"/>
                  </a:lnTo>
                  <a:lnTo>
                    <a:pt x="21487" y="902785"/>
                  </a:lnTo>
                  <a:lnTo>
                    <a:pt x="21487" y="890069"/>
                  </a:lnTo>
                  <a:lnTo>
                    <a:pt x="28649" y="890069"/>
                  </a:lnTo>
                  <a:lnTo>
                    <a:pt x="28649" y="877354"/>
                  </a:lnTo>
                  <a:lnTo>
                    <a:pt x="28649" y="864639"/>
                  </a:lnTo>
                  <a:lnTo>
                    <a:pt x="28649" y="851923"/>
                  </a:lnTo>
                  <a:lnTo>
                    <a:pt x="28649" y="839208"/>
                  </a:lnTo>
                  <a:lnTo>
                    <a:pt x="28649" y="826493"/>
                  </a:lnTo>
                  <a:lnTo>
                    <a:pt x="28649" y="813778"/>
                  </a:lnTo>
                  <a:lnTo>
                    <a:pt x="28649" y="801062"/>
                  </a:lnTo>
                  <a:lnTo>
                    <a:pt x="28649" y="788347"/>
                  </a:lnTo>
                  <a:lnTo>
                    <a:pt x="28649" y="775632"/>
                  </a:lnTo>
                  <a:lnTo>
                    <a:pt x="28649" y="762916"/>
                  </a:lnTo>
                  <a:lnTo>
                    <a:pt x="28649" y="750201"/>
                  </a:lnTo>
                  <a:lnTo>
                    <a:pt x="35812" y="750201"/>
                  </a:lnTo>
                  <a:lnTo>
                    <a:pt x="35812" y="737486"/>
                  </a:lnTo>
                  <a:lnTo>
                    <a:pt x="35812" y="724771"/>
                  </a:lnTo>
                  <a:lnTo>
                    <a:pt x="35812" y="712055"/>
                  </a:lnTo>
                  <a:lnTo>
                    <a:pt x="35812" y="699340"/>
                  </a:lnTo>
                  <a:lnTo>
                    <a:pt x="35812" y="686625"/>
                  </a:lnTo>
                  <a:lnTo>
                    <a:pt x="35812" y="673909"/>
                  </a:lnTo>
                  <a:lnTo>
                    <a:pt x="35812" y="661194"/>
                  </a:lnTo>
                  <a:lnTo>
                    <a:pt x="35812" y="648479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35812" y="521326"/>
                  </a:lnTo>
                  <a:lnTo>
                    <a:pt x="35812" y="508611"/>
                  </a:lnTo>
                  <a:lnTo>
                    <a:pt x="35812" y="495895"/>
                  </a:lnTo>
                  <a:lnTo>
                    <a:pt x="35812" y="483180"/>
                  </a:lnTo>
                  <a:lnTo>
                    <a:pt x="35812" y="470465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50136" y="394173"/>
                  </a:lnTo>
                  <a:lnTo>
                    <a:pt x="57299" y="394173"/>
                  </a:lnTo>
                  <a:lnTo>
                    <a:pt x="57299" y="381458"/>
                  </a:lnTo>
                  <a:lnTo>
                    <a:pt x="57299" y="368743"/>
                  </a:lnTo>
                  <a:lnTo>
                    <a:pt x="64461" y="368743"/>
                  </a:lnTo>
                  <a:lnTo>
                    <a:pt x="71624" y="368743"/>
                  </a:lnTo>
                  <a:lnTo>
                    <a:pt x="78786" y="368743"/>
                  </a:lnTo>
                  <a:lnTo>
                    <a:pt x="85948" y="368743"/>
                  </a:lnTo>
                  <a:lnTo>
                    <a:pt x="93111" y="368743"/>
                  </a:lnTo>
                  <a:lnTo>
                    <a:pt x="93111" y="356027"/>
                  </a:lnTo>
                  <a:lnTo>
                    <a:pt x="100273" y="356027"/>
                  </a:lnTo>
                  <a:lnTo>
                    <a:pt x="107436" y="356027"/>
                  </a:lnTo>
                  <a:lnTo>
                    <a:pt x="107436" y="343312"/>
                  </a:lnTo>
                  <a:lnTo>
                    <a:pt x="107436" y="330597"/>
                  </a:lnTo>
                  <a:lnTo>
                    <a:pt x="114598" y="330597"/>
                  </a:lnTo>
                  <a:lnTo>
                    <a:pt x="121760" y="330597"/>
                  </a:lnTo>
                  <a:lnTo>
                    <a:pt x="121760" y="317882"/>
                  </a:lnTo>
                  <a:lnTo>
                    <a:pt x="128923" y="317882"/>
                  </a:lnTo>
                  <a:lnTo>
                    <a:pt x="136085" y="317882"/>
                  </a:lnTo>
                  <a:lnTo>
                    <a:pt x="143248" y="317882"/>
                  </a:lnTo>
                  <a:lnTo>
                    <a:pt x="143248" y="305166"/>
                  </a:lnTo>
                  <a:lnTo>
                    <a:pt x="150410" y="305166"/>
                  </a:lnTo>
                  <a:lnTo>
                    <a:pt x="157572" y="305166"/>
                  </a:lnTo>
                  <a:lnTo>
                    <a:pt x="157572" y="292451"/>
                  </a:lnTo>
                  <a:lnTo>
                    <a:pt x="157572" y="279736"/>
                  </a:lnTo>
                  <a:lnTo>
                    <a:pt x="164735" y="279736"/>
                  </a:lnTo>
                  <a:lnTo>
                    <a:pt x="164735" y="267020"/>
                  </a:lnTo>
                  <a:lnTo>
                    <a:pt x="164735" y="254305"/>
                  </a:lnTo>
                  <a:lnTo>
                    <a:pt x="171897" y="254305"/>
                  </a:lnTo>
                  <a:lnTo>
                    <a:pt x="171897" y="241590"/>
                  </a:lnTo>
                  <a:lnTo>
                    <a:pt x="171897" y="228875"/>
                  </a:lnTo>
                  <a:lnTo>
                    <a:pt x="171897" y="216159"/>
                  </a:lnTo>
                  <a:lnTo>
                    <a:pt x="171897" y="203444"/>
                  </a:lnTo>
                  <a:lnTo>
                    <a:pt x="179060" y="203444"/>
                  </a:lnTo>
                  <a:lnTo>
                    <a:pt x="186222" y="203444"/>
                  </a:lnTo>
                  <a:lnTo>
                    <a:pt x="193384" y="203444"/>
                  </a:lnTo>
                  <a:lnTo>
                    <a:pt x="193384" y="190729"/>
                  </a:lnTo>
                  <a:lnTo>
                    <a:pt x="200547" y="190729"/>
                  </a:lnTo>
                  <a:lnTo>
                    <a:pt x="207709" y="190729"/>
                  </a:lnTo>
                  <a:lnTo>
                    <a:pt x="207709" y="178013"/>
                  </a:lnTo>
                  <a:lnTo>
                    <a:pt x="214872" y="178013"/>
                  </a:lnTo>
                  <a:lnTo>
                    <a:pt x="222034" y="178013"/>
                  </a:lnTo>
                  <a:lnTo>
                    <a:pt x="229196" y="178013"/>
                  </a:lnTo>
                  <a:lnTo>
                    <a:pt x="229196" y="165298"/>
                  </a:lnTo>
                  <a:lnTo>
                    <a:pt x="236359" y="165298"/>
                  </a:lnTo>
                  <a:lnTo>
                    <a:pt x="243521" y="165298"/>
                  </a:lnTo>
                  <a:lnTo>
                    <a:pt x="250684" y="165298"/>
                  </a:lnTo>
                  <a:lnTo>
                    <a:pt x="257846" y="165298"/>
                  </a:lnTo>
                  <a:lnTo>
                    <a:pt x="265009" y="165298"/>
                  </a:lnTo>
                  <a:lnTo>
                    <a:pt x="272171" y="165298"/>
                  </a:lnTo>
                  <a:lnTo>
                    <a:pt x="272171" y="152583"/>
                  </a:lnTo>
                  <a:lnTo>
                    <a:pt x="279333" y="152583"/>
                  </a:lnTo>
                  <a:lnTo>
                    <a:pt x="286496" y="152583"/>
                  </a:lnTo>
                  <a:lnTo>
                    <a:pt x="286496" y="139868"/>
                  </a:lnTo>
                  <a:lnTo>
                    <a:pt x="293658" y="139868"/>
                  </a:lnTo>
                  <a:lnTo>
                    <a:pt x="300821" y="139868"/>
                  </a:lnTo>
                  <a:lnTo>
                    <a:pt x="307983" y="139868"/>
                  </a:lnTo>
                  <a:lnTo>
                    <a:pt x="315145" y="139868"/>
                  </a:lnTo>
                  <a:lnTo>
                    <a:pt x="322308" y="139868"/>
                  </a:lnTo>
                  <a:lnTo>
                    <a:pt x="329470" y="139868"/>
                  </a:lnTo>
                  <a:lnTo>
                    <a:pt x="336633" y="139868"/>
                  </a:lnTo>
                  <a:lnTo>
                    <a:pt x="343795" y="139868"/>
                  </a:lnTo>
                  <a:lnTo>
                    <a:pt x="350957" y="139868"/>
                  </a:lnTo>
                  <a:lnTo>
                    <a:pt x="358120" y="139868"/>
                  </a:lnTo>
                  <a:lnTo>
                    <a:pt x="365282" y="139868"/>
                  </a:lnTo>
                  <a:lnTo>
                    <a:pt x="372445" y="139868"/>
                  </a:lnTo>
                  <a:lnTo>
                    <a:pt x="379607" y="139868"/>
                  </a:lnTo>
                  <a:lnTo>
                    <a:pt x="386769" y="139868"/>
                  </a:lnTo>
                  <a:lnTo>
                    <a:pt x="393932" y="139868"/>
                  </a:lnTo>
                  <a:lnTo>
                    <a:pt x="401094" y="139868"/>
                  </a:lnTo>
                  <a:lnTo>
                    <a:pt x="408257" y="139868"/>
                  </a:lnTo>
                  <a:lnTo>
                    <a:pt x="415419" y="139868"/>
                  </a:lnTo>
                  <a:lnTo>
                    <a:pt x="422581" y="139868"/>
                  </a:lnTo>
                  <a:lnTo>
                    <a:pt x="429744" y="139868"/>
                  </a:lnTo>
                  <a:lnTo>
                    <a:pt x="436906" y="139868"/>
                  </a:lnTo>
                  <a:lnTo>
                    <a:pt x="444069" y="139868"/>
                  </a:lnTo>
                  <a:lnTo>
                    <a:pt x="451231" y="139868"/>
                  </a:lnTo>
                  <a:lnTo>
                    <a:pt x="458393" y="139868"/>
                  </a:lnTo>
                  <a:lnTo>
                    <a:pt x="458393" y="127152"/>
                  </a:lnTo>
                  <a:lnTo>
                    <a:pt x="458393" y="114437"/>
                  </a:lnTo>
                  <a:lnTo>
                    <a:pt x="458393" y="101722"/>
                  </a:lnTo>
                  <a:lnTo>
                    <a:pt x="458393" y="89006"/>
                  </a:lnTo>
                  <a:lnTo>
                    <a:pt x="465556" y="89006"/>
                  </a:lnTo>
                  <a:lnTo>
                    <a:pt x="472718" y="89006"/>
                  </a:lnTo>
                  <a:lnTo>
                    <a:pt x="479881" y="89006"/>
                  </a:lnTo>
                  <a:lnTo>
                    <a:pt x="479881" y="76291"/>
                  </a:lnTo>
                  <a:lnTo>
                    <a:pt x="487043" y="76291"/>
                  </a:lnTo>
                  <a:lnTo>
                    <a:pt x="494205" y="76291"/>
                  </a:lnTo>
                  <a:lnTo>
                    <a:pt x="494205" y="63576"/>
                  </a:lnTo>
                  <a:lnTo>
                    <a:pt x="501368" y="63576"/>
                  </a:lnTo>
                  <a:lnTo>
                    <a:pt x="508530" y="63576"/>
                  </a:lnTo>
                  <a:lnTo>
                    <a:pt x="515693" y="63576"/>
                  </a:lnTo>
                  <a:lnTo>
                    <a:pt x="522855" y="63576"/>
                  </a:lnTo>
                  <a:lnTo>
                    <a:pt x="530018" y="63576"/>
                  </a:lnTo>
                  <a:lnTo>
                    <a:pt x="537180" y="63576"/>
                  </a:lnTo>
                  <a:lnTo>
                    <a:pt x="544342" y="63576"/>
                  </a:lnTo>
                  <a:lnTo>
                    <a:pt x="551505" y="63576"/>
                  </a:lnTo>
                  <a:lnTo>
                    <a:pt x="558667" y="63576"/>
                  </a:lnTo>
                  <a:lnTo>
                    <a:pt x="558667" y="50861"/>
                  </a:lnTo>
                  <a:lnTo>
                    <a:pt x="565830" y="50861"/>
                  </a:lnTo>
                  <a:lnTo>
                    <a:pt x="572992" y="50861"/>
                  </a:lnTo>
                  <a:lnTo>
                    <a:pt x="580154" y="50861"/>
                  </a:lnTo>
                  <a:lnTo>
                    <a:pt x="587317" y="50861"/>
                  </a:lnTo>
                  <a:lnTo>
                    <a:pt x="594479" y="50861"/>
                  </a:lnTo>
                  <a:lnTo>
                    <a:pt x="601642" y="50861"/>
                  </a:lnTo>
                  <a:lnTo>
                    <a:pt x="601642" y="38145"/>
                  </a:lnTo>
                  <a:lnTo>
                    <a:pt x="608804" y="38145"/>
                  </a:lnTo>
                  <a:lnTo>
                    <a:pt x="615966" y="38145"/>
                  </a:lnTo>
                  <a:lnTo>
                    <a:pt x="623129" y="38145"/>
                  </a:lnTo>
                  <a:lnTo>
                    <a:pt x="630291" y="38145"/>
                  </a:lnTo>
                  <a:lnTo>
                    <a:pt x="637454" y="38145"/>
                  </a:lnTo>
                  <a:lnTo>
                    <a:pt x="644616" y="38145"/>
                  </a:lnTo>
                  <a:lnTo>
                    <a:pt x="651778" y="38145"/>
                  </a:lnTo>
                  <a:lnTo>
                    <a:pt x="658941" y="38145"/>
                  </a:lnTo>
                  <a:lnTo>
                    <a:pt x="666103" y="38145"/>
                  </a:lnTo>
                  <a:lnTo>
                    <a:pt x="673266" y="38145"/>
                  </a:lnTo>
                  <a:lnTo>
                    <a:pt x="680428" y="38145"/>
                  </a:lnTo>
                  <a:lnTo>
                    <a:pt x="687590" y="38145"/>
                  </a:lnTo>
                  <a:lnTo>
                    <a:pt x="694753" y="38145"/>
                  </a:lnTo>
                  <a:lnTo>
                    <a:pt x="701915" y="38145"/>
                  </a:lnTo>
                  <a:lnTo>
                    <a:pt x="709078" y="38145"/>
                  </a:lnTo>
                  <a:lnTo>
                    <a:pt x="716240" y="38145"/>
                  </a:lnTo>
                  <a:lnTo>
                    <a:pt x="723402" y="38145"/>
                  </a:lnTo>
                  <a:lnTo>
                    <a:pt x="730565" y="38145"/>
                  </a:lnTo>
                  <a:lnTo>
                    <a:pt x="737727" y="38145"/>
                  </a:lnTo>
                  <a:lnTo>
                    <a:pt x="744890" y="38145"/>
                  </a:lnTo>
                  <a:lnTo>
                    <a:pt x="752052" y="38145"/>
                  </a:lnTo>
                  <a:lnTo>
                    <a:pt x="759214" y="38145"/>
                  </a:lnTo>
                  <a:lnTo>
                    <a:pt x="766377" y="38145"/>
                  </a:lnTo>
                  <a:lnTo>
                    <a:pt x="773539" y="38145"/>
                  </a:lnTo>
                  <a:lnTo>
                    <a:pt x="780702" y="38145"/>
                  </a:lnTo>
                  <a:lnTo>
                    <a:pt x="787864" y="38145"/>
                  </a:lnTo>
                  <a:lnTo>
                    <a:pt x="795027" y="38145"/>
                  </a:lnTo>
                  <a:lnTo>
                    <a:pt x="802189" y="38145"/>
                  </a:lnTo>
                  <a:lnTo>
                    <a:pt x="809351" y="38145"/>
                  </a:lnTo>
                  <a:lnTo>
                    <a:pt x="816514" y="38145"/>
                  </a:lnTo>
                  <a:lnTo>
                    <a:pt x="823676" y="38145"/>
                  </a:lnTo>
                  <a:lnTo>
                    <a:pt x="830839" y="38145"/>
                  </a:lnTo>
                  <a:lnTo>
                    <a:pt x="838001" y="38145"/>
                  </a:lnTo>
                  <a:lnTo>
                    <a:pt x="845163" y="38145"/>
                  </a:lnTo>
                  <a:lnTo>
                    <a:pt x="845163" y="25430"/>
                  </a:lnTo>
                  <a:lnTo>
                    <a:pt x="852326" y="25430"/>
                  </a:lnTo>
                  <a:lnTo>
                    <a:pt x="859488" y="25430"/>
                  </a:lnTo>
                  <a:lnTo>
                    <a:pt x="866651" y="25430"/>
                  </a:lnTo>
                  <a:lnTo>
                    <a:pt x="873813" y="25430"/>
                  </a:lnTo>
                  <a:lnTo>
                    <a:pt x="880975" y="25430"/>
                  </a:lnTo>
                  <a:lnTo>
                    <a:pt x="888138" y="25430"/>
                  </a:lnTo>
                  <a:lnTo>
                    <a:pt x="888138" y="12715"/>
                  </a:lnTo>
                  <a:lnTo>
                    <a:pt x="895300" y="12715"/>
                  </a:lnTo>
                  <a:lnTo>
                    <a:pt x="902463" y="12715"/>
                  </a:lnTo>
                  <a:lnTo>
                    <a:pt x="909625" y="12715"/>
                  </a:lnTo>
                  <a:lnTo>
                    <a:pt x="916787" y="12715"/>
                  </a:lnTo>
                  <a:lnTo>
                    <a:pt x="923950" y="12715"/>
                  </a:lnTo>
                  <a:lnTo>
                    <a:pt x="931112" y="12715"/>
                  </a:lnTo>
                  <a:lnTo>
                    <a:pt x="938275" y="12715"/>
                  </a:lnTo>
                  <a:lnTo>
                    <a:pt x="945437" y="12715"/>
                  </a:lnTo>
                  <a:lnTo>
                    <a:pt x="952599" y="12715"/>
                  </a:lnTo>
                  <a:lnTo>
                    <a:pt x="959762" y="12715"/>
                  </a:lnTo>
                  <a:lnTo>
                    <a:pt x="966924" y="12715"/>
                  </a:lnTo>
                  <a:lnTo>
                    <a:pt x="974087" y="12715"/>
                  </a:lnTo>
                  <a:lnTo>
                    <a:pt x="981249" y="12715"/>
                  </a:lnTo>
                  <a:lnTo>
                    <a:pt x="988411" y="12715"/>
                  </a:lnTo>
                  <a:lnTo>
                    <a:pt x="995574" y="12715"/>
                  </a:lnTo>
                  <a:lnTo>
                    <a:pt x="1002736" y="12715"/>
                  </a:lnTo>
                  <a:lnTo>
                    <a:pt x="1009899" y="12715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69374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52" name="pg4252"/>
            <p:cNvSpPr/>
            <p:nvPr/>
          </p:nvSpPr>
          <p:spPr>
            <a:xfrm>
              <a:off x="172769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tx4253"/>
            <p:cNvSpPr/>
            <p:nvPr/>
          </p:nvSpPr>
          <p:spPr>
            <a:xfrm>
              <a:off x="17322491" y="84609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[1.218, 2.425]</a:t>
              </a:r>
            </a:p>
          </p:txBody>
        </p:sp>
        <p:sp>
          <p:nvSpPr>
            <p:cNvPr id="4254" name="tx4254"/>
            <p:cNvSpPr/>
            <p:nvPr/>
          </p:nvSpPr>
          <p:spPr>
            <a:xfrm>
              <a:off x="173224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0.885</a:t>
              </a:r>
            </a:p>
          </p:txBody>
        </p:sp>
        <p:sp>
          <p:nvSpPr>
            <p:cNvPr id="4255" name="tx4255"/>
            <p:cNvSpPr/>
            <p:nvPr/>
          </p:nvSpPr>
          <p:spPr>
            <a:xfrm>
              <a:off x="17322491" y="89262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0.753</a:t>
              </a:r>
            </a:p>
          </p:txBody>
        </p:sp>
        <p:sp>
          <p:nvSpPr>
            <p:cNvPr id="4256" name="tx4256"/>
            <p:cNvSpPr/>
            <p:nvPr/>
          </p:nvSpPr>
          <p:spPr>
            <a:xfrm>
              <a:off x="17322491" y="91448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0.820</a:t>
              </a:r>
            </a:p>
          </p:txBody>
        </p:sp>
        <p:sp>
          <p:nvSpPr>
            <p:cNvPr id="4257" name="tx4257"/>
            <p:cNvSpPr/>
            <p:nvPr/>
          </p:nvSpPr>
          <p:spPr>
            <a:xfrm>
              <a:off x="165809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58" name="tx4258"/>
            <p:cNvSpPr/>
            <p:nvPr/>
          </p:nvSpPr>
          <p:spPr>
            <a:xfrm>
              <a:off x="165809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59" name="tx4259"/>
            <p:cNvSpPr/>
            <p:nvPr/>
          </p:nvSpPr>
          <p:spPr>
            <a:xfrm>
              <a:off x="165809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0" name="tx4260"/>
            <p:cNvSpPr/>
            <p:nvPr/>
          </p:nvSpPr>
          <p:spPr>
            <a:xfrm>
              <a:off x="165809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1" name="tx4261"/>
            <p:cNvSpPr/>
            <p:nvPr/>
          </p:nvSpPr>
          <p:spPr>
            <a:xfrm>
              <a:off x="165809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2" name="tx4262"/>
            <p:cNvSpPr/>
            <p:nvPr/>
          </p:nvSpPr>
          <p:spPr>
            <a:xfrm>
              <a:off x="168556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63" name="tx4263"/>
            <p:cNvSpPr/>
            <p:nvPr/>
          </p:nvSpPr>
          <p:spPr>
            <a:xfrm>
              <a:off x="171385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64" name="tx4264"/>
            <p:cNvSpPr/>
            <p:nvPr/>
          </p:nvSpPr>
          <p:spPr>
            <a:xfrm>
              <a:off x="174214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5" name="tx4265"/>
            <p:cNvSpPr/>
            <p:nvPr/>
          </p:nvSpPr>
          <p:spPr>
            <a:xfrm>
              <a:off x="177043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6" name="tx4266"/>
            <p:cNvSpPr/>
            <p:nvPr/>
          </p:nvSpPr>
          <p:spPr>
            <a:xfrm>
              <a:off x="179872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7" name="tx4267"/>
            <p:cNvSpPr/>
            <p:nvPr/>
          </p:nvSpPr>
          <p:spPr>
            <a:xfrm>
              <a:off x="161814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268" name="tx4268"/>
            <p:cNvSpPr/>
            <p:nvPr/>
          </p:nvSpPr>
          <p:spPr>
            <a:xfrm rot="-5400000">
              <a:off x="152098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269" name="tx4269"/>
            <p:cNvSpPr/>
            <p:nvPr/>
          </p:nvSpPr>
          <p:spPr>
            <a:xfrm>
              <a:off x="16937463" y="76323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4270" name="rc4270"/>
            <p:cNvSpPr/>
            <p:nvPr/>
          </p:nvSpPr>
          <p:spPr>
            <a:xfrm>
              <a:off x="24685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rc4271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2897501" y="113113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2897501" y="110619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2897501" y="108125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2897501" y="105632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2897501" y="10313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2897501" y="100644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3812066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7285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593365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699444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2897501" y="111866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2897501" y="109372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2897501" y="106878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2897501" y="104385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2897501" y="101891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32816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34246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54032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646404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3260950" y="11163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606068" y="1110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4035501" y="1096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239515" y="1117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373846" y="1112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433152" y="1109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219508" y="1119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200215" y="1117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3185210" y="1115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3222366" y="1117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3707532" y="1119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3889022" y="1121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718219" y="10875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496031" y="1113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225939" y="111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159487" y="11166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131621" y="11178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254520" y="11097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183781" y="11093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198072" y="1118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74527" y="111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241658" y="112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45231" y="1115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4438496" y="1094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4444212" y="1092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4618558" y="1087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859727" y="1115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306680" y="1119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238086" y="1121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766123" y="1108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858298" y="110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879019" y="1080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4279156" y="1108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58127" y="1114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6680" y="1117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233798" y="1119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4020496" y="1075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63128" y="111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620359" y="111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685381" y="1108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575344" y="111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3160202" y="1119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3298106" y="1116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4967248" y="11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3958332" y="1111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233426" y="1112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194499" y="1120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265952" y="110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243087" y="1098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437439" y="1116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688954" y="1114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216650" y="112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378133" y="111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300964" y="1116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457446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448157" y="111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678951" y="111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4128390" y="11182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4249860" y="1114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228424" y="110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3353125" y="111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3370274" y="1114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037272" y="108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3298821" y="11198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270954" y="1119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285244" y="1118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42373" y="112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3230226" y="1118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3266667" y="1118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40944" y="1119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240944" y="1121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170205" y="112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178065" y="1121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171634" y="1122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3152342" y="1122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253805" y="1119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207361" y="112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30226" y="111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03822" y="1117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245945" y="1120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158058" y="111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224509" y="1121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830431" y="108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767552" y="108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999775" y="1090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132677" y="11065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931894" y="1095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913316" y="1087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4102667" y="108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919033" y="1094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4003347" y="10679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195928" y="1118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16650" y="1120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43087" y="1117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334547" y="1111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4211990" y="1097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4483511" y="1085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3253091" y="1118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3432438" y="11188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195928" y="1115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190212" y="1111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9518" y="111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44516" y="1115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270954" y="111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239515" y="1114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3244516" y="1117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19508" y="11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3737542" y="1059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835433" y="1060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4870072" y="1113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18014" y="1112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87289" y="1114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42308" y="111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473880" y="1117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831145" y="1117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7378" y="1118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144482" y="1112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07395" y="111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245231" y="1114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247374" y="1113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174492" y="1116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245945" y="112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58092" y="111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0239" y="1119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3225939" y="111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3138051" y="1112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3193785" y="1112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3238086" y="1118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3205932" y="1093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3265238" y="1119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3229511" y="1122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253805" y="1118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293819" y="1114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197357" y="1109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294533" y="1118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551764" y="1119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753262" y="1116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844007" y="1115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322028" y="11014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3267381" y="1119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3331689" y="1118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3266667" y="1117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290961" y="1116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214506" y="111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181638" y="1117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189497" y="1115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186639" y="11166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408144" y="1121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3364557" y="1120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382421" y="1120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6133361" y="1098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6144794" y="109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3310968" y="111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3733969" y="1090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3761121" y="1085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3436010" y="1121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576773" y="1119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9002" y="1120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25224" y="1120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196643" y="1105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203788" y="111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93819" y="11184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300250" y="1116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3282386" y="1119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3287388" y="1114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3295248" y="1115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3586062" y="1113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3398855" y="1116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3421720" y="111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493173" y="1116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253805" y="1119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08109" y="1115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915460" y="1109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152342" y="1121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82386" y="1115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257378" y="1115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244516" y="1115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3235942" y="1117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4797905" y="1051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3466735" y="1116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3432438" y="1116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3324544" y="1113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400998" y="111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3170205" y="1109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3208790" y="1111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040130" y="1097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435265" y="109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161631" y="1112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3151627" y="1113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3153771" y="1114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3198072" y="111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4206988" y="1111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4248431" y="1103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128390" y="1053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4042646" y="1050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3251662" y="1119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408113" y="108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390250" y="1073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6013320" y="1087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3185210" y="1118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08790" y="112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184496" y="1113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751460" y="1074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4975823" y="1105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4960103" y="1095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346322" y="1102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4471364" y="1100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156629" y="1118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111614" y="1117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342407" y="1110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76704" y="1115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85279" y="1115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66021" y="1114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3558909" y="111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3686810" y="1113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3875446" y="11144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4216277" y="11141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827542" y="1076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74021" y="1069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6266264" y="10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3708961" y="111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3321686" y="1114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3320971" y="1117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3333118" y="111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290961" y="1116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05966" y="111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748260" y="1115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4038359" y="1111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218079" y="111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190212" y="1116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457446" y="1100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25973" y="111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305251" y="111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3335976" y="1117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3354554" y="11165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318113" y="1116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301679" y="1111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337405" y="11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175" y="10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3255949" y="1117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61665" y="1118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4941525" y="10825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967963" y="109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3581060" y="111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3690383" y="1111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3280243" y="1111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413115" y="1108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4616414" y="1093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4734311" y="1067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32985" y="1049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161600" y="106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39484" y="1044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3228797" y="1119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260236" y="111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4201272" y="1110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4333460" y="1107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6619956" y="10641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110124" y="107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229511" y="11158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193785" y="112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400998" y="11189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518181" y="111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815426" y="1113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881163" y="1112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156257" y="1112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3358841" y="1118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3240944" y="1116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3235942" y="1120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3889737" y="1119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770410" y="1103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3829716" y="1098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43057" y="1048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883990" y="1040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6201242" y="105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188783" y="1117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3259521" y="1115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202359" y="1117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178780" y="1113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238086" y="1119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283815" y="1118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3990486" y="1077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3349552" y="1122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3542475" y="1120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185925" y="11194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187354" y="1118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259521" y="1113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3138766" y="1119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3144482" y="1119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96677" y="1112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392424" y="1115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358127" y="1118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53805" y="1116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61665" y="1120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52376" y="1116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7402" y="1116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23795" y="11159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4079802" y="110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892595" y="111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950472" y="1113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934038" y="1115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49552" y="11144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68164" y="1118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849723" y="11176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4702872" y="1111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521009" y="1074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901139" y="106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3273097" y="1117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140195" y="1115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192356" y="1120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230940" y="1108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261665" y="11098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245945" y="1110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252376" y="111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220222" y="11109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33798" y="1109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3353839" y="1117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3275956" y="1117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292390" y="1119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278814" y="111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250233" y="11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89532" y="1118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30226" y="1107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229511" y="11145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182352" y="1115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784671" y="1083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631761" y="1089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3182352" y="1117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37371" y="11173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3266667" y="1115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3218793" y="1117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3223795" y="1118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3288817" y="1119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4650711" y="1112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3279528" y="1116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3216650" y="1117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4475652" y="111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23559" y="1113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3315969" y="1115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3318113" y="108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3249518" y="1117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3283101" y="111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3233084" y="111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3323829" y="11146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3234513" y="1115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3263809" y="11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417402" y="11084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470277" y="1092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3526041" y="1116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3204503" y="1112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4527098" y="1074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4592120" y="109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3580345" y="1116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3186639" y="111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3216650" y="11183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3277385" y="1119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3275241" y="1120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3743973" y="1111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3870445" y="11018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3989057" y="110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4176978" y="110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4214848" y="1102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3319542" y="11168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3277385" y="1117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3260950" y="111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3280957" y="1118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4103381" y="1088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3258092" y="1119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3262380" y="111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3185925" y="111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3210933" y="1114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3218793" y="1115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3273097" y="1110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3914745" y="1079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3961190" y="1071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3290961" y="1119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3074458" y="1117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3230226" y="1118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3207361" y="111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3754691" y="1108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4069084" y="109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4250575" y="10937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192698" y="1095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3230226" y="1103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3238086" y="1121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3283815" y="111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3304537" y="1112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4084804" y="111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3232369" y="1119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3233798" y="111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3250947" y="111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3228797" y="1118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4677864" y="1089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3646797" y="1100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3664660" y="1090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3519610" y="1089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3323115" y="1121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3828287" y="1073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4360612" y="1087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4182694" y="1090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3399569" y="1118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3239515" y="111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3269525" y="1119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3278099" y="1117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3217364" y="1110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50202" y="1106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230195" y="1100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24479" y="1096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149453" y="1100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4745744" y="110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3258092" y="1115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3308824" y="1116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3314540" y="1116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012264" y="1085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3534615" y="1113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3594636" y="1110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3444585" y="1114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3479597" y="111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3556051" y="1113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3288103" y="1101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3290961" y="1119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3270954" y="1115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3703959" y="1108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3280957" y="1114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3264523" y="11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3276670" y="111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3230940" y="111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323451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3270239" y="1115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3284530" y="11179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3310253" y="1120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3224509" y="1117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3266667" y="1112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3285959" y="1117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3279528" y="1117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3263809" y="1117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3224509" y="1113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3260950" y="111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3224509" y="1116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3242373" y="111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3202359" y="1116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3598923" y="1099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3626075" y="109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3304537" y="1122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3340978" y="1116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3228797" y="1119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3356698" y="111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3241658" y="1119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3240229" y="112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3262380" y="1119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3276670" y="111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3290961" y="1117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3412431" y="1114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3267381" y="1122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3350981" y="1120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6082630" y="10852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3096609" y="1114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3258092" y="1121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4041217" y="1098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4046219" y="1083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4106954" y="109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4111956" y="1100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4336318" y="1112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653570" y="1109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3183067" y="11192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3215221" y="11193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3222366" y="11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3288817" y="1114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3273097" y="1115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3258807" y="111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664287" y="1079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3260950" y="110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3220937" y="1103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3233798" y="1107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3266667" y="111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3285959" y="11180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3291675" y="1119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3393853" y="1117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3255949" y="1113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3279528" y="1114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3213077" y="1113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3195214" y="11121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3403142" y="111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3271668" y="1117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3264523" y="111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3752547" y="1084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3865443" y="1080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3786845" y="1114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3208790" y="1104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3172349" y="1118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3186639" y="1117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3149484" y="1115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35877" y="1093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3225224" y="1110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3228797" y="1112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3334547" y="1111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3777556" y="1107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3262380" y="1116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3274527" y="1117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3175921" y="1119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3207361" y="111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3248803" y="1115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4369187" y="108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4180551" y="1080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3285959" y="1117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3281672" y="1117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3346694" y="1116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3421720" y="1114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3647511" y="1094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4956530" y="1099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737512" y="110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3125" y="1104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500288" y="1099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3529614" y="1117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3679665" y="1115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3208790" y="11149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3263094" y="1120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3401713" y="1108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3471022" y="1082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3112328" y="1118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3168776" y="1119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3161631" y="111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3235942" y="1116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3178065" y="1114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3211648" y="1117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3208075" y="111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3220937" y="1086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3304537" y="1120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3235227" y="11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3666804" y="1082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3531757" y="1110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3613214" y="1115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3778985" y="1114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349894" y="1105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3146626" y="11200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3382421" y="1113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3343836" y="11126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3198072" y="112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4475652" y="1113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3218793" y="111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3644653" y="1097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74428" y="111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480995" y="1112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3223795" y="111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3192356" y="1116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3111614" y="1118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3227368" y="1116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3214506" y="111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3787559" y="1112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3283815" y="1117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3282386" y="1115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3090178" y="1114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3106612" y="1115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3206646" y="1119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3243087" y="1117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3235942" y="11180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3426007" y="111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3477453" y="1116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3501033" y="1115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3616786" y="1116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3622503" y="1118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3276670" y="1118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3250947" y="111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3175207" y="1118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3204503" y="11197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3221651" y="1118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3194499" y="1119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4463505" y="1105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3573200" y="1109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3162345" y="1117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3261665" y="1113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3238800" y="1112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3244516" y="11133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3831860" y="1116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3799706" y="1107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3183781" y="1118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3650369" y="1106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4680007" y="1102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3245231" y="112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3149484" y="1121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3180923" y="1120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290216" y="1095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3255234" y="1118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3225224" y="1117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3646082" y="11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3318113" y="1115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3250233" y="1120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3195928" y="111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3411002" y="1115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3235942" y="1112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4451358" y="1088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4751460" y="108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134448" y="106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37987" y="105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3271668" y="1094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460274" y="1108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3598923" y="1098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3737542" y="1082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3928322" y="1082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3236656" y="1109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3231655" y="1118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3261665" y="1118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3170205" y="1116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3193070" y="11128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3323115" y="1114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3320971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3303822" y="1114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4131248" y="1100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4122674" y="1102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3742544" y="1104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3876161" y="1098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3919033" y="1099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3236656" y="1117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3866157" y="1116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3238800" y="111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3209504" y="1115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008349" y="111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4284872" y="112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3338120" y="1120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3815426" y="1089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3912602" y="1087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4113385" y="1114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4403484" y="1071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4519952" y="107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4923662" y="1061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4606411" y="104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3892595" y="111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3891166" y="1110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3933323" y="1115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3904742" y="111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3896168" y="1114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3912602" y="11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3894024" y="1108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950442" y="1064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909713" y="1041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6249830" y="1043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3267381" y="1113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3255949" y="1114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3303822" y="1113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3353125" y="1115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3175921" y="1120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3255234" y="11212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3245231" y="111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4119101" y="1102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4063368" y="1110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3308109" y="111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3399569" y="1117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3853296" y="1115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3566769" y="110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3213791" y="11173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3577487" y="111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429207" y="10793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3281672" y="112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3235227" y="1120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3751118" y="111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3733255" y="1109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4033357" y="1117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4001204" y="1099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4244858" y="1097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3656800" y="11140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3773983" y="1105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3238086" y="1117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3215935" y="111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3219508" y="11182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3330260" y="1116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3285244" y="108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3202359" y="1119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3223080" y="1118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3192356" y="1120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3197357" y="1118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3189497" y="1118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3260950" y="1116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3267381" y="111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3203074" y="11129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3687525" y="11160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4185552" y="1113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4644281" y="111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3178065" y="1114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3216650" y="1117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3300964" y="11185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3252376" y="11167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3211648" y="1112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3219508" y="1114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3269525" y="1120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3967621" y="1086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3233084" y="111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134821" y="1114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4159115" y="11091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3138766" y="11191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3251662" y="1110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3217364" y="1105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3195928" y="1107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3328831" y="1116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3329545" y="1121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3290961" y="1118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3282386" y="1118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3319542" y="1118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3307395" y="1113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3312397" y="111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3302393" y="1117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4507805" y="1093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3964048" y="1080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4015494" y="10765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4011922" y="1072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3955474" y="1104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3347409" y="1117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4574257" y="1106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4088376" y="1108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3959046" y="1107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3961190" y="1106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3195214" y="11182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3253091" y="1120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3269525" y="1119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3223080" y="1114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3209504" y="111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3172349" y="1112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3220937" y="111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3922605" y="1114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4009063" y="11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3395282" y="1118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4631419" y="1083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4854352" y="1092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3831145" y="1113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3215221" y="1118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3342407" y="1113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3283101" y="1116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3411716" y="1119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3232369" y="1117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3267381" y="1115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3138766" y="111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3313826" y="111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3359556" y="1117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3148769" y="1119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3129477" y="111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3310253" y="111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3183067" y="111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3229511" y="1110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4722164" y="1099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4585689" y="1093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84397" y="1078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4464934" y="1109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194841" y="1095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3471737" y="1115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3599638" y="111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3600352" y="1116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3651084" y="1114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4009063" y="1099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4348465" y="1086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3416003" y="1113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3506749" y="1116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3533901" y="111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3314540" y="11168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3857583" y="1056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3804708" y="107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3543904" y="1115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4038359" y="11055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3286674" y="1114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3227368" y="1116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3204503" y="1114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3228797" y="111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3288103" y="1115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3233798" y="1119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3182352" y="1118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3218079" y="111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3917604" y="11102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141251" y="110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3237371" y="11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4866499" y="10668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4201272" y="1118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670718" y="1118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272383" y="1116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3278099" y="1116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390280" y="11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733969" y="111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944756" y="111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202701" y="1109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81672" y="1112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412431" y="11208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605354" y="11182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917604" y="1115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4101952" y="1098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4731453" y="10433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4802192" y="108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6405597" y="1062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858267" y="1109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574599" y="1111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762520" y="1107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6193382" y="111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273097" y="1121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253805" y="1123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89532" y="112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53805" y="1118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23795" y="1119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3123046" y="112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3211648" y="1113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3339549" y="1109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257378" y="111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279528" y="1117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54520" y="1077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265238" y="1072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272383" y="11179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319542" y="1118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3239515" y="1109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3518181" y="109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267381" y="1110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262380" y="1117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4710017" y="1107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3534615" y="111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3822571" y="1112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162687" y="1113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186639" y="1121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211648" y="1120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893310" y="1114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4792188" y="108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4908657" y="1071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3198072" y="1120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208790" y="1114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3164489" y="1118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07327" y="1118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66633" y="111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95962" y="111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24509" y="111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28664" y="1103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07330" y="1111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75857" y="1109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298106" y="11074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816824" y="1076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255234" y="11199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271668" y="112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037987" y="10957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559252" y="111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728595" y="1112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3369559" y="1117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21686" y="1114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466021" y="1071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4247002" y="111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766123" y="1114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302393" y="1104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360270" y="1108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79528" y="1119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011519" y="1108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59521" y="1111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28797" y="111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196643" y="1117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920" y="1117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83067" y="111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46626" y="1118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77350" y="1118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4824342" y="1106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4696441" y="1101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4723593" y="1104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48739" y="1090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52376" y="1116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240229" y="1118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77385" y="1117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218793" y="1118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4544246" y="1085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270239" y="111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61190" y="1090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3579631" y="111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631792" y="1115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834004" y="1117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3255234" y="1106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235942" y="1105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3244516" y="1095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252376" y="1115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25224" y="1121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90961" y="1120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263809" y="1111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3327402" y="1108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3337405" y="1119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374561" y="1119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37375" y="1106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322370" y="1094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115156" y="110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35227" y="111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63809" y="1120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315255" y="1118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02359" y="1117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798961" y="1065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185210" y="1119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367415" y="1126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197357" y="1117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3158058" y="1116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3184496" y="1118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3212362" y="111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3215221" y="1110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218793" y="1110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340978" y="1115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70954" y="1119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267381" y="1086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262380" y="1118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8803" y="111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28082" y="111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252376" y="1116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03074" y="1116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195928" y="11171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68096" y="1118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51662" y="112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723251" y="1109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889737" y="1106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55949" y="1119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32369" y="1120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919033" y="1114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550335" y="1114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632506" y="1113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4318455" y="109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65238" y="1119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286674" y="1120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248803" y="1117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290246" y="1118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248089" y="111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3311682" y="1118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328024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315255" y="1108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199501" y="1120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4808623" y="110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193785" y="1117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132335" y="11172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268096" y="11179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278099" y="1119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273812" y="1117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298821" y="1118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4482082" y="1099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410257" y="1092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3203074" y="1118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3223795" y="1117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5255" y="111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248089" y="1116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237371" y="111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681809" y="1109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4494229" y="110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211648" y="1113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218079" y="1118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192356" y="1115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492458" y="1118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313111" y="1119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323829" y="1114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6105495" y="1082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300964" y="111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332674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2897501" y="1116545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6" name="pg5236"/>
            <p:cNvSpPr/>
            <p:nvPr/>
          </p:nvSpPr>
          <p:spPr>
            <a:xfrm>
              <a:off x="2897501" y="99746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tx5237"/>
            <p:cNvSpPr/>
            <p:nvPr/>
          </p:nvSpPr>
          <p:spPr>
            <a:xfrm>
              <a:off x="2635380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238" name="tx5238"/>
            <p:cNvSpPr/>
            <p:nvPr/>
          </p:nvSpPr>
          <p:spPr>
            <a:xfrm>
              <a:off x="2743906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(13.8%)</a:t>
              </a:r>
            </a:p>
          </p:txBody>
        </p:sp>
        <p:sp>
          <p:nvSpPr>
            <p:cNvPr id="5239" name="pg5239"/>
            <p:cNvSpPr/>
            <p:nvPr/>
          </p:nvSpPr>
          <p:spPr>
            <a:xfrm>
              <a:off x="2897501" y="111437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tx5240"/>
            <p:cNvSpPr/>
            <p:nvPr/>
          </p:nvSpPr>
          <p:spPr>
            <a:xfrm>
              <a:off x="2627535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241" name="tx5241"/>
            <p:cNvSpPr/>
            <p:nvPr/>
          </p:nvSpPr>
          <p:spPr>
            <a:xfrm>
              <a:off x="2743906" y="113557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480 (50.9%)</a:t>
              </a:r>
            </a:p>
          </p:txBody>
        </p:sp>
        <p:sp>
          <p:nvSpPr>
            <p:cNvPr id="5242" name="pg5242"/>
            <p:cNvSpPr/>
            <p:nvPr/>
          </p:nvSpPr>
          <p:spPr>
            <a:xfrm>
              <a:off x="3973826" y="99746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tx5243"/>
            <p:cNvSpPr/>
            <p:nvPr/>
          </p:nvSpPr>
          <p:spPr>
            <a:xfrm>
              <a:off x="4015736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244" name="tx5244"/>
            <p:cNvSpPr/>
            <p:nvPr/>
          </p:nvSpPr>
          <p:spPr>
            <a:xfrm>
              <a:off x="4069897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287 (30.4%)</a:t>
              </a:r>
            </a:p>
          </p:txBody>
        </p:sp>
        <p:sp>
          <p:nvSpPr>
            <p:cNvPr id="5245" name="pg5245"/>
            <p:cNvSpPr/>
            <p:nvPr/>
          </p:nvSpPr>
          <p:spPr>
            <a:xfrm>
              <a:off x="3857251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tx5246"/>
            <p:cNvSpPr/>
            <p:nvPr/>
          </p:nvSpPr>
          <p:spPr>
            <a:xfrm>
              <a:off x="3899161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247" name="tx5247"/>
            <p:cNvSpPr/>
            <p:nvPr/>
          </p:nvSpPr>
          <p:spPr>
            <a:xfrm>
              <a:off x="4225286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(4.9%)</a:t>
              </a:r>
            </a:p>
          </p:txBody>
        </p:sp>
        <p:sp>
          <p:nvSpPr>
            <p:cNvPr id="5248" name="rc5248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tx5249"/>
            <p:cNvSpPr/>
            <p:nvPr/>
          </p:nvSpPr>
          <p:spPr>
            <a:xfrm>
              <a:off x="2772715" y="111449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50" name="tx5250"/>
            <p:cNvSpPr/>
            <p:nvPr/>
          </p:nvSpPr>
          <p:spPr>
            <a:xfrm>
              <a:off x="2772715" y="108969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51" name="tx5251"/>
            <p:cNvSpPr/>
            <p:nvPr/>
          </p:nvSpPr>
          <p:spPr>
            <a:xfrm>
              <a:off x="2710559" y="106462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52" name="tx5252"/>
            <p:cNvSpPr/>
            <p:nvPr/>
          </p:nvSpPr>
          <p:spPr>
            <a:xfrm>
              <a:off x="2710559" y="103968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253" name="tx5253"/>
            <p:cNvSpPr/>
            <p:nvPr/>
          </p:nvSpPr>
          <p:spPr>
            <a:xfrm>
              <a:off x="2710559" y="101474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54" name="pl5254"/>
            <p:cNvSpPr/>
            <p:nvPr/>
          </p:nvSpPr>
          <p:spPr>
            <a:xfrm>
              <a:off x="2862706" y="111866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2862706" y="1093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2862706" y="1068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2862706" y="104385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2862706" y="101891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3281669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4342462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54032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6464048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tx5263"/>
            <p:cNvSpPr/>
            <p:nvPr/>
          </p:nvSpPr>
          <p:spPr>
            <a:xfrm>
              <a:off x="3250592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64" name="tx5264"/>
            <p:cNvSpPr/>
            <p:nvPr/>
          </p:nvSpPr>
          <p:spPr>
            <a:xfrm>
              <a:off x="4280307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65" name="tx5265"/>
            <p:cNvSpPr/>
            <p:nvPr/>
          </p:nvSpPr>
          <p:spPr>
            <a:xfrm>
              <a:off x="534109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66" name="tx5266"/>
            <p:cNvSpPr/>
            <p:nvPr/>
          </p:nvSpPr>
          <p:spPr>
            <a:xfrm>
              <a:off x="6401892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67" name="tx5267"/>
            <p:cNvSpPr/>
            <p:nvPr/>
          </p:nvSpPr>
          <p:spPr>
            <a:xfrm>
              <a:off x="4259306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268" name="tx5268"/>
            <p:cNvSpPr/>
            <p:nvPr/>
          </p:nvSpPr>
          <p:spPr>
            <a:xfrm rot="-5400000">
              <a:off x="1668130" y="1062234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5269" name="tx5269"/>
            <p:cNvSpPr/>
            <p:nvPr/>
          </p:nvSpPr>
          <p:spPr>
            <a:xfrm>
              <a:off x="2897501" y="973552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5270" name="rc5270"/>
            <p:cNvSpPr/>
            <p:nvPr/>
          </p:nvSpPr>
          <p:spPr>
            <a:xfrm>
              <a:off x="80632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87078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87078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87078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87078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89059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91888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94717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97546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87078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87078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87078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87078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87078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87644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90473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93302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96131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98961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87644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261"/>
                  </a:lnTo>
                  <a:lnTo>
                    <a:pt x="0" y="1124863"/>
                  </a:lnTo>
                  <a:lnTo>
                    <a:pt x="0" y="1121464"/>
                  </a:lnTo>
                  <a:lnTo>
                    <a:pt x="0" y="1118066"/>
                  </a:lnTo>
                  <a:lnTo>
                    <a:pt x="0" y="1114668"/>
                  </a:lnTo>
                  <a:lnTo>
                    <a:pt x="0" y="1111269"/>
                  </a:lnTo>
                  <a:lnTo>
                    <a:pt x="0" y="1107871"/>
                  </a:lnTo>
                  <a:lnTo>
                    <a:pt x="0" y="1104473"/>
                  </a:lnTo>
                  <a:lnTo>
                    <a:pt x="0" y="1101074"/>
                  </a:lnTo>
                  <a:lnTo>
                    <a:pt x="0" y="1097676"/>
                  </a:lnTo>
                  <a:lnTo>
                    <a:pt x="0" y="1094277"/>
                  </a:lnTo>
                  <a:lnTo>
                    <a:pt x="0" y="1090879"/>
                  </a:lnTo>
                  <a:lnTo>
                    <a:pt x="0" y="1087481"/>
                  </a:lnTo>
                  <a:lnTo>
                    <a:pt x="0" y="1084082"/>
                  </a:lnTo>
                  <a:lnTo>
                    <a:pt x="0" y="1080684"/>
                  </a:lnTo>
                  <a:lnTo>
                    <a:pt x="0" y="1077286"/>
                  </a:lnTo>
                  <a:lnTo>
                    <a:pt x="0" y="1073887"/>
                  </a:lnTo>
                  <a:lnTo>
                    <a:pt x="0" y="1070489"/>
                  </a:lnTo>
                  <a:lnTo>
                    <a:pt x="0" y="1067090"/>
                  </a:lnTo>
                  <a:lnTo>
                    <a:pt x="0" y="1063692"/>
                  </a:lnTo>
                  <a:lnTo>
                    <a:pt x="0" y="1060294"/>
                  </a:lnTo>
                  <a:lnTo>
                    <a:pt x="0" y="1056895"/>
                  </a:lnTo>
                  <a:lnTo>
                    <a:pt x="0" y="1053497"/>
                  </a:lnTo>
                  <a:lnTo>
                    <a:pt x="0" y="1050099"/>
                  </a:lnTo>
                  <a:lnTo>
                    <a:pt x="0" y="1046700"/>
                  </a:lnTo>
                  <a:lnTo>
                    <a:pt x="0" y="1043302"/>
                  </a:lnTo>
                  <a:lnTo>
                    <a:pt x="0" y="1039903"/>
                  </a:lnTo>
                  <a:lnTo>
                    <a:pt x="0" y="1036505"/>
                  </a:lnTo>
                  <a:lnTo>
                    <a:pt x="0" y="1033107"/>
                  </a:lnTo>
                  <a:lnTo>
                    <a:pt x="0" y="1029708"/>
                  </a:lnTo>
                  <a:lnTo>
                    <a:pt x="0" y="1026310"/>
                  </a:lnTo>
                  <a:lnTo>
                    <a:pt x="0" y="1022911"/>
                  </a:lnTo>
                  <a:lnTo>
                    <a:pt x="0" y="1019513"/>
                  </a:lnTo>
                  <a:lnTo>
                    <a:pt x="0" y="1016115"/>
                  </a:lnTo>
                  <a:lnTo>
                    <a:pt x="0" y="1012716"/>
                  </a:lnTo>
                  <a:lnTo>
                    <a:pt x="1855" y="1012716"/>
                  </a:lnTo>
                  <a:lnTo>
                    <a:pt x="3710" y="1012716"/>
                  </a:lnTo>
                  <a:lnTo>
                    <a:pt x="3710" y="1009318"/>
                  </a:lnTo>
                  <a:lnTo>
                    <a:pt x="3710" y="1005920"/>
                  </a:lnTo>
                  <a:lnTo>
                    <a:pt x="3710" y="1002521"/>
                  </a:lnTo>
                  <a:lnTo>
                    <a:pt x="3710" y="999123"/>
                  </a:lnTo>
                  <a:lnTo>
                    <a:pt x="3710" y="995724"/>
                  </a:lnTo>
                  <a:lnTo>
                    <a:pt x="3710" y="992326"/>
                  </a:lnTo>
                  <a:lnTo>
                    <a:pt x="3710" y="988928"/>
                  </a:lnTo>
                  <a:lnTo>
                    <a:pt x="3710" y="985529"/>
                  </a:lnTo>
                  <a:lnTo>
                    <a:pt x="3710" y="982131"/>
                  </a:lnTo>
                  <a:lnTo>
                    <a:pt x="3710" y="978733"/>
                  </a:lnTo>
                  <a:lnTo>
                    <a:pt x="3710" y="975334"/>
                  </a:lnTo>
                  <a:lnTo>
                    <a:pt x="5565" y="975334"/>
                  </a:lnTo>
                  <a:lnTo>
                    <a:pt x="5565" y="971936"/>
                  </a:lnTo>
                  <a:lnTo>
                    <a:pt x="5565" y="968537"/>
                  </a:lnTo>
                  <a:lnTo>
                    <a:pt x="5565" y="965139"/>
                  </a:lnTo>
                  <a:lnTo>
                    <a:pt x="5565" y="961741"/>
                  </a:lnTo>
                  <a:lnTo>
                    <a:pt x="5565" y="958342"/>
                  </a:lnTo>
                  <a:lnTo>
                    <a:pt x="5565" y="954944"/>
                  </a:lnTo>
                  <a:lnTo>
                    <a:pt x="5565" y="951546"/>
                  </a:lnTo>
                  <a:lnTo>
                    <a:pt x="5565" y="948147"/>
                  </a:lnTo>
                  <a:lnTo>
                    <a:pt x="5565" y="944749"/>
                  </a:lnTo>
                  <a:lnTo>
                    <a:pt x="7420" y="944749"/>
                  </a:lnTo>
                  <a:lnTo>
                    <a:pt x="7420" y="941350"/>
                  </a:lnTo>
                  <a:lnTo>
                    <a:pt x="7420" y="937952"/>
                  </a:lnTo>
                  <a:lnTo>
                    <a:pt x="9275" y="937952"/>
                  </a:lnTo>
                  <a:lnTo>
                    <a:pt x="9275" y="934554"/>
                  </a:lnTo>
                  <a:lnTo>
                    <a:pt x="9275" y="931155"/>
                  </a:lnTo>
                  <a:lnTo>
                    <a:pt x="9275" y="927757"/>
                  </a:lnTo>
                  <a:lnTo>
                    <a:pt x="9275" y="924358"/>
                  </a:lnTo>
                  <a:lnTo>
                    <a:pt x="9275" y="920960"/>
                  </a:lnTo>
                  <a:lnTo>
                    <a:pt x="9275" y="917562"/>
                  </a:lnTo>
                  <a:lnTo>
                    <a:pt x="9275" y="914163"/>
                  </a:lnTo>
                  <a:lnTo>
                    <a:pt x="9275" y="910765"/>
                  </a:lnTo>
                  <a:lnTo>
                    <a:pt x="9275" y="907367"/>
                  </a:lnTo>
                  <a:lnTo>
                    <a:pt x="9275" y="903968"/>
                  </a:lnTo>
                  <a:lnTo>
                    <a:pt x="9275" y="900570"/>
                  </a:lnTo>
                  <a:lnTo>
                    <a:pt x="9275" y="897171"/>
                  </a:lnTo>
                  <a:lnTo>
                    <a:pt x="9275" y="893773"/>
                  </a:lnTo>
                  <a:lnTo>
                    <a:pt x="9275" y="890375"/>
                  </a:lnTo>
                  <a:lnTo>
                    <a:pt x="9275" y="886976"/>
                  </a:lnTo>
                  <a:lnTo>
                    <a:pt x="9275" y="883578"/>
                  </a:lnTo>
                  <a:lnTo>
                    <a:pt x="9275" y="880180"/>
                  </a:lnTo>
                  <a:lnTo>
                    <a:pt x="9275" y="876781"/>
                  </a:lnTo>
                  <a:lnTo>
                    <a:pt x="11131" y="876781"/>
                  </a:lnTo>
                  <a:lnTo>
                    <a:pt x="11131" y="873383"/>
                  </a:lnTo>
                  <a:lnTo>
                    <a:pt x="11131" y="869984"/>
                  </a:lnTo>
                  <a:lnTo>
                    <a:pt x="12986" y="869984"/>
                  </a:lnTo>
                  <a:lnTo>
                    <a:pt x="12986" y="866586"/>
                  </a:lnTo>
                  <a:lnTo>
                    <a:pt x="12986" y="863188"/>
                  </a:lnTo>
                  <a:lnTo>
                    <a:pt x="12986" y="859789"/>
                  </a:lnTo>
                  <a:lnTo>
                    <a:pt x="12986" y="856391"/>
                  </a:lnTo>
                  <a:lnTo>
                    <a:pt x="12986" y="852993"/>
                  </a:lnTo>
                  <a:lnTo>
                    <a:pt x="14841" y="852993"/>
                  </a:lnTo>
                  <a:lnTo>
                    <a:pt x="14841" y="849594"/>
                  </a:lnTo>
                  <a:lnTo>
                    <a:pt x="14841" y="846196"/>
                  </a:lnTo>
                  <a:lnTo>
                    <a:pt x="14841" y="842797"/>
                  </a:lnTo>
                  <a:lnTo>
                    <a:pt x="14841" y="839399"/>
                  </a:lnTo>
                  <a:lnTo>
                    <a:pt x="14841" y="836001"/>
                  </a:lnTo>
                  <a:lnTo>
                    <a:pt x="14841" y="832602"/>
                  </a:lnTo>
                  <a:lnTo>
                    <a:pt x="14841" y="829204"/>
                  </a:lnTo>
                  <a:lnTo>
                    <a:pt x="16696" y="829204"/>
                  </a:lnTo>
                  <a:lnTo>
                    <a:pt x="16696" y="825806"/>
                  </a:lnTo>
                  <a:lnTo>
                    <a:pt x="16696" y="822407"/>
                  </a:lnTo>
                  <a:lnTo>
                    <a:pt x="16696" y="819009"/>
                  </a:lnTo>
                  <a:lnTo>
                    <a:pt x="16696" y="815610"/>
                  </a:lnTo>
                  <a:lnTo>
                    <a:pt x="16696" y="812212"/>
                  </a:lnTo>
                  <a:lnTo>
                    <a:pt x="16696" y="808814"/>
                  </a:lnTo>
                  <a:lnTo>
                    <a:pt x="16696" y="805415"/>
                  </a:lnTo>
                  <a:lnTo>
                    <a:pt x="16696" y="802017"/>
                  </a:lnTo>
                  <a:lnTo>
                    <a:pt x="16696" y="798618"/>
                  </a:lnTo>
                  <a:lnTo>
                    <a:pt x="16696" y="795220"/>
                  </a:lnTo>
                  <a:lnTo>
                    <a:pt x="16696" y="791822"/>
                  </a:lnTo>
                  <a:lnTo>
                    <a:pt x="16696" y="788423"/>
                  </a:lnTo>
                  <a:lnTo>
                    <a:pt x="16696" y="785025"/>
                  </a:lnTo>
                  <a:lnTo>
                    <a:pt x="16696" y="781627"/>
                  </a:lnTo>
                  <a:lnTo>
                    <a:pt x="16696" y="778228"/>
                  </a:lnTo>
                  <a:lnTo>
                    <a:pt x="16696" y="774830"/>
                  </a:lnTo>
                  <a:lnTo>
                    <a:pt x="18551" y="774830"/>
                  </a:lnTo>
                  <a:lnTo>
                    <a:pt x="18551" y="771431"/>
                  </a:lnTo>
                  <a:lnTo>
                    <a:pt x="18551" y="768033"/>
                  </a:lnTo>
                  <a:lnTo>
                    <a:pt x="18551" y="764635"/>
                  </a:lnTo>
                  <a:lnTo>
                    <a:pt x="20406" y="764635"/>
                  </a:lnTo>
                  <a:lnTo>
                    <a:pt x="20406" y="761236"/>
                  </a:lnTo>
                  <a:lnTo>
                    <a:pt x="20406" y="757838"/>
                  </a:lnTo>
                  <a:lnTo>
                    <a:pt x="20406" y="754440"/>
                  </a:lnTo>
                  <a:lnTo>
                    <a:pt x="20406" y="751041"/>
                  </a:lnTo>
                  <a:lnTo>
                    <a:pt x="20406" y="747643"/>
                  </a:lnTo>
                  <a:lnTo>
                    <a:pt x="22262" y="747643"/>
                  </a:lnTo>
                  <a:lnTo>
                    <a:pt x="22262" y="744244"/>
                  </a:lnTo>
                  <a:lnTo>
                    <a:pt x="22262" y="740846"/>
                  </a:lnTo>
                  <a:lnTo>
                    <a:pt x="22262" y="737448"/>
                  </a:lnTo>
                  <a:lnTo>
                    <a:pt x="22262" y="734049"/>
                  </a:lnTo>
                  <a:lnTo>
                    <a:pt x="24117" y="734049"/>
                  </a:lnTo>
                  <a:lnTo>
                    <a:pt x="24117" y="730651"/>
                  </a:lnTo>
                  <a:lnTo>
                    <a:pt x="24117" y="727253"/>
                  </a:lnTo>
                  <a:lnTo>
                    <a:pt x="24117" y="723854"/>
                  </a:lnTo>
                  <a:lnTo>
                    <a:pt x="24117" y="720456"/>
                  </a:lnTo>
                  <a:lnTo>
                    <a:pt x="24117" y="717057"/>
                  </a:lnTo>
                  <a:lnTo>
                    <a:pt x="24117" y="713659"/>
                  </a:lnTo>
                  <a:lnTo>
                    <a:pt x="24117" y="710261"/>
                  </a:lnTo>
                  <a:lnTo>
                    <a:pt x="24117" y="706862"/>
                  </a:lnTo>
                  <a:lnTo>
                    <a:pt x="24117" y="703464"/>
                  </a:lnTo>
                  <a:lnTo>
                    <a:pt x="24117" y="700066"/>
                  </a:lnTo>
                  <a:lnTo>
                    <a:pt x="24117" y="696667"/>
                  </a:lnTo>
                  <a:lnTo>
                    <a:pt x="24117" y="693269"/>
                  </a:lnTo>
                  <a:lnTo>
                    <a:pt x="24117" y="689870"/>
                  </a:lnTo>
                  <a:lnTo>
                    <a:pt x="24117" y="686472"/>
                  </a:lnTo>
                  <a:lnTo>
                    <a:pt x="24117" y="683074"/>
                  </a:lnTo>
                  <a:lnTo>
                    <a:pt x="24117" y="679675"/>
                  </a:lnTo>
                  <a:lnTo>
                    <a:pt x="24117" y="676277"/>
                  </a:lnTo>
                  <a:lnTo>
                    <a:pt x="25972" y="676277"/>
                  </a:lnTo>
                  <a:lnTo>
                    <a:pt x="25972" y="672878"/>
                  </a:lnTo>
                  <a:lnTo>
                    <a:pt x="25972" y="669480"/>
                  </a:lnTo>
                  <a:lnTo>
                    <a:pt x="25972" y="666082"/>
                  </a:lnTo>
                  <a:lnTo>
                    <a:pt x="25972" y="662683"/>
                  </a:lnTo>
                  <a:lnTo>
                    <a:pt x="25972" y="659285"/>
                  </a:lnTo>
                  <a:lnTo>
                    <a:pt x="25972" y="655887"/>
                  </a:lnTo>
                  <a:lnTo>
                    <a:pt x="25972" y="652488"/>
                  </a:lnTo>
                  <a:lnTo>
                    <a:pt x="25972" y="649090"/>
                  </a:lnTo>
                  <a:lnTo>
                    <a:pt x="25972" y="645691"/>
                  </a:lnTo>
                  <a:lnTo>
                    <a:pt x="25972" y="642293"/>
                  </a:lnTo>
                  <a:lnTo>
                    <a:pt x="25972" y="638895"/>
                  </a:lnTo>
                  <a:lnTo>
                    <a:pt x="25972" y="635496"/>
                  </a:lnTo>
                  <a:lnTo>
                    <a:pt x="27827" y="635496"/>
                  </a:lnTo>
                  <a:lnTo>
                    <a:pt x="27827" y="632098"/>
                  </a:lnTo>
                  <a:lnTo>
                    <a:pt x="27827" y="628700"/>
                  </a:lnTo>
                  <a:lnTo>
                    <a:pt x="27827" y="625301"/>
                  </a:lnTo>
                  <a:lnTo>
                    <a:pt x="27827" y="621903"/>
                  </a:lnTo>
                  <a:lnTo>
                    <a:pt x="27827" y="618504"/>
                  </a:lnTo>
                  <a:lnTo>
                    <a:pt x="27827" y="615106"/>
                  </a:lnTo>
                  <a:lnTo>
                    <a:pt x="29682" y="615106"/>
                  </a:lnTo>
                  <a:lnTo>
                    <a:pt x="29682" y="611708"/>
                  </a:lnTo>
                  <a:lnTo>
                    <a:pt x="29682" y="608309"/>
                  </a:lnTo>
                  <a:lnTo>
                    <a:pt x="29682" y="604911"/>
                  </a:lnTo>
                  <a:lnTo>
                    <a:pt x="29682" y="601513"/>
                  </a:lnTo>
                  <a:lnTo>
                    <a:pt x="29682" y="598114"/>
                  </a:lnTo>
                  <a:lnTo>
                    <a:pt x="29682" y="594716"/>
                  </a:lnTo>
                  <a:lnTo>
                    <a:pt x="29682" y="591317"/>
                  </a:lnTo>
                  <a:lnTo>
                    <a:pt x="29682" y="587919"/>
                  </a:lnTo>
                  <a:lnTo>
                    <a:pt x="29682" y="584521"/>
                  </a:lnTo>
                  <a:lnTo>
                    <a:pt x="29682" y="581122"/>
                  </a:lnTo>
                  <a:lnTo>
                    <a:pt x="29682" y="577724"/>
                  </a:lnTo>
                  <a:lnTo>
                    <a:pt x="29682" y="574325"/>
                  </a:lnTo>
                  <a:lnTo>
                    <a:pt x="31538" y="574325"/>
                  </a:lnTo>
                  <a:lnTo>
                    <a:pt x="31538" y="570927"/>
                  </a:lnTo>
                  <a:lnTo>
                    <a:pt x="31538" y="567529"/>
                  </a:lnTo>
                  <a:lnTo>
                    <a:pt x="33393" y="567529"/>
                  </a:lnTo>
                  <a:lnTo>
                    <a:pt x="33393" y="564130"/>
                  </a:lnTo>
                  <a:lnTo>
                    <a:pt x="35248" y="564130"/>
                  </a:lnTo>
                  <a:lnTo>
                    <a:pt x="35248" y="560732"/>
                  </a:lnTo>
                  <a:lnTo>
                    <a:pt x="37103" y="560732"/>
                  </a:lnTo>
                  <a:lnTo>
                    <a:pt x="37103" y="557334"/>
                  </a:lnTo>
                  <a:lnTo>
                    <a:pt x="37103" y="553935"/>
                  </a:lnTo>
                  <a:lnTo>
                    <a:pt x="37103" y="550537"/>
                  </a:lnTo>
                  <a:lnTo>
                    <a:pt x="37103" y="547138"/>
                  </a:lnTo>
                  <a:lnTo>
                    <a:pt x="38958" y="547138"/>
                  </a:lnTo>
                  <a:lnTo>
                    <a:pt x="40813" y="547138"/>
                  </a:lnTo>
                  <a:lnTo>
                    <a:pt x="40813" y="543740"/>
                  </a:lnTo>
                  <a:lnTo>
                    <a:pt x="40813" y="540342"/>
                  </a:lnTo>
                  <a:lnTo>
                    <a:pt x="40813" y="536943"/>
                  </a:lnTo>
                  <a:lnTo>
                    <a:pt x="40813" y="533545"/>
                  </a:lnTo>
                  <a:lnTo>
                    <a:pt x="42669" y="533545"/>
                  </a:lnTo>
                  <a:lnTo>
                    <a:pt x="42669" y="530147"/>
                  </a:lnTo>
                  <a:lnTo>
                    <a:pt x="42669" y="526748"/>
                  </a:lnTo>
                  <a:lnTo>
                    <a:pt x="44524" y="526748"/>
                  </a:lnTo>
                  <a:lnTo>
                    <a:pt x="44524" y="523350"/>
                  </a:lnTo>
                  <a:lnTo>
                    <a:pt x="44524" y="519951"/>
                  </a:lnTo>
                  <a:lnTo>
                    <a:pt x="44524" y="516553"/>
                  </a:lnTo>
                  <a:lnTo>
                    <a:pt x="46379" y="516553"/>
                  </a:lnTo>
                  <a:lnTo>
                    <a:pt x="46379" y="513155"/>
                  </a:lnTo>
                  <a:lnTo>
                    <a:pt x="46379" y="509756"/>
                  </a:lnTo>
                  <a:lnTo>
                    <a:pt x="46379" y="506358"/>
                  </a:lnTo>
                  <a:lnTo>
                    <a:pt x="46379" y="502960"/>
                  </a:lnTo>
                  <a:lnTo>
                    <a:pt x="48234" y="502960"/>
                  </a:lnTo>
                  <a:lnTo>
                    <a:pt x="48234" y="499561"/>
                  </a:lnTo>
                  <a:lnTo>
                    <a:pt x="50089" y="499561"/>
                  </a:lnTo>
                  <a:lnTo>
                    <a:pt x="50089" y="496163"/>
                  </a:lnTo>
                  <a:lnTo>
                    <a:pt x="51945" y="496163"/>
                  </a:lnTo>
                  <a:lnTo>
                    <a:pt x="51945" y="492764"/>
                  </a:lnTo>
                  <a:lnTo>
                    <a:pt x="51945" y="489366"/>
                  </a:lnTo>
                  <a:lnTo>
                    <a:pt x="51945" y="485968"/>
                  </a:lnTo>
                  <a:lnTo>
                    <a:pt x="51945" y="482569"/>
                  </a:lnTo>
                  <a:lnTo>
                    <a:pt x="53800" y="482569"/>
                  </a:lnTo>
                  <a:lnTo>
                    <a:pt x="53800" y="479171"/>
                  </a:lnTo>
                  <a:lnTo>
                    <a:pt x="53800" y="475773"/>
                  </a:lnTo>
                  <a:lnTo>
                    <a:pt x="53800" y="472374"/>
                  </a:lnTo>
                  <a:lnTo>
                    <a:pt x="53800" y="468976"/>
                  </a:lnTo>
                  <a:lnTo>
                    <a:pt x="53800" y="465577"/>
                  </a:lnTo>
                  <a:lnTo>
                    <a:pt x="53800" y="462179"/>
                  </a:lnTo>
                  <a:lnTo>
                    <a:pt x="53800" y="458781"/>
                  </a:lnTo>
                  <a:lnTo>
                    <a:pt x="55655" y="458781"/>
                  </a:lnTo>
                  <a:lnTo>
                    <a:pt x="55655" y="455382"/>
                  </a:lnTo>
                  <a:lnTo>
                    <a:pt x="55655" y="451984"/>
                  </a:lnTo>
                  <a:lnTo>
                    <a:pt x="57510" y="451984"/>
                  </a:lnTo>
                  <a:lnTo>
                    <a:pt x="57510" y="448585"/>
                  </a:lnTo>
                  <a:lnTo>
                    <a:pt x="59365" y="448585"/>
                  </a:lnTo>
                  <a:lnTo>
                    <a:pt x="61220" y="448585"/>
                  </a:lnTo>
                  <a:lnTo>
                    <a:pt x="61220" y="445187"/>
                  </a:lnTo>
                  <a:lnTo>
                    <a:pt x="61220" y="441789"/>
                  </a:lnTo>
                  <a:lnTo>
                    <a:pt x="61220" y="438390"/>
                  </a:lnTo>
                  <a:lnTo>
                    <a:pt x="61220" y="434992"/>
                  </a:lnTo>
                  <a:lnTo>
                    <a:pt x="63076" y="434992"/>
                  </a:lnTo>
                  <a:lnTo>
                    <a:pt x="63076" y="431594"/>
                  </a:lnTo>
                  <a:lnTo>
                    <a:pt x="64931" y="431594"/>
                  </a:lnTo>
                  <a:lnTo>
                    <a:pt x="66786" y="431594"/>
                  </a:lnTo>
                  <a:lnTo>
                    <a:pt x="66786" y="428195"/>
                  </a:lnTo>
                  <a:lnTo>
                    <a:pt x="66786" y="424797"/>
                  </a:lnTo>
                  <a:lnTo>
                    <a:pt x="66786" y="421398"/>
                  </a:lnTo>
                  <a:lnTo>
                    <a:pt x="66786" y="418000"/>
                  </a:lnTo>
                  <a:lnTo>
                    <a:pt x="66786" y="414602"/>
                  </a:lnTo>
                  <a:lnTo>
                    <a:pt x="66786" y="411203"/>
                  </a:lnTo>
                  <a:lnTo>
                    <a:pt x="66786" y="407805"/>
                  </a:lnTo>
                  <a:lnTo>
                    <a:pt x="66786" y="404407"/>
                  </a:lnTo>
                  <a:lnTo>
                    <a:pt x="68641" y="404407"/>
                  </a:lnTo>
                  <a:lnTo>
                    <a:pt x="70496" y="404407"/>
                  </a:lnTo>
                  <a:lnTo>
                    <a:pt x="70496" y="401008"/>
                  </a:lnTo>
                  <a:lnTo>
                    <a:pt x="70496" y="397610"/>
                  </a:lnTo>
                  <a:lnTo>
                    <a:pt x="72352" y="397610"/>
                  </a:lnTo>
                  <a:lnTo>
                    <a:pt x="72352" y="394211"/>
                  </a:lnTo>
                  <a:lnTo>
                    <a:pt x="74207" y="394211"/>
                  </a:lnTo>
                  <a:lnTo>
                    <a:pt x="74207" y="390813"/>
                  </a:lnTo>
                  <a:lnTo>
                    <a:pt x="76062" y="390813"/>
                  </a:lnTo>
                  <a:lnTo>
                    <a:pt x="77917" y="390813"/>
                  </a:lnTo>
                  <a:lnTo>
                    <a:pt x="79772" y="390813"/>
                  </a:lnTo>
                  <a:lnTo>
                    <a:pt x="81627" y="390813"/>
                  </a:lnTo>
                  <a:lnTo>
                    <a:pt x="81627" y="387415"/>
                  </a:lnTo>
                  <a:lnTo>
                    <a:pt x="83483" y="387415"/>
                  </a:lnTo>
                  <a:lnTo>
                    <a:pt x="85338" y="387415"/>
                  </a:lnTo>
                  <a:lnTo>
                    <a:pt x="87193" y="387415"/>
                  </a:lnTo>
                  <a:lnTo>
                    <a:pt x="87193" y="384016"/>
                  </a:lnTo>
                  <a:lnTo>
                    <a:pt x="89048" y="384016"/>
                  </a:lnTo>
                  <a:lnTo>
                    <a:pt x="89048" y="380618"/>
                  </a:lnTo>
                  <a:lnTo>
                    <a:pt x="90903" y="380618"/>
                  </a:lnTo>
                  <a:lnTo>
                    <a:pt x="90903" y="377220"/>
                  </a:lnTo>
                  <a:lnTo>
                    <a:pt x="92759" y="377220"/>
                  </a:lnTo>
                  <a:lnTo>
                    <a:pt x="92759" y="373821"/>
                  </a:lnTo>
                  <a:lnTo>
                    <a:pt x="92759" y="370423"/>
                  </a:lnTo>
                  <a:lnTo>
                    <a:pt x="94614" y="370423"/>
                  </a:lnTo>
                  <a:lnTo>
                    <a:pt x="94614" y="367024"/>
                  </a:lnTo>
                  <a:lnTo>
                    <a:pt x="96469" y="367024"/>
                  </a:lnTo>
                  <a:lnTo>
                    <a:pt x="98324" y="367024"/>
                  </a:lnTo>
                  <a:lnTo>
                    <a:pt x="100179" y="367024"/>
                  </a:lnTo>
                  <a:lnTo>
                    <a:pt x="102034" y="367024"/>
                  </a:lnTo>
                  <a:lnTo>
                    <a:pt x="103890" y="367024"/>
                  </a:lnTo>
                  <a:lnTo>
                    <a:pt x="105745" y="367024"/>
                  </a:lnTo>
                  <a:lnTo>
                    <a:pt x="107600" y="367024"/>
                  </a:lnTo>
                  <a:lnTo>
                    <a:pt x="107600" y="363626"/>
                  </a:lnTo>
                  <a:lnTo>
                    <a:pt x="109455" y="363626"/>
                  </a:lnTo>
                  <a:lnTo>
                    <a:pt x="109455" y="360228"/>
                  </a:lnTo>
                  <a:lnTo>
                    <a:pt x="109455" y="356829"/>
                  </a:lnTo>
                  <a:lnTo>
                    <a:pt x="111310" y="356829"/>
                  </a:lnTo>
                  <a:lnTo>
                    <a:pt x="111310" y="353431"/>
                  </a:lnTo>
                  <a:lnTo>
                    <a:pt x="111310" y="350033"/>
                  </a:lnTo>
                  <a:lnTo>
                    <a:pt x="113166" y="350033"/>
                  </a:lnTo>
                  <a:lnTo>
                    <a:pt x="115021" y="350033"/>
                  </a:lnTo>
                  <a:lnTo>
                    <a:pt x="115021" y="346634"/>
                  </a:lnTo>
                  <a:lnTo>
                    <a:pt x="115021" y="343236"/>
                  </a:lnTo>
                  <a:lnTo>
                    <a:pt x="115021" y="339837"/>
                  </a:lnTo>
                  <a:lnTo>
                    <a:pt x="116876" y="339837"/>
                  </a:lnTo>
                  <a:lnTo>
                    <a:pt x="116876" y="336439"/>
                  </a:lnTo>
                  <a:lnTo>
                    <a:pt x="116876" y="333041"/>
                  </a:lnTo>
                  <a:lnTo>
                    <a:pt x="118731" y="333041"/>
                  </a:lnTo>
                  <a:lnTo>
                    <a:pt x="120586" y="333041"/>
                  </a:lnTo>
                  <a:lnTo>
                    <a:pt x="120586" y="329642"/>
                  </a:lnTo>
                  <a:lnTo>
                    <a:pt x="122441" y="329642"/>
                  </a:lnTo>
                  <a:lnTo>
                    <a:pt x="124297" y="329642"/>
                  </a:lnTo>
                  <a:lnTo>
                    <a:pt x="126152" y="329642"/>
                  </a:lnTo>
                  <a:lnTo>
                    <a:pt x="128007" y="329642"/>
                  </a:lnTo>
                  <a:lnTo>
                    <a:pt x="129862" y="329642"/>
                  </a:lnTo>
                  <a:lnTo>
                    <a:pt x="131717" y="329642"/>
                  </a:lnTo>
                  <a:lnTo>
                    <a:pt x="133572" y="329642"/>
                  </a:lnTo>
                  <a:lnTo>
                    <a:pt x="133572" y="326244"/>
                  </a:lnTo>
                  <a:lnTo>
                    <a:pt x="133572" y="322845"/>
                  </a:lnTo>
                  <a:lnTo>
                    <a:pt x="133572" y="319447"/>
                  </a:lnTo>
                  <a:lnTo>
                    <a:pt x="133572" y="316049"/>
                  </a:lnTo>
                  <a:lnTo>
                    <a:pt x="133572" y="312650"/>
                  </a:lnTo>
                  <a:lnTo>
                    <a:pt x="135428" y="312650"/>
                  </a:lnTo>
                  <a:lnTo>
                    <a:pt x="137283" y="312650"/>
                  </a:lnTo>
                  <a:lnTo>
                    <a:pt x="139138" y="312650"/>
                  </a:lnTo>
                  <a:lnTo>
                    <a:pt x="139138" y="309252"/>
                  </a:lnTo>
                  <a:lnTo>
                    <a:pt x="139138" y="305854"/>
                  </a:lnTo>
                  <a:lnTo>
                    <a:pt x="140993" y="305854"/>
                  </a:lnTo>
                  <a:lnTo>
                    <a:pt x="142848" y="305854"/>
                  </a:lnTo>
                  <a:lnTo>
                    <a:pt x="142848" y="302455"/>
                  </a:lnTo>
                  <a:lnTo>
                    <a:pt x="144704" y="302455"/>
                  </a:lnTo>
                  <a:lnTo>
                    <a:pt x="146559" y="302455"/>
                  </a:lnTo>
                  <a:lnTo>
                    <a:pt x="148414" y="302455"/>
                  </a:lnTo>
                  <a:lnTo>
                    <a:pt x="150269" y="302455"/>
                  </a:lnTo>
                  <a:lnTo>
                    <a:pt x="150269" y="299057"/>
                  </a:lnTo>
                  <a:lnTo>
                    <a:pt x="152124" y="299057"/>
                  </a:lnTo>
                  <a:lnTo>
                    <a:pt x="153979" y="299057"/>
                  </a:lnTo>
                  <a:lnTo>
                    <a:pt x="155835" y="299057"/>
                  </a:lnTo>
                  <a:lnTo>
                    <a:pt x="157690" y="299057"/>
                  </a:lnTo>
                  <a:lnTo>
                    <a:pt x="157690" y="295658"/>
                  </a:lnTo>
                  <a:lnTo>
                    <a:pt x="157690" y="292260"/>
                  </a:lnTo>
                  <a:lnTo>
                    <a:pt x="159545" y="292260"/>
                  </a:lnTo>
                  <a:lnTo>
                    <a:pt x="159545" y="288862"/>
                  </a:lnTo>
                  <a:lnTo>
                    <a:pt x="161400" y="288862"/>
                  </a:lnTo>
                  <a:lnTo>
                    <a:pt x="161400" y="285463"/>
                  </a:lnTo>
                  <a:lnTo>
                    <a:pt x="163255" y="285463"/>
                  </a:lnTo>
                  <a:lnTo>
                    <a:pt x="163255" y="282065"/>
                  </a:lnTo>
                  <a:lnTo>
                    <a:pt x="165111" y="282065"/>
                  </a:lnTo>
                  <a:lnTo>
                    <a:pt x="165111" y="278667"/>
                  </a:lnTo>
                  <a:lnTo>
                    <a:pt x="165111" y="275268"/>
                  </a:lnTo>
                  <a:lnTo>
                    <a:pt x="165111" y="271870"/>
                  </a:lnTo>
                  <a:lnTo>
                    <a:pt x="166966" y="271870"/>
                  </a:lnTo>
                  <a:lnTo>
                    <a:pt x="168821" y="271870"/>
                  </a:lnTo>
                  <a:lnTo>
                    <a:pt x="168821" y="268471"/>
                  </a:lnTo>
                  <a:lnTo>
                    <a:pt x="168821" y="265073"/>
                  </a:lnTo>
                  <a:lnTo>
                    <a:pt x="168821" y="261675"/>
                  </a:lnTo>
                  <a:lnTo>
                    <a:pt x="168821" y="258276"/>
                  </a:lnTo>
                  <a:lnTo>
                    <a:pt x="170676" y="258276"/>
                  </a:lnTo>
                  <a:lnTo>
                    <a:pt x="170676" y="254878"/>
                  </a:lnTo>
                  <a:lnTo>
                    <a:pt x="170676" y="251480"/>
                  </a:lnTo>
                  <a:lnTo>
                    <a:pt x="172531" y="251480"/>
                  </a:lnTo>
                  <a:lnTo>
                    <a:pt x="172531" y="248081"/>
                  </a:lnTo>
                  <a:lnTo>
                    <a:pt x="174386" y="248081"/>
                  </a:lnTo>
                  <a:lnTo>
                    <a:pt x="174386" y="244683"/>
                  </a:lnTo>
                  <a:lnTo>
                    <a:pt x="174386" y="241284"/>
                  </a:lnTo>
                  <a:lnTo>
                    <a:pt x="174386" y="237886"/>
                  </a:lnTo>
                  <a:lnTo>
                    <a:pt x="176242" y="237886"/>
                  </a:lnTo>
                  <a:lnTo>
                    <a:pt x="176242" y="234488"/>
                  </a:lnTo>
                  <a:lnTo>
                    <a:pt x="178097" y="234488"/>
                  </a:lnTo>
                  <a:lnTo>
                    <a:pt x="178097" y="231089"/>
                  </a:lnTo>
                  <a:lnTo>
                    <a:pt x="178097" y="227691"/>
                  </a:lnTo>
                  <a:lnTo>
                    <a:pt x="178097" y="224292"/>
                  </a:lnTo>
                  <a:lnTo>
                    <a:pt x="179952" y="224292"/>
                  </a:lnTo>
                  <a:lnTo>
                    <a:pt x="181807" y="224292"/>
                  </a:lnTo>
                  <a:lnTo>
                    <a:pt x="183662" y="224292"/>
                  </a:lnTo>
                  <a:lnTo>
                    <a:pt x="185518" y="224292"/>
                  </a:lnTo>
                  <a:lnTo>
                    <a:pt x="187373" y="224292"/>
                  </a:lnTo>
                  <a:lnTo>
                    <a:pt x="189228" y="224292"/>
                  </a:lnTo>
                  <a:lnTo>
                    <a:pt x="191083" y="224292"/>
                  </a:lnTo>
                  <a:lnTo>
                    <a:pt x="192938" y="224292"/>
                  </a:lnTo>
                  <a:lnTo>
                    <a:pt x="192938" y="220894"/>
                  </a:lnTo>
                  <a:lnTo>
                    <a:pt x="194793" y="220894"/>
                  </a:lnTo>
                  <a:lnTo>
                    <a:pt x="194793" y="217496"/>
                  </a:lnTo>
                  <a:lnTo>
                    <a:pt x="196649" y="217496"/>
                  </a:lnTo>
                  <a:lnTo>
                    <a:pt x="198504" y="217496"/>
                  </a:lnTo>
                  <a:lnTo>
                    <a:pt x="200359" y="217496"/>
                  </a:lnTo>
                  <a:lnTo>
                    <a:pt x="202214" y="217496"/>
                  </a:lnTo>
                  <a:lnTo>
                    <a:pt x="204069" y="217496"/>
                  </a:lnTo>
                  <a:lnTo>
                    <a:pt x="204069" y="214097"/>
                  </a:lnTo>
                  <a:lnTo>
                    <a:pt x="204069" y="210699"/>
                  </a:lnTo>
                  <a:lnTo>
                    <a:pt x="205925" y="210699"/>
                  </a:lnTo>
                  <a:lnTo>
                    <a:pt x="207780" y="210699"/>
                  </a:lnTo>
                  <a:lnTo>
                    <a:pt x="209635" y="210699"/>
                  </a:lnTo>
                  <a:lnTo>
                    <a:pt x="211490" y="210699"/>
                  </a:lnTo>
                  <a:lnTo>
                    <a:pt x="213345" y="210699"/>
                  </a:lnTo>
                  <a:lnTo>
                    <a:pt x="213345" y="207301"/>
                  </a:lnTo>
                  <a:lnTo>
                    <a:pt x="213345" y="203902"/>
                  </a:lnTo>
                  <a:lnTo>
                    <a:pt x="215200" y="203902"/>
                  </a:lnTo>
                  <a:lnTo>
                    <a:pt x="215200" y="200504"/>
                  </a:lnTo>
                  <a:lnTo>
                    <a:pt x="217056" y="200504"/>
                  </a:lnTo>
                  <a:lnTo>
                    <a:pt x="217056" y="197105"/>
                  </a:lnTo>
                  <a:lnTo>
                    <a:pt x="218911" y="197105"/>
                  </a:lnTo>
                  <a:lnTo>
                    <a:pt x="218911" y="193707"/>
                  </a:lnTo>
                  <a:lnTo>
                    <a:pt x="220766" y="193707"/>
                  </a:lnTo>
                  <a:lnTo>
                    <a:pt x="220766" y="190309"/>
                  </a:lnTo>
                  <a:lnTo>
                    <a:pt x="222621" y="190309"/>
                  </a:lnTo>
                  <a:lnTo>
                    <a:pt x="224476" y="190309"/>
                  </a:lnTo>
                  <a:lnTo>
                    <a:pt x="224476" y="186910"/>
                  </a:lnTo>
                  <a:lnTo>
                    <a:pt x="224476" y="183512"/>
                  </a:lnTo>
                  <a:lnTo>
                    <a:pt x="226332" y="183512"/>
                  </a:lnTo>
                  <a:lnTo>
                    <a:pt x="226332" y="180114"/>
                  </a:lnTo>
                  <a:lnTo>
                    <a:pt x="228187" y="180114"/>
                  </a:lnTo>
                  <a:lnTo>
                    <a:pt x="230042" y="180114"/>
                  </a:lnTo>
                  <a:lnTo>
                    <a:pt x="230042" y="176715"/>
                  </a:lnTo>
                  <a:lnTo>
                    <a:pt x="230042" y="173317"/>
                  </a:lnTo>
                  <a:lnTo>
                    <a:pt x="231897" y="173317"/>
                  </a:lnTo>
                  <a:lnTo>
                    <a:pt x="233752" y="173317"/>
                  </a:lnTo>
                  <a:lnTo>
                    <a:pt x="233752" y="169918"/>
                  </a:lnTo>
                  <a:lnTo>
                    <a:pt x="233752" y="166520"/>
                  </a:lnTo>
                  <a:lnTo>
                    <a:pt x="235607" y="166520"/>
                  </a:lnTo>
                  <a:lnTo>
                    <a:pt x="237463" y="166520"/>
                  </a:lnTo>
                  <a:lnTo>
                    <a:pt x="239318" y="166520"/>
                  </a:lnTo>
                  <a:lnTo>
                    <a:pt x="239318" y="163122"/>
                  </a:lnTo>
                  <a:lnTo>
                    <a:pt x="241173" y="163122"/>
                  </a:lnTo>
                  <a:lnTo>
                    <a:pt x="241173" y="159723"/>
                  </a:lnTo>
                  <a:lnTo>
                    <a:pt x="241173" y="156325"/>
                  </a:lnTo>
                  <a:lnTo>
                    <a:pt x="243028" y="156325"/>
                  </a:lnTo>
                  <a:lnTo>
                    <a:pt x="244883" y="156325"/>
                  </a:lnTo>
                  <a:lnTo>
                    <a:pt x="246739" y="156325"/>
                  </a:lnTo>
                  <a:lnTo>
                    <a:pt x="248594" y="156325"/>
                  </a:lnTo>
                  <a:lnTo>
                    <a:pt x="250449" y="156325"/>
                  </a:lnTo>
                  <a:lnTo>
                    <a:pt x="252304" y="156325"/>
                  </a:lnTo>
                  <a:lnTo>
                    <a:pt x="254159" y="156325"/>
                  </a:lnTo>
                  <a:lnTo>
                    <a:pt x="256014" y="156325"/>
                  </a:lnTo>
                  <a:lnTo>
                    <a:pt x="257870" y="156325"/>
                  </a:lnTo>
                  <a:lnTo>
                    <a:pt x="257870" y="152927"/>
                  </a:lnTo>
                  <a:lnTo>
                    <a:pt x="259725" y="152927"/>
                  </a:lnTo>
                  <a:lnTo>
                    <a:pt x="261580" y="152927"/>
                  </a:lnTo>
                  <a:lnTo>
                    <a:pt x="263435" y="152927"/>
                  </a:lnTo>
                  <a:lnTo>
                    <a:pt x="265290" y="152927"/>
                  </a:lnTo>
                  <a:lnTo>
                    <a:pt x="267145" y="152927"/>
                  </a:lnTo>
                  <a:lnTo>
                    <a:pt x="269001" y="152927"/>
                  </a:lnTo>
                  <a:lnTo>
                    <a:pt x="269001" y="149528"/>
                  </a:lnTo>
                  <a:lnTo>
                    <a:pt x="270856" y="149528"/>
                  </a:lnTo>
                  <a:lnTo>
                    <a:pt x="272711" y="149528"/>
                  </a:lnTo>
                  <a:lnTo>
                    <a:pt x="274566" y="149528"/>
                  </a:lnTo>
                  <a:lnTo>
                    <a:pt x="276421" y="149528"/>
                  </a:lnTo>
                  <a:lnTo>
                    <a:pt x="276421" y="146130"/>
                  </a:lnTo>
                  <a:lnTo>
                    <a:pt x="276421" y="142731"/>
                  </a:lnTo>
                  <a:lnTo>
                    <a:pt x="278277" y="142731"/>
                  </a:lnTo>
                  <a:lnTo>
                    <a:pt x="280132" y="142731"/>
                  </a:lnTo>
                  <a:lnTo>
                    <a:pt x="281987" y="142731"/>
                  </a:lnTo>
                  <a:lnTo>
                    <a:pt x="283842" y="142731"/>
                  </a:lnTo>
                  <a:lnTo>
                    <a:pt x="283842" y="139333"/>
                  </a:lnTo>
                  <a:lnTo>
                    <a:pt x="285697" y="139333"/>
                  </a:lnTo>
                  <a:lnTo>
                    <a:pt x="287552" y="139333"/>
                  </a:lnTo>
                  <a:lnTo>
                    <a:pt x="289408" y="139333"/>
                  </a:lnTo>
                  <a:lnTo>
                    <a:pt x="291263" y="139333"/>
                  </a:lnTo>
                  <a:lnTo>
                    <a:pt x="293118" y="139333"/>
                  </a:lnTo>
                  <a:lnTo>
                    <a:pt x="293118" y="135935"/>
                  </a:lnTo>
                  <a:lnTo>
                    <a:pt x="294973" y="135935"/>
                  </a:lnTo>
                  <a:lnTo>
                    <a:pt x="296828" y="135935"/>
                  </a:lnTo>
                  <a:lnTo>
                    <a:pt x="298684" y="135935"/>
                  </a:lnTo>
                  <a:lnTo>
                    <a:pt x="300539" y="135935"/>
                  </a:lnTo>
                  <a:lnTo>
                    <a:pt x="300539" y="132536"/>
                  </a:lnTo>
                  <a:lnTo>
                    <a:pt x="302394" y="132536"/>
                  </a:lnTo>
                  <a:lnTo>
                    <a:pt x="304249" y="132536"/>
                  </a:lnTo>
                  <a:lnTo>
                    <a:pt x="306104" y="132536"/>
                  </a:lnTo>
                  <a:lnTo>
                    <a:pt x="307959" y="132536"/>
                  </a:lnTo>
                  <a:lnTo>
                    <a:pt x="309815" y="132536"/>
                  </a:lnTo>
                  <a:lnTo>
                    <a:pt x="309815" y="129138"/>
                  </a:lnTo>
                  <a:lnTo>
                    <a:pt x="311670" y="129138"/>
                  </a:lnTo>
                  <a:lnTo>
                    <a:pt x="311670" y="125740"/>
                  </a:lnTo>
                  <a:lnTo>
                    <a:pt x="313525" y="125740"/>
                  </a:lnTo>
                  <a:lnTo>
                    <a:pt x="315380" y="125740"/>
                  </a:lnTo>
                  <a:lnTo>
                    <a:pt x="317235" y="125740"/>
                  </a:lnTo>
                  <a:lnTo>
                    <a:pt x="319091" y="125740"/>
                  </a:lnTo>
                  <a:lnTo>
                    <a:pt x="319091" y="122341"/>
                  </a:lnTo>
                  <a:lnTo>
                    <a:pt x="320946" y="122341"/>
                  </a:lnTo>
                  <a:lnTo>
                    <a:pt x="322801" y="122341"/>
                  </a:lnTo>
                  <a:lnTo>
                    <a:pt x="324656" y="122341"/>
                  </a:lnTo>
                  <a:lnTo>
                    <a:pt x="326511" y="122341"/>
                  </a:lnTo>
                  <a:lnTo>
                    <a:pt x="328366" y="122341"/>
                  </a:lnTo>
                  <a:lnTo>
                    <a:pt x="328366" y="118943"/>
                  </a:lnTo>
                  <a:lnTo>
                    <a:pt x="330222" y="118943"/>
                  </a:lnTo>
                  <a:lnTo>
                    <a:pt x="332077" y="118943"/>
                  </a:lnTo>
                  <a:lnTo>
                    <a:pt x="332077" y="115544"/>
                  </a:lnTo>
                  <a:lnTo>
                    <a:pt x="333932" y="115544"/>
                  </a:lnTo>
                  <a:lnTo>
                    <a:pt x="335787" y="115544"/>
                  </a:lnTo>
                  <a:lnTo>
                    <a:pt x="337642" y="115544"/>
                  </a:lnTo>
                  <a:lnTo>
                    <a:pt x="339498" y="115544"/>
                  </a:lnTo>
                  <a:lnTo>
                    <a:pt x="341353" y="115544"/>
                  </a:lnTo>
                  <a:lnTo>
                    <a:pt x="343208" y="115544"/>
                  </a:lnTo>
                  <a:lnTo>
                    <a:pt x="345063" y="115544"/>
                  </a:lnTo>
                  <a:lnTo>
                    <a:pt x="346918" y="115544"/>
                  </a:lnTo>
                  <a:lnTo>
                    <a:pt x="348773" y="115544"/>
                  </a:lnTo>
                  <a:lnTo>
                    <a:pt x="350629" y="115544"/>
                  </a:lnTo>
                  <a:lnTo>
                    <a:pt x="350629" y="112146"/>
                  </a:lnTo>
                  <a:lnTo>
                    <a:pt x="352484" y="112146"/>
                  </a:lnTo>
                  <a:lnTo>
                    <a:pt x="354339" y="112146"/>
                  </a:lnTo>
                  <a:lnTo>
                    <a:pt x="356194" y="112146"/>
                  </a:lnTo>
                  <a:lnTo>
                    <a:pt x="356194" y="108748"/>
                  </a:lnTo>
                  <a:lnTo>
                    <a:pt x="358049" y="108748"/>
                  </a:lnTo>
                  <a:lnTo>
                    <a:pt x="359905" y="108748"/>
                  </a:lnTo>
                  <a:lnTo>
                    <a:pt x="359905" y="105349"/>
                  </a:lnTo>
                  <a:lnTo>
                    <a:pt x="359905" y="101951"/>
                  </a:lnTo>
                  <a:lnTo>
                    <a:pt x="359905" y="98552"/>
                  </a:lnTo>
                  <a:lnTo>
                    <a:pt x="361760" y="98552"/>
                  </a:lnTo>
                  <a:lnTo>
                    <a:pt x="363615" y="98552"/>
                  </a:lnTo>
                  <a:lnTo>
                    <a:pt x="363615" y="95154"/>
                  </a:lnTo>
                  <a:lnTo>
                    <a:pt x="365470" y="95154"/>
                  </a:lnTo>
                  <a:lnTo>
                    <a:pt x="367325" y="95154"/>
                  </a:lnTo>
                  <a:lnTo>
                    <a:pt x="369180" y="95154"/>
                  </a:lnTo>
                  <a:lnTo>
                    <a:pt x="371036" y="95154"/>
                  </a:lnTo>
                  <a:lnTo>
                    <a:pt x="372891" y="95154"/>
                  </a:lnTo>
                  <a:lnTo>
                    <a:pt x="374746" y="95154"/>
                  </a:lnTo>
                  <a:lnTo>
                    <a:pt x="376601" y="95154"/>
                  </a:lnTo>
                  <a:lnTo>
                    <a:pt x="378456" y="95154"/>
                  </a:lnTo>
                  <a:lnTo>
                    <a:pt x="380311" y="95154"/>
                  </a:lnTo>
                  <a:lnTo>
                    <a:pt x="382167" y="95154"/>
                  </a:lnTo>
                  <a:lnTo>
                    <a:pt x="384022" y="95154"/>
                  </a:lnTo>
                  <a:lnTo>
                    <a:pt x="385877" y="95154"/>
                  </a:lnTo>
                  <a:lnTo>
                    <a:pt x="387732" y="95154"/>
                  </a:lnTo>
                  <a:lnTo>
                    <a:pt x="389587" y="95154"/>
                  </a:lnTo>
                  <a:lnTo>
                    <a:pt x="389587" y="91756"/>
                  </a:lnTo>
                  <a:lnTo>
                    <a:pt x="391443" y="91756"/>
                  </a:lnTo>
                  <a:lnTo>
                    <a:pt x="391443" y="88357"/>
                  </a:lnTo>
                  <a:lnTo>
                    <a:pt x="393298" y="88357"/>
                  </a:lnTo>
                  <a:lnTo>
                    <a:pt x="395153" y="88357"/>
                  </a:lnTo>
                  <a:lnTo>
                    <a:pt x="397008" y="88357"/>
                  </a:lnTo>
                  <a:lnTo>
                    <a:pt x="398863" y="88357"/>
                  </a:lnTo>
                  <a:lnTo>
                    <a:pt x="400718" y="88357"/>
                  </a:lnTo>
                  <a:lnTo>
                    <a:pt x="402574" y="88357"/>
                  </a:lnTo>
                  <a:lnTo>
                    <a:pt x="404429" y="88357"/>
                  </a:lnTo>
                  <a:lnTo>
                    <a:pt x="406284" y="88357"/>
                  </a:lnTo>
                  <a:lnTo>
                    <a:pt x="408139" y="88357"/>
                  </a:lnTo>
                  <a:lnTo>
                    <a:pt x="409994" y="88357"/>
                  </a:lnTo>
                  <a:lnTo>
                    <a:pt x="411850" y="88357"/>
                  </a:lnTo>
                  <a:lnTo>
                    <a:pt x="413705" y="88357"/>
                  </a:lnTo>
                  <a:lnTo>
                    <a:pt x="413705" y="84959"/>
                  </a:lnTo>
                  <a:lnTo>
                    <a:pt x="415560" y="84959"/>
                  </a:lnTo>
                  <a:lnTo>
                    <a:pt x="417415" y="84959"/>
                  </a:lnTo>
                  <a:lnTo>
                    <a:pt x="419270" y="84959"/>
                  </a:lnTo>
                  <a:lnTo>
                    <a:pt x="421125" y="84959"/>
                  </a:lnTo>
                  <a:lnTo>
                    <a:pt x="422981" y="84959"/>
                  </a:lnTo>
                  <a:lnTo>
                    <a:pt x="424836" y="84959"/>
                  </a:lnTo>
                  <a:lnTo>
                    <a:pt x="426691" y="84959"/>
                  </a:lnTo>
                  <a:lnTo>
                    <a:pt x="428546" y="84959"/>
                  </a:lnTo>
                  <a:lnTo>
                    <a:pt x="430401" y="84959"/>
                  </a:lnTo>
                  <a:lnTo>
                    <a:pt x="432257" y="84959"/>
                  </a:lnTo>
                  <a:lnTo>
                    <a:pt x="434112" y="84959"/>
                  </a:lnTo>
                  <a:lnTo>
                    <a:pt x="435967" y="84959"/>
                  </a:lnTo>
                  <a:lnTo>
                    <a:pt x="437822" y="84959"/>
                  </a:lnTo>
                  <a:lnTo>
                    <a:pt x="439677" y="84959"/>
                  </a:lnTo>
                  <a:lnTo>
                    <a:pt x="441532" y="84959"/>
                  </a:lnTo>
                  <a:lnTo>
                    <a:pt x="443388" y="84959"/>
                  </a:lnTo>
                  <a:lnTo>
                    <a:pt x="443388" y="81561"/>
                  </a:lnTo>
                  <a:lnTo>
                    <a:pt x="445243" y="81561"/>
                  </a:lnTo>
                  <a:lnTo>
                    <a:pt x="445243" y="78162"/>
                  </a:lnTo>
                  <a:lnTo>
                    <a:pt x="447098" y="78162"/>
                  </a:lnTo>
                  <a:lnTo>
                    <a:pt x="448953" y="78162"/>
                  </a:lnTo>
                  <a:lnTo>
                    <a:pt x="450808" y="78162"/>
                  </a:lnTo>
                  <a:lnTo>
                    <a:pt x="452664" y="78162"/>
                  </a:lnTo>
                  <a:lnTo>
                    <a:pt x="454519" y="78162"/>
                  </a:lnTo>
                  <a:lnTo>
                    <a:pt x="456374" y="78162"/>
                  </a:lnTo>
                  <a:lnTo>
                    <a:pt x="456374" y="74764"/>
                  </a:lnTo>
                  <a:lnTo>
                    <a:pt x="458229" y="74764"/>
                  </a:lnTo>
                  <a:lnTo>
                    <a:pt x="460084" y="74764"/>
                  </a:lnTo>
                  <a:lnTo>
                    <a:pt x="461939" y="74764"/>
                  </a:lnTo>
                  <a:lnTo>
                    <a:pt x="463795" y="74764"/>
                  </a:lnTo>
                  <a:lnTo>
                    <a:pt x="465650" y="74764"/>
                  </a:lnTo>
                  <a:lnTo>
                    <a:pt x="467505" y="74764"/>
                  </a:lnTo>
                  <a:lnTo>
                    <a:pt x="467505" y="71365"/>
                  </a:lnTo>
                  <a:lnTo>
                    <a:pt x="469360" y="71365"/>
                  </a:lnTo>
                  <a:lnTo>
                    <a:pt x="471215" y="71365"/>
                  </a:lnTo>
                  <a:lnTo>
                    <a:pt x="473071" y="71365"/>
                  </a:lnTo>
                  <a:lnTo>
                    <a:pt x="474926" y="71365"/>
                  </a:lnTo>
                  <a:lnTo>
                    <a:pt x="476781" y="71365"/>
                  </a:lnTo>
                  <a:lnTo>
                    <a:pt x="478636" y="71365"/>
                  </a:lnTo>
                  <a:lnTo>
                    <a:pt x="480491" y="71365"/>
                  </a:lnTo>
                  <a:lnTo>
                    <a:pt x="482346" y="71365"/>
                  </a:lnTo>
                  <a:lnTo>
                    <a:pt x="484202" y="71365"/>
                  </a:lnTo>
                  <a:lnTo>
                    <a:pt x="484202" y="67967"/>
                  </a:lnTo>
                  <a:lnTo>
                    <a:pt x="486057" y="67967"/>
                  </a:lnTo>
                  <a:lnTo>
                    <a:pt x="487912" y="67967"/>
                  </a:lnTo>
                  <a:lnTo>
                    <a:pt x="489767" y="67967"/>
                  </a:lnTo>
                  <a:lnTo>
                    <a:pt x="491622" y="67967"/>
                  </a:lnTo>
                  <a:lnTo>
                    <a:pt x="493478" y="67967"/>
                  </a:lnTo>
                  <a:lnTo>
                    <a:pt x="495333" y="67967"/>
                  </a:lnTo>
                  <a:lnTo>
                    <a:pt x="497188" y="67967"/>
                  </a:lnTo>
                  <a:lnTo>
                    <a:pt x="499043" y="67967"/>
                  </a:lnTo>
                  <a:lnTo>
                    <a:pt x="500898" y="67967"/>
                  </a:lnTo>
                  <a:lnTo>
                    <a:pt x="502753" y="67967"/>
                  </a:lnTo>
                  <a:lnTo>
                    <a:pt x="504609" y="67967"/>
                  </a:lnTo>
                  <a:lnTo>
                    <a:pt x="506464" y="67967"/>
                  </a:lnTo>
                  <a:lnTo>
                    <a:pt x="508319" y="67967"/>
                  </a:lnTo>
                  <a:lnTo>
                    <a:pt x="510174" y="67967"/>
                  </a:lnTo>
                  <a:lnTo>
                    <a:pt x="512029" y="67967"/>
                  </a:lnTo>
                  <a:lnTo>
                    <a:pt x="513884" y="67967"/>
                  </a:lnTo>
                  <a:lnTo>
                    <a:pt x="515740" y="67967"/>
                  </a:lnTo>
                  <a:lnTo>
                    <a:pt x="517595" y="67967"/>
                  </a:lnTo>
                  <a:lnTo>
                    <a:pt x="519450" y="67967"/>
                  </a:lnTo>
                  <a:lnTo>
                    <a:pt x="521305" y="67967"/>
                  </a:lnTo>
                  <a:lnTo>
                    <a:pt x="523160" y="67967"/>
                  </a:lnTo>
                  <a:lnTo>
                    <a:pt x="525016" y="67967"/>
                  </a:lnTo>
                  <a:lnTo>
                    <a:pt x="526871" y="67967"/>
                  </a:lnTo>
                  <a:lnTo>
                    <a:pt x="528726" y="67967"/>
                  </a:lnTo>
                  <a:lnTo>
                    <a:pt x="530581" y="67967"/>
                  </a:lnTo>
                  <a:lnTo>
                    <a:pt x="532436" y="67967"/>
                  </a:lnTo>
                  <a:lnTo>
                    <a:pt x="532436" y="64569"/>
                  </a:lnTo>
                  <a:lnTo>
                    <a:pt x="534291" y="64569"/>
                  </a:lnTo>
                  <a:lnTo>
                    <a:pt x="536147" y="64569"/>
                  </a:lnTo>
                  <a:lnTo>
                    <a:pt x="538002" y="64569"/>
                  </a:lnTo>
                  <a:lnTo>
                    <a:pt x="539857" y="64569"/>
                  </a:lnTo>
                  <a:lnTo>
                    <a:pt x="541712" y="64569"/>
                  </a:lnTo>
                  <a:lnTo>
                    <a:pt x="543567" y="64569"/>
                  </a:lnTo>
                  <a:lnTo>
                    <a:pt x="545423" y="64569"/>
                  </a:lnTo>
                  <a:lnTo>
                    <a:pt x="547278" y="64569"/>
                  </a:lnTo>
                  <a:lnTo>
                    <a:pt x="549133" y="64569"/>
                  </a:lnTo>
                  <a:lnTo>
                    <a:pt x="550988" y="64569"/>
                  </a:lnTo>
                  <a:lnTo>
                    <a:pt x="552843" y="64569"/>
                  </a:lnTo>
                  <a:lnTo>
                    <a:pt x="554698" y="64569"/>
                  </a:lnTo>
                  <a:lnTo>
                    <a:pt x="556554" y="64569"/>
                  </a:lnTo>
                  <a:lnTo>
                    <a:pt x="558409" y="64569"/>
                  </a:lnTo>
                  <a:lnTo>
                    <a:pt x="558409" y="61170"/>
                  </a:lnTo>
                  <a:lnTo>
                    <a:pt x="560264" y="61170"/>
                  </a:lnTo>
                  <a:lnTo>
                    <a:pt x="562119" y="61170"/>
                  </a:lnTo>
                  <a:lnTo>
                    <a:pt x="563974" y="61170"/>
                  </a:lnTo>
                  <a:lnTo>
                    <a:pt x="567685" y="61170"/>
                  </a:lnTo>
                  <a:lnTo>
                    <a:pt x="569540" y="61170"/>
                  </a:lnTo>
                  <a:lnTo>
                    <a:pt x="571395" y="61170"/>
                  </a:lnTo>
                  <a:lnTo>
                    <a:pt x="573250" y="61170"/>
                  </a:lnTo>
                  <a:lnTo>
                    <a:pt x="573250" y="57772"/>
                  </a:lnTo>
                  <a:lnTo>
                    <a:pt x="575105" y="57772"/>
                  </a:lnTo>
                  <a:lnTo>
                    <a:pt x="576961" y="57772"/>
                  </a:lnTo>
                  <a:lnTo>
                    <a:pt x="578816" y="57772"/>
                  </a:lnTo>
                  <a:lnTo>
                    <a:pt x="580671" y="57772"/>
                  </a:lnTo>
                  <a:lnTo>
                    <a:pt x="582526" y="57772"/>
                  </a:lnTo>
                  <a:lnTo>
                    <a:pt x="584381" y="57772"/>
                  </a:lnTo>
                  <a:lnTo>
                    <a:pt x="586237" y="57772"/>
                  </a:lnTo>
                  <a:lnTo>
                    <a:pt x="588092" y="57772"/>
                  </a:lnTo>
                  <a:lnTo>
                    <a:pt x="589947" y="57772"/>
                  </a:lnTo>
                  <a:lnTo>
                    <a:pt x="591802" y="57772"/>
                  </a:lnTo>
                  <a:lnTo>
                    <a:pt x="593657" y="57772"/>
                  </a:lnTo>
                  <a:lnTo>
                    <a:pt x="595512" y="57772"/>
                  </a:lnTo>
                  <a:lnTo>
                    <a:pt x="595512" y="54374"/>
                  </a:lnTo>
                  <a:lnTo>
                    <a:pt x="597368" y="54374"/>
                  </a:lnTo>
                  <a:lnTo>
                    <a:pt x="599223" y="54374"/>
                  </a:lnTo>
                  <a:lnTo>
                    <a:pt x="601078" y="54374"/>
                  </a:lnTo>
                  <a:lnTo>
                    <a:pt x="602933" y="54374"/>
                  </a:lnTo>
                  <a:lnTo>
                    <a:pt x="604788" y="54374"/>
                  </a:lnTo>
                  <a:lnTo>
                    <a:pt x="606644" y="54374"/>
                  </a:lnTo>
                  <a:lnTo>
                    <a:pt x="608499" y="54374"/>
                  </a:lnTo>
                  <a:lnTo>
                    <a:pt x="610354" y="54374"/>
                  </a:lnTo>
                  <a:lnTo>
                    <a:pt x="612209" y="54374"/>
                  </a:lnTo>
                  <a:lnTo>
                    <a:pt x="614064" y="54374"/>
                  </a:lnTo>
                  <a:lnTo>
                    <a:pt x="615919" y="54374"/>
                  </a:lnTo>
                  <a:lnTo>
                    <a:pt x="615919" y="50975"/>
                  </a:lnTo>
                  <a:lnTo>
                    <a:pt x="617775" y="50975"/>
                  </a:lnTo>
                  <a:lnTo>
                    <a:pt x="619630" y="50975"/>
                  </a:lnTo>
                  <a:lnTo>
                    <a:pt x="621485" y="50975"/>
                  </a:lnTo>
                  <a:lnTo>
                    <a:pt x="621485" y="47577"/>
                  </a:lnTo>
                  <a:lnTo>
                    <a:pt x="623340" y="47577"/>
                  </a:lnTo>
                  <a:lnTo>
                    <a:pt x="625195" y="47577"/>
                  </a:lnTo>
                  <a:lnTo>
                    <a:pt x="625195" y="44178"/>
                  </a:lnTo>
                  <a:lnTo>
                    <a:pt x="627050" y="44178"/>
                  </a:lnTo>
                  <a:lnTo>
                    <a:pt x="628906" y="44178"/>
                  </a:lnTo>
                  <a:lnTo>
                    <a:pt x="630761" y="44178"/>
                  </a:lnTo>
                  <a:lnTo>
                    <a:pt x="632616" y="44178"/>
                  </a:lnTo>
                  <a:lnTo>
                    <a:pt x="634471" y="44178"/>
                  </a:lnTo>
                  <a:lnTo>
                    <a:pt x="636326" y="44178"/>
                  </a:lnTo>
                  <a:lnTo>
                    <a:pt x="638182" y="44178"/>
                  </a:lnTo>
                  <a:lnTo>
                    <a:pt x="640037" y="44178"/>
                  </a:lnTo>
                  <a:lnTo>
                    <a:pt x="641892" y="44178"/>
                  </a:lnTo>
                  <a:lnTo>
                    <a:pt x="643747" y="44178"/>
                  </a:lnTo>
                  <a:lnTo>
                    <a:pt x="645602" y="44178"/>
                  </a:lnTo>
                  <a:lnTo>
                    <a:pt x="647457" y="44178"/>
                  </a:lnTo>
                  <a:lnTo>
                    <a:pt x="649313" y="44178"/>
                  </a:lnTo>
                  <a:lnTo>
                    <a:pt x="651168" y="44178"/>
                  </a:lnTo>
                  <a:lnTo>
                    <a:pt x="653023" y="44178"/>
                  </a:lnTo>
                  <a:lnTo>
                    <a:pt x="654878" y="44178"/>
                  </a:lnTo>
                  <a:lnTo>
                    <a:pt x="656733" y="44178"/>
                  </a:lnTo>
                  <a:lnTo>
                    <a:pt x="658589" y="44178"/>
                  </a:lnTo>
                  <a:lnTo>
                    <a:pt x="660444" y="44178"/>
                  </a:lnTo>
                  <a:lnTo>
                    <a:pt x="662299" y="44178"/>
                  </a:lnTo>
                  <a:lnTo>
                    <a:pt x="664154" y="44178"/>
                  </a:lnTo>
                  <a:lnTo>
                    <a:pt x="666009" y="44178"/>
                  </a:lnTo>
                  <a:lnTo>
                    <a:pt x="667864" y="44178"/>
                  </a:lnTo>
                  <a:lnTo>
                    <a:pt x="669720" y="44178"/>
                  </a:lnTo>
                  <a:lnTo>
                    <a:pt x="671575" y="44178"/>
                  </a:lnTo>
                  <a:lnTo>
                    <a:pt x="673430" y="44178"/>
                  </a:lnTo>
                  <a:lnTo>
                    <a:pt x="675285" y="44178"/>
                  </a:lnTo>
                  <a:lnTo>
                    <a:pt x="677140" y="44178"/>
                  </a:lnTo>
                  <a:lnTo>
                    <a:pt x="678996" y="44178"/>
                  </a:lnTo>
                  <a:lnTo>
                    <a:pt x="680851" y="44178"/>
                  </a:lnTo>
                  <a:lnTo>
                    <a:pt x="682706" y="44178"/>
                  </a:lnTo>
                  <a:lnTo>
                    <a:pt x="684561" y="44178"/>
                  </a:lnTo>
                  <a:lnTo>
                    <a:pt x="686416" y="44178"/>
                  </a:lnTo>
                  <a:lnTo>
                    <a:pt x="688271" y="44178"/>
                  </a:lnTo>
                  <a:lnTo>
                    <a:pt x="690127" y="44178"/>
                  </a:lnTo>
                  <a:lnTo>
                    <a:pt x="691982" y="44178"/>
                  </a:lnTo>
                  <a:lnTo>
                    <a:pt x="693837" y="44178"/>
                  </a:lnTo>
                  <a:lnTo>
                    <a:pt x="695692" y="44178"/>
                  </a:lnTo>
                  <a:lnTo>
                    <a:pt x="697547" y="44178"/>
                  </a:lnTo>
                  <a:lnTo>
                    <a:pt x="699403" y="44178"/>
                  </a:lnTo>
                  <a:lnTo>
                    <a:pt x="701258" y="44178"/>
                  </a:lnTo>
                  <a:lnTo>
                    <a:pt x="703113" y="44178"/>
                  </a:lnTo>
                  <a:lnTo>
                    <a:pt x="704968" y="44178"/>
                  </a:lnTo>
                  <a:lnTo>
                    <a:pt x="706823" y="44178"/>
                  </a:lnTo>
                  <a:lnTo>
                    <a:pt x="708678" y="44178"/>
                  </a:lnTo>
                  <a:lnTo>
                    <a:pt x="710534" y="44178"/>
                  </a:lnTo>
                  <a:lnTo>
                    <a:pt x="712389" y="44178"/>
                  </a:lnTo>
                  <a:lnTo>
                    <a:pt x="714244" y="44178"/>
                  </a:lnTo>
                  <a:lnTo>
                    <a:pt x="716099" y="44178"/>
                  </a:lnTo>
                  <a:lnTo>
                    <a:pt x="717954" y="44178"/>
                  </a:lnTo>
                  <a:lnTo>
                    <a:pt x="719810" y="44178"/>
                  </a:lnTo>
                  <a:lnTo>
                    <a:pt x="721665" y="44178"/>
                  </a:lnTo>
                  <a:lnTo>
                    <a:pt x="723520" y="44178"/>
                  </a:lnTo>
                  <a:lnTo>
                    <a:pt x="725375" y="44178"/>
                  </a:lnTo>
                  <a:lnTo>
                    <a:pt x="727230" y="44178"/>
                  </a:lnTo>
                  <a:lnTo>
                    <a:pt x="729085" y="44178"/>
                  </a:lnTo>
                  <a:lnTo>
                    <a:pt x="729085" y="40780"/>
                  </a:lnTo>
                  <a:lnTo>
                    <a:pt x="729085" y="37382"/>
                  </a:lnTo>
                  <a:lnTo>
                    <a:pt x="730941" y="37382"/>
                  </a:lnTo>
                  <a:lnTo>
                    <a:pt x="732796" y="37382"/>
                  </a:lnTo>
                  <a:lnTo>
                    <a:pt x="734651" y="37382"/>
                  </a:lnTo>
                  <a:lnTo>
                    <a:pt x="736506" y="37382"/>
                  </a:lnTo>
                  <a:lnTo>
                    <a:pt x="738361" y="37382"/>
                  </a:lnTo>
                  <a:lnTo>
                    <a:pt x="740217" y="37382"/>
                  </a:lnTo>
                  <a:lnTo>
                    <a:pt x="742072" y="37382"/>
                  </a:lnTo>
                  <a:lnTo>
                    <a:pt x="743927" y="37382"/>
                  </a:lnTo>
                  <a:lnTo>
                    <a:pt x="745782" y="37382"/>
                  </a:lnTo>
                  <a:lnTo>
                    <a:pt x="747637" y="37382"/>
                  </a:lnTo>
                  <a:lnTo>
                    <a:pt x="749492" y="37382"/>
                  </a:lnTo>
                  <a:lnTo>
                    <a:pt x="751348" y="37382"/>
                  </a:lnTo>
                  <a:lnTo>
                    <a:pt x="753203" y="37382"/>
                  </a:lnTo>
                  <a:lnTo>
                    <a:pt x="755058" y="37382"/>
                  </a:lnTo>
                  <a:lnTo>
                    <a:pt x="756913" y="37382"/>
                  </a:lnTo>
                  <a:lnTo>
                    <a:pt x="758768" y="37382"/>
                  </a:lnTo>
                  <a:lnTo>
                    <a:pt x="760623" y="37382"/>
                  </a:lnTo>
                  <a:lnTo>
                    <a:pt x="762479" y="37382"/>
                  </a:lnTo>
                  <a:lnTo>
                    <a:pt x="764334" y="37382"/>
                  </a:lnTo>
                  <a:lnTo>
                    <a:pt x="766189" y="37382"/>
                  </a:lnTo>
                  <a:lnTo>
                    <a:pt x="768044" y="37382"/>
                  </a:lnTo>
                  <a:lnTo>
                    <a:pt x="769899" y="37382"/>
                  </a:lnTo>
                  <a:lnTo>
                    <a:pt x="771755" y="37382"/>
                  </a:lnTo>
                  <a:lnTo>
                    <a:pt x="771755" y="33983"/>
                  </a:lnTo>
                  <a:lnTo>
                    <a:pt x="773610" y="33983"/>
                  </a:lnTo>
                  <a:lnTo>
                    <a:pt x="775465" y="33983"/>
                  </a:lnTo>
                  <a:lnTo>
                    <a:pt x="777320" y="33983"/>
                  </a:lnTo>
                  <a:lnTo>
                    <a:pt x="779175" y="33983"/>
                  </a:lnTo>
                  <a:lnTo>
                    <a:pt x="781030" y="33983"/>
                  </a:lnTo>
                  <a:lnTo>
                    <a:pt x="782886" y="33983"/>
                  </a:lnTo>
                  <a:lnTo>
                    <a:pt x="784741" y="33983"/>
                  </a:lnTo>
                  <a:lnTo>
                    <a:pt x="786596" y="33983"/>
                  </a:lnTo>
                  <a:lnTo>
                    <a:pt x="788451" y="33983"/>
                  </a:lnTo>
                  <a:lnTo>
                    <a:pt x="790306" y="33983"/>
                  </a:lnTo>
                  <a:lnTo>
                    <a:pt x="792162" y="33983"/>
                  </a:lnTo>
                  <a:lnTo>
                    <a:pt x="794017" y="33983"/>
                  </a:lnTo>
                  <a:lnTo>
                    <a:pt x="795872" y="33983"/>
                  </a:lnTo>
                  <a:lnTo>
                    <a:pt x="795872" y="30585"/>
                  </a:lnTo>
                  <a:lnTo>
                    <a:pt x="797727" y="30585"/>
                  </a:lnTo>
                  <a:lnTo>
                    <a:pt x="799582" y="30585"/>
                  </a:lnTo>
                  <a:lnTo>
                    <a:pt x="801437" y="30585"/>
                  </a:lnTo>
                  <a:lnTo>
                    <a:pt x="801437" y="27187"/>
                  </a:lnTo>
                  <a:lnTo>
                    <a:pt x="803293" y="27187"/>
                  </a:lnTo>
                  <a:lnTo>
                    <a:pt x="805148" y="27187"/>
                  </a:lnTo>
                  <a:lnTo>
                    <a:pt x="807003" y="27187"/>
                  </a:lnTo>
                  <a:lnTo>
                    <a:pt x="808858" y="27187"/>
                  </a:lnTo>
                  <a:lnTo>
                    <a:pt x="810713" y="27187"/>
                  </a:lnTo>
                  <a:lnTo>
                    <a:pt x="812569" y="27187"/>
                  </a:lnTo>
                  <a:lnTo>
                    <a:pt x="814424" y="27187"/>
                  </a:lnTo>
                  <a:lnTo>
                    <a:pt x="816279" y="27187"/>
                  </a:lnTo>
                  <a:lnTo>
                    <a:pt x="818134" y="27187"/>
                  </a:lnTo>
                  <a:lnTo>
                    <a:pt x="819989" y="27187"/>
                  </a:lnTo>
                  <a:lnTo>
                    <a:pt x="821844" y="27187"/>
                  </a:lnTo>
                  <a:lnTo>
                    <a:pt x="823700" y="27187"/>
                  </a:lnTo>
                  <a:lnTo>
                    <a:pt x="825555" y="27187"/>
                  </a:lnTo>
                  <a:lnTo>
                    <a:pt x="827410" y="27187"/>
                  </a:lnTo>
                  <a:lnTo>
                    <a:pt x="829265" y="27187"/>
                  </a:lnTo>
                  <a:lnTo>
                    <a:pt x="829265" y="23788"/>
                  </a:lnTo>
                  <a:lnTo>
                    <a:pt x="831120" y="23788"/>
                  </a:lnTo>
                  <a:lnTo>
                    <a:pt x="832976" y="23788"/>
                  </a:lnTo>
                  <a:lnTo>
                    <a:pt x="834831" y="23788"/>
                  </a:lnTo>
                  <a:lnTo>
                    <a:pt x="836686" y="23788"/>
                  </a:lnTo>
                  <a:lnTo>
                    <a:pt x="838541" y="23788"/>
                  </a:lnTo>
                  <a:lnTo>
                    <a:pt x="840396" y="23788"/>
                  </a:lnTo>
                  <a:lnTo>
                    <a:pt x="842251" y="23788"/>
                  </a:lnTo>
                  <a:lnTo>
                    <a:pt x="844107" y="23788"/>
                  </a:lnTo>
                  <a:lnTo>
                    <a:pt x="845962" y="23788"/>
                  </a:lnTo>
                  <a:lnTo>
                    <a:pt x="847817" y="23788"/>
                  </a:lnTo>
                  <a:lnTo>
                    <a:pt x="849672" y="23788"/>
                  </a:lnTo>
                  <a:lnTo>
                    <a:pt x="851527" y="23788"/>
                  </a:lnTo>
                  <a:lnTo>
                    <a:pt x="853383" y="23788"/>
                  </a:lnTo>
                  <a:lnTo>
                    <a:pt x="855238" y="23788"/>
                  </a:lnTo>
                  <a:lnTo>
                    <a:pt x="857093" y="23788"/>
                  </a:lnTo>
                  <a:lnTo>
                    <a:pt x="858948" y="23788"/>
                  </a:lnTo>
                  <a:lnTo>
                    <a:pt x="860803" y="23788"/>
                  </a:lnTo>
                  <a:lnTo>
                    <a:pt x="862658" y="23788"/>
                  </a:lnTo>
                  <a:lnTo>
                    <a:pt x="864514" y="23788"/>
                  </a:lnTo>
                  <a:lnTo>
                    <a:pt x="866369" y="23788"/>
                  </a:lnTo>
                  <a:lnTo>
                    <a:pt x="868224" y="23788"/>
                  </a:lnTo>
                  <a:lnTo>
                    <a:pt x="870079" y="23788"/>
                  </a:lnTo>
                  <a:lnTo>
                    <a:pt x="871934" y="23788"/>
                  </a:lnTo>
                  <a:lnTo>
                    <a:pt x="873790" y="23788"/>
                  </a:lnTo>
                  <a:lnTo>
                    <a:pt x="875645" y="23788"/>
                  </a:lnTo>
                  <a:lnTo>
                    <a:pt x="877500" y="23788"/>
                  </a:lnTo>
                  <a:lnTo>
                    <a:pt x="879355" y="23788"/>
                  </a:lnTo>
                  <a:lnTo>
                    <a:pt x="881210" y="23788"/>
                  </a:lnTo>
                  <a:lnTo>
                    <a:pt x="883065" y="23788"/>
                  </a:lnTo>
                  <a:lnTo>
                    <a:pt x="884921" y="23788"/>
                  </a:lnTo>
                  <a:lnTo>
                    <a:pt x="886776" y="23788"/>
                  </a:lnTo>
                  <a:lnTo>
                    <a:pt x="888631" y="23788"/>
                  </a:lnTo>
                  <a:lnTo>
                    <a:pt x="890486" y="23788"/>
                  </a:lnTo>
                  <a:lnTo>
                    <a:pt x="892341" y="23788"/>
                  </a:lnTo>
                  <a:lnTo>
                    <a:pt x="894196" y="23788"/>
                  </a:lnTo>
                  <a:lnTo>
                    <a:pt x="896052" y="23788"/>
                  </a:lnTo>
                  <a:lnTo>
                    <a:pt x="896052" y="20390"/>
                  </a:lnTo>
                  <a:lnTo>
                    <a:pt x="897907" y="20390"/>
                  </a:lnTo>
                  <a:lnTo>
                    <a:pt x="899762" y="20390"/>
                  </a:lnTo>
                  <a:lnTo>
                    <a:pt x="899762" y="16991"/>
                  </a:lnTo>
                  <a:lnTo>
                    <a:pt x="901617" y="16991"/>
                  </a:lnTo>
                  <a:lnTo>
                    <a:pt x="903472" y="16991"/>
                  </a:lnTo>
                  <a:lnTo>
                    <a:pt x="905328" y="16991"/>
                  </a:lnTo>
                  <a:lnTo>
                    <a:pt x="907183" y="16991"/>
                  </a:lnTo>
                  <a:lnTo>
                    <a:pt x="909038" y="16991"/>
                  </a:lnTo>
                  <a:lnTo>
                    <a:pt x="910893" y="16991"/>
                  </a:lnTo>
                  <a:lnTo>
                    <a:pt x="912748" y="16991"/>
                  </a:lnTo>
                  <a:lnTo>
                    <a:pt x="914603" y="16991"/>
                  </a:lnTo>
                  <a:lnTo>
                    <a:pt x="916459" y="16991"/>
                  </a:lnTo>
                  <a:lnTo>
                    <a:pt x="918314" y="16991"/>
                  </a:lnTo>
                  <a:lnTo>
                    <a:pt x="920169" y="16991"/>
                  </a:lnTo>
                  <a:lnTo>
                    <a:pt x="922024" y="16991"/>
                  </a:lnTo>
                  <a:lnTo>
                    <a:pt x="923879" y="16991"/>
                  </a:lnTo>
                  <a:lnTo>
                    <a:pt x="925735" y="16991"/>
                  </a:lnTo>
                  <a:lnTo>
                    <a:pt x="927590" y="16991"/>
                  </a:lnTo>
                  <a:lnTo>
                    <a:pt x="929445" y="16991"/>
                  </a:lnTo>
                  <a:lnTo>
                    <a:pt x="931300" y="16991"/>
                  </a:lnTo>
                  <a:lnTo>
                    <a:pt x="933155" y="16991"/>
                  </a:lnTo>
                  <a:lnTo>
                    <a:pt x="935010" y="16991"/>
                  </a:lnTo>
                  <a:lnTo>
                    <a:pt x="936866" y="16991"/>
                  </a:lnTo>
                  <a:lnTo>
                    <a:pt x="938721" y="16991"/>
                  </a:lnTo>
                  <a:lnTo>
                    <a:pt x="940576" y="16991"/>
                  </a:lnTo>
                  <a:lnTo>
                    <a:pt x="940576" y="13593"/>
                  </a:lnTo>
                  <a:lnTo>
                    <a:pt x="942431" y="13593"/>
                  </a:lnTo>
                  <a:lnTo>
                    <a:pt x="944286" y="13593"/>
                  </a:lnTo>
                  <a:lnTo>
                    <a:pt x="946142" y="13593"/>
                  </a:lnTo>
                  <a:lnTo>
                    <a:pt x="947997" y="13593"/>
                  </a:lnTo>
                  <a:lnTo>
                    <a:pt x="947997" y="10195"/>
                  </a:lnTo>
                  <a:lnTo>
                    <a:pt x="949852" y="10195"/>
                  </a:lnTo>
                  <a:lnTo>
                    <a:pt x="951707" y="10195"/>
                  </a:lnTo>
                  <a:lnTo>
                    <a:pt x="953562" y="10195"/>
                  </a:lnTo>
                  <a:lnTo>
                    <a:pt x="955417" y="10195"/>
                  </a:lnTo>
                  <a:lnTo>
                    <a:pt x="957273" y="10195"/>
                  </a:lnTo>
                  <a:lnTo>
                    <a:pt x="959128" y="10195"/>
                  </a:lnTo>
                  <a:lnTo>
                    <a:pt x="960983" y="10195"/>
                  </a:lnTo>
                  <a:lnTo>
                    <a:pt x="962838" y="10195"/>
                  </a:lnTo>
                  <a:lnTo>
                    <a:pt x="964693" y="10195"/>
                  </a:lnTo>
                  <a:lnTo>
                    <a:pt x="966549" y="10195"/>
                  </a:lnTo>
                  <a:lnTo>
                    <a:pt x="968404" y="10195"/>
                  </a:lnTo>
                  <a:lnTo>
                    <a:pt x="970259" y="10195"/>
                  </a:lnTo>
                  <a:lnTo>
                    <a:pt x="972114" y="10195"/>
                  </a:lnTo>
                  <a:lnTo>
                    <a:pt x="973969" y="10195"/>
                  </a:lnTo>
                  <a:lnTo>
                    <a:pt x="975824" y="10195"/>
                  </a:lnTo>
                  <a:lnTo>
                    <a:pt x="977680" y="10195"/>
                  </a:lnTo>
                  <a:lnTo>
                    <a:pt x="979535" y="10195"/>
                  </a:lnTo>
                  <a:lnTo>
                    <a:pt x="981390" y="10195"/>
                  </a:lnTo>
                  <a:lnTo>
                    <a:pt x="983245" y="10195"/>
                  </a:lnTo>
                  <a:lnTo>
                    <a:pt x="985100" y="10195"/>
                  </a:lnTo>
                  <a:lnTo>
                    <a:pt x="986956" y="10195"/>
                  </a:lnTo>
                  <a:lnTo>
                    <a:pt x="988811" y="10195"/>
                  </a:lnTo>
                  <a:lnTo>
                    <a:pt x="990666" y="10195"/>
                  </a:lnTo>
                  <a:lnTo>
                    <a:pt x="992521" y="10195"/>
                  </a:lnTo>
                  <a:lnTo>
                    <a:pt x="994376" y="10195"/>
                  </a:lnTo>
                  <a:lnTo>
                    <a:pt x="996231" y="10195"/>
                  </a:lnTo>
                  <a:lnTo>
                    <a:pt x="998087" y="10195"/>
                  </a:lnTo>
                  <a:lnTo>
                    <a:pt x="999942" y="10195"/>
                  </a:lnTo>
                  <a:lnTo>
                    <a:pt x="1001797" y="10195"/>
                  </a:lnTo>
                  <a:lnTo>
                    <a:pt x="1003652" y="10195"/>
                  </a:lnTo>
                  <a:lnTo>
                    <a:pt x="1005507" y="10195"/>
                  </a:lnTo>
                  <a:lnTo>
                    <a:pt x="1007362" y="10195"/>
                  </a:lnTo>
                  <a:lnTo>
                    <a:pt x="1009218" y="10195"/>
                  </a:lnTo>
                  <a:lnTo>
                    <a:pt x="1011073" y="10195"/>
                  </a:lnTo>
                  <a:lnTo>
                    <a:pt x="1012928" y="10195"/>
                  </a:lnTo>
                  <a:lnTo>
                    <a:pt x="1014783" y="10195"/>
                  </a:lnTo>
                  <a:lnTo>
                    <a:pt x="1016638" y="10195"/>
                  </a:lnTo>
                  <a:lnTo>
                    <a:pt x="1018494" y="10195"/>
                  </a:lnTo>
                  <a:lnTo>
                    <a:pt x="1020349" y="10195"/>
                  </a:lnTo>
                  <a:lnTo>
                    <a:pt x="1022204" y="10195"/>
                  </a:lnTo>
                  <a:lnTo>
                    <a:pt x="1024059" y="10195"/>
                  </a:lnTo>
                  <a:lnTo>
                    <a:pt x="1025914" y="10195"/>
                  </a:lnTo>
                  <a:lnTo>
                    <a:pt x="1027769" y="10195"/>
                  </a:lnTo>
                  <a:lnTo>
                    <a:pt x="1029625" y="10195"/>
                  </a:lnTo>
                  <a:lnTo>
                    <a:pt x="1031480" y="10195"/>
                  </a:lnTo>
                  <a:lnTo>
                    <a:pt x="1033335" y="10195"/>
                  </a:lnTo>
                  <a:lnTo>
                    <a:pt x="1035190" y="10195"/>
                  </a:lnTo>
                  <a:lnTo>
                    <a:pt x="1037045" y="10195"/>
                  </a:lnTo>
                  <a:lnTo>
                    <a:pt x="1038901" y="10195"/>
                  </a:lnTo>
                  <a:lnTo>
                    <a:pt x="1040756" y="10195"/>
                  </a:lnTo>
                  <a:lnTo>
                    <a:pt x="1042611" y="10195"/>
                  </a:lnTo>
                  <a:lnTo>
                    <a:pt x="1044466" y="10195"/>
                  </a:lnTo>
                  <a:lnTo>
                    <a:pt x="1046321" y="10195"/>
                  </a:lnTo>
                  <a:lnTo>
                    <a:pt x="1048176" y="10195"/>
                  </a:lnTo>
                  <a:lnTo>
                    <a:pt x="1048176" y="6796"/>
                  </a:lnTo>
                  <a:lnTo>
                    <a:pt x="1050032" y="6796"/>
                  </a:lnTo>
                  <a:lnTo>
                    <a:pt x="1050032" y="3398"/>
                  </a:lnTo>
                  <a:lnTo>
                    <a:pt x="1051887" y="3398"/>
                  </a:lnTo>
                  <a:lnTo>
                    <a:pt x="1053742" y="3398"/>
                  </a:lnTo>
                  <a:lnTo>
                    <a:pt x="1055597" y="3398"/>
                  </a:lnTo>
                  <a:lnTo>
                    <a:pt x="1057452" y="3398"/>
                  </a:lnTo>
                  <a:lnTo>
                    <a:pt x="1059308" y="3398"/>
                  </a:lnTo>
                  <a:lnTo>
                    <a:pt x="1061163" y="3398"/>
                  </a:lnTo>
                  <a:lnTo>
                    <a:pt x="1063018" y="3398"/>
                  </a:lnTo>
                  <a:lnTo>
                    <a:pt x="1064873" y="3398"/>
                  </a:lnTo>
                  <a:lnTo>
                    <a:pt x="1066728" y="3398"/>
                  </a:lnTo>
                  <a:lnTo>
                    <a:pt x="1068583" y="3398"/>
                  </a:lnTo>
                  <a:lnTo>
                    <a:pt x="1070439" y="3398"/>
                  </a:lnTo>
                  <a:lnTo>
                    <a:pt x="1072294" y="3398"/>
                  </a:lnTo>
                  <a:lnTo>
                    <a:pt x="1074149" y="3398"/>
                  </a:lnTo>
                  <a:lnTo>
                    <a:pt x="1076004" y="3398"/>
                  </a:lnTo>
                  <a:lnTo>
                    <a:pt x="1077859" y="3398"/>
                  </a:lnTo>
                  <a:lnTo>
                    <a:pt x="1079715" y="3398"/>
                  </a:lnTo>
                  <a:lnTo>
                    <a:pt x="1081570" y="3398"/>
                  </a:lnTo>
                  <a:lnTo>
                    <a:pt x="1083425" y="3398"/>
                  </a:lnTo>
                  <a:lnTo>
                    <a:pt x="1085280" y="3398"/>
                  </a:lnTo>
                  <a:lnTo>
                    <a:pt x="1087135" y="3398"/>
                  </a:lnTo>
                  <a:lnTo>
                    <a:pt x="1088990" y="3398"/>
                  </a:lnTo>
                  <a:lnTo>
                    <a:pt x="1090846" y="3398"/>
                  </a:lnTo>
                  <a:lnTo>
                    <a:pt x="1092701" y="3398"/>
                  </a:lnTo>
                  <a:lnTo>
                    <a:pt x="1094556" y="3398"/>
                  </a:lnTo>
                  <a:lnTo>
                    <a:pt x="1096411" y="3398"/>
                  </a:lnTo>
                  <a:lnTo>
                    <a:pt x="1098266" y="3398"/>
                  </a:lnTo>
                  <a:lnTo>
                    <a:pt x="1100122" y="3398"/>
                  </a:lnTo>
                  <a:lnTo>
                    <a:pt x="1100122" y="0"/>
                  </a:lnTo>
                  <a:lnTo>
                    <a:pt x="1101977" y="0"/>
                  </a:lnTo>
                  <a:lnTo>
                    <a:pt x="1103832" y="0"/>
                  </a:lnTo>
                  <a:lnTo>
                    <a:pt x="1105687" y="0"/>
                  </a:lnTo>
                  <a:lnTo>
                    <a:pt x="1107542" y="0"/>
                  </a:lnTo>
                  <a:lnTo>
                    <a:pt x="1109397" y="0"/>
                  </a:lnTo>
                  <a:lnTo>
                    <a:pt x="1111253" y="0"/>
                  </a:lnTo>
                  <a:lnTo>
                    <a:pt x="1113108" y="0"/>
                  </a:lnTo>
                  <a:lnTo>
                    <a:pt x="1114963" y="0"/>
                  </a:lnTo>
                  <a:lnTo>
                    <a:pt x="1116818" y="0"/>
                  </a:lnTo>
                  <a:lnTo>
                    <a:pt x="1118673" y="0"/>
                  </a:lnTo>
                  <a:lnTo>
                    <a:pt x="1120529" y="0"/>
                  </a:lnTo>
                  <a:lnTo>
                    <a:pt x="1122384" y="0"/>
                  </a:lnTo>
                  <a:lnTo>
                    <a:pt x="1124239" y="0"/>
                  </a:lnTo>
                  <a:lnTo>
                    <a:pt x="1126094" y="0"/>
                  </a:lnTo>
                  <a:lnTo>
                    <a:pt x="1127949" y="0"/>
                  </a:lnTo>
                  <a:lnTo>
                    <a:pt x="1129804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87078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1" name="pg5291"/>
            <p:cNvSpPr/>
            <p:nvPr/>
          </p:nvSpPr>
          <p:spPr>
            <a:xfrm>
              <a:off x="90473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tx5292"/>
            <p:cNvSpPr/>
            <p:nvPr/>
          </p:nvSpPr>
          <p:spPr>
            <a:xfrm>
              <a:off x="9092891" y="105945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0.555]</a:t>
              </a:r>
            </a:p>
          </p:txBody>
        </p:sp>
        <p:sp>
          <p:nvSpPr>
            <p:cNvPr id="5293" name="tx5293"/>
            <p:cNvSpPr/>
            <p:nvPr/>
          </p:nvSpPr>
          <p:spPr>
            <a:xfrm>
              <a:off x="90928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0.891</a:t>
              </a:r>
            </a:p>
          </p:txBody>
        </p:sp>
        <p:sp>
          <p:nvSpPr>
            <p:cNvPr id="5294" name="tx5294"/>
            <p:cNvSpPr/>
            <p:nvPr/>
          </p:nvSpPr>
          <p:spPr>
            <a:xfrm>
              <a:off x="90928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0.688</a:t>
              </a:r>
            </a:p>
          </p:txBody>
        </p:sp>
        <p:sp>
          <p:nvSpPr>
            <p:cNvPr id="5295" name="tx5295"/>
            <p:cNvSpPr/>
            <p:nvPr/>
          </p:nvSpPr>
          <p:spPr>
            <a:xfrm>
              <a:off x="9092891" y="112784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0.862</a:t>
              </a:r>
            </a:p>
          </p:txBody>
        </p:sp>
        <p:sp>
          <p:nvSpPr>
            <p:cNvPr id="5296" name="tx5296"/>
            <p:cNvSpPr/>
            <p:nvPr/>
          </p:nvSpPr>
          <p:spPr>
            <a:xfrm>
              <a:off x="83513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297" name="tx5297"/>
            <p:cNvSpPr/>
            <p:nvPr/>
          </p:nvSpPr>
          <p:spPr>
            <a:xfrm>
              <a:off x="83513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298" name="tx5298"/>
            <p:cNvSpPr/>
            <p:nvPr/>
          </p:nvSpPr>
          <p:spPr>
            <a:xfrm>
              <a:off x="83513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299" name="tx5299"/>
            <p:cNvSpPr/>
            <p:nvPr/>
          </p:nvSpPr>
          <p:spPr>
            <a:xfrm>
              <a:off x="83513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0" name="tx5300"/>
            <p:cNvSpPr/>
            <p:nvPr/>
          </p:nvSpPr>
          <p:spPr>
            <a:xfrm>
              <a:off x="83513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1" name="tx5301"/>
            <p:cNvSpPr/>
            <p:nvPr/>
          </p:nvSpPr>
          <p:spPr>
            <a:xfrm>
              <a:off x="86260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302" name="tx5302"/>
            <p:cNvSpPr/>
            <p:nvPr/>
          </p:nvSpPr>
          <p:spPr>
            <a:xfrm>
              <a:off x="89089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303" name="tx5303"/>
            <p:cNvSpPr/>
            <p:nvPr/>
          </p:nvSpPr>
          <p:spPr>
            <a:xfrm>
              <a:off x="91918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304" name="tx5304"/>
            <p:cNvSpPr/>
            <p:nvPr/>
          </p:nvSpPr>
          <p:spPr>
            <a:xfrm>
              <a:off x="94747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5" name="tx5305"/>
            <p:cNvSpPr/>
            <p:nvPr/>
          </p:nvSpPr>
          <p:spPr>
            <a:xfrm>
              <a:off x="97576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6" name="tx5306"/>
            <p:cNvSpPr/>
            <p:nvPr/>
          </p:nvSpPr>
          <p:spPr>
            <a:xfrm>
              <a:off x="79518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307" name="tx5307"/>
            <p:cNvSpPr/>
            <p:nvPr/>
          </p:nvSpPr>
          <p:spPr>
            <a:xfrm rot="-5400000">
              <a:off x="69802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308" name="tx5308"/>
            <p:cNvSpPr/>
            <p:nvPr/>
          </p:nvSpPr>
          <p:spPr>
            <a:xfrm>
              <a:off x="8707863" y="97659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5309" name="rc5309"/>
            <p:cNvSpPr/>
            <p:nvPr/>
          </p:nvSpPr>
          <p:spPr>
            <a:xfrm>
              <a:off x="106981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rc5310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11193776" y="111093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11193776" y="107851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11193776" y="10460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11193776" y="101367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120946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1313946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1418432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1522918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11193776" y="112714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11193776" y="109472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11193776" y="106230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11193776" y="102988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11193776" y="99746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1157217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1261703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1366189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147067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11991268" y="10877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12170032" y="1106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11782943" y="1109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12711253" y="107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12716884" y="1074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12888610" y="1072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12139769" y="1090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11969450" y="10912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11861065" y="1094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13232064" y="110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11972969" y="1084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12410028" y="1090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12193961" y="107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11535206" y="1099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11510573" y="109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13136347" y="1075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13350302" y="1101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13404494" y="1103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11761126" y="111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12113025" y="1110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12017308" y="107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12044052" y="1072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12110913" y="1090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12483223" y="1095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12524043" y="1085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12405805" y="1052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12321349" y="10466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13666307" y="1077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14262424" y="1071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13280626" y="1070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13019517" y="1066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13240509" y="108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13225026" y="1088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12492372" y="110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14079437" y="1067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14511569" y="1057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12031384" y="110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12317126" y="1102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11744938" y="1070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11570396" y="1071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12886499" y="1080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13002626" y="1056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13296813" y="1055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13423497" y="10601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13500211" y="1054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13503730" y="1057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14135037" y="1053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14447523" y="105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12269972" y="1070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11638665" y="1124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11828690" y="11050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11647110" y="1085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11642888" y="1092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14037209" y="1076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13886596" y="10736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13675457" y="10996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12027161" y="10936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12151734" y="1083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12268564" y="1081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12453663" y="1034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12490964" y="1086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12195369" y="106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12241116" y="1057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12347389" y="1079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12526154" y="1079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12362873" y="1092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13510768" y="1098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13491061" y="107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13485431" y="1081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11732270" y="1081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11766756" y="109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11842062" y="10979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14014687" y="108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14379959" y="107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14197675" y="1083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14206824" y="1083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11991268" y="109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11987749" y="10892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11809688" y="1085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11884290" y="1083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11911035" y="1077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12610610" y="1101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12923096" y="108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12035607" y="1087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12146807" y="1063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13398160" y="1076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12060240" y="1095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12642985" y="1072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12457182" y="10683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13221507" y="1082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13990758" y="1082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13700793" y="10844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13757097" y="10842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11963819" y="1110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11951151" y="1070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11818133" y="1097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11898366" y="1089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12061647" y="11028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12305162" y="1104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12082058" y="1058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11934964" y="1094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12949137" y="1079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13392530" y="1097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13717684" y="1094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11610513" y="10815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12287567" y="110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12559937" y="110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12391025" y="1108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12676767" y="1063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12791486" y="1064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13189132" y="105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12876646" y="10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12173551" y="1089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12172144" y="1084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12213668" y="1094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12185516" y="1101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12177070" y="108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12193258" y="1100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12174959" y="1097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14200490" y="1062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14160374" y="10521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14495381" y="1049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11597844" y="1096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11687931" y="108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12134842" y="1102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11852619" y="1084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11863176" y="1106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12280529" y="107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12520524" y="1080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11941298" y="110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12056721" y="1086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12412139" y="1096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12436068" y="1039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13099750" y="1086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13156757" y="108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11602067" y="1098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11592214" y="109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12779522" y="1079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12243931" y="1067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12294605" y="1066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12291086" y="1062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12117247" y="1102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12235486" y="1092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12366392" y="1093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12239005" y="1094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12241116" y="1094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12203111" y="107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12288270" y="1067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13120864" y="1080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12990661" y="1081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12856236" y="1083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13248955" y="1064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12737294" y="1098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11704118" y="107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11793500" y="1088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11820245" y="10759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11604179" y="109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11830098" y="11038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12317126" y="108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12198184" y="1095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12999810" y="1049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13069486" y="106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14109700" y="10885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13830292" y="109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14015391" y="109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14439781" y="1101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11562655" y="11018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11609105" y="1112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11804761" y="1074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13059633" y="1069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13194059" y="1092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13468540" y="1099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13339041" y="109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14068880" y="1071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13301740" y="10772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12522635" y="10585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11549986" y="1070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13091304" y="1091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12965324" y="108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12992069" y="108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13410828" y="1079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11863880" y="10987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12815415" y="1076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11560543" y="107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11626700" y="1097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11663298" y="1111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13596631" y="1091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13581851" y="10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13377750" y="1081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14051285" y="10651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11503536" y="1090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11506351" y="1065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11509870" y="1065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12199592" y="1103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13075821" y="1095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11965931" y="1106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12766149" y="1095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1158031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11193776" y="109371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7" name="pg5527"/>
            <p:cNvSpPr/>
            <p:nvPr/>
          </p:nvSpPr>
          <p:spPr>
            <a:xfrm>
              <a:off x="11193776" y="99746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tx5528"/>
            <p:cNvSpPr/>
            <p:nvPr/>
          </p:nvSpPr>
          <p:spPr>
            <a:xfrm>
              <a:off x="10921902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529" name="tx5529"/>
            <p:cNvSpPr/>
            <p:nvPr/>
          </p:nvSpPr>
          <p:spPr>
            <a:xfrm>
              <a:off x="11185817" y="100589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5530" name="pg5530"/>
            <p:cNvSpPr/>
            <p:nvPr/>
          </p:nvSpPr>
          <p:spPr>
            <a:xfrm>
              <a:off x="11193776" y="111437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tx5531"/>
            <p:cNvSpPr/>
            <p:nvPr/>
          </p:nvSpPr>
          <p:spPr>
            <a:xfrm>
              <a:off x="10914057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532" name="tx5532"/>
            <p:cNvSpPr/>
            <p:nvPr/>
          </p:nvSpPr>
          <p:spPr>
            <a:xfrm>
              <a:off x="11185817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5533" name="pg5533"/>
            <p:cNvSpPr/>
            <p:nvPr/>
          </p:nvSpPr>
          <p:spPr>
            <a:xfrm>
              <a:off x="12240433" y="99746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tx5534"/>
            <p:cNvSpPr/>
            <p:nvPr/>
          </p:nvSpPr>
          <p:spPr>
            <a:xfrm>
              <a:off x="12282343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535" name="tx5535"/>
            <p:cNvSpPr/>
            <p:nvPr/>
          </p:nvSpPr>
          <p:spPr>
            <a:xfrm>
              <a:off x="12453011" y="100589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5536" name="pg5536"/>
            <p:cNvSpPr/>
            <p:nvPr/>
          </p:nvSpPr>
          <p:spPr>
            <a:xfrm>
              <a:off x="12123857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tx5537"/>
            <p:cNvSpPr/>
            <p:nvPr/>
          </p:nvSpPr>
          <p:spPr>
            <a:xfrm>
              <a:off x="12165767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538" name="tx5538"/>
            <p:cNvSpPr/>
            <p:nvPr/>
          </p:nvSpPr>
          <p:spPr>
            <a:xfrm>
              <a:off x="12414198" y="113557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5539" name="rc5539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tx5540"/>
            <p:cNvSpPr/>
            <p:nvPr/>
          </p:nvSpPr>
          <p:spPr>
            <a:xfrm>
              <a:off x="10938567" y="112297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541" name="tx5541"/>
            <p:cNvSpPr/>
            <p:nvPr/>
          </p:nvSpPr>
          <p:spPr>
            <a:xfrm>
              <a:off x="10975784" y="109055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542" name="tx5542"/>
            <p:cNvSpPr/>
            <p:nvPr/>
          </p:nvSpPr>
          <p:spPr>
            <a:xfrm>
              <a:off x="10975784" y="105813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543" name="tx5543"/>
            <p:cNvSpPr/>
            <p:nvPr/>
          </p:nvSpPr>
          <p:spPr>
            <a:xfrm>
              <a:off x="10975784" y="102571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544" name="tx5544"/>
            <p:cNvSpPr/>
            <p:nvPr/>
          </p:nvSpPr>
          <p:spPr>
            <a:xfrm>
              <a:off x="10975784" y="99343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545" name="pl5545"/>
            <p:cNvSpPr/>
            <p:nvPr/>
          </p:nvSpPr>
          <p:spPr>
            <a:xfrm>
              <a:off x="11158981" y="112714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11158981" y="10947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11158981" y="10623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11158981" y="102988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11158981" y="9974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11572174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1261703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1366189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147067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tx5554"/>
            <p:cNvSpPr/>
            <p:nvPr/>
          </p:nvSpPr>
          <p:spPr>
            <a:xfrm>
              <a:off x="11541097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55" name="tx5555"/>
            <p:cNvSpPr/>
            <p:nvPr/>
          </p:nvSpPr>
          <p:spPr>
            <a:xfrm>
              <a:off x="1255487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556" name="tx5556"/>
            <p:cNvSpPr/>
            <p:nvPr/>
          </p:nvSpPr>
          <p:spPr>
            <a:xfrm>
              <a:off x="1359973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57" name="tx5557"/>
            <p:cNvSpPr/>
            <p:nvPr/>
          </p:nvSpPr>
          <p:spPr>
            <a:xfrm>
              <a:off x="14644600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558" name="tx5558"/>
            <p:cNvSpPr/>
            <p:nvPr/>
          </p:nvSpPr>
          <p:spPr>
            <a:xfrm>
              <a:off x="12522243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559" name="tx5559"/>
            <p:cNvSpPr/>
            <p:nvPr/>
          </p:nvSpPr>
          <p:spPr>
            <a:xfrm rot="-5400000">
              <a:off x="10177198" y="106223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5560" name="tx5560"/>
            <p:cNvSpPr/>
            <p:nvPr/>
          </p:nvSpPr>
          <p:spPr>
            <a:xfrm>
              <a:off x="11193776" y="974289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5561" name="rc5561"/>
            <p:cNvSpPr/>
            <p:nvPr/>
          </p:nvSpPr>
          <p:spPr>
            <a:xfrm>
              <a:off x="162928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169374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169374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169374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169374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171355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174184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177013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179842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169374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169374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169374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169374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169374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169940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172769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175598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178427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181257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169940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169374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2" name="pg5582"/>
            <p:cNvSpPr/>
            <p:nvPr/>
          </p:nvSpPr>
          <p:spPr>
            <a:xfrm>
              <a:off x="172769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tx5583"/>
            <p:cNvSpPr/>
            <p:nvPr/>
          </p:nvSpPr>
          <p:spPr>
            <a:xfrm>
              <a:off x="17322491" y="10594533"/>
              <a:ext cx="221470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-0.27 [-0.342, 2.043]</a:t>
              </a:r>
            </a:p>
          </p:txBody>
        </p:sp>
        <p:sp>
          <p:nvSpPr>
            <p:cNvPr id="5584" name="tx5584"/>
            <p:cNvSpPr/>
            <p:nvPr/>
          </p:nvSpPr>
          <p:spPr>
            <a:xfrm>
              <a:off x="173224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5585" name="tx5585"/>
            <p:cNvSpPr/>
            <p:nvPr/>
          </p:nvSpPr>
          <p:spPr>
            <a:xfrm>
              <a:off x="173224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5586" name="tx5586"/>
            <p:cNvSpPr/>
            <p:nvPr/>
          </p:nvSpPr>
          <p:spPr>
            <a:xfrm>
              <a:off x="17322491" y="112784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5587" name="tx5587"/>
            <p:cNvSpPr/>
            <p:nvPr/>
          </p:nvSpPr>
          <p:spPr>
            <a:xfrm>
              <a:off x="165809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88" name="tx5588"/>
            <p:cNvSpPr/>
            <p:nvPr/>
          </p:nvSpPr>
          <p:spPr>
            <a:xfrm>
              <a:off x="165809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89" name="tx5589"/>
            <p:cNvSpPr/>
            <p:nvPr/>
          </p:nvSpPr>
          <p:spPr>
            <a:xfrm>
              <a:off x="165809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0" name="tx5590"/>
            <p:cNvSpPr/>
            <p:nvPr/>
          </p:nvSpPr>
          <p:spPr>
            <a:xfrm>
              <a:off x="165809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1" name="tx5591"/>
            <p:cNvSpPr/>
            <p:nvPr/>
          </p:nvSpPr>
          <p:spPr>
            <a:xfrm>
              <a:off x="165809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2" name="tx5592"/>
            <p:cNvSpPr/>
            <p:nvPr/>
          </p:nvSpPr>
          <p:spPr>
            <a:xfrm>
              <a:off x="168556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93" name="tx5593"/>
            <p:cNvSpPr/>
            <p:nvPr/>
          </p:nvSpPr>
          <p:spPr>
            <a:xfrm>
              <a:off x="171385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94" name="tx5594"/>
            <p:cNvSpPr/>
            <p:nvPr/>
          </p:nvSpPr>
          <p:spPr>
            <a:xfrm>
              <a:off x="174214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5" name="tx5595"/>
            <p:cNvSpPr/>
            <p:nvPr/>
          </p:nvSpPr>
          <p:spPr>
            <a:xfrm>
              <a:off x="177043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6" name="tx5596"/>
            <p:cNvSpPr/>
            <p:nvPr/>
          </p:nvSpPr>
          <p:spPr>
            <a:xfrm>
              <a:off x="179872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7" name="tx5597"/>
            <p:cNvSpPr/>
            <p:nvPr/>
          </p:nvSpPr>
          <p:spPr>
            <a:xfrm>
              <a:off x="161814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598" name="tx5598"/>
            <p:cNvSpPr/>
            <p:nvPr/>
          </p:nvSpPr>
          <p:spPr>
            <a:xfrm rot="-5400000">
              <a:off x="152098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599" name="tx5599"/>
            <p:cNvSpPr/>
            <p:nvPr/>
          </p:nvSpPr>
          <p:spPr>
            <a:xfrm>
              <a:off x="16937463" y="97659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  <p:sp>
          <p:nvSpPr>
            <p:cNvPr id="5600" name="rc5600"/>
            <p:cNvSpPr/>
            <p:nvPr/>
          </p:nvSpPr>
          <p:spPr>
            <a:xfrm>
              <a:off x="24685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rc5601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2964176" y="132941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2964176" y="130334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2964176" y="12772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2964176" y="1251203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2964176" y="122513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38650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49098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9547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69995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2964176" y="1342450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2964176" y="1316379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2964176" y="12903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2964176" y="1264238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2964176" y="123816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2964176" y="121209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33425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43874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4322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64771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61971" y="1300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422437" y="128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675804" y="1277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22558" y="130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358391" y="129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4008701" y="127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495632" y="128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733516" y="1293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4176205" y="12842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882721" y="1244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820787" y="1241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4150868" y="1252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969992" y="1252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4053040" y="12508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394285" y="1291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791227" y="1252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760964" y="12538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887647" y="1252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99272" y="1292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67601" y="129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354872" y="1305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892768" y="1256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6162323" y="1246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966473" y="1276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4514028" y="1262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637095" y="1296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744776" y="1344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113154" y="1248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575161" y="128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320386" y="129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240857" y="1291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005886" y="1272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409065" y="1281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356984" y="1287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4128346" y="12625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3943951" y="1341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4000959" y="1262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984772" y="1262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108640" y="126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677916" y="1279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318979" y="1300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38102" y="129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291530" y="1291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841901" y="1286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3299272" y="1292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3701845" y="1260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3719440" y="125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3880610" y="12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4404939" y="1252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4229693" y="1253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300680" y="1297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81932" y="1282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282381" y="12835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4090341" y="125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4160017" y="1258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327424" y="129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346427" y="1292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586422" y="12643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231004" y="1295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296457" y="1292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721551" y="1238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3699733" y="1253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3840493" y="127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284492" y="129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337277" y="130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311941" y="1300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701141" y="128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791227" y="1246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97865" y="1292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364022" y="1287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179020" y="125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3796154" y="1272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297865" y="1279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917911" y="1268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397804" y="1289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4167055" y="125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2159" y="12575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72504" y="1257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3787004" y="12904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3741961" y="1279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232509" y="1273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3294346" y="1285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4058670" y="1250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4392975" y="1247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857384" y="1264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787708" y="1281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4249400" y="1277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6210181" y="1251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591348" y="1278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3170477" y="129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3358391" y="129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600595" y="12656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4767395" y="1263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635688" y="1287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687065" y="1280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87247" y="1288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296457" y="129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80270" y="12986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325313" y="1300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3347131" y="129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3328832" y="1291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38685" y="1289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34054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2964176" y="1284030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5" name="pg5725"/>
            <p:cNvSpPr/>
            <p:nvPr/>
          </p:nvSpPr>
          <p:spPr>
            <a:xfrm>
              <a:off x="29641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tx5726"/>
            <p:cNvSpPr/>
            <p:nvPr/>
          </p:nvSpPr>
          <p:spPr>
            <a:xfrm>
              <a:off x="26923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727" name="tx5727"/>
            <p:cNvSpPr/>
            <p:nvPr/>
          </p:nvSpPr>
          <p:spPr>
            <a:xfrm>
              <a:off x="3033912" y="12192594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(3.9%)</a:t>
              </a:r>
            </a:p>
          </p:txBody>
        </p:sp>
        <p:sp>
          <p:nvSpPr>
            <p:cNvPr id="5728" name="pg5728"/>
            <p:cNvSpPr/>
            <p:nvPr/>
          </p:nvSpPr>
          <p:spPr>
            <a:xfrm>
              <a:off x="2964176" y="13023443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tx5729"/>
            <p:cNvSpPr/>
            <p:nvPr/>
          </p:nvSpPr>
          <p:spPr>
            <a:xfrm>
              <a:off x="2684457" y="1303595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730" name="tx5730"/>
            <p:cNvSpPr/>
            <p:nvPr/>
          </p:nvSpPr>
          <p:spPr>
            <a:xfrm>
              <a:off x="2878523" y="1323541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(38.2%)</a:t>
              </a:r>
            </a:p>
          </p:txBody>
        </p:sp>
        <p:sp>
          <p:nvSpPr>
            <p:cNvPr id="5731" name="pg5731"/>
            <p:cNvSpPr/>
            <p:nvPr/>
          </p:nvSpPr>
          <p:spPr>
            <a:xfrm>
              <a:off x="4010833" y="12108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tx5732"/>
            <p:cNvSpPr/>
            <p:nvPr/>
          </p:nvSpPr>
          <p:spPr>
            <a:xfrm>
              <a:off x="40527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733" name="tx5733"/>
            <p:cNvSpPr/>
            <p:nvPr/>
          </p:nvSpPr>
          <p:spPr>
            <a:xfrm>
              <a:off x="43011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 (50%)</a:t>
              </a:r>
            </a:p>
          </p:txBody>
        </p:sp>
        <p:sp>
          <p:nvSpPr>
            <p:cNvPr id="5734" name="pg5734"/>
            <p:cNvSpPr/>
            <p:nvPr/>
          </p:nvSpPr>
          <p:spPr>
            <a:xfrm>
              <a:off x="3894257" y="1302344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tx5735"/>
            <p:cNvSpPr/>
            <p:nvPr/>
          </p:nvSpPr>
          <p:spPr>
            <a:xfrm>
              <a:off x="3936167" y="1303595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736" name="tx5736"/>
            <p:cNvSpPr/>
            <p:nvPr/>
          </p:nvSpPr>
          <p:spPr>
            <a:xfrm>
              <a:off x="4339987" y="13235416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(7.8%)</a:t>
              </a:r>
            </a:p>
          </p:txBody>
        </p:sp>
        <p:sp>
          <p:nvSpPr>
            <p:cNvPr id="5737" name="rc5737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tx5738"/>
            <p:cNvSpPr/>
            <p:nvPr/>
          </p:nvSpPr>
          <p:spPr>
            <a:xfrm>
              <a:off x="2708967" y="13382810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5739" name="tx5739"/>
            <p:cNvSpPr/>
            <p:nvPr/>
          </p:nvSpPr>
          <p:spPr>
            <a:xfrm>
              <a:off x="2708967" y="1312210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740" name="tx5740"/>
            <p:cNvSpPr/>
            <p:nvPr/>
          </p:nvSpPr>
          <p:spPr>
            <a:xfrm>
              <a:off x="2746184" y="128613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741" name="tx5741"/>
            <p:cNvSpPr/>
            <p:nvPr/>
          </p:nvSpPr>
          <p:spPr>
            <a:xfrm>
              <a:off x="2746184" y="126006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742" name="tx5742"/>
            <p:cNvSpPr/>
            <p:nvPr/>
          </p:nvSpPr>
          <p:spPr>
            <a:xfrm>
              <a:off x="2746184" y="123399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743" name="tx5743"/>
            <p:cNvSpPr/>
            <p:nvPr/>
          </p:nvSpPr>
          <p:spPr>
            <a:xfrm>
              <a:off x="2746184" y="12080647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744" name="pl5744"/>
            <p:cNvSpPr/>
            <p:nvPr/>
          </p:nvSpPr>
          <p:spPr>
            <a:xfrm>
              <a:off x="2929381" y="134245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2929381" y="131637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2929381" y="12903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2929381" y="126423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2929381" y="12381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2929381" y="1212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33425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874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54322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64771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tx5754"/>
            <p:cNvSpPr/>
            <p:nvPr/>
          </p:nvSpPr>
          <p:spPr>
            <a:xfrm>
              <a:off x="33114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55" name="tx5755"/>
            <p:cNvSpPr/>
            <p:nvPr/>
          </p:nvSpPr>
          <p:spPr>
            <a:xfrm>
              <a:off x="43252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56" name="tx5756"/>
            <p:cNvSpPr/>
            <p:nvPr/>
          </p:nvSpPr>
          <p:spPr>
            <a:xfrm>
              <a:off x="53701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757" name="tx5757"/>
            <p:cNvSpPr/>
            <p:nvPr/>
          </p:nvSpPr>
          <p:spPr>
            <a:xfrm>
              <a:off x="64150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758" name="tx5758"/>
            <p:cNvSpPr/>
            <p:nvPr/>
          </p:nvSpPr>
          <p:spPr>
            <a:xfrm>
              <a:off x="42926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759" name="tx5759"/>
            <p:cNvSpPr/>
            <p:nvPr/>
          </p:nvSpPr>
          <p:spPr>
            <a:xfrm rot="-5400000">
              <a:off x="16720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pTau217 (Z)</a:t>
              </a:r>
            </a:p>
          </p:txBody>
        </p:sp>
        <p:sp>
          <p:nvSpPr>
            <p:cNvPr id="5760" name="tx5760"/>
            <p:cNvSpPr/>
            <p:nvPr/>
          </p:nvSpPr>
          <p:spPr>
            <a:xfrm>
              <a:off x="2964176" y="11878542"/>
              <a:ext cx="167640" cy="1220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U.</a:t>
              </a:r>
            </a:p>
          </p:txBody>
        </p:sp>
        <p:sp>
          <p:nvSpPr>
            <p:cNvPr id="5761" name="rc5761"/>
            <p:cNvSpPr/>
            <p:nvPr/>
          </p:nvSpPr>
          <p:spPr>
            <a:xfrm>
              <a:off x="80632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87078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87078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87078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87078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89059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91888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94717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97546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87078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87078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87078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87078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87078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87644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90473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93302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96131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98961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87644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2479"/>
                  </a:lnTo>
                  <a:lnTo>
                    <a:pt x="0" y="1093298"/>
                  </a:lnTo>
                  <a:lnTo>
                    <a:pt x="0" y="1074118"/>
                  </a:lnTo>
                  <a:lnTo>
                    <a:pt x="0" y="1054937"/>
                  </a:lnTo>
                  <a:lnTo>
                    <a:pt x="0" y="1035756"/>
                  </a:lnTo>
                  <a:lnTo>
                    <a:pt x="0" y="1016576"/>
                  </a:lnTo>
                  <a:lnTo>
                    <a:pt x="0" y="997395"/>
                  </a:lnTo>
                  <a:lnTo>
                    <a:pt x="0" y="978214"/>
                  </a:lnTo>
                  <a:lnTo>
                    <a:pt x="0" y="959033"/>
                  </a:lnTo>
                  <a:lnTo>
                    <a:pt x="0" y="939853"/>
                  </a:lnTo>
                  <a:lnTo>
                    <a:pt x="0" y="920672"/>
                  </a:lnTo>
                  <a:lnTo>
                    <a:pt x="0" y="901491"/>
                  </a:lnTo>
                  <a:lnTo>
                    <a:pt x="0" y="882311"/>
                  </a:lnTo>
                  <a:lnTo>
                    <a:pt x="0" y="863130"/>
                  </a:lnTo>
                  <a:lnTo>
                    <a:pt x="0" y="843949"/>
                  </a:lnTo>
                  <a:lnTo>
                    <a:pt x="0" y="824769"/>
                  </a:lnTo>
                  <a:lnTo>
                    <a:pt x="0" y="805588"/>
                  </a:lnTo>
                  <a:lnTo>
                    <a:pt x="0" y="786407"/>
                  </a:lnTo>
                  <a:lnTo>
                    <a:pt x="0" y="767227"/>
                  </a:lnTo>
                  <a:lnTo>
                    <a:pt x="0" y="748046"/>
                  </a:lnTo>
                  <a:lnTo>
                    <a:pt x="0" y="728865"/>
                  </a:lnTo>
                  <a:lnTo>
                    <a:pt x="0" y="709685"/>
                  </a:lnTo>
                  <a:lnTo>
                    <a:pt x="0" y="690504"/>
                  </a:lnTo>
                  <a:lnTo>
                    <a:pt x="0" y="671323"/>
                  </a:lnTo>
                  <a:lnTo>
                    <a:pt x="0" y="652143"/>
                  </a:lnTo>
                  <a:lnTo>
                    <a:pt x="0" y="632962"/>
                  </a:lnTo>
                  <a:lnTo>
                    <a:pt x="0" y="613781"/>
                  </a:lnTo>
                  <a:lnTo>
                    <a:pt x="0" y="594601"/>
                  </a:lnTo>
                  <a:lnTo>
                    <a:pt x="0" y="575420"/>
                  </a:lnTo>
                  <a:lnTo>
                    <a:pt x="0" y="556239"/>
                  </a:lnTo>
                  <a:lnTo>
                    <a:pt x="0" y="537059"/>
                  </a:lnTo>
                  <a:lnTo>
                    <a:pt x="0" y="517878"/>
                  </a:lnTo>
                  <a:lnTo>
                    <a:pt x="0" y="498697"/>
                  </a:lnTo>
                  <a:lnTo>
                    <a:pt x="0" y="479516"/>
                  </a:lnTo>
                  <a:lnTo>
                    <a:pt x="26317" y="479516"/>
                  </a:lnTo>
                  <a:lnTo>
                    <a:pt x="26317" y="460336"/>
                  </a:lnTo>
                  <a:lnTo>
                    <a:pt x="26317" y="441155"/>
                  </a:lnTo>
                  <a:lnTo>
                    <a:pt x="26317" y="421974"/>
                  </a:lnTo>
                  <a:lnTo>
                    <a:pt x="26317" y="402794"/>
                  </a:lnTo>
                  <a:lnTo>
                    <a:pt x="26317" y="383613"/>
                  </a:lnTo>
                  <a:lnTo>
                    <a:pt x="26317" y="364432"/>
                  </a:lnTo>
                  <a:lnTo>
                    <a:pt x="26317" y="345252"/>
                  </a:lnTo>
                  <a:lnTo>
                    <a:pt x="26317" y="326071"/>
                  </a:lnTo>
                  <a:lnTo>
                    <a:pt x="26317" y="306890"/>
                  </a:lnTo>
                  <a:lnTo>
                    <a:pt x="26317" y="287710"/>
                  </a:lnTo>
                  <a:lnTo>
                    <a:pt x="52635" y="287710"/>
                  </a:lnTo>
                  <a:lnTo>
                    <a:pt x="52635" y="268529"/>
                  </a:lnTo>
                  <a:lnTo>
                    <a:pt x="52635" y="249348"/>
                  </a:lnTo>
                  <a:lnTo>
                    <a:pt x="52635" y="230168"/>
                  </a:lnTo>
                  <a:lnTo>
                    <a:pt x="78953" y="230168"/>
                  </a:lnTo>
                  <a:lnTo>
                    <a:pt x="78953" y="210987"/>
                  </a:lnTo>
                  <a:lnTo>
                    <a:pt x="78953" y="191806"/>
                  </a:lnTo>
                  <a:lnTo>
                    <a:pt x="105270" y="191806"/>
                  </a:lnTo>
                  <a:lnTo>
                    <a:pt x="105270" y="172626"/>
                  </a:lnTo>
                  <a:lnTo>
                    <a:pt x="105270" y="153445"/>
                  </a:lnTo>
                  <a:lnTo>
                    <a:pt x="131588" y="153445"/>
                  </a:lnTo>
                  <a:lnTo>
                    <a:pt x="157906" y="153445"/>
                  </a:lnTo>
                  <a:lnTo>
                    <a:pt x="157906" y="134264"/>
                  </a:lnTo>
                  <a:lnTo>
                    <a:pt x="184223" y="134264"/>
                  </a:lnTo>
                  <a:lnTo>
                    <a:pt x="210541" y="134264"/>
                  </a:lnTo>
                  <a:lnTo>
                    <a:pt x="236859" y="134264"/>
                  </a:lnTo>
                  <a:lnTo>
                    <a:pt x="236859" y="115084"/>
                  </a:lnTo>
                  <a:lnTo>
                    <a:pt x="236859" y="95903"/>
                  </a:lnTo>
                  <a:lnTo>
                    <a:pt x="263176" y="95903"/>
                  </a:lnTo>
                  <a:lnTo>
                    <a:pt x="289494" y="95903"/>
                  </a:lnTo>
                  <a:lnTo>
                    <a:pt x="315812" y="95903"/>
                  </a:lnTo>
                  <a:lnTo>
                    <a:pt x="342129" y="95903"/>
                  </a:lnTo>
                  <a:lnTo>
                    <a:pt x="368447" y="95903"/>
                  </a:lnTo>
                  <a:lnTo>
                    <a:pt x="394765" y="95903"/>
                  </a:lnTo>
                  <a:lnTo>
                    <a:pt x="394765" y="76722"/>
                  </a:lnTo>
                  <a:lnTo>
                    <a:pt x="421082" y="76722"/>
                  </a:lnTo>
                  <a:lnTo>
                    <a:pt x="447400" y="76722"/>
                  </a:lnTo>
                  <a:lnTo>
                    <a:pt x="473718" y="76722"/>
                  </a:lnTo>
                  <a:lnTo>
                    <a:pt x="500035" y="76722"/>
                  </a:lnTo>
                  <a:lnTo>
                    <a:pt x="526353" y="76722"/>
                  </a:lnTo>
                  <a:lnTo>
                    <a:pt x="552671" y="76722"/>
                  </a:lnTo>
                  <a:lnTo>
                    <a:pt x="578988" y="76722"/>
                  </a:lnTo>
                  <a:lnTo>
                    <a:pt x="605306" y="76722"/>
                  </a:lnTo>
                  <a:lnTo>
                    <a:pt x="631624" y="76722"/>
                  </a:lnTo>
                  <a:lnTo>
                    <a:pt x="657941" y="76722"/>
                  </a:lnTo>
                  <a:lnTo>
                    <a:pt x="684259" y="76722"/>
                  </a:lnTo>
                  <a:lnTo>
                    <a:pt x="710577" y="76722"/>
                  </a:lnTo>
                  <a:lnTo>
                    <a:pt x="710577" y="57542"/>
                  </a:lnTo>
                  <a:lnTo>
                    <a:pt x="736894" y="57542"/>
                  </a:lnTo>
                  <a:lnTo>
                    <a:pt x="763212" y="57542"/>
                  </a:lnTo>
                  <a:lnTo>
                    <a:pt x="789530" y="57542"/>
                  </a:lnTo>
                  <a:lnTo>
                    <a:pt x="815847" y="57542"/>
                  </a:lnTo>
                  <a:lnTo>
                    <a:pt x="815847" y="38361"/>
                  </a:lnTo>
                  <a:lnTo>
                    <a:pt x="842165" y="38361"/>
                  </a:lnTo>
                  <a:lnTo>
                    <a:pt x="868483" y="38361"/>
                  </a:lnTo>
                  <a:lnTo>
                    <a:pt x="894800" y="38361"/>
                  </a:lnTo>
                  <a:lnTo>
                    <a:pt x="921118" y="38361"/>
                  </a:lnTo>
                  <a:lnTo>
                    <a:pt x="947436" y="38361"/>
                  </a:lnTo>
                  <a:lnTo>
                    <a:pt x="973754" y="38361"/>
                  </a:lnTo>
                  <a:lnTo>
                    <a:pt x="1000071" y="38361"/>
                  </a:lnTo>
                  <a:lnTo>
                    <a:pt x="1026389" y="38361"/>
                  </a:lnTo>
                  <a:lnTo>
                    <a:pt x="1052707" y="38361"/>
                  </a:lnTo>
                  <a:lnTo>
                    <a:pt x="1079024" y="38361"/>
                  </a:lnTo>
                  <a:lnTo>
                    <a:pt x="1105342" y="38361"/>
                  </a:lnTo>
                  <a:lnTo>
                    <a:pt x="1131660" y="38361"/>
                  </a:lnTo>
                  <a:lnTo>
                    <a:pt x="1131660" y="1918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87078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2" name="pg5782"/>
            <p:cNvSpPr/>
            <p:nvPr/>
          </p:nvSpPr>
          <p:spPr>
            <a:xfrm>
              <a:off x="90473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tx5783"/>
            <p:cNvSpPr/>
            <p:nvPr/>
          </p:nvSpPr>
          <p:spPr>
            <a:xfrm>
              <a:off x="90928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0.59 [0.060, 0.966]</a:t>
              </a:r>
            </a:p>
          </p:txBody>
        </p:sp>
        <p:sp>
          <p:nvSpPr>
            <p:cNvPr id="5784" name="tx5784"/>
            <p:cNvSpPr/>
            <p:nvPr/>
          </p:nvSpPr>
          <p:spPr>
            <a:xfrm>
              <a:off x="90928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0.916</a:t>
              </a:r>
            </a:p>
          </p:txBody>
        </p:sp>
        <p:sp>
          <p:nvSpPr>
            <p:cNvPr id="5785" name="tx5785"/>
            <p:cNvSpPr/>
            <p:nvPr/>
          </p:nvSpPr>
          <p:spPr>
            <a:xfrm>
              <a:off x="9092891" y="13193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5786" name="tx5786"/>
            <p:cNvSpPr/>
            <p:nvPr/>
          </p:nvSpPr>
          <p:spPr>
            <a:xfrm>
              <a:off x="90928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0.864</a:t>
              </a:r>
            </a:p>
          </p:txBody>
        </p:sp>
        <p:sp>
          <p:nvSpPr>
            <p:cNvPr id="5787" name="tx5787"/>
            <p:cNvSpPr/>
            <p:nvPr/>
          </p:nvSpPr>
          <p:spPr>
            <a:xfrm>
              <a:off x="83513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88" name="tx5788"/>
            <p:cNvSpPr/>
            <p:nvPr/>
          </p:nvSpPr>
          <p:spPr>
            <a:xfrm>
              <a:off x="83513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89" name="tx5789"/>
            <p:cNvSpPr/>
            <p:nvPr/>
          </p:nvSpPr>
          <p:spPr>
            <a:xfrm>
              <a:off x="83513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0" name="tx5790"/>
            <p:cNvSpPr/>
            <p:nvPr/>
          </p:nvSpPr>
          <p:spPr>
            <a:xfrm>
              <a:off x="83513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1" name="tx5791"/>
            <p:cNvSpPr/>
            <p:nvPr/>
          </p:nvSpPr>
          <p:spPr>
            <a:xfrm>
              <a:off x="83513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2" name="tx5792"/>
            <p:cNvSpPr/>
            <p:nvPr/>
          </p:nvSpPr>
          <p:spPr>
            <a:xfrm>
              <a:off x="86260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93" name="tx5793"/>
            <p:cNvSpPr/>
            <p:nvPr/>
          </p:nvSpPr>
          <p:spPr>
            <a:xfrm>
              <a:off x="89089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94" name="tx5794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5" name="tx5795"/>
            <p:cNvSpPr/>
            <p:nvPr/>
          </p:nvSpPr>
          <p:spPr>
            <a:xfrm>
              <a:off x="94747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6" name="tx5796"/>
            <p:cNvSpPr/>
            <p:nvPr/>
          </p:nvSpPr>
          <p:spPr>
            <a:xfrm>
              <a:off x="97576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7" name="tx5797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798" name="tx5798"/>
            <p:cNvSpPr/>
            <p:nvPr/>
          </p:nvSpPr>
          <p:spPr>
            <a:xfrm rot="-5400000">
              <a:off x="69802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799" name="tx5799"/>
            <p:cNvSpPr/>
            <p:nvPr/>
          </p:nvSpPr>
          <p:spPr>
            <a:xfrm>
              <a:off x="87078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V.</a:t>
              </a:r>
            </a:p>
          </p:txBody>
        </p:sp>
        <p:sp>
          <p:nvSpPr>
            <p:cNvPr id="5800" name="rc5800"/>
            <p:cNvSpPr/>
            <p:nvPr/>
          </p:nvSpPr>
          <p:spPr>
            <a:xfrm>
              <a:off x="106981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rc5801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11193776" y="132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11193776" y="12918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11193776" y="125945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11193776" y="122703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120946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131394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141843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152291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11193776" y="134050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11193776" y="130808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11193776" y="127566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11193776" y="124324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11193776" y="12108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115721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126170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136618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147067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11491571" y="1323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11652037" y="1298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11905404" y="1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11452158" y="1317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11587991" y="1324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12238301" y="129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11725232" y="1299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11963116" y="1308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12405805" y="1306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12112321" y="1252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12050387" y="124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12380468" y="1258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12199592" y="1263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12282640" y="1257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11623885" y="1311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12020827" y="1260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11990564" y="1263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12117247" y="1265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11528872" y="13070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11497201" y="130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11584472" y="13248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14122368" y="1263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14391923" y="124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12196073" y="129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12743628" y="1278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11866695" y="1329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15342754" y="125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11804761" y="13049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11549986" y="1308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11470457" y="130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12235486" y="1286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11638665" y="12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11586584" y="1306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12357946" y="1277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12230559" y="1275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12214372" y="127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12338240" y="127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11907516" y="1296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11548579" y="1318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11367702" y="1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11521130" y="1302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12071501" y="13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11528872" y="1305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11931445" y="1272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11949040" y="1267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12110210" y="1258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12634539" y="1258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12459293" y="12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11530280" y="1314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13411532" y="1305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11511981" y="1304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12319941" y="125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12389617" y="1273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11557024" y="1314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11576027" y="1306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11816022" y="1278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11460604" y="1309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11526057" y="1303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11951151" y="1237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11929333" y="1260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12070093" y="12875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11514092" y="1310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11566877" y="1322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11541541" y="132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11930741" y="1293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12020827" y="1252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11527465" y="130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11593622" y="1311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12408620" y="1261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12025754" y="1290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11527465" y="129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12147511" y="1288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11627404" y="1304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12396655" y="126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12341759" y="126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12702104" y="1267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12016604" y="1314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11971561" y="129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12462109" y="1286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11523946" y="129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12288270" y="1254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12622575" y="1251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12086984" y="1275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12017308" y="1299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12479000" y="1302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14439781" y="1258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11820948" y="12913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11400077" y="131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11587991" y="1315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12830195" y="127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12996995" y="1272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11865288" y="1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11916665" y="1304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11616847" y="13048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11526057" y="13147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11509870" y="131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11554913" y="1326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11576731" y="131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11558432" y="13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11568285" y="1302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116429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11193776" y="129930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1" name="pg5921"/>
            <p:cNvSpPr/>
            <p:nvPr/>
          </p:nvSpPr>
          <p:spPr>
            <a:xfrm>
              <a:off x="111937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tx5922"/>
            <p:cNvSpPr/>
            <p:nvPr/>
          </p:nvSpPr>
          <p:spPr>
            <a:xfrm>
              <a:off x="109219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923" name="tx5923"/>
            <p:cNvSpPr/>
            <p:nvPr/>
          </p:nvSpPr>
          <p:spPr>
            <a:xfrm>
              <a:off x="11380019" y="12192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924" name="pg5924"/>
            <p:cNvSpPr/>
            <p:nvPr/>
          </p:nvSpPr>
          <p:spPr>
            <a:xfrm>
              <a:off x="11193776" y="132773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tx5925"/>
            <p:cNvSpPr/>
            <p:nvPr/>
          </p:nvSpPr>
          <p:spPr>
            <a:xfrm>
              <a:off x="10914057" y="13289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926" name="tx5926"/>
            <p:cNvSpPr/>
            <p:nvPr/>
          </p:nvSpPr>
          <p:spPr>
            <a:xfrm>
              <a:off x="11224630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 (40%)</a:t>
              </a:r>
            </a:p>
          </p:txBody>
        </p:sp>
        <p:sp>
          <p:nvSpPr>
            <p:cNvPr id="5927" name="pg5927"/>
            <p:cNvSpPr/>
            <p:nvPr/>
          </p:nvSpPr>
          <p:spPr>
            <a:xfrm>
              <a:off x="12240433" y="12108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tx5928"/>
            <p:cNvSpPr/>
            <p:nvPr/>
          </p:nvSpPr>
          <p:spPr>
            <a:xfrm>
              <a:off x="122823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929" name="tx5929"/>
            <p:cNvSpPr/>
            <p:nvPr/>
          </p:nvSpPr>
          <p:spPr>
            <a:xfrm>
              <a:off x="125307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(46%)</a:t>
              </a:r>
            </a:p>
          </p:txBody>
        </p:sp>
        <p:sp>
          <p:nvSpPr>
            <p:cNvPr id="5930" name="pg5930"/>
            <p:cNvSpPr/>
            <p:nvPr/>
          </p:nvSpPr>
          <p:spPr>
            <a:xfrm>
              <a:off x="12123857" y="13277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tx5931"/>
            <p:cNvSpPr/>
            <p:nvPr/>
          </p:nvSpPr>
          <p:spPr>
            <a:xfrm>
              <a:off x="12165767" y="13289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932" name="tx5932"/>
            <p:cNvSpPr/>
            <p:nvPr/>
          </p:nvSpPr>
          <p:spPr>
            <a:xfrm>
              <a:off x="12530706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(11%)</a:t>
              </a:r>
            </a:p>
          </p:txBody>
        </p:sp>
        <p:sp>
          <p:nvSpPr>
            <p:cNvPr id="5933" name="rc5933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tx5934"/>
            <p:cNvSpPr/>
            <p:nvPr/>
          </p:nvSpPr>
          <p:spPr>
            <a:xfrm>
              <a:off x="10938567" y="133633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935" name="tx5935"/>
            <p:cNvSpPr/>
            <p:nvPr/>
          </p:nvSpPr>
          <p:spPr>
            <a:xfrm>
              <a:off x="10975784" y="130391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36" name="tx5936"/>
            <p:cNvSpPr/>
            <p:nvPr/>
          </p:nvSpPr>
          <p:spPr>
            <a:xfrm>
              <a:off x="10975784" y="127149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937" name="tx5937"/>
            <p:cNvSpPr/>
            <p:nvPr/>
          </p:nvSpPr>
          <p:spPr>
            <a:xfrm>
              <a:off x="10975784" y="123907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938" name="tx5938"/>
            <p:cNvSpPr/>
            <p:nvPr/>
          </p:nvSpPr>
          <p:spPr>
            <a:xfrm>
              <a:off x="10975784" y="12067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939" name="pl5939"/>
            <p:cNvSpPr/>
            <p:nvPr/>
          </p:nvSpPr>
          <p:spPr>
            <a:xfrm>
              <a:off x="11158981" y="13405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11158981" y="130808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11158981" y="12756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11158981" y="12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11158981" y="12108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115721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126170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136618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147067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tx5948"/>
            <p:cNvSpPr/>
            <p:nvPr/>
          </p:nvSpPr>
          <p:spPr>
            <a:xfrm>
              <a:off x="115410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49" name="tx5949"/>
            <p:cNvSpPr/>
            <p:nvPr/>
          </p:nvSpPr>
          <p:spPr>
            <a:xfrm>
              <a:off x="125548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50" name="tx5950"/>
            <p:cNvSpPr/>
            <p:nvPr/>
          </p:nvSpPr>
          <p:spPr>
            <a:xfrm>
              <a:off x="135997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51" name="tx5951"/>
            <p:cNvSpPr/>
            <p:nvPr/>
          </p:nvSpPr>
          <p:spPr>
            <a:xfrm>
              <a:off x="146446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952" name="tx595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953" name="tx5953"/>
            <p:cNvSpPr/>
            <p:nvPr/>
          </p:nvSpPr>
          <p:spPr>
            <a:xfrm rot="-5400000">
              <a:off x="99016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pTau181 (Z)</a:t>
              </a:r>
            </a:p>
          </p:txBody>
        </p:sp>
        <p:sp>
          <p:nvSpPr>
            <p:cNvPr id="5954" name="tx5954"/>
            <p:cNvSpPr/>
            <p:nvPr/>
          </p:nvSpPr>
          <p:spPr>
            <a:xfrm>
              <a:off x="11193776" y="11880589"/>
              <a:ext cx="204802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W.</a:t>
              </a:r>
            </a:p>
          </p:txBody>
        </p:sp>
        <p:sp>
          <p:nvSpPr>
            <p:cNvPr id="5955" name="rc5955"/>
            <p:cNvSpPr/>
            <p:nvPr/>
          </p:nvSpPr>
          <p:spPr>
            <a:xfrm>
              <a:off x="162928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169374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169374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169374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169374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171355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174184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177013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179842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169374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169374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169374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169374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169374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169940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172769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175598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178427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181257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169940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1806"/>
                  </a:lnTo>
                  <a:lnTo>
                    <a:pt x="0" y="1091952"/>
                  </a:lnTo>
                  <a:lnTo>
                    <a:pt x="0" y="1072099"/>
                  </a:lnTo>
                  <a:lnTo>
                    <a:pt x="0" y="1052245"/>
                  </a:lnTo>
                  <a:lnTo>
                    <a:pt x="0" y="1032391"/>
                  </a:lnTo>
                  <a:lnTo>
                    <a:pt x="0" y="1012537"/>
                  </a:lnTo>
                  <a:lnTo>
                    <a:pt x="0" y="992684"/>
                  </a:lnTo>
                  <a:lnTo>
                    <a:pt x="0" y="972830"/>
                  </a:lnTo>
                  <a:lnTo>
                    <a:pt x="0" y="952976"/>
                  </a:lnTo>
                  <a:lnTo>
                    <a:pt x="0" y="933123"/>
                  </a:lnTo>
                  <a:lnTo>
                    <a:pt x="0" y="913269"/>
                  </a:lnTo>
                  <a:lnTo>
                    <a:pt x="0" y="893415"/>
                  </a:lnTo>
                  <a:lnTo>
                    <a:pt x="0" y="873562"/>
                  </a:lnTo>
                  <a:lnTo>
                    <a:pt x="0" y="853708"/>
                  </a:lnTo>
                  <a:lnTo>
                    <a:pt x="0" y="833854"/>
                  </a:lnTo>
                  <a:lnTo>
                    <a:pt x="0" y="814001"/>
                  </a:lnTo>
                  <a:lnTo>
                    <a:pt x="0" y="794147"/>
                  </a:lnTo>
                  <a:lnTo>
                    <a:pt x="0" y="774293"/>
                  </a:lnTo>
                  <a:lnTo>
                    <a:pt x="0" y="754440"/>
                  </a:lnTo>
                  <a:lnTo>
                    <a:pt x="0" y="734586"/>
                  </a:lnTo>
                  <a:lnTo>
                    <a:pt x="0" y="714732"/>
                  </a:lnTo>
                  <a:lnTo>
                    <a:pt x="0" y="694879"/>
                  </a:lnTo>
                  <a:lnTo>
                    <a:pt x="0" y="675025"/>
                  </a:lnTo>
                  <a:lnTo>
                    <a:pt x="0" y="655171"/>
                  </a:lnTo>
                  <a:lnTo>
                    <a:pt x="0" y="635317"/>
                  </a:lnTo>
                  <a:lnTo>
                    <a:pt x="0" y="615464"/>
                  </a:lnTo>
                  <a:lnTo>
                    <a:pt x="0" y="595610"/>
                  </a:lnTo>
                  <a:lnTo>
                    <a:pt x="0" y="575756"/>
                  </a:lnTo>
                  <a:lnTo>
                    <a:pt x="0" y="555903"/>
                  </a:lnTo>
                  <a:lnTo>
                    <a:pt x="0" y="536049"/>
                  </a:lnTo>
                  <a:lnTo>
                    <a:pt x="0" y="516195"/>
                  </a:lnTo>
                  <a:lnTo>
                    <a:pt x="0" y="496342"/>
                  </a:lnTo>
                  <a:lnTo>
                    <a:pt x="0" y="476488"/>
                  </a:lnTo>
                  <a:lnTo>
                    <a:pt x="0" y="456634"/>
                  </a:lnTo>
                  <a:lnTo>
                    <a:pt x="0" y="436781"/>
                  </a:lnTo>
                  <a:lnTo>
                    <a:pt x="26317" y="436781"/>
                  </a:lnTo>
                  <a:lnTo>
                    <a:pt x="26317" y="416927"/>
                  </a:lnTo>
                  <a:lnTo>
                    <a:pt x="26317" y="397073"/>
                  </a:lnTo>
                  <a:lnTo>
                    <a:pt x="26317" y="377220"/>
                  </a:lnTo>
                  <a:lnTo>
                    <a:pt x="26317" y="357366"/>
                  </a:lnTo>
                  <a:lnTo>
                    <a:pt x="26317" y="337512"/>
                  </a:lnTo>
                  <a:lnTo>
                    <a:pt x="26317" y="317658"/>
                  </a:lnTo>
                  <a:lnTo>
                    <a:pt x="52635" y="317658"/>
                  </a:lnTo>
                  <a:lnTo>
                    <a:pt x="52635" y="297805"/>
                  </a:lnTo>
                  <a:lnTo>
                    <a:pt x="52635" y="277951"/>
                  </a:lnTo>
                  <a:lnTo>
                    <a:pt x="78953" y="277951"/>
                  </a:lnTo>
                  <a:lnTo>
                    <a:pt x="78953" y="258097"/>
                  </a:lnTo>
                  <a:lnTo>
                    <a:pt x="78953" y="238244"/>
                  </a:lnTo>
                  <a:lnTo>
                    <a:pt x="78953" y="218390"/>
                  </a:lnTo>
                  <a:lnTo>
                    <a:pt x="105270" y="218390"/>
                  </a:lnTo>
                  <a:lnTo>
                    <a:pt x="105270" y="198536"/>
                  </a:lnTo>
                  <a:lnTo>
                    <a:pt x="131588" y="198536"/>
                  </a:lnTo>
                  <a:lnTo>
                    <a:pt x="157906" y="198536"/>
                  </a:lnTo>
                  <a:lnTo>
                    <a:pt x="157906" y="178683"/>
                  </a:lnTo>
                  <a:lnTo>
                    <a:pt x="184223" y="178683"/>
                  </a:lnTo>
                  <a:lnTo>
                    <a:pt x="184223" y="158829"/>
                  </a:lnTo>
                  <a:lnTo>
                    <a:pt x="210541" y="158829"/>
                  </a:lnTo>
                  <a:lnTo>
                    <a:pt x="236859" y="158829"/>
                  </a:lnTo>
                  <a:lnTo>
                    <a:pt x="263176" y="158829"/>
                  </a:lnTo>
                  <a:lnTo>
                    <a:pt x="289494" y="158829"/>
                  </a:lnTo>
                  <a:lnTo>
                    <a:pt x="289494" y="138975"/>
                  </a:lnTo>
                  <a:lnTo>
                    <a:pt x="315812" y="138975"/>
                  </a:lnTo>
                  <a:lnTo>
                    <a:pt x="342129" y="138975"/>
                  </a:lnTo>
                  <a:lnTo>
                    <a:pt x="368447" y="138975"/>
                  </a:lnTo>
                  <a:lnTo>
                    <a:pt x="394765" y="138975"/>
                  </a:lnTo>
                  <a:lnTo>
                    <a:pt x="394765" y="119122"/>
                  </a:lnTo>
                  <a:lnTo>
                    <a:pt x="421082" y="119122"/>
                  </a:lnTo>
                  <a:lnTo>
                    <a:pt x="421082" y="99268"/>
                  </a:lnTo>
                  <a:lnTo>
                    <a:pt x="447400" y="99268"/>
                  </a:lnTo>
                  <a:lnTo>
                    <a:pt x="473718" y="99268"/>
                  </a:lnTo>
                  <a:lnTo>
                    <a:pt x="500035" y="99268"/>
                  </a:lnTo>
                  <a:lnTo>
                    <a:pt x="500035" y="79414"/>
                  </a:lnTo>
                  <a:lnTo>
                    <a:pt x="526353" y="79414"/>
                  </a:lnTo>
                  <a:lnTo>
                    <a:pt x="526353" y="59561"/>
                  </a:lnTo>
                  <a:lnTo>
                    <a:pt x="552671" y="59561"/>
                  </a:lnTo>
                  <a:lnTo>
                    <a:pt x="552671" y="39707"/>
                  </a:lnTo>
                  <a:lnTo>
                    <a:pt x="578988" y="39707"/>
                  </a:lnTo>
                  <a:lnTo>
                    <a:pt x="605306" y="39707"/>
                  </a:lnTo>
                  <a:lnTo>
                    <a:pt x="631624" y="39707"/>
                  </a:lnTo>
                  <a:lnTo>
                    <a:pt x="657941" y="39707"/>
                  </a:lnTo>
                  <a:lnTo>
                    <a:pt x="684259" y="39707"/>
                  </a:lnTo>
                  <a:lnTo>
                    <a:pt x="710577" y="39707"/>
                  </a:lnTo>
                  <a:lnTo>
                    <a:pt x="736894" y="39707"/>
                  </a:lnTo>
                  <a:lnTo>
                    <a:pt x="763212" y="39707"/>
                  </a:lnTo>
                  <a:lnTo>
                    <a:pt x="789530" y="39707"/>
                  </a:lnTo>
                  <a:lnTo>
                    <a:pt x="789530" y="19853"/>
                  </a:lnTo>
                  <a:lnTo>
                    <a:pt x="815847" y="19853"/>
                  </a:lnTo>
                  <a:lnTo>
                    <a:pt x="842165" y="19853"/>
                  </a:lnTo>
                  <a:lnTo>
                    <a:pt x="868483" y="19853"/>
                  </a:lnTo>
                  <a:lnTo>
                    <a:pt x="894800" y="19853"/>
                  </a:lnTo>
                  <a:lnTo>
                    <a:pt x="921118" y="19853"/>
                  </a:lnTo>
                  <a:lnTo>
                    <a:pt x="947436" y="19853"/>
                  </a:lnTo>
                  <a:lnTo>
                    <a:pt x="973754" y="19853"/>
                  </a:lnTo>
                  <a:lnTo>
                    <a:pt x="1000071" y="19853"/>
                  </a:lnTo>
                  <a:lnTo>
                    <a:pt x="1026389" y="19853"/>
                  </a:lnTo>
                  <a:lnTo>
                    <a:pt x="1052707" y="19853"/>
                  </a:lnTo>
                  <a:lnTo>
                    <a:pt x="1079024" y="19853"/>
                  </a:lnTo>
                  <a:lnTo>
                    <a:pt x="1105342" y="19853"/>
                  </a:lnTo>
                  <a:lnTo>
                    <a:pt x="1131660" y="19853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169374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6" name="pg5976"/>
            <p:cNvSpPr/>
            <p:nvPr/>
          </p:nvSpPr>
          <p:spPr>
            <a:xfrm>
              <a:off x="172769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tx5977"/>
            <p:cNvSpPr/>
            <p:nvPr/>
          </p:nvSpPr>
          <p:spPr>
            <a:xfrm>
              <a:off x="173224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0.63 [0.274, 1.198]</a:t>
              </a:r>
            </a:p>
          </p:txBody>
        </p:sp>
        <p:sp>
          <p:nvSpPr>
            <p:cNvPr id="5978" name="tx5978"/>
            <p:cNvSpPr/>
            <p:nvPr/>
          </p:nvSpPr>
          <p:spPr>
            <a:xfrm>
              <a:off x="173224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0.914</a:t>
              </a:r>
            </a:p>
          </p:txBody>
        </p:sp>
        <p:sp>
          <p:nvSpPr>
            <p:cNvPr id="5979" name="tx5979"/>
            <p:cNvSpPr/>
            <p:nvPr/>
          </p:nvSpPr>
          <p:spPr>
            <a:xfrm>
              <a:off x="17322491" y="131934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0.939</a:t>
              </a:r>
            </a:p>
          </p:txBody>
        </p:sp>
        <p:sp>
          <p:nvSpPr>
            <p:cNvPr id="5980" name="tx5980"/>
            <p:cNvSpPr/>
            <p:nvPr/>
          </p:nvSpPr>
          <p:spPr>
            <a:xfrm>
              <a:off x="173224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0.807</a:t>
              </a:r>
            </a:p>
          </p:txBody>
        </p:sp>
        <p:sp>
          <p:nvSpPr>
            <p:cNvPr id="5981" name="tx5981"/>
            <p:cNvSpPr/>
            <p:nvPr/>
          </p:nvSpPr>
          <p:spPr>
            <a:xfrm>
              <a:off x="165809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2" name="tx5982"/>
            <p:cNvSpPr/>
            <p:nvPr/>
          </p:nvSpPr>
          <p:spPr>
            <a:xfrm>
              <a:off x="165809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3" name="tx5983"/>
            <p:cNvSpPr/>
            <p:nvPr/>
          </p:nvSpPr>
          <p:spPr>
            <a:xfrm>
              <a:off x="165809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4" name="tx5984"/>
            <p:cNvSpPr/>
            <p:nvPr/>
          </p:nvSpPr>
          <p:spPr>
            <a:xfrm>
              <a:off x="165809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85" name="tx5985"/>
            <p:cNvSpPr/>
            <p:nvPr/>
          </p:nvSpPr>
          <p:spPr>
            <a:xfrm>
              <a:off x="165809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86" name="tx5986"/>
            <p:cNvSpPr/>
            <p:nvPr/>
          </p:nvSpPr>
          <p:spPr>
            <a:xfrm>
              <a:off x="168556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7" name="tx5987"/>
            <p:cNvSpPr/>
            <p:nvPr/>
          </p:nvSpPr>
          <p:spPr>
            <a:xfrm>
              <a:off x="171385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8" name="tx5988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9" name="tx5989"/>
            <p:cNvSpPr/>
            <p:nvPr/>
          </p:nvSpPr>
          <p:spPr>
            <a:xfrm>
              <a:off x="177043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90" name="tx5990"/>
            <p:cNvSpPr/>
            <p:nvPr/>
          </p:nvSpPr>
          <p:spPr>
            <a:xfrm>
              <a:off x="179872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91" name="tx5991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992" name="tx5992"/>
            <p:cNvSpPr/>
            <p:nvPr/>
          </p:nvSpPr>
          <p:spPr>
            <a:xfrm rot="-5400000">
              <a:off x="152098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993" name="tx5993"/>
            <p:cNvSpPr/>
            <p:nvPr/>
          </p:nvSpPr>
          <p:spPr>
            <a:xfrm>
              <a:off x="169374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2026-05-20T16:00:10Z</dcterms:modified>
</cp:coreProperties>
</file>