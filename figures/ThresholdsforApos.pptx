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21396325" cy="15087600"/>
  <p:notesSz cx="6858000" cy="9144000"/>
  <p:defaultTextStyle>
    <a:defPPr>
      <a:defRPr lang="en-US"/>
    </a:defPPr>
    <a:lvl1pPr marL="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4452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489040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3356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297808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72260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46712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211642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5956164" algn="l" defTabSz="1489040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38" d="100"/>
          <a:sy n="38" d="100"/>
        </p:scale>
        <p:origin x="-1291" y="-62"/>
      </p:cViewPr>
      <p:guideLst>
        <p:guide orient="horz" pos="4753"/>
        <p:guide pos="67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725" y="4686943"/>
            <a:ext cx="18186876" cy="323405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09449" y="8549640"/>
            <a:ext cx="14977428" cy="38557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445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890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33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9780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226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4671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116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956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0163" y="9695184"/>
            <a:ext cx="18186876" cy="2996565"/>
          </a:xfrm>
        </p:spPr>
        <p:txBody>
          <a:bodyPr anchor="t"/>
          <a:lstStyle>
            <a:lvl1pPr algn="l">
              <a:defRPr sz="65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0163" y="6394774"/>
            <a:ext cx="18186876" cy="3300412"/>
          </a:xfrm>
        </p:spPr>
        <p:txBody>
          <a:bodyPr anchor="b"/>
          <a:lstStyle>
            <a:lvl1pPr marL="0" indent="0">
              <a:buNone/>
              <a:defRPr sz="3300">
                <a:solidFill>
                  <a:schemeClr val="tx1">
                    <a:tint val="75000"/>
                  </a:schemeClr>
                </a:solidFill>
              </a:defRPr>
            </a:lvl1pPr>
            <a:lvl2pPr marL="74452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48904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3pPr>
            <a:lvl4pPr marL="223356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4pPr>
            <a:lvl5pPr marL="297808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5pPr>
            <a:lvl6pPr marL="372260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6pPr>
            <a:lvl7pPr marL="446712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7pPr>
            <a:lvl8pPr marL="5211642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8pPr>
            <a:lvl9pPr marL="595616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8974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7985" y="3520444"/>
            <a:ext cx="10252406" cy="9957118"/>
          </a:xfrm>
        </p:spPr>
        <p:txBody>
          <a:bodyPr/>
          <a:lstStyle>
            <a:lvl1pPr>
              <a:defRPr sz="4500"/>
            </a:lvl1pPr>
            <a:lvl2pPr>
              <a:defRPr sz="4000"/>
            </a:lvl2pPr>
            <a:lvl3pPr>
              <a:defRPr sz="33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22" y="3377250"/>
            <a:ext cx="9453759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22" y="4784726"/>
            <a:ext cx="9453759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69041" y="3377250"/>
            <a:ext cx="9457475" cy="1407476"/>
          </a:xfrm>
        </p:spPr>
        <p:txBody>
          <a:bodyPr anchor="b"/>
          <a:lstStyle>
            <a:lvl1pPr marL="0" indent="0">
              <a:buNone/>
              <a:defRPr sz="4000" b="1"/>
            </a:lvl1pPr>
            <a:lvl2pPr marL="744520" indent="0">
              <a:buNone/>
              <a:defRPr sz="3300" b="1"/>
            </a:lvl2pPr>
            <a:lvl3pPr marL="1489040" indent="0">
              <a:buNone/>
              <a:defRPr sz="3000" b="1"/>
            </a:lvl3pPr>
            <a:lvl4pPr marL="2233562" indent="0">
              <a:buNone/>
              <a:defRPr sz="2500" b="1"/>
            </a:lvl4pPr>
            <a:lvl5pPr marL="2978082" indent="0">
              <a:buNone/>
              <a:defRPr sz="2500" b="1"/>
            </a:lvl5pPr>
            <a:lvl6pPr marL="3722602" indent="0">
              <a:buNone/>
              <a:defRPr sz="2500" b="1"/>
            </a:lvl6pPr>
            <a:lvl7pPr marL="4467122" indent="0">
              <a:buNone/>
              <a:defRPr sz="2500" b="1"/>
            </a:lvl7pPr>
            <a:lvl8pPr marL="5211642" indent="0">
              <a:buNone/>
              <a:defRPr sz="2500" b="1"/>
            </a:lvl8pPr>
            <a:lvl9pPr marL="5956164" indent="0">
              <a:buNone/>
              <a:defRPr sz="25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69041" y="4784726"/>
            <a:ext cx="9457475" cy="8692833"/>
          </a:xfrm>
        </p:spPr>
        <p:txBody>
          <a:bodyPr/>
          <a:lstStyle>
            <a:lvl1pPr>
              <a:defRPr sz="4000"/>
            </a:lvl1pPr>
            <a:lvl2pPr>
              <a:defRPr sz="33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9823" y="600711"/>
            <a:ext cx="7039244" cy="2556510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5371" y="600717"/>
            <a:ext cx="11961138" cy="12876850"/>
          </a:xfrm>
        </p:spPr>
        <p:txBody>
          <a:bodyPr/>
          <a:lstStyle>
            <a:lvl1pPr>
              <a:defRPr sz="5200"/>
            </a:lvl1pPr>
            <a:lvl2pPr>
              <a:defRPr sz="4500"/>
            </a:lvl2pPr>
            <a:lvl3pPr>
              <a:defRPr sz="4000"/>
            </a:lvl3pPr>
            <a:lvl4pPr>
              <a:defRPr sz="3300"/>
            </a:lvl4pPr>
            <a:lvl5pPr>
              <a:defRPr sz="3300"/>
            </a:lvl5pPr>
            <a:lvl6pPr>
              <a:defRPr sz="3300"/>
            </a:lvl6pPr>
            <a:lvl7pPr>
              <a:defRPr sz="3300"/>
            </a:lvl7pPr>
            <a:lvl8pPr>
              <a:defRPr sz="3300"/>
            </a:lvl8pPr>
            <a:lvl9pPr>
              <a:defRPr sz="3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9823" y="3157224"/>
            <a:ext cx="7039244" cy="10320338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3829" y="10561320"/>
            <a:ext cx="12837795" cy="1246825"/>
          </a:xfrm>
        </p:spPr>
        <p:txBody>
          <a:bodyPr anchor="b"/>
          <a:lstStyle>
            <a:lvl1pPr algn="l">
              <a:defRPr sz="3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193829" y="1348106"/>
            <a:ext cx="12837795" cy="9052560"/>
          </a:xfrm>
        </p:spPr>
        <p:txBody>
          <a:bodyPr/>
          <a:lstStyle>
            <a:lvl1pPr marL="0" indent="0">
              <a:buNone/>
              <a:defRPr sz="5200"/>
            </a:lvl1pPr>
            <a:lvl2pPr marL="744520" indent="0">
              <a:buNone/>
              <a:defRPr sz="4500"/>
            </a:lvl2pPr>
            <a:lvl3pPr marL="1489040" indent="0">
              <a:buNone/>
              <a:defRPr sz="4000"/>
            </a:lvl3pPr>
            <a:lvl4pPr marL="2233562" indent="0">
              <a:buNone/>
              <a:defRPr sz="3300"/>
            </a:lvl4pPr>
            <a:lvl5pPr marL="2978082" indent="0">
              <a:buNone/>
              <a:defRPr sz="3300"/>
            </a:lvl5pPr>
            <a:lvl6pPr marL="3722602" indent="0">
              <a:buNone/>
              <a:defRPr sz="3300"/>
            </a:lvl6pPr>
            <a:lvl7pPr marL="4467122" indent="0">
              <a:buNone/>
              <a:defRPr sz="3300"/>
            </a:lvl7pPr>
            <a:lvl8pPr marL="5211642" indent="0">
              <a:buNone/>
              <a:defRPr sz="3300"/>
            </a:lvl8pPr>
            <a:lvl9pPr marL="5956164" indent="0">
              <a:buNone/>
              <a:defRPr sz="3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93829" y="11808145"/>
            <a:ext cx="12837795" cy="1770696"/>
          </a:xfrm>
        </p:spPr>
        <p:txBody>
          <a:bodyPr/>
          <a:lstStyle>
            <a:lvl1pPr marL="0" indent="0">
              <a:buNone/>
              <a:defRPr sz="2300"/>
            </a:lvl1pPr>
            <a:lvl2pPr marL="744520" indent="0">
              <a:buNone/>
              <a:defRPr sz="2000"/>
            </a:lvl2pPr>
            <a:lvl3pPr marL="1489040" indent="0">
              <a:buNone/>
              <a:defRPr sz="1700"/>
            </a:lvl3pPr>
            <a:lvl4pPr marL="2233562" indent="0">
              <a:buNone/>
              <a:defRPr sz="1400"/>
            </a:lvl4pPr>
            <a:lvl5pPr marL="2978082" indent="0">
              <a:buNone/>
              <a:defRPr sz="1400"/>
            </a:lvl5pPr>
            <a:lvl6pPr marL="3722602" indent="0">
              <a:buNone/>
              <a:defRPr sz="1400"/>
            </a:lvl6pPr>
            <a:lvl7pPr marL="4467122" indent="0">
              <a:buNone/>
              <a:defRPr sz="1400"/>
            </a:lvl7pPr>
            <a:lvl8pPr marL="5211642" indent="0">
              <a:buNone/>
              <a:defRPr sz="1400"/>
            </a:lvl8pPr>
            <a:lvl9pPr marL="5956164" indent="0">
              <a:buNone/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805030" y="604210"/>
            <a:ext cx="5215356" cy="1287335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8974" y="604210"/>
            <a:ext cx="15289459" cy="12873356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16" y="604203"/>
            <a:ext cx="19256693" cy="2514600"/>
          </a:xfrm>
          <a:prstGeom prst="rect">
            <a:avLst/>
          </a:prstGeom>
        </p:spPr>
        <p:txBody>
          <a:bodyPr vert="horz" lIns="148903" tIns="74452" rIns="148903" bIns="7445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16" y="3520444"/>
            <a:ext cx="19256693" cy="9957118"/>
          </a:xfrm>
          <a:prstGeom prst="rect">
            <a:avLst/>
          </a:prstGeom>
        </p:spPr>
        <p:txBody>
          <a:bodyPr vert="horz" lIns="148903" tIns="74452" rIns="148903" bIns="7445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9816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l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10411" y="13983977"/>
            <a:ext cx="6775503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ct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34033" y="13983977"/>
            <a:ext cx="4992476" cy="803275"/>
          </a:xfrm>
          <a:prstGeom prst="rect">
            <a:avLst/>
          </a:prstGeom>
        </p:spPr>
        <p:txBody>
          <a:bodyPr vert="horz" lIns="148903" tIns="74452" rIns="148903" bIns="74452" rtlCol="0" anchor="ctr"/>
          <a:lstStyle>
            <a:lvl1pPr algn="r">
              <a:defRPr sz="2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489040" rtl="0" eaLnBrk="1" latinLnBrk="0" hangingPunct="1"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8390" indent="-558390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5200" kern="1200">
          <a:solidFill>
            <a:schemeClr val="tx1"/>
          </a:solidFill>
          <a:latin typeface="+mn-lt"/>
          <a:ea typeface="+mn-ea"/>
          <a:cs typeface="+mn-cs"/>
        </a:defRPr>
      </a:lvl1pPr>
      <a:lvl2pPr marL="1209845" indent="-465325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186130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260582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4pPr>
      <a:lvl5pPr marL="3350341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»"/>
        <a:defRPr sz="3300" kern="1200">
          <a:solidFill>
            <a:schemeClr val="tx1"/>
          </a:solidFill>
          <a:latin typeface="+mn-lt"/>
          <a:ea typeface="+mn-ea"/>
          <a:cs typeface="+mn-cs"/>
        </a:defRPr>
      </a:lvl5pPr>
      <a:lvl6pPr marL="409486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6pPr>
      <a:lvl7pPr marL="483938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7pPr>
      <a:lvl8pPr marL="558390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8pPr>
      <a:lvl9pPr marL="6328423" indent="-372261" algn="l" defTabSz="1489040" rtl="0" eaLnBrk="1" latinLnBrk="0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4452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489040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23356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297808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372260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6pPr>
      <a:lvl7pPr marL="446712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7pPr>
      <a:lvl8pPr marL="5211642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8pPr>
      <a:lvl9pPr marL="5956164" algn="l" defTabSz="1489040" rtl="0" eaLnBrk="1" latinLnBrk="0" hangingPunct="1">
        <a:defRPr sz="3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468563" y="1143000"/>
            <a:ext cx="16459200" cy="12801600"/>
            <a:chOff x="2468563" y="1143000"/>
            <a:chExt cx="16459200" cy="12801600"/>
          </a:xfrm>
        </p:grpSpPr>
        <p:sp>
          <p:nvSpPr>
            <p:cNvPr id="3" name="rc3"/>
            <p:cNvSpPr/>
            <p:nvPr/>
          </p:nvSpPr>
          <p:spPr>
            <a:xfrm>
              <a:off x="2468562" y="1143000"/>
              <a:ext cx="16459200" cy="12801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4685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897501" y="25347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897501" y="220077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97501" y="1866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501" y="153288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1206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7285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33651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9444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97501" y="270169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97501" y="236774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97501" y="2033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97501" y="16998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8166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4246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0325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46404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260950" y="2657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39515" y="26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373846" y="264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433152" y="2609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219508" y="265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00215" y="2678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85210" y="2675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2366" y="266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889022" y="2574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5718219" y="2260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817539" y="225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11108" y="2249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496031" y="267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16106" y="248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25939" y="266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5898995" y="200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9487" y="2677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131621" y="2692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254520" y="2664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98072" y="2680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4527" y="2677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41658" y="265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45231" y="2675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38496" y="196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4212" y="1957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18558" y="203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859727" y="258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4581" y="253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38086" y="2694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8298" y="2474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879019" y="2235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279156" y="249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358127" y="268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233798" y="268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020496" y="176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685381" y="2057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98106" y="2668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967248" y="2509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590318" y="2440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8332" y="2594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208417" y="249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94499" y="2711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5952" y="267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3087" y="2676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437439" y="2625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88954" y="257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6650" y="268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895453" y="2522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678951" y="266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128390" y="2611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49860" y="258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28424" y="2577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70274" y="26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98821" y="267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40944" y="2669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70205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78065" y="2659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152342" y="2672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253805" y="264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230226" y="267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303822" y="266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58058" y="2712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24509" y="2710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44516" y="2715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0431" y="1653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767552" y="1530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132677" y="2001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13316" y="2222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02667" y="211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919033" y="2086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003347" y="203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43087" y="269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334547" y="2669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211990" y="2175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483511" y="2167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253091" y="264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2438" y="2590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51662" y="270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4516" y="2687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19508" y="2699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7542" y="213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06817" y="213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870072" y="25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18014" y="276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087289" y="2516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142308" y="249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123730" y="250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31145" y="2568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57378" y="266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144482" y="2662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307395" y="2701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245231" y="271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247374" y="2671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174492" y="2705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251662" y="2725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07498" y="179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238086" y="2653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205932" y="2648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29511" y="2721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4533" y="267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51764" y="264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53262" y="2639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844007" y="26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964048" y="2573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028" y="226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67381" y="2686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31689" y="270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266667" y="2692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290961" y="2690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14506" y="270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81638" y="26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89497" y="2677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133361" y="21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144794" y="208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310968" y="266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733969" y="1912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761121" y="1836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436010" y="26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829002" y="261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225224" y="2664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96643" y="2656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203788" y="268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93819" y="2692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295248" y="2666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398855" y="2701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421720" y="2682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53805" y="2690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08109" y="269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52342" y="266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240229" y="2731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282386" y="2683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235942" y="2675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324544" y="268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00998" y="268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70205" y="268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08790" y="2711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248431" y="243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128390" y="2157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042646" y="229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408113" y="233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390250" y="2344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013320" y="232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08790" y="267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84496" y="273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6551" y="226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751460" y="196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55782" y="1928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35026" y="1893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75823" y="226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60103" y="224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346322" y="2459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471364" y="2425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156629" y="2665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1614" y="268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58944" y="243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10356" y="229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76704" y="2660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385279" y="2647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66021" y="265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58909" y="2634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686810" y="2600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875446" y="25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17398" y="2684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216277" y="245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827542" y="198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266264" y="1783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48260" y="2608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038359" y="2591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190212" y="2688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57446" y="263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170175" y="2176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67997" y="2280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55949" y="2667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61665" y="2731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941525" y="232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4967963" y="2276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81060" y="2590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90383" y="2564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80243" y="242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16414" y="2267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734311" y="2146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2985" y="2139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161600" y="2167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239484" y="2162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228797" y="26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60236" y="2660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2366" y="267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230940" y="2645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46831" y="197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110124" y="22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29511" y="265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518181" y="257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1163" y="251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156257" y="247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196270" y="2439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286674" y="2720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240944" y="2677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235942" y="2688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89737" y="2641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243057" y="187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883990" y="188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6201242" y="1972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188783" y="2671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259521" y="267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202359" y="2710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78780" y="2704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3815" y="264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11751" y="263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990486" y="2683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42475" y="261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185925" y="26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187354" y="2701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59521" y="2678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138766" y="2686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44482" y="269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162345" y="2713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296677" y="266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392424" y="2668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358127" y="265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253805" y="266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261665" y="267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327402" y="268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22400" y="2729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223795" y="2664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245231" y="2668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079802" y="2226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892595" y="220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950472" y="228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934038" y="230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059795" y="232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521009" y="2232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273097" y="2684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140195" y="2675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92356" y="2677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308824" y="2727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53839" y="26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229511" y="266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82352" y="268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84671" y="2072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31761" y="211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66667" y="26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18793" y="267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23795" y="267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88817" y="2721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650711" y="254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279528" y="267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16650" y="267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57378" y="2665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475652" y="241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623559" y="2393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315969" y="266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318113" y="26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249518" y="2677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283101" y="265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233084" y="2595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17402" y="246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526041" y="2652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04503" y="267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592120" y="2152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54622" y="148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622503" y="256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80345" y="2519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4626" y="2316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216650" y="2668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277385" y="2698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275241" y="2673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78780" y="269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43973" y="244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70445" y="240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989057" y="2392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176978" y="2356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214848" y="2273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103381" y="19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310595" y="2008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58092" y="2701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262380" y="269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49518" y="2692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85925" y="266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210933" y="2657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218793" y="2670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14745" y="181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961190" y="188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290961" y="2699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074458" y="2640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230226" y="2657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193785" y="2675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199501" y="266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07361" y="2667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788988" y="2563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54691" y="251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069084" y="2337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50575" y="2254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192698" y="2292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121245" y="2332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230226" y="2671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238086" y="2695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83815" y="268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304537" y="2682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293104" y="2691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084804" y="249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32369" y="266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33798" y="268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50947" y="2679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228797" y="265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646797" y="218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664660" y="2034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519610" y="187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23115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828287" y="2081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360612" y="216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182694" y="211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399569" y="265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239515" y="2670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269525" y="268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217364" y="269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395997" y="2660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50202" y="2163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230195" y="2109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4479" y="2075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149453" y="2298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08824" y="2675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14540" y="2680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2264" y="2162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40229" y="270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34615" y="2598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594636" y="253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479597" y="2504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56051" y="24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761806" y="237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6132647" y="238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947583" y="2402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956872" y="2400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956158" y="2442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288103" y="2672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290961" y="2665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707532" y="2474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703959" y="2362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280957" y="2680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64523" y="2681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234513" y="26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270239" y="2683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220937" y="2647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234513" y="257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276670" y="2586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310253" y="2674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266667" y="267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285959" y="267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279528" y="2703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263809" y="272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271668" y="273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3523183" y="2450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598923" y="2405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626075" y="2403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304537" y="267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340978" y="270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325258" y="269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228797" y="2674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6698" y="2684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29545" y="2652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241658" y="269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240229" y="2694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290961" y="268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412431" y="257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350981" y="2656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266667" y="2701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242373" y="2701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041217" y="1915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046219" y="185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106954" y="1912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111956" y="207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336318" y="2340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653570" y="236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215221" y="267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22366" y="2680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88817" y="2680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258807" y="269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266667" y="2673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85959" y="2667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213077" y="2696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195214" y="2680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403142" y="2666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71668" y="273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200215" y="26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264523" y="269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752547" y="1959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865443" y="19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786845" y="23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135877" y="233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225224" y="268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228797" y="269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271668" y="272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777556" y="2484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262380" y="2680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274527" y="2641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256663" y="266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175921" y="266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207361" y="2677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270239" y="270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180551" y="185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346694" y="2647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956530" y="2342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737512" y="2226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443125" y="230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500288" y="2299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679665" y="246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1713" y="2637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168776" y="267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61631" y="2662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78065" y="267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211648" y="2683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208075" y="2675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00048" y="2204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77183" y="217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20937" y="2670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304537" y="2685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203074" y="2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35227" y="2699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31757" y="252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613214" y="247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778985" y="243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349894" y="223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146626" y="269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382421" y="2690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343836" y="2674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475652" y="2560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18793" y="2691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44653" y="2115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074428" y="2537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223795" y="267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192356" y="2675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32369" y="2651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787559" y="2567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283815" y="26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270954" y="2667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090178" y="267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106612" y="270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90961" y="271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206646" y="2685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243087" y="269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235942" y="268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561768" y="266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250947" y="268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175207" y="268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204503" y="266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21651" y="265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194499" y="2679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227368" y="2686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78099" y="2702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026212" y="266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463505" y="2569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73200" y="2477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33901" y="2377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261665" y="2669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244516" y="2670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831860" y="2483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799706" y="258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148055" y="2606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650369" y="259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245231" y="2677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149484" y="267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180923" y="2717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290216" y="217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255234" y="271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204503" y="2727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225224" y="2694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46082" y="261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8113" y="269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0233" y="267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195928" y="267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138766" y="2678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235942" y="267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271668" y="268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460274" y="233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737542" y="197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928322" y="1719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236656" y="2681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255949" y="269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231655" y="2676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261665" y="2677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170205" y="2676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184496" y="265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320971" y="267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303822" y="2608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3402427" y="253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742544" y="2500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876161" y="2386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919033" y="230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866157" y="253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238800" y="269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209504" y="269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008349" y="2362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284872" y="238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815426" y="181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113385" y="2501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4519952" y="1846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923662" y="2013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606411" y="2097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891166" y="2479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33323" y="2496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04742" y="24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896168" y="2382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912602" y="2239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894024" y="214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038359" y="2134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909713" y="171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6249830" y="1577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267381" y="267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255949" y="266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03822" y="2644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3125" y="2655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175921" y="2671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255234" y="2672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245231" y="2668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063368" y="2339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08109" y="2663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399569" y="264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853296" y="261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6769" y="202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213791" y="265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577487" y="259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917604" y="2547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429207" y="2026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235227" y="2673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3751118" y="2602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733255" y="2595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033357" y="2584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244858" y="1990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656800" y="257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773983" y="245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238086" y="266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215935" y="268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219508" y="268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330260" y="2674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85244" y="2716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189497" y="270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298106" y="27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203074" y="268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87525" y="26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185552" y="257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644281" y="2568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178065" y="267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16650" y="2688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269525" y="2671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233084" y="2649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34821" y="2179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159115" y="2159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832917" y="2129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890793" y="2067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308794" y="210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07395" y="269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235227" y="268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312397" y="268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507805" y="2113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964048" y="1961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015494" y="202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011922" y="20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574257" y="239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088376" y="229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959046" y="2251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961190" y="2256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220937" y="269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009063" y="2582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854352" y="218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831145" y="2473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342407" y="263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321313" y="2565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411716" y="2675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267381" y="268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359556" y="267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148769" y="26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129477" y="2665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10253" y="265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183067" y="267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722164" y="2095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585689" y="200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984397" y="1903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009063" y="2367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348465" y="2203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16003" y="266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06749" y="2643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533901" y="2629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314540" y="2687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804708" y="2349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543904" y="2516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038359" y="247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86674" y="2660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227368" y="2668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233798" y="2682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223795" y="270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17604" y="250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237371" y="267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278099" y="269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295962" y="2698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390280" y="2608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733969" y="2555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202701" y="2536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281672" y="2650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101952" y="2244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093378" y="2330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731453" y="200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802192" y="209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6405597" y="199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858267" y="2195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574599" y="215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762520" y="2277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6193382" y="232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273097" y="2681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253805" y="269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289532" y="2687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23795" y="2678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123046" y="2683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11648" y="2689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339549" y="2657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57378" y="2681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279528" y="2702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254520" y="221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272383" y="2672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319542" y="2659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239515" y="267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518181" y="251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267381" y="2664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262380" y="267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710017" y="2530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34615" y="2599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22571" y="258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162687" y="255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641080" y="2493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186639" y="2665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211648" y="2658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93310" y="255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198072" y="27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164489" y="267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107327" y="2687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140195" y="2714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166633" y="269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95962" y="2664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224509" y="266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928664" y="2458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207330" y="2387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075857" y="237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865443" y="2528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298106" y="2641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489570" y="181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816824" y="179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271668" y="269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559252" y="249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728595" y="2426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369559" y="267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466021" y="2616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849723" y="2423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247002" y="259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766123" y="2598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288817" y="263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360270" y="2664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34547" y="266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7011519" y="235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28797" y="271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177350" y="2702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24342" y="2251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696441" y="2187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23593" y="2100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148739" y="2091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578202" y="261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70239" y="268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579631" y="2616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834004" y="2505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844007" y="2456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255234" y="2696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235942" y="2699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252376" y="267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225224" y="2680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290961" y="2686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263809" y="268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361699" y="266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337405" y="26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374561" y="2641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322370" y="228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15156" y="2288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35227" y="265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263809" y="26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315255" y="266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498889" y="267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158058" y="268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3184496" y="2667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212362" y="267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215221" y="2666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218793" y="2700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270954" y="2662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67381" y="2700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30226" y="2716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262380" y="269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268096" y="2712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228082" y="267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166633" y="2689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52376" y="271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03074" y="2695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195928" y="2721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268096" y="2698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416003" y="272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251662" y="2681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723251" y="2551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889737" y="2455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132677" y="2459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255949" y="2692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232369" y="270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36656" y="2697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318455" y="2301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64523" y="2669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65238" y="26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286674" y="2722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66667" y="269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0246" y="265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248089" y="2676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311682" y="2680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280243" y="2658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15255" y="2680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316684" y="2669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199501" y="268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4808623" y="2387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816110" y="1832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193785" y="266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132335" y="267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268096" y="267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8099" y="2664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273812" y="2664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298821" y="266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82082" y="248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410257" y="2345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494229" y="232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37918" y="2305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218079" y="2700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192356" y="2738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492458" y="256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300964" y="2696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3467324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897501" y="264324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2897501" y="1440278"/>
              <a:ext cx="649366" cy="351891"/>
            </a:xfrm>
            <a:custGeom>
              <a:avLst/>
              <a:pathLst>
                <a:path w="649366" h="351891">
                  <a:moveTo>
                    <a:pt x="0" y="351891"/>
                  </a:moveTo>
                  <a:lnTo>
                    <a:pt x="624220" y="351891"/>
                  </a:lnTo>
                  <a:lnTo>
                    <a:pt x="623208" y="351871"/>
                  </a:lnTo>
                  <a:lnTo>
                    <a:pt x="627251" y="351708"/>
                  </a:lnTo>
                  <a:lnTo>
                    <a:pt x="631216" y="350898"/>
                  </a:lnTo>
                  <a:lnTo>
                    <a:pt x="635000" y="349463"/>
                  </a:lnTo>
                  <a:lnTo>
                    <a:pt x="638505" y="347440"/>
                  </a:lnTo>
                  <a:lnTo>
                    <a:pt x="641640" y="344881"/>
                  </a:lnTo>
                  <a:lnTo>
                    <a:pt x="644323" y="341851"/>
                  </a:lnTo>
                  <a:lnTo>
                    <a:pt x="646486" y="338431"/>
                  </a:lnTo>
                  <a:lnTo>
                    <a:pt x="648072" y="334708"/>
                  </a:lnTo>
                  <a:lnTo>
                    <a:pt x="649041" y="330779"/>
                  </a:lnTo>
                  <a:lnTo>
                    <a:pt x="649366" y="32674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2635380" y="144745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2899295" y="161915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 (3.5%)</a:t>
              </a:r>
            </a:p>
          </p:txBody>
        </p:sp>
        <p:sp>
          <p:nvSpPr>
            <p:cNvPr id="762" name="pg762"/>
            <p:cNvSpPr/>
            <p:nvPr/>
          </p:nvSpPr>
          <p:spPr>
            <a:xfrm>
              <a:off x="2897501" y="26093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tx763"/>
            <p:cNvSpPr/>
            <p:nvPr/>
          </p:nvSpPr>
          <p:spPr>
            <a:xfrm>
              <a:off x="2627535" y="2621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2743906" y="28213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410 (55.8%)</a:t>
              </a:r>
            </a:p>
          </p:txBody>
        </p:sp>
        <p:sp>
          <p:nvSpPr>
            <p:cNvPr id="765" name="pg765"/>
            <p:cNvSpPr/>
            <p:nvPr/>
          </p:nvSpPr>
          <p:spPr>
            <a:xfrm>
              <a:off x="3973826" y="1440278"/>
              <a:ext cx="899032" cy="351891"/>
            </a:xfrm>
            <a:custGeom>
              <a:avLst/>
              <a:pathLst>
                <a:path w="899032" h="351891">
                  <a:moveTo>
                    <a:pt x="25146" y="351891"/>
                  </a:moveTo>
                  <a:lnTo>
                    <a:pt x="873886" y="351891"/>
                  </a:lnTo>
                  <a:lnTo>
                    <a:pt x="872873" y="351871"/>
                  </a:lnTo>
                  <a:lnTo>
                    <a:pt x="876917" y="351708"/>
                  </a:lnTo>
                  <a:lnTo>
                    <a:pt x="880882" y="350898"/>
                  </a:lnTo>
                  <a:lnTo>
                    <a:pt x="884666" y="349463"/>
                  </a:lnTo>
                  <a:lnTo>
                    <a:pt x="888170" y="347440"/>
                  </a:lnTo>
                  <a:lnTo>
                    <a:pt x="891305" y="344881"/>
                  </a:lnTo>
                  <a:lnTo>
                    <a:pt x="893989" y="341851"/>
                  </a:lnTo>
                  <a:lnTo>
                    <a:pt x="896151" y="338431"/>
                  </a:lnTo>
                  <a:lnTo>
                    <a:pt x="897738" y="334708"/>
                  </a:lnTo>
                  <a:lnTo>
                    <a:pt x="898706" y="330779"/>
                  </a:lnTo>
                  <a:lnTo>
                    <a:pt x="899032" y="32674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326745"/>
                  </a:lnTo>
                  <a:lnTo>
                    <a:pt x="81" y="324722"/>
                  </a:lnTo>
                  <a:lnTo>
                    <a:pt x="81" y="328769"/>
                  </a:lnTo>
                  <a:lnTo>
                    <a:pt x="730" y="332763"/>
                  </a:lnTo>
                  <a:lnTo>
                    <a:pt x="2012" y="336602"/>
                  </a:lnTo>
                  <a:lnTo>
                    <a:pt x="3892" y="340185"/>
                  </a:lnTo>
                  <a:lnTo>
                    <a:pt x="6323" y="343420"/>
                  </a:lnTo>
                  <a:lnTo>
                    <a:pt x="9242" y="346223"/>
                  </a:lnTo>
                  <a:lnTo>
                    <a:pt x="12573" y="348522"/>
                  </a:lnTo>
                  <a:lnTo>
                    <a:pt x="16229" y="350257"/>
                  </a:lnTo>
                  <a:lnTo>
                    <a:pt x="20116" y="351383"/>
                  </a:lnTo>
                  <a:lnTo>
                    <a:pt x="24133" y="3518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tx766"/>
            <p:cNvSpPr/>
            <p:nvPr/>
          </p:nvSpPr>
          <p:spPr>
            <a:xfrm>
              <a:off x="4015736" y="144745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069897" y="161915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290 (39.5%)</a:t>
              </a:r>
            </a:p>
          </p:txBody>
        </p:sp>
        <p:sp>
          <p:nvSpPr>
            <p:cNvPr id="768" name="pg768"/>
            <p:cNvSpPr/>
            <p:nvPr/>
          </p:nvSpPr>
          <p:spPr>
            <a:xfrm>
              <a:off x="3857251" y="2609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tx769"/>
            <p:cNvSpPr/>
            <p:nvPr/>
          </p:nvSpPr>
          <p:spPr>
            <a:xfrm>
              <a:off x="3899161" y="2621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302981" y="28213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 (1.2%)</a:t>
              </a:r>
            </a:p>
          </p:txBody>
        </p:sp>
        <p:sp>
          <p:nvSpPr>
            <p:cNvPr id="771" name="rc771"/>
            <p:cNvSpPr/>
            <p:nvPr/>
          </p:nvSpPr>
          <p:spPr>
            <a:xfrm>
              <a:off x="2897501" y="14402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tx772"/>
            <p:cNvSpPr/>
            <p:nvPr/>
          </p:nvSpPr>
          <p:spPr>
            <a:xfrm>
              <a:off x="2772715" y="265999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2710559" y="232605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2710559" y="19921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2710559" y="1658112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76" name="pl776"/>
            <p:cNvSpPr/>
            <p:nvPr/>
          </p:nvSpPr>
          <p:spPr>
            <a:xfrm>
              <a:off x="2862706" y="27016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2862706" y="23677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2862706" y="20338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2862706" y="16998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3281669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4342462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540325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464048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tx784"/>
            <p:cNvSpPr/>
            <p:nvPr/>
          </p:nvSpPr>
          <p:spPr>
            <a:xfrm>
              <a:off x="3250592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280307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86" name="tx786"/>
            <p:cNvSpPr/>
            <p:nvPr/>
          </p:nvSpPr>
          <p:spPr>
            <a:xfrm>
              <a:off x="5341099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87" name="tx787"/>
            <p:cNvSpPr/>
            <p:nvPr/>
          </p:nvSpPr>
          <p:spPr>
            <a:xfrm>
              <a:off x="6401892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788" name="tx788"/>
            <p:cNvSpPr/>
            <p:nvPr/>
          </p:nvSpPr>
          <p:spPr>
            <a:xfrm>
              <a:off x="4259306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789" name="tx789"/>
            <p:cNvSpPr/>
            <p:nvPr/>
          </p:nvSpPr>
          <p:spPr>
            <a:xfrm rot="-5400000">
              <a:off x="2029146" y="20879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(Z)</a:t>
              </a:r>
            </a:p>
          </p:txBody>
        </p:sp>
        <p:sp>
          <p:nvSpPr>
            <p:cNvPr id="790" name="tx790"/>
            <p:cNvSpPr/>
            <p:nvPr/>
          </p:nvSpPr>
          <p:spPr>
            <a:xfrm>
              <a:off x="2897501" y="12125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</a:t>
              </a:r>
            </a:p>
          </p:txBody>
        </p:sp>
        <p:sp>
          <p:nvSpPr>
            <p:cNvPr id="791" name="rc791"/>
            <p:cNvSpPr/>
            <p:nvPr/>
          </p:nvSpPr>
          <p:spPr>
            <a:xfrm>
              <a:off x="80632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87078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87078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87078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87078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89059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91888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94717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7546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87078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87078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87078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87078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87078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87644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90473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93302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96131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98961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87644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75"/>
                  </a:lnTo>
                  <a:lnTo>
                    <a:pt x="0" y="1124090"/>
                  </a:lnTo>
                  <a:lnTo>
                    <a:pt x="0" y="1120305"/>
                  </a:lnTo>
                  <a:lnTo>
                    <a:pt x="0" y="1116520"/>
                  </a:lnTo>
                  <a:lnTo>
                    <a:pt x="0" y="1112736"/>
                  </a:lnTo>
                  <a:lnTo>
                    <a:pt x="0" y="1108951"/>
                  </a:lnTo>
                  <a:lnTo>
                    <a:pt x="0" y="1105166"/>
                  </a:lnTo>
                  <a:lnTo>
                    <a:pt x="0" y="1101381"/>
                  </a:lnTo>
                  <a:lnTo>
                    <a:pt x="0" y="1097596"/>
                  </a:lnTo>
                  <a:lnTo>
                    <a:pt x="0" y="1093811"/>
                  </a:lnTo>
                  <a:lnTo>
                    <a:pt x="0" y="1090027"/>
                  </a:lnTo>
                  <a:lnTo>
                    <a:pt x="0" y="1086242"/>
                  </a:lnTo>
                  <a:lnTo>
                    <a:pt x="0" y="1082457"/>
                  </a:lnTo>
                  <a:lnTo>
                    <a:pt x="0" y="1078672"/>
                  </a:lnTo>
                  <a:lnTo>
                    <a:pt x="0" y="1074887"/>
                  </a:lnTo>
                  <a:lnTo>
                    <a:pt x="0" y="1071103"/>
                  </a:lnTo>
                  <a:lnTo>
                    <a:pt x="0" y="1067318"/>
                  </a:lnTo>
                  <a:lnTo>
                    <a:pt x="0" y="1063533"/>
                  </a:lnTo>
                  <a:lnTo>
                    <a:pt x="2595" y="1063533"/>
                  </a:lnTo>
                  <a:lnTo>
                    <a:pt x="2595" y="1059748"/>
                  </a:lnTo>
                  <a:lnTo>
                    <a:pt x="2595" y="1055963"/>
                  </a:lnTo>
                  <a:lnTo>
                    <a:pt x="2595" y="1052178"/>
                  </a:lnTo>
                  <a:lnTo>
                    <a:pt x="2595" y="1048394"/>
                  </a:lnTo>
                  <a:lnTo>
                    <a:pt x="2595" y="1044609"/>
                  </a:lnTo>
                  <a:lnTo>
                    <a:pt x="2595" y="1040824"/>
                  </a:lnTo>
                  <a:lnTo>
                    <a:pt x="2595" y="1037039"/>
                  </a:lnTo>
                  <a:lnTo>
                    <a:pt x="2595" y="1033254"/>
                  </a:lnTo>
                  <a:lnTo>
                    <a:pt x="2595" y="1029470"/>
                  </a:lnTo>
                  <a:lnTo>
                    <a:pt x="2595" y="1025685"/>
                  </a:lnTo>
                  <a:lnTo>
                    <a:pt x="2595" y="1021900"/>
                  </a:lnTo>
                  <a:lnTo>
                    <a:pt x="2595" y="1018115"/>
                  </a:lnTo>
                  <a:lnTo>
                    <a:pt x="2595" y="1014330"/>
                  </a:lnTo>
                  <a:lnTo>
                    <a:pt x="2595" y="1010545"/>
                  </a:lnTo>
                  <a:lnTo>
                    <a:pt x="2595" y="1006761"/>
                  </a:lnTo>
                  <a:lnTo>
                    <a:pt x="2595" y="1002976"/>
                  </a:lnTo>
                  <a:lnTo>
                    <a:pt x="2595" y="999191"/>
                  </a:lnTo>
                  <a:lnTo>
                    <a:pt x="2595" y="995406"/>
                  </a:lnTo>
                  <a:lnTo>
                    <a:pt x="2595" y="991621"/>
                  </a:lnTo>
                  <a:lnTo>
                    <a:pt x="2595" y="987837"/>
                  </a:lnTo>
                  <a:lnTo>
                    <a:pt x="2595" y="984052"/>
                  </a:lnTo>
                  <a:lnTo>
                    <a:pt x="2595" y="980267"/>
                  </a:lnTo>
                  <a:lnTo>
                    <a:pt x="2595" y="976482"/>
                  </a:lnTo>
                  <a:lnTo>
                    <a:pt x="2595" y="972697"/>
                  </a:lnTo>
                  <a:lnTo>
                    <a:pt x="2595" y="968912"/>
                  </a:lnTo>
                  <a:lnTo>
                    <a:pt x="2595" y="965128"/>
                  </a:lnTo>
                  <a:lnTo>
                    <a:pt x="2595" y="961343"/>
                  </a:lnTo>
                  <a:lnTo>
                    <a:pt x="2595" y="957558"/>
                  </a:lnTo>
                  <a:lnTo>
                    <a:pt x="2595" y="953773"/>
                  </a:lnTo>
                  <a:lnTo>
                    <a:pt x="2595" y="949988"/>
                  </a:lnTo>
                  <a:lnTo>
                    <a:pt x="2595" y="946204"/>
                  </a:lnTo>
                  <a:lnTo>
                    <a:pt x="2595" y="942419"/>
                  </a:lnTo>
                  <a:lnTo>
                    <a:pt x="2595" y="938634"/>
                  </a:lnTo>
                  <a:lnTo>
                    <a:pt x="2595" y="934849"/>
                  </a:lnTo>
                  <a:lnTo>
                    <a:pt x="2595" y="931064"/>
                  </a:lnTo>
                  <a:lnTo>
                    <a:pt x="2595" y="927280"/>
                  </a:lnTo>
                  <a:lnTo>
                    <a:pt x="2595" y="923495"/>
                  </a:lnTo>
                  <a:lnTo>
                    <a:pt x="2595" y="919710"/>
                  </a:lnTo>
                  <a:lnTo>
                    <a:pt x="2595" y="915925"/>
                  </a:lnTo>
                  <a:lnTo>
                    <a:pt x="2595" y="912140"/>
                  </a:lnTo>
                  <a:lnTo>
                    <a:pt x="2595" y="908355"/>
                  </a:lnTo>
                  <a:lnTo>
                    <a:pt x="2595" y="904571"/>
                  </a:lnTo>
                  <a:lnTo>
                    <a:pt x="2595" y="900786"/>
                  </a:lnTo>
                  <a:lnTo>
                    <a:pt x="2595" y="897001"/>
                  </a:lnTo>
                  <a:lnTo>
                    <a:pt x="2595" y="893216"/>
                  </a:lnTo>
                  <a:lnTo>
                    <a:pt x="2595" y="889431"/>
                  </a:lnTo>
                  <a:lnTo>
                    <a:pt x="2595" y="885647"/>
                  </a:lnTo>
                  <a:lnTo>
                    <a:pt x="2595" y="881862"/>
                  </a:lnTo>
                  <a:lnTo>
                    <a:pt x="2595" y="878077"/>
                  </a:lnTo>
                  <a:lnTo>
                    <a:pt x="2595" y="874292"/>
                  </a:lnTo>
                  <a:lnTo>
                    <a:pt x="2595" y="870507"/>
                  </a:lnTo>
                  <a:lnTo>
                    <a:pt x="2595" y="866722"/>
                  </a:lnTo>
                  <a:lnTo>
                    <a:pt x="2595" y="862938"/>
                  </a:lnTo>
                  <a:lnTo>
                    <a:pt x="2595" y="859153"/>
                  </a:lnTo>
                  <a:lnTo>
                    <a:pt x="2595" y="855368"/>
                  </a:lnTo>
                  <a:lnTo>
                    <a:pt x="2595" y="851583"/>
                  </a:lnTo>
                  <a:lnTo>
                    <a:pt x="2595" y="847798"/>
                  </a:lnTo>
                  <a:lnTo>
                    <a:pt x="2595" y="844014"/>
                  </a:lnTo>
                  <a:lnTo>
                    <a:pt x="2595" y="840229"/>
                  </a:lnTo>
                  <a:lnTo>
                    <a:pt x="2595" y="836444"/>
                  </a:lnTo>
                  <a:lnTo>
                    <a:pt x="2595" y="832659"/>
                  </a:lnTo>
                  <a:lnTo>
                    <a:pt x="2595" y="828874"/>
                  </a:lnTo>
                  <a:lnTo>
                    <a:pt x="2595" y="825089"/>
                  </a:lnTo>
                  <a:lnTo>
                    <a:pt x="2595" y="821305"/>
                  </a:lnTo>
                  <a:lnTo>
                    <a:pt x="2595" y="817520"/>
                  </a:lnTo>
                  <a:lnTo>
                    <a:pt x="2595" y="813735"/>
                  </a:lnTo>
                  <a:lnTo>
                    <a:pt x="2595" y="809950"/>
                  </a:lnTo>
                  <a:lnTo>
                    <a:pt x="2595" y="806165"/>
                  </a:lnTo>
                  <a:lnTo>
                    <a:pt x="2595" y="802381"/>
                  </a:lnTo>
                  <a:lnTo>
                    <a:pt x="2595" y="798596"/>
                  </a:lnTo>
                  <a:lnTo>
                    <a:pt x="2595" y="794811"/>
                  </a:lnTo>
                  <a:lnTo>
                    <a:pt x="2595" y="791026"/>
                  </a:lnTo>
                  <a:lnTo>
                    <a:pt x="2595" y="787241"/>
                  </a:lnTo>
                  <a:lnTo>
                    <a:pt x="2595" y="783456"/>
                  </a:lnTo>
                  <a:lnTo>
                    <a:pt x="2595" y="779672"/>
                  </a:lnTo>
                  <a:lnTo>
                    <a:pt x="2595" y="775887"/>
                  </a:lnTo>
                  <a:lnTo>
                    <a:pt x="2595" y="772102"/>
                  </a:lnTo>
                  <a:lnTo>
                    <a:pt x="2595" y="768317"/>
                  </a:lnTo>
                  <a:lnTo>
                    <a:pt x="2595" y="764532"/>
                  </a:lnTo>
                  <a:lnTo>
                    <a:pt x="2595" y="760748"/>
                  </a:lnTo>
                  <a:lnTo>
                    <a:pt x="2595" y="756963"/>
                  </a:lnTo>
                  <a:lnTo>
                    <a:pt x="2595" y="753178"/>
                  </a:lnTo>
                  <a:lnTo>
                    <a:pt x="2595" y="749393"/>
                  </a:lnTo>
                  <a:lnTo>
                    <a:pt x="2595" y="745608"/>
                  </a:lnTo>
                  <a:lnTo>
                    <a:pt x="2595" y="741824"/>
                  </a:lnTo>
                  <a:lnTo>
                    <a:pt x="5191" y="741824"/>
                  </a:lnTo>
                  <a:lnTo>
                    <a:pt x="5191" y="738039"/>
                  </a:lnTo>
                  <a:lnTo>
                    <a:pt x="5191" y="734254"/>
                  </a:lnTo>
                  <a:lnTo>
                    <a:pt x="5191" y="730469"/>
                  </a:lnTo>
                  <a:lnTo>
                    <a:pt x="5191" y="726684"/>
                  </a:lnTo>
                  <a:lnTo>
                    <a:pt x="5191" y="722899"/>
                  </a:lnTo>
                  <a:lnTo>
                    <a:pt x="5191" y="719115"/>
                  </a:lnTo>
                  <a:lnTo>
                    <a:pt x="5191" y="715330"/>
                  </a:lnTo>
                  <a:lnTo>
                    <a:pt x="5191" y="711545"/>
                  </a:lnTo>
                  <a:lnTo>
                    <a:pt x="5191" y="707760"/>
                  </a:lnTo>
                  <a:lnTo>
                    <a:pt x="5191" y="703975"/>
                  </a:lnTo>
                  <a:lnTo>
                    <a:pt x="5191" y="700191"/>
                  </a:lnTo>
                  <a:lnTo>
                    <a:pt x="5191" y="696406"/>
                  </a:lnTo>
                  <a:lnTo>
                    <a:pt x="5191" y="692621"/>
                  </a:lnTo>
                  <a:lnTo>
                    <a:pt x="5191" y="688836"/>
                  </a:lnTo>
                  <a:lnTo>
                    <a:pt x="5191" y="685051"/>
                  </a:lnTo>
                  <a:lnTo>
                    <a:pt x="5191" y="681266"/>
                  </a:lnTo>
                  <a:lnTo>
                    <a:pt x="5191" y="677482"/>
                  </a:lnTo>
                  <a:lnTo>
                    <a:pt x="5191" y="673697"/>
                  </a:lnTo>
                  <a:lnTo>
                    <a:pt x="5191" y="669912"/>
                  </a:lnTo>
                  <a:lnTo>
                    <a:pt x="5191" y="666127"/>
                  </a:lnTo>
                  <a:lnTo>
                    <a:pt x="5191" y="662342"/>
                  </a:lnTo>
                  <a:lnTo>
                    <a:pt x="5191" y="658558"/>
                  </a:lnTo>
                  <a:lnTo>
                    <a:pt x="5191" y="654773"/>
                  </a:lnTo>
                  <a:lnTo>
                    <a:pt x="5191" y="650988"/>
                  </a:lnTo>
                  <a:lnTo>
                    <a:pt x="5191" y="647203"/>
                  </a:lnTo>
                  <a:lnTo>
                    <a:pt x="5191" y="643418"/>
                  </a:lnTo>
                  <a:lnTo>
                    <a:pt x="5191" y="639633"/>
                  </a:lnTo>
                  <a:lnTo>
                    <a:pt x="5191" y="635849"/>
                  </a:lnTo>
                  <a:lnTo>
                    <a:pt x="5191" y="632064"/>
                  </a:lnTo>
                  <a:lnTo>
                    <a:pt x="5191" y="628279"/>
                  </a:lnTo>
                  <a:lnTo>
                    <a:pt x="5191" y="624494"/>
                  </a:lnTo>
                  <a:lnTo>
                    <a:pt x="5191" y="620709"/>
                  </a:lnTo>
                  <a:lnTo>
                    <a:pt x="5191" y="616925"/>
                  </a:lnTo>
                  <a:lnTo>
                    <a:pt x="5191" y="613140"/>
                  </a:lnTo>
                  <a:lnTo>
                    <a:pt x="5191" y="609355"/>
                  </a:lnTo>
                  <a:lnTo>
                    <a:pt x="5191" y="605570"/>
                  </a:lnTo>
                  <a:lnTo>
                    <a:pt x="5191" y="601785"/>
                  </a:lnTo>
                  <a:lnTo>
                    <a:pt x="5191" y="598000"/>
                  </a:lnTo>
                  <a:lnTo>
                    <a:pt x="5191" y="594216"/>
                  </a:lnTo>
                  <a:lnTo>
                    <a:pt x="5191" y="590431"/>
                  </a:lnTo>
                  <a:lnTo>
                    <a:pt x="5191" y="586646"/>
                  </a:lnTo>
                  <a:lnTo>
                    <a:pt x="5191" y="582861"/>
                  </a:lnTo>
                  <a:lnTo>
                    <a:pt x="5191" y="579076"/>
                  </a:lnTo>
                  <a:lnTo>
                    <a:pt x="5191" y="575292"/>
                  </a:lnTo>
                  <a:lnTo>
                    <a:pt x="5191" y="571507"/>
                  </a:lnTo>
                  <a:lnTo>
                    <a:pt x="5191" y="567722"/>
                  </a:lnTo>
                  <a:lnTo>
                    <a:pt x="5191" y="563937"/>
                  </a:lnTo>
                  <a:lnTo>
                    <a:pt x="5191" y="560152"/>
                  </a:lnTo>
                  <a:lnTo>
                    <a:pt x="5191" y="556368"/>
                  </a:lnTo>
                  <a:lnTo>
                    <a:pt x="5191" y="552583"/>
                  </a:lnTo>
                  <a:lnTo>
                    <a:pt x="5191" y="548798"/>
                  </a:lnTo>
                  <a:lnTo>
                    <a:pt x="5191" y="545013"/>
                  </a:lnTo>
                  <a:lnTo>
                    <a:pt x="5191" y="541228"/>
                  </a:lnTo>
                  <a:lnTo>
                    <a:pt x="5191" y="537443"/>
                  </a:lnTo>
                  <a:lnTo>
                    <a:pt x="5191" y="533659"/>
                  </a:lnTo>
                  <a:lnTo>
                    <a:pt x="5191" y="529874"/>
                  </a:lnTo>
                  <a:lnTo>
                    <a:pt x="5191" y="526089"/>
                  </a:lnTo>
                  <a:lnTo>
                    <a:pt x="5191" y="522304"/>
                  </a:lnTo>
                  <a:lnTo>
                    <a:pt x="5191" y="518519"/>
                  </a:lnTo>
                  <a:lnTo>
                    <a:pt x="5191" y="514735"/>
                  </a:lnTo>
                  <a:lnTo>
                    <a:pt x="5191" y="510950"/>
                  </a:lnTo>
                  <a:lnTo>
                    <a:pt x="5191" y="507165"/>
                  </a:lnTo>
                  <a:lnTo>
                    <a:pt x="5191" y="503380"/>
                  </a:lnTo>
                  <a:lnTo>
                    <a:pt x="5191" y="499595"/>
                  </a:lnTo>
                  <a:lnTo>
                    <a:pt x="7786" y="499595"/>
                  </a:lnTo>
                  <a:lnTo>
                    <a:pt x="7786" y="495810"/>
                  </a:lnTo>
                  <a:lnTo>
                    <a:pt x="7786" y="492026"/>
                  </a:lnTo>
                  <a:lnTo>
                    <a:pt x="7786" y="488241"/>
                  </a:lnTo>
                  <a:lnTo>
                    <a:pt x="7786" y="484456"/>
                  </a:lnTo>
                  <a:lnTo>
                    <a:pt x="7786" y="480671"/>
                  </a:lnTo>
                  <a:lnTo>
                    <a:pt x="7786" y="476886"/>
                  </a:lnTo>
                  <a:lnTo>
                    <a:pt x="7786" y="473102"/>
                  </a:lnTo>
                  <a:lnTo>
                    <a:pt x="7786" y="469317"/>
                  </a:lnTo>
                  <a:lnTo>
                    <a:pt x="7786" y="465532"/>
                  </a:lnTo>
                  <a:lnTo>
                    <a:pt x="7786" y="461747"/>
                  </a:lnTo>
                  <a:lnTo>
                    <a:pt x="7786" y="457962"/>
                  </a:lnTo>
                  <a:lnTo>
                    <a:pt x="7786" y="454177"/>
                  </a:lnTo>
                  <a:lnTo>
                    <a:pt x="7786" y="450393"/>
                  </a:lnTo>
                  <a:lnTo>
                    <a:pt x="7786" y="446608"/>
                  </a:lnTo>
                  <a:lnTo>
                    <a:pt x="7786" y="442823"/>
                  </a:lnTo>
                  <a:lnTo>
                    <a:pt x="7786" y="439038"/>
                  </a:lnTo>
                  <a:lnTo>
                    <a:pt x="7786" y="435253"/>
                  </a:lnTo>
                  <a:lnTo>
                    <a:pt x="7786" y="431469"/>
                  </a:lnTo>
                  <a:lnTo>
                    <a:pt x="7786" y="427684"/>
                  </a:lnTo>
                  <a:lnTo>
                    <a:pt x="7786" y="423899"/>
                  </a:lnTo>
                  <a:lnTo>
                    <a:pt x="10382" y="423899"/>
                  </a:lnTo>
                  <a:lnTo>
                    <a:pt x="10382" y="420114"/>
                  </a:lnTo>
                  <a:lnTo>
                    <a:pt x="10382" y="416329"/>
                  </a:lnTo>
                  <a:lnTo>
                    <a:pt x="10382" y="412544"/>
                  </a:lnTo>
                  <a:lnTo>
                    <a:pt x="10382" y="408760"/>
                  </a:lnTo>
                  <a:lnTo>
                    <a:pt x="10382" y="404975"/>
                  </a:lnTo>
                  <a:lnTo>
                    <a:pt x="10382" y="401190"/>
                  </a:lnTo>
                  <a:lnTo>
                    <a:pt x="10382" y="397405"/>
                  </a:lnTo>
                  <a:lnTo>
                    <a:pt x="10382" y="393620"/>
                  </a:lnTo>
                  <a:lnTo>
                    <a:pt x="10382" y="389836"/>
                  </a:lnTo>
                  <a:lnTo>
                    <a:pt x="12977" y="389836"/>
                  </a:lnTo>
                  <a:lnTo>
                    <a:pt x="12977" y="386051"/>
                  </a:lnTo>
                  <a:lnTo>
                    <a:pt x="12977" y="382266"/>
                  </a:lnTo>
                  <a:lnTo>
                    <a:pt x="12977" y="378481"/>
                  </a:lnTo>
                  <a:lnTo>
                    <a:pt x="12977" y="374696"/>
                  </a:lnTo>
                  <a:lnTo>
                    <a:pt x="12977" y="370912"/>
                  </a:lnTo>
                  <a:lnTo>
                    <a:pt x="12977" y="367127"/>
                  </a:lnTo>
                  <a:lnTo>
                    <a:pt x="12977" y="363342"/>
                  </a:lnTo>
                  <a:lnTo>
                    <a:pt x="12977" y="359557"/>
                  </a:lnTo>
                  <a:lnTo>
                    <a:pt x="12977" y="355772"/>
                  </a:lnTo>
                  <a:lnTo>
                    <a:pt x="12977" y="351987"/>
                  </a:lnTo>
                  <a:lnTo>
                    <a:pt x="12977" y="348203"/>
                  </a:lnTo>
                  <a:lnTo>
                    <a:pt x="12977" y="344418"/>
                  </a:lnTo>
                  <a:lnTo>
                    <a:pt x="12977" y="340633"/>
                  </a:lnTo>
                  <a:lnTo>
                    <a:pt x="12977" y="336848"/>
                  </a:lnTo>
                  <a:lnTo>
                    <a:pt x="12977" y="333063"/>
                  </a:lnTo>
                  <a:lnTo>
                    <a:pt x="12977" y="329279"/>
                  </a:lnTo>
                  <a:lnTo>
                    <a:pt x="12977" y="325494"/>
                  </a:lnTo>
                  <a:lnTo>
                    <a:pt x="12977" y="321709"/>
                  </a:lnTo>
                  <a:lnTo>
                    <a:pt x="12977" y="317924"/>
                  </a:lnTo>
                  <a:lnTo>
                    <a:pt x="12977" y="314139"/>
                  </a:lnTo>
                  <a:lnTo>
                    <a:pt x="12977" y="310354"/>
                  </a:lnTo>
                  <a:lnTo>
                    <a:pt x="12977" y="306570"/>
                  </a:lnTo>
                  <a:lnTo>
                    <a:pt x="12977" y="302785"/>
                  </a:lnTo>
                  <a:lnTo>
                    <a:pt x="12977" y="299000"/>
                  </a:lnTo>
                  <a:lnTo>
                    <a:pt x="12977" y="295215"/>
                  </a:lnTo>
                  <a:lnTo>
                    <a:pt x="12977" y="291430"/>
                  </a:lnTo>
                  <a:lnTo>
                    <a:pt x="12977" y="287646"/>
                  </a:lnTo>
                  <a:lnTo>
                    <a:pt x="12977" y="283861"/>
                  </a:lnTo>
                  <a:lnTo>
                    <a:pt x="12977" y="280076"/>
                  </a:lnTo>
                  <a:lnTo>
                    <a:pt x="12977" y="276291"/>
                  </a:lnTo>
                  <a:lnTo>
                    <a:pt x="12977" y="272506"/>
                  </a:lnTo>
                  <a:lnTo>
                    <a:pt x="15573" y="272506"/>
                  </a:lnTo>
                  <a:lnTo>
                    <a:pt x="15573" y="268721"/>
                  </a:lnTo>
                  <a:lnTo>
                    <a:pt x="15573" y="264937"/>
                  </a:lnTo>
                  <a:lnTo>
                    <a:pt x="15573" y="261152"/>
                  </a:lnTo>
                  <a:lnTo>
                    <a:pt x="18168" y="261152"/>
                  </a:lnTo>
                  <a:lnTo>
                    <a:pt x="18168" y="257367"/>
                  </a:lnTo>
                  <a:lnTo>
                    <a:pt x="18168" y="253582"/>
                  </a:lnTo>
                  <a:lnTo>
                    <a:pt x="18168" y="249797"/>
                  </a:lnTo>
                  <a:lnTo>
                    <a:pt x="18168" y="246013"/>
                  </a:lnTo>
                  <a:lnTo>
                    <a:pt x="18168" y="242228"/>
                  </a:lnTo>
                  <a:lnTo>
                    <a:pt x="18168" y="238443"/>
                  </a:lnTo>
                  <a:lnTo>
                    <a:pt x="20764" y="238443"/>
                  </a:lnTo>
                  <a:lnTo>
                    <a:pt x="20764" y="234658"/>
                  </a:lnTo>
                  <a:lnTo>
                    <a:pt x="20764" y="230873"/>
                  </a:lnTo>
                  <a:lnTo>
                    <a:pt x="20764" y="227088"/>
                  </a:lnTo>
                  <a:lnTo>
                    <a:pt x="20764" y="223304"/>
                  </a:lnTo>
                  <a:lnTo>
                    <a:pt x="23359" y="223304"/>
                  </a:lnTo>
                  <a:lnTo>
                    <a:pt x="23359" y="219519"/>
                  </a:lnTo>
                  <a:lnTo>
                    <a:pt x="23359" y="215734"/>
                  </a:lnTo>
                  <a:lnTo>
                    <a:pt x="25955" y="215734"/>
                  </a:lnTo>
                  <a:lnTo>
                    <a:pt x="25955" y="211949"/>
                  </a:lnTo>
                  <a:lnTo>
                    <a:pt x="25955" y="208164"/>
                  </a:lnTo>
                  <a:lnTo>
                    <a:pt x="25955" y="204380"/>
                  </a:lnTo>
                  <a:lnTo>
                    <a:pt x="25955" y="200595"/>
                  </a:lnTo>
                  <a:lnTo>
                    <a:pt x="25955" y="196810"/>
                  </a:lnTo>
                  <a:lnTo>
                    <a:pt x="25955" y="193025"/>
                  </a:lnTo>
                  <a:lnTo>
                    <a:pt x="25955" y="189240"/>
                  </a:lnTo>
                  <a:lnTo>
                    <a:pt x="28551" y="189240"/>
                  </a:lnTo>
                  <a:lnTo>
                    <a:pt x="28551" y="185456"/>
                  </a:lnTo>
                  <a:lnTo>
                    <a:pt x="28551" y="181671"/>
                  </a:lnTo>
                  <a:lnTo>
                    <a:pt x="28551" y="177886"/>
                  </a:lnTo>
                  <a:lnTo>
                    <a:pt x="28551" y="174101"/>
                  </a:lnTo>
                  <a:lnTo>
                    <a:pt x="28551" y="170316"/>
                  </a:lnTo>
                  <a:lnTo>
                    <a:pt x="28551" y="166531"/>
                  </a:lnTo>
                  <a:lnTo>
                    <a:pt x="28551" y="162747"/>
                  </a:lnTo>
                  <a:lnTo>
                    <a:pt x="28551" y="158962"/>
                  </a:lnTo>
                  <a:lnTo>
                    <a:pt x="28551" y="155177"/>
                  </a:lnTo>
                  <a:lnTo>
                    <a:pt x="28551" y="151392"/>
                  </a:lnTo>
                  <a:lnTo>
                    <a:pt x="28551" y="147607"/>
                  </a:lnTo>
                  <a:lnTo>
                    <a:pt x="31146" y="147607"/>
                  </a:lnTo>
                  <a:lnTo>
                    <a:pt x="33742" y="147607"/>
                  </a:lnTo>
                  <a:lnTo>
                    <a:pt x="33742" y="143823"/>
                  </a:lnTo>
                  <a:lnTo>
                    <a:pt x="33742" y="140038"/>
                  </a:lnTo>
                  <a:lnTo>
                    <a:pt x="36337" y="140038"/>
                  </a:lnTo>
                  <a:lnTo>
                    <a:pt x="36337" y="136253"/>
                  </a:lnTo>
                  <a:lnTo>
                    <a:pt x="36337" y="132468"/>
                  </a:lnTo>
                  <a:lnTo>
                    <a:pt x="36337" y="128683"/>
                  </a:lnTo>
                  <a:lnTo>
                    <a:pt x="36337" y="124898"/>
                  </a:lnTo>
                  <a:lnTo>
                    <a:pt x="36337" y="121114"/>
                  </a:lnTo>
                  <a:lnTo>
                    <a:pt x="36337" y="117329"/>
                  </a:lnTo>
                  <a:lnTo>
                    <a:pt x="38933" y="117329"/>
                  </a:lnTo>
                  <a:lnTo>
                    <a:pt x="38933" y="113544"/>
                  </a:lnTo>
                  <a:lnTo>
                    <a:pt x="38933" y="109759"/>
                  </a:lnTo>
                  <a:lnTo>
                    <a:pt x="38933" y="105974"/>
                  </a:lnTo>
                  <a:lnTo>
                    <a:pt x="38933" y="102190"/>
                  </a:lnTo>
                  <a:lnTo>
                    <a:pt x="41528" y="102190"/>
                  </a:lnTo>
                  <a:lnTo>
                    <a:pt x="41528" y="98405"/>
                  </a:lnTo>
                  <a:lnTo>
                    <a:pt x="41528" y="94620"/>
                  </a:lnTo>
                  <a:lnTo>
                    <a:pt x="41528" y="90835"/>
                  </a:lnTo>
                  <a:lnTo>
                    <a:pt x="41528" y="87050"/>
                  </a:lnTo>
                  <a:lnTo>
                    <a:pt x="41528" y="83265"/>
                  </a:lnTo>
                  <a:lnTo>
                    <a:pt x="44124" y="83265"/>
                  </a:lnTo>
                  <a:lnTo>
                    <a:pt x="44124" y="79481"/>
                  </a:lnTo>
                  <a:lnTo>
                    <a:pt x="44124" y="75696"/>
                  </a:lnTo>
                  <a:lnTo>
                    <a:pt x="46719" y="75696"/>
                  </a:lnTo>
                  <a:lnTo>
                    <a:pt x="49315" y="75696"/>
                  </a:lnTo>
                  <a:lnTo>
                    <a:pt x="49315" y="71911"/>
                  </a:lnTo>
                  <a:lnTo>
                    <a:pt x="49315" y="68126"/>
                  </a:lnTo>
                  <a:lnTo>
                    <a:pt x="51911" y="68126"/>
                  </a:lnTo>
                  <a:lnTo>
                    <a:pt x="54506" y="68126"/>
                  </a:lnTo>
                  <a:lnTo>
                    <a:pt x="57102" y="68126"/>
                  </a:lnTo>
                  <a:lnTo>
                    <a:pt x="57102" y="64341"/>
                  </a:lnTo>
                  <a:lnTo>
                    <a:pt x="59697" y="64341"/>
                  </a:lnTo>
                  <a:lnTo>
                    <a:pt x="59697" y="60557"/>
                  </a:lnTo>
                  <a:lnTo>
                    <a:pt x="59697" y="56772"/>
                  </a:lnTo>
                  <a:lnTo>
                    <a:pt x="59697" y="52987"/>
                  </a:lnTo>
                  <a:lnTo>
                    <a:pt x="59697" y="49202"/>
                  </a:lnTo>
                  <a:lnTo>
                    <a:pt x="62293" y="49202"/>
                  </a:lnTo>
                  <a:lnTo>
                    <a:pt x="62293" y="45417"/>
                  </a:lnTo>
                  <a:lnTo>
                    <a:pt x="62293" y="41632"/>
                  </a:lnTo>
                  <a:lnTo>
                    <a:pt x="64888" y="41632"/>
                  </a:lnTo>
                  <a:lnTo>
                    <a:pt x="64888" y="37848"/>
                  </a:lnTo>
                  <a:lnTo>
                    <a:pt x="67484" y="37848"/>
                  </a:lnTo>
                  <a:lnTo>
                    <a:pt x="67484" y="34063"/>
                  </a:lnTo>
                  <a:lnTo>
                    <a:pt x="70079" y="34063"/>
                  </a:lnTo>
                  <a:lnTo>
                    <a:pt x="72675" y="34063"/>
                  </a:lnTo>
                  <a:lnTo>
                    <a:pt x="75270" y="34063"/>
                  </a:lnTo>
                  <a:lnTo>
                    <a:pt x="77866" y="34063"/>
                  </a:lnTo>
                  <a:lnTo>
                    <a:pt x="77866" y="30278"/>
                  </a:lnTo>
                  <a:lnTo>
                    <a:pt x="80462" y="30278"/>
                  </a:lnTo>
                  <a:lnTo>
                    <a:pt x="83057" y="30278"/>
                  </a:lnTo>
                  <a:lnTo>
                    <a:pt x="85653" y="30278"/>
                  </a:lnTo>
                  <a:lnTo>
                    <a:pt x="85653" y="26493"/>
                  </a:lnTo>
                  <a:lnTo>
                    <a:pt x="88248" y="26493"/>
                  </a:lnTo>
                  <a:lnTo>
                    <a:pt x="90844" y="26493"/>
                  </a:lnTo>
                  <a:lnTo>
                    <a:pt x="93439" y="26493"/>
                  </a:lnTo>
                  <a:lnTo>
                    <a:pt x="93439" y="22708"/>
                  </a:lnTo>
                  <a:lnTo>
                    <a:pt x="96035" y="22708"/>
                  </a:lnTo>
                  <a:lnTo>
                    <a:pt x="98630" y="22708"/>
                  </a:lnTo>
                  <a:lnTo>
                    <a:pt x="101226" y="22708"/>
                  </a:lnTo>
                  <a:lnTo>
                    <a:pt x="103822" y="22708"/>
                  </a:lnTo>
                  <a:lnTo>
                    <a:pt x="103822" y="18924"/>
                  </a:lnTo>
                  <a:lnTo>
                    <a:pt x="106417" y="18924"/>
                  </a:lnTo>
                  <a:lnTo>
                    <a:pt x="109013" y="18924"/>
                  </a:lnTo>
                  <a:lnTo>
                    <a:pt x="111608" y="18924"/>
                  </a:lnTo>
                  <a:lnTo>
                    <a:pt x="114204" y="18924"/>
                  </a:lnTo>
                  <a:lnTo>
                    <a:pt x="116799" y="18924"/>
                  </a:lnTo>
                  <a:lnTo>
                    <a:pt x="119395" y="18924"/>
                  </a:lnTo>
                  <a:lnTo>
                    <a:pt x="121990" y="18924"/>
                  </a:lnTo>
                  <a:lnTo>
                    <a:pt x="124586" y="18924"/>
                  </a:lnTo>
                  <a:lnTo>
                    <a:pt x="127181" y="18924"/>
                  </a:lnTo>
                  <a:lnTo>
                    <a:pt x="129777" y="18924"/>
                  </a:lnTo>
                  <a:lnTo>
                    <a:pt x="132373" y="18924"/>
                  </a:lnTo>
                  <a:lnTo>
                    <a:pt x="134968" y="18924"/>
                  </a:lnTo>
                  <a:lnTo>
                    <a:pt x="137564" y="18924"/>
                  </a:lnTo>
                  <a:lnTo>
                    <a:pt x="140159" y="18924"/>
                  </a:lnTo>
                  <a:lnTo>
                    <a:pt x="142755" y="18924"/>
                  </a:lnTo>
                  <a:lnTo>
                    <a:pt x="145350" y="18924"/>
                  </a:lnTo>
                  <a:lnTo>
                    <a:pt x="147946" y="18924"/>
                  </a:lnTo>
                  <a:lnTo>
                    <a:pt x="150541" y="18924"/>
                  </a:lnTo>
                  <a:lnTo>
                    <a:pt x="153137" y="18924"/>
                  </a:lnTo>
                  <a:lnTo>
                    <a:pt x="155733" y="18924"/>
                  </a:lnTo>
                  <a:lnTo>
                    <a:pt x="158328" y="18924"/>
                  </a:lnTo>
                  <a:lnTo>
                    <a:pt x="160924" y="18924"/>
                  </a:lnTo>
                  <a:lnTo>
                    <a:pt x="163519" y="18924"/>
                  </a:lnTo>
                  <a:lnTo>
                    <a:pt x="166115" y="18924"/>
                  </a:lnTo>
                  <a:lnTo>
                    <a:pt x="168710" y="18924"/>
                  </a:lnTo>
                  <a:lnTo>
                    <a:pt x="171306" y="18924"/>
                  </a:lnTo>
                  <a:lnTo>
                    <a:pt x="173901" y="18924"/>
                  </a:lnTo>
                  <a:lnTo>
                    <a:pt x="176497" y="18924"/>
                  </a:lnTo>
                  <a:lnTo>
                    <a:pt x="179092" y="18924"/>
                  </a:lnTo>
                  <a:lnTo>
                    <a:pt x="181688" y="18924"/>
                  </a:lnTo>
                  <a:lnTo>
                    <a:pt x="184284" y="18924"/>
                  </a:lnTo>
                  <a:lnTo>
                    <a:pt x="186879" y="18924"/>
                  </a:lnTo>
                  <a:lnTo>
                    <a:pt x="189475" y="18924"/>
                  </a:lnTo>
                  <a:lnTo>
                    <a:pt x="192070" y="18924"/>
                  </a:lnTo>
                  <a:lnTo>
                    <a:pt x="194666" y="18924"/>
                  </a:lnTo>
                  <a:lnTo>
                    <a:pt x="197261" y="18924"/>
                  </a:lnTo>
                  <a:lnTo>
                    <a:pt x="199857" y="18924"/>
                  </a:lnTo>
                  <a:lnTo>
                    <a:pt x="202452" y="18924"/>
                  </a:lnTo>
                  <a:lnTo>
                    <a:pt x="205048" y="18924"/>
                  </a:lnTo>
                  <a:lnTo>
                    <a:pt x="207644" y="18924"/>
                  </a:lnTo>
                  <a:lnTo>
                    <a:pt x="210239" y="18924"/>
                  </a:lnTo>
                  <a:lnTo>
                    <a:pt x="212835" y="18924"/>
                  </a:lnTo>
                  <a:lnTo>
                    <a:pt x="215430" y="18924"/>
                  </a:lnTo>
                  <a:lnTo>
                    <a:pt x="218026" y="18924"/>
                  </a:lnTo>
                  <a:lnTo>
                    <a:pt x="220621" y="18924"/>
                  </a:lnTo>
                  <a:lnTo>
                    <a:pt x="223217" y="18924"/>
                  </a:lnTo>
                  <a:lnTo>
                    <a:pt x="225812" y="18924"/>
                  </a:lnTo>
                  <a:lnTo>
                    <a:pt x="228408" y="18924"/>
                  </a:lnTo>
                  <a:lnTo>
                    <a:pt x="228408" y="15139"/>
                  </a:lnTo>
                  <a:lnTo>
                    <a:pt x="231004" y="15139"/>
                  </a:lnTo>
                  <a:lnTo>
                    <a:pt x="233599" y="15139"/>
                  </a:lnTo>
                  <a:lnTo>
                    <a:pt x="236195" y="15139"/>
                  </a:lnTo>
                  <a:lnTo>
                    <a:pt x="238790" y="15139"/>
                  </a:lnTo>
                  <a:lnTo>
                    <a:pt x="241386" y="15139"/>
                  </a:lnTo>
                  <a:lnTo>
                    <a:pt x="243981" y="15139"/>
                  </a:lnTo>
                  <a:lnTo>
                    <a:pt x="246577" y="15139"/>
                  </a:lnTo>
                  <a:lnTo>
                    <a:pt x="249172" y="15139"/>
                  </a:lnTo>
                  <a:lnTo>
                    <a:pt x="251768" y="15139"/>
                  </a:lnTo>
                  <a:lnTo>
                    <a:pt x="254363" y="15139"/>
                  </a:lnTo>
                  <a:lnTo>
                    <a:pt x="256959" y="15139"/>
                  </a:lnTo>
                  <a:lnTo>
                    <a:pt x="259555" y="15139"/>
                  </a:lnTo>
                  <a:lnTo>
                    <a:pt x="262150" y="15139"/>
                  </a:lnTo>
                  <a:lnTo>
                    <a:pt x="264746" y="15139"/>
                  </a:lnTo>
                  <a:lnTo>
                    <a:pt x="267341" y="15139"/>
                  </a:lnTo>
                  <a:lnTo>
                    <a:pt x="269937" y="15139"/>
                  </a:lnTo>
                  <a:lnTo>
                    <a:pt x="272532" y="15139"/>
                  </a:lnTo>
                  <a:lnTo>
                    <a:pt x="275128" y="15139"/>
                  </a:lnTo>
                  <a:lnTo>
                    <a:pt x="277723" y="15139"/>
                  </a:lnTo>
                  <a:lnTo>
                    <a:pt x="277723" y="11354"/>
                  </a:lnTo>
                  <a:lnTo>
                    <a:pt x="280319" y="11354"/>
                  </a:lnTo>
                  <a:lnTo>
                    <a:pt x="282915" y="11354"/>
                  </a:lnTo>
                  <a:lnTo>
                    <a:pt x="285510" y="11354"/>
                  </a:lnTo>
                  <a:lnTo>
                    <a:pt x="288106" y="11354"/>
                  </a:lnTo>
                  <a:lnTo>
                    <a:pt x="290701" y="11354"/>
                  </a:lnTo>
                  <a:lnTo>
                    <a:pt x="293297" y="11354"/>
                  </a:lnTo>
                  <a:lnTo>
                    <a:pt x="295892" y="11354"/>
                  </a:lnTo>
                  <a:lnTo>
                    <a:pt x="298488" y="11354"/>
                  </a:lnTo>
                  <a:lnTo>
                    <a:pt x="301083" y="11354"/>
                  </a:lnTo>
                  <a:lnTo>
                    <a:pt x="303679" y="11354"/>
                  </a:lnTo>
                  <a:lnTo>
                    <a:pt x="306274" y="11354"/>
                  </a:lnTo>
                  <a:lnTo>
                    <a:pt x="308870" y="11354"/>
                  </a:lnTo>
                  <a:lnTo>
                    <a:pt x="308870" y="7569"/>
                  </a:lnTo>
                  <a:lnTo>
                    <a:pt x="311466" y="7569"/>
                  </a:lnTo>
                  <a:lnTo>
                    <a:pt x="314061" y="7569"/>
                  </a:lnTo>
                  <a:lnTo>
                    <a:pt x="316657" y="7569"/>
                  </a:lnTo>
                  <a:lnTo>
                    <a:pt x="319252" y="7569"/>
                  </a:lnTo>
                  <a:lnTo>
                    <a:pt x="321848" y="7569"/>
                  </a:lnTo>
                  <a:lnTo>
                    <a:pt x="324443" y="7569"/>
                  </a:lnTo>
                  <a:lnTo>
                    <a:pt x="327039" y="7569"/>
                  </a:lnTo>
                  <a:lnTo>
                    <a:pt x="329634" y="7569"/>
                  </a:lnTo>
                  <a:lnTo>
                    <a:pt x="332230" y="7569"/>
                  </a:lnTo>
                  <a:lnTo>
                    <a:pt x="334826" y="7569"/>
                  </a:lnTo>
                  <a:lnTo>
                    <a:pt x="337421" y="7569"/>
                  </a:lnTo>
                  <a:lnTo>
                    <a:pt x="340017" y="7569"/>
                  </a:lnTo>
                  <a:lnTo>
                    <a:pt x="342612" y="7569"/>
                  </a:lnTo>
                  <a:lnTo>
                    <a:pt x="345208" y="7569"/>
                  </a:lnTo>
                  <a:lnTo>
                    <a:pt x="347803" y="7569"/>
                  </a:lnTo>
                  <a:lnTo>
                    <a:pt x="350399" y="7569"/>
                  </a:lnTo>
                  <a:lnTo>
                    <a:pt x="352994" y="7569"/>
                  </a:lnTo>
                  <a:lnTo>
                    <a:pt x="355590" y="7569"/>
                  </a:lnTo>
                  <a:lnTo>
                    <a:pt x="358185" y="7569"/>
                  </a:lnTo>
                  <a:lnTo>
                    <a:pt x="360781" y="7569"/>
                  </a:lnTo>
                  <a:lnTo>
                    <a:pt x="363377" y="7569"/>
                  </a:lnTo>
                  <a:lnTo>
                    <a:pt x="365972" y="7569"/>
                  </a:lnTo>
                  <a:lnTo>
                    <a:pt x="368568" y="7569"/>
                  </a:lnTo>
                  <a:lnTo>
                    <a:pt x="371163" y="7569"/>
                  </a:lnTo>
                  <a:lnTo>
                    <a:pt x="373759" y="7569"/>
                  </a:lnTo>
                  <a:lnTo>
                    <a:pt x="376354" y="7569"/>
                  </a:lnTo>
                  <a:lnTo>
                    <a:pt x="378950" y="7569"/>
                  </a:lnTo>
                  <a:lnTo>
                    <a:pt x="381545" y="7569"/>
                  </a:lnTo>
                  <a:lnTo>
                    <a:pt x="384141" y="7569"/>
                  </a:lnTo>
                  <a:lnTo>
                    <a:pt x="386737" y="7569"/>
                  </a:lnTo>
                  <a:lnTo>
                    <a:pt x="389332" y="7569"/>
                  </a:lnTo>
                  <a:lnTo>
                    <a:pt x="391928" y="7569"/>
                  </a:lnTo>
                  <a:lnTo>
                    <a:pt x="394523" y="7569"/>
                  </a:lnTo>
                  <a:lnTo>
                    <a:pt x="397119" y="7569"/>
                  </a:lnTo>
                  <a:lnTo>
                    <a:pt x="399714" y="7569"/>
                  </a:lnTo>
                  <a:lnTo>
                    <a:pt x="402310" y="7569"/>
                  </a:lnTo>
                  <a:lnTo>
                    <a:pt x="404905" y="7569"/>
                  </a:lnTo>
                  <a:lnTo>
                    <a:pt x="407501" y="7569"/>
                  </a:lnTo>
                  <a:lnTo>
                    <a:pt x="410097" y="7569"/>
                  </a:lnTo>
                  <a:lnTo>
                    <a:pt x="412692" y="7569"/>
                  </a:lnTo>
                  <a:lnTo>
                    <a:pt x="415288" y="7569"/>
                  </a:lnTo>
                  <a:lnTo>
                    <a:pt x="417883" y="7569"/>
                  </a:lnTo>
                  <a:lnTo>
                    <a:pt x="420479" y="7569"/>
                  </a:lnTo>
                  <a:lnTo>
                    <a:pt x="423074" y="7569"/>
                  </a:lnTo>
                  <a:lnTo>
                    <a:pt x="425670" y="7569"/>
                  </a:lnTo>
                  <a:lnTo>
                    <a:pt x="428265" y="7569"/>
                  </a:lnTo>
                  <a:lnTo>
                    <a:pt x="430861" y="7569"/>
                  </a:lnTo>
                  <a:lnTo>
                    <a:pt x="433456" y="7569"/>
                  </a:lnTo>
                  <a:lnTo>
                    <a:pt x="436052" y="7569"/>
                  </a:lnTo>
                  <a:lnTo>
                    <a:pt x="438648" y="7569"/>
                  </a:lnTo>
                  <a:lnTo>
                    <a:pt x="441243" y="7569"/>
                  </a:lnTo>
                  <a:lnTo>
                    <a:pt x="443839" y="7569"/>
                  </a:lnTo>
                  <a:lnTo>
                    <a:pt x="446434" y="7569"/>
                  </a:lnTo>
                  <a:lnTo>
                    <a:pt x="449030" y="7569"/>
                  </a:lnTo>
                  <a:lnTo>
                    <a:pt x="451625" y="7569"/>
                  </a:lnTo>
                  <a:lnTo>
                    <a:pt x="454221" y="7569"/>
                  </a:lnTo>
                  <a:lnTo>
                    <a:pt x="456816" y="7569"/>
                  </a:lnTo>
                  <a:lnTo>
                    <a:pt x="459412" y="7569"/>
                  </a:lnTo>
                  <a:lnTo>
                    <a:pt x="462008" y="7569"/>
                  </a:lnTo>
                  <a:lnTo>
                    <a:pt x="464603" y="7569"/>
                  </a:lnTo>
                  <a:lnTo>
                    <a:pt x="467199" y="7569"/>
                  </a:lnTo>
                  <a:lnTo>
                    <a:pt x="469794" y="7569"/>
                  </a:lnTo>
                  <a:lnTo>
                    <a:pt x="472390" y="7569"/>
                  </a:lnTo>
                  <a:lnTo>
                    <a:pt x="474985" y="7569"/>
                  </a:lnTo>
                  <a:lnTo>
                    <a:pt x="477581" y="7569"/>
                  </a:lnTo>
                  <a:lnTo>
                    <a:pt x="480176" y="7569"/>
                  </a:lnTo>
                  <a:lnTo>
                    <a:pt x="482772" y="7569"/>
                  </a:lnTo>
                  <a:lnTo>
                    <a:pt x="485367" y="7569"/>
                  </a:lnTo>
                  <a:lnTo>
                    <a:pt x="487963" y="7569"/>
                  </a:lnTo>
                  <a:lnTo>
                    <a:pt x="490559" y="7569"/>
                  </a:lnTo>
                  <a:lnTo>
                    <a:pt x="493154" y="7569"/>
                  </a:lnTo>
                  <a:lnTo>
                    <a:pt x="495750" y="7569"/>
                  </a:lnTo>
                  <a:lnTo>
                    <a:pt x="498345" y="7569"/>
                  </a:lnTo>
                  <a:lnTo>
                    <a:pt x="500941" y="7569"/>
                  </a:lnTo>
                  <a:lnTo>
                    <a:pt x="503536" y="7569"/>
                  </a:lnTo>
                  <a:lnTo>
                    <a:pt x="506132" y="7569"/>
                  </a:lnTo>
                  <a:lnTo>
                    <a:pt x="508727" y="7569"/>
                  </a:lnTo>
                  <a:lnTo>
                    <a:pt x="511323" y="7569"/>
                  </a:lnTo>
                  <a:lnTo>
                    <a:pt x="513919" y="7569"/>
                  </a:lnTo>
                  <a:lnTo>
                    <a:pt x="516514" y="7569"/>
                  </a:lnTo>
                  <a:lnTo>
                    <a:pt x="519110" y="7569"/>
                  </a:lnTo>
                  <a:lnTo>
                    <a:pt x="521705" y="7569"/>
                  </a:lnTo>
                  <a:lnTo>
                    <a:pt x="524301" y="7569"/>
                  </a:lnTo>
                  <a:lnTo>
                    <a:pt x="526896" y="7569"/>
                  </a:lnTo>
                  <a:lnTo>
                    <a:pt x="529492" y="7569"/>
                  </a:lnTo>
                  <a:lnTo>
                    <a:pt x="532087" y="7569"/>
                  </a:lnTo>
                  <a:lnTo>
                    <a:pt x="534683" y="7569"/>
                  </a:lnTo>
                  <a:lnTo>
                    <a:pt x="537278" y="7569"/>
                  </a:lnTo>
                  <a:lnTo>
                    <a:pt x="539874" y="7569"/>
                  </a:lnTo>
                  <a:lnTo>
                    <a:pt x="542470" y="7569"/>
                  </a:lnTo>
                  <a:lnTo>
                    <a:pt x="545065" y="7569"/>
                  </a:lnTo>
                  <a:lnTo>
                    <a:pt x="547661" y="7569"/>
                  </a:lnTo>
                  <a:lnTo>
                    <a:pt x="550256" y="7569"/>
                  </a:lnTo>
                  <a:lnTo>
                    <a:pt x="552852" y="7569"/>
                  </a:lnTo>
                  <a:lnTo>
                    <a:pt x="555447" y="7569"/>
                  </a:lnTo>
                  <a:lnTo>
                    <a:pt x="558043" y="7569"/>
                  </a:lnTo>
                  <a:lnTo>
                    <a:pt x="560638" y="7569"/>
                  </a:lnTo>
                  <a:lnTo>
                    <a:pt x="563234" y="7569"/>
                  </a:lnTo>
                  <a:lnTo>
                    <a:pt x="565830" y="7569"/>
                  </a:lnTo>
                  <a:lnTo>
                    <a:pt x="568425" y="7569"/>
                  </a:lnTo>
                  <a:lnTo>
                    <a:pt x="571021" y="7569"/>
                  </a:lnTo>
                  <a:lnTo>
                    <a:pt x="573616" y="7569"/>
                  </a:lnTo>
                  <a:lnTo>
                    <a:pt x="576212" y="7569"/>
                  </a:lnTo>
                  <a:lnTo>
                    <a:pt x="578807" y="7569"/>
                  </a:lnTo>
                  <a:lnTo>
                    <a:pt x="581403" y="7569"/>
                  </a:lnTo>
                  <a:lnTo>
                    <a:pt x="583998" y="7569"/>
                  </a:lnTo>
                  <a:lnTo>
                    <a:pt x="586594" y="7569"/>
                  </a:lnTo>
                  <a:lnTo>
                    <a:pt x="589189" y="7569"/>
                  </a:lnTo>
                  <a:lnTo>
                    <a:pt x="591785" y="7569"/>
                  </a:lnTo>
                  <a:lnTo>
                    <a:pt x="594381" y="7569"/>
                  </a:lnTo>
                  <a:lnTo>
                    <a:pt x="596976" y="7569"/>
                  </a:lnTo>
                  <a:lnTo>
                    <a:pt x="599572" y="7569"/>
                  </a:lnTo>
                  <a:lnTo>
                    <a:pt x="602167" y="7569"/>
                  </a:lnTo>
                  <a:lnTo>
                    <a:pt x="604763" y="7569"/>
                  </a:lnTo>
                  <a:lnTo>
                    <a:pt x="607358" y="7569"/>
                  </a:lnTo>
                  <a:lnTo>
                    <a:pt x="609954" y="7569"/>
                  </a:lnTo>
                  <a:lnTo>
                    <a:pt x="612549" y="7569"/>
                  </a:lnTo>
                  <a:lnTo>
                    <a:pt x="615145" y="7569"/>
                  </a:lnTo>
                  <a:lnTo>
                    <a:pt x="617741" y="7569"/>
                  </a:lnTo>
                  <a:lnTo>
                    <a:pt x="620336" y="7569"/>
                  </a:lnTo>
                  <a:lnTo>
                    <a:pt x="622932" y="7569"/>
                  </a:lnTo>
                  <a:lnTo>
                    <a:pt x="625527" y="7569"/>
                  </a:lnTo>
                  <a:lnTo>
                    <a:pt x="628123" y="7569"/>
                  </a:lnTo>
                  <a:lnTo>
                    <a:pt x="630718" y="7569"/>
                  </a:lnTo>
                  <a:lnTo>
                    <a:pt x="633314" y="7569"/>
                  </a:lnTo>
                  <a:lnTo>
                    <a:pt x="635909" y="7569"/>
                  </a:lnTo>
                  <a:lnTo>
                    <a:pt x="638505" y="7569"/>
                  </a:lnTo>
                  <a:lnTo>
                    <a:pt x="641101" y="7569"/>
                  </a:lnTo>
                  <a:lnTo>
                    <a:pt x="643696" y="7569"/>
                  </a:lnTo>
                  <a:lnTo>
                    <a:pt x="646292" y="7569"/>
                  </a:lnTo>
                  <a:lnTo>
                    <a:pt x="648887" y="7569"/>
                  </a:lnTo>
                  <a:lnTo>
                    <a:pt x="651483" y="7569"/>
                  </a:lnTo>
                  <a:lnTo>
                    <a:pt x="654078" y="7569"/>
                  </a:lnTo>
                  <a:lnTo>
                    <a:pt x="656674" y="7569"/>
                  </a:lnTo>
                  <a:lnTo>
                    <a:pt x="659269" y="7569"/>
                  </a:lnTo>
                  <a:lnTo>
                    <a:pt x="661865" y="7569"/>
                  </a:lnTo>
                  <a:lnTo>
                    <a:pt x="664460" y="7569"/>
                  </a:lnTo>
                  <a:lnTo>
                    <a:pt x="667056" y="7569"/>
                  </a:lnTo>
                  <a:lnTo>
                    <a:pt x="669652" y="7569"/>
                  </a:lnTo>
                  <a:lnTo>
                    <a:pt x="672247" y="7569"/>
                  </a:lnTo>
                  <a:lnTo>
                    <a:pt x="674843" y="7569"/>
                  </a:lnTo>
                  <a:lnTo>
                    <a:pt x="677438" y="7569"/>
                  </a:lnTo>
                  <a:lnTo>
                    <a:pt x="680034" y="7569"/>
                  </a:lnTo>
                  <a:lnTo>
                    <a:pt x="682629" y="7569"/>
                  </a:lnTo>
                  <a:lnTo>
                    <a:pt x="685225" y="7569"/>
                  </a:lnTo>
                  <a:lnTo>
                    <a:pt x="687820" y="7569"/>
                  </a:lnTo>
                  <a:lnTo>
                    <a:pt x="690416" y="7569"/>
                  </a:lnTo>
                  <a:lnTo>
                    <a:pt x="693012" y="7569"/>
                  </a:lnTo>
                  <a:lnTo>
                    <a:pt x="695607" y="7569"/>
                  </a:lnTo>
                  <a:lnTo>
                    <a:pt x="700798" y="7569"/>
                  </a:lnTo>
                  <a:lnTo>
                    <a:pt x="703394" y="7569"/>
                  </a:lnTo>
                  <a:lnTo>
                    <a:pt x="705989" y="7569"/>
                  </a:lnTo>
                  <a:lnTo>
                    <a:pt x="708585" y="7569"/>
                  </a:lnTo>
                  <a:lnTo>
                    <a:pt x="711180" y="7569"/>
                  </a:lnTo>
                  <a:lnTo>
                    <a:pt x="713776" y="7569"/>
                  </a:lnTo>
                  <a:lnTo>
                    <a:pt x="716371" y="7569"/>
                  </a:lnTo>
                  <a:lnTo>
                    <a:pt x="718967" y="7569"/>
                  </a:lnTo>
                  <a:lnTo>
                    <a:pt x="721563" y="7569"/>
                  </a:lnTo>
                  <a:lnTo>
                    <a:pt x="724158" y="7569"/>
                  </a:lnTo>
                  <a:lnTo>
                    <a:pt x="726754" y="7569"/>
                  </a:lnTo>
                  <a:lnTo>
                    <a:pt x="726754" y="3784"/>
                  </a:lnTo>
                  <a:lnTo>
                    <a:pt x="729349" y="3784"/>
                  </a:lnTo>
                  <a:lnTo>
                    <a:pt x="731945" y="3784"/>
                  </a:lnTo>
                  <a:lnTo>
                    <a:pt x="734540" y="3784"/>
                  </a:lnTo>
                  <a:lnTo>
                    <a:pt x="737136" y="3784"/>
                  </a:lnTo>
                  <a:lnTo>
                    <a:pt x="739731" y="3784"/>
                  </a:lnTo>
                  <a:lnTo>
                    <a:pt x="742327" y="3784"/>
                  </a:lnTo>
                  <a:lnTo>
                    <a:pt x="744923" y="3784"/>
                  </a:lnTo>
                  <a:lnTo>
                    <a:pt x="747518" y="3784"/>
                  </a:lnTo>
                  <a:lnTo>
                    <a:pt x="750114" y="3784"/>
                  </a:lnTo>
                  <a:lnTo>
                    <a:pt x="752709" y="3784"/>
                  </a:lnTo>
                  <a:lnTo>
                    <a:pt x="755305" y="3784"/>
                  </a:lnTo>
                  <a:lnTo>
                    <a:pt x="757900" y="3784"/>
                  </a:lnTo>
                  <a:lnTo>
                    <a:pt x="760496" y="3784"/>
                  </a:lnTo>
                  <a:lnTo>
                    <a:pt x="763091" y="3784"/>
                  </a:lnTo>
                  <a:lnTo>
                    <a:pt x="765687" y="3784"/>
                  </a:lnTo>
                  <a:lnTo>
                    <a:pt x="768282" y="3784"/>
                  </a:lnTo>
                  <a:lnTo>
                    <a:pt x="770878" y="3784"/>
                  </a:lnTo>
                  <a:lnTo>
                    <a:pt x="773474" y="3784"/>
                  </a:lnTo>
                  <a:lnTo>
                    <a:pt x="776069" y="3784"/>
                  </a:lnTo>
                  <a:lnTo>
                    <a:pt x="778665" y="3784"/>
                  </a:lnTo>
                  <a:lnTo>
                    <a:pt x="781260" y="3784"/>
                  </a:lnTo>
                  <a:lnTo>
                    <a:pt x="783856" y="3784"/>
                  </a:lnTo>
                  <a:lnTo>
                    <a:pt x="786451" y="3784"/>
                  </a:lnTo>
                  <a:lnTo>
                    <a:pt x="789047" y="3784"/>
                  </a:lnTo>
                  <a:lnTo>
                    <a:pt x="791642" y="3784"/>
                  </a:lnTo>
                  <a:lnTo>
                    <a:pt x="794238" y="3784"/>
                  </a:lnTo>
                  <a:lnTo>
                    <a:pt x="796834" y="3784"/>
                  </a:lnTo>
                  <a:lnTo>
                    <a:pt x="799429" y="3784"/>
                  </a:lnTo>
                  <a:lnTo>
                    <a:pt x="802025" y="3784"/>
                  </a:lnTo>
                  <a:lnTo>
                    <a:pt x="804620" y="3784"/>
                  </a:lnTo>
                  <a:lnTo>
                    <a:pt x="807216" y="3784"/>
                  </a:lnTo>
                  <a:lnTo>
                    <a:pt x="809811" y="3784"/>
                  </a:lnTo>
                  <a:lnTo>
                    <a:pt x="812407" y="3784"/>
                  </a:lnTo>
                  <a:lnTo>
                    <a:pt x="815002" y="3784"/>
                  </a:lnTo>
                  <a:lnTo>
                    <a:pt x="817598" y="3784"/>
                  </a:lnTo>
                  <a:lnTo>
                    <a:pt x="820194" y="3784"/>
                  </a:lnTo>
                  <a:lnTo>
                    <a:pt x="822789" y="3784"/>
                  </a:lnTo>
                  <a:lnTo>
                    <a:pt x="825385" y="3784"/>
                  </a:lnTo>
                  <a:lnTo>
                    <a:pt x="827980" y="3784"/>
                  </a:lnTo>
                  <a:lnTo>
                    <a:pt x="830576" y="3784"/>
                  </a:lnTo>
                  <a:lnTo>
                    <a:pt x="833171" y="3784"/>
                  </a:lnTo>
                  <a:lnTo>
                    <a:pt x="835767" y="3784"/>
                  </a:lnTo>
                  <a:lnTo>
                    <a:pt x="838362" y="3784"/>
                  </a:lnTo>
                  <a:lnTo>
                    <a:pt x="840958" y="3784"/>
                  </a:lnTo>
                  <a:lnTo>
                    <a:pt x="843553" y="3784"/>
                  </a:lnTo>
                  <a:lnTo>
                    <a:pt x="846149" y="3784"/>
                  </a:lnTo>
                  <a:lnTo>
                    <a:pt x="848745" y="3784"/>
                  </a:lnTo>
                  <a:lnTo>
                    <a:pt x="851340" y="3784"/>
                  </a:lnTo>
                  <a:lnTo>
                    <a:pt x="853936" y="3784"/>
                  </a:lnTo>
                  <a:lnTo>
                    <a:pt x="856531" y="3784"/>
                  </a:lnTo>
                  <a:lnTo>
                    <a:pt x="859127" y="3784"/>
                  </a:lnTo>
                  <a:lnTo>
                    <a:pt x="861722" y="3784"/>
                  </a:lnTo>
                  <a:lnTo>
                    <a:pt x="864318" y="3784"/>
                  </a:lnTo>
                  <a:lnTo>
                    <a:pt x="866913" y="3784"/>
                  </a:lnTo>
                  <a:lnTo>
                    <a:pt x="869509" y="3784"/>
                  </a:lnTo>
                  <a:lnTo>
                    <a:pt x="872105" y="3784"/>
                  </a:lnTo>
                  <a:lnTo>
                    <a:pt x="874700" y="3784"/>
                  </a:lnTo>
                  <a:lnTo>
                    <a:pt x="877296" y="3784"/>
                  </a:lnTo>
                  <a:lnTo>
                    <a:pt x="879891" y="3784"/>
                  </a:lnTo>
                  <a:lnTo>
                    <a:pt x="882487" y="3784"/>
                  </a:lnTo>
                  <a:lnTo>
                    <a:pt x="885082" y="3784"/>
                  </a:lnTo>
                  <a:lnTo>
                    <a:pt x="887678" y="3784"/>
                  </a:lnTo>
                  <a:lnTo>
                    <a:pt x="890273" y="3784"/>
                  </a:lnTo>
                  <a:lnTo>
                    <a:pt x="892869" y="3784"/>
                  </a:lnTo>
                  <a:lnTo>
                    <a:pt x="895464" y="3784"/>
                  </a:lnTo>
                  <a:lnTo>
                    <a:pt x="898060" y="3784"/>
                  </a:lnTo>
                  <a:lnTo>
                    <a:pt x="900656" y="3784"/>
                  </a:lnTo>
                  <a:lnTo>
                    <a:pt x="903251" y="3784"/>
                  </a:lnTo>
                  <a:lnTo>
                    <a:pt x="905847" y="3784"/>
                  </a:lnTo>
                  <a:lnTo>
                    <a:pt x="908442" y="3784"/>
                  </a:lnTo>
                  <a:lnTo>
                    <a:pt x="911038" y="3784"/>
                  </a:lnTo>
                  <a:lnTo>
                    <a:pt x="913633" y="3784"/>
                  </a:lnTo>
                  <a:lnTo>
                    <a:pt x="916229" y="3784"/>
                  </a:lnTo>
                  <a:lnTo>
                    <a:pt x="918824" y="3784"/>
                  </a:lnTo>
                  <a:lnTo>
                    <a:pt x="921420" y="3784"/>
                  </a:lnTo>
                  <a:lnTo>
                    <a:pt x="924016" y="3784"/>
                  </a:lnTo>
                  <a:lnTo>
                    <a:pt x="926611" y="3784"/>
                  </a:lnTo>
                  <a:lnTo>
                    <a:pt x="929207" y="3784"/>
                  </a:lnTo>
                  <a:lnTo>
                    <a:pt x="931802" y="3784"/>
                  </a:lnTo>
                  <a:lnTo>
                    <a:pt x="934398" y="3784"/>
                  </a:lnTo>
                  <a:lnTo>
                    <a:pt x="936993" y="3784"/>
                  </a:lnTo>
                  <a:lnTo>
                    <a:pt x="939589" y="3784"/>
                  </a:lnTo>
                  <a:lnTo>
                    <a:pt x="942184" y="3784"/>
                  </a:lnTo>
                  <a:lnTo>
                    <a:pt x="944780" y="3784"/>
                  </a:lnTo>
                  <a:lnTo>
                    <a:pt x="947375" y="3784"/>
                  </a:lnTo>
                  <a:lnTo>
                    <a:pt x="949971" y="3784"/>
                  </a:lnTo>
                  <a:lnTo>
                    <a:pt x="952567" y="3784"/>
                  </a:lnTo>
                  <a:lnTo>
                    <a:pt x="955162" y="3784"/>
                  </a:lnTo>
                  <a:lnTo>
                    <a:pt x="957758" y="3784"/>
                  </a:lnTo>
                  <a:lnTo>
                    <a:pt x="960353" y="3784"/>
                  </a:lnTo>
                  <a:lnTo>
                    <a:pt x="962949" y="3784"/>
                  </a:lnTo>
                  <a:lnTo>
                    <a:pt x="965544" y="3784"/>
                  </a:lnTo>
                  <a:lnTo>
                    <a:pt x="968140" y="3784"/>
                  </a:lnTo>
                  <a:lnTo>
                    <a:pt x="970735" y="3784"/>
                  </a:lnTo>
                  <a:lnTo>
                    <a:pt x="973331" y="3784"/>
                  </a:lnTo>
                  <a:lnTo>
                    <a:pt x="975927" y="3784"/>
                  </a:lnTo>
                  <a:lnTo>
                    <a:pt x="978522" y="3784"/>
                  </a:lnTo>
                  <a:lnTo>
                    <a:pt x="981118" y="3784"/>
                  </a:lnTo>
                  <a:lnTo>
                    <a:pt x="983713" y="3784"/>
                  </a:lnTo>
                  <a:lnTo>
                    <a:pt x="986309" y="3784"/>
                  </a:lnTo>
                  <a:lnTo>
                    <a:pt x="988904" y="3784"/>
                  </a:lnTo>
                  <a:lnTo>
                    <a:pt x="991500" y="3784"/>
                  </a:lnTo>
                  <a:lnTo>
                    <a:pt x="994095" y="3784"/>
                  </a:lnTo>
                  <a:lnTo>
                    <a:pt x="996691" y="3784"/>
                  </a:lnTo>
                  <a:lnTo>
                    <a:pt x="999287" y="3784"/>
                  </a:lnTo>
                  <a:lnTo>
                    <a:pt x="1001882" y="3784"/>
                  </a:lnTo>
                  <a:lnTo>
                    <a:pt x="1004478" y="3784"/>
                  </a:lnTo>
                  <a:lnTo>
                    <a:pt x="1007073" y="3784"/>
                  </a:lnTo>
                  <a:lnTo>
                    <a:pt x="1009669" y="3784"/>
                  </a:lnTo>
                  <a:lnTo>
                    <a:pt x="1012264" y="3784"/>
                  </a:lnTo>
                  <a:lnTo>
                    <a:pt x="1014860" y="3784"/>
                  </a:lnTo>
                  <a:lnTo>
                    <a:pt x="1017455" y="3784"/>
                  </a:lnTo>
                  <a:lnTo>
                    <a:pt x="1020051" y="3784"/>
                  </a:lnTo>
                  <a:lnTo>
                    <a:pt x="1022646" y="3784"/>
                  </a:lnTo>
                  <a:lnTo>
                    <a:pt x="1025242" y="3784"/>
                  </a:lnTo>
                  <a:lnTo>
                    <a:pt x="1027838" y="3784"/>
                  </a:lnTo>
                  <a:lnTo>
                    <a:pt x="1030433" y="3784"/>
                  </a:lnTo>
                  <a:lnTo>
                    <a:pt x="1033029" y="3784"/>
                  </a:lnTo>
                  <a:lnTo>
                    <a:pt x="1035624" y="3784"/>
                  </a:lnTo>
                  <a:lnTo>
                    <a:pt x="1038220" y="3784"/>
                  </a:lnTo>
                  <a:lnTo>
                    <a:pt x="1040815" y="3784"/>
                  </a:lnTo>
                  <a:lnTo>
                    <a:pt x="1043411" y="3784"/>
                  </a:lnTo>
                  <a:lnTo>
                    <a:pt x="1046006" y="3784"/>
                  </a:lnTo>
                  <a:lnTo>
                    <a:pt x="1048602" y="3784"/>
                  </a:lnTo>
                  <a:lnTo>
                    <a:pt x="1051198" y="3784"/>
                  </a:lnTo>
                  <a:lnTo>
                    <a:pt x="1053793" y="3784"/>
                  </a:lnTo>
                  <a:lnTo>
                    <a:pt x="1056389" y="3784"/>
                  </a:lnTo>
                  <a:lnTo>
                    <a:pt x="1058984" y="3784"/>
                  </a:lnTo>
                  <a:lnTo>
                    <a:pt x="1061580" y="3784"/>
                  </a:lnTo>
                  <a:lnTo>
                    <a:pt x="1064175" y="3784"/>
                  </a:lnTo>
                  <a:lnTo>
                    <a:pt x="1066771" y="3784"/>
                  </a:lnTo>
                  <a:lnTo>
                    <a:pt x="1069366" y="3784"/>
                  </a:lnTo>
                  <a:lnTo>
                    <a:pt x="1071962" y="3784"/>
                  </a:lnTo>
                  <a:lnTo>
                    <a:pt x="1074557" y="3784"/>
                  </a:lnTo>
                  <a:lnTo>
                    <a:pt x="1077153" y="3784"/>
                  </a:lnTo>
                  <a:lnTo>
                    <a:pt x="1079749" y="3784"/>
                  </a:lnTo>
                  <a:lnTo>
                    <a:pt x="1082344" y="3784"/>
                  </a:lnTo>
                  <a:lnTo>
                    <a:pt x="1084940" y="3784"/>
                  </a:lnTo>
                  <a:lnTo>
                    <a:pt x="1087535" y="3784"/>
                  </a:lnTo>
                  <a:lnTo>
                    <a:pt x="1090131" y="3784"/>
                  </a:lnTo>
                  <a:lnTo>
                    <a:pt x="1092726" y="3784"/>
                  </a:lnTo>
                  <a:lnTo>
                    <a:pt x="1095322" y="3784"/>
                  </a:lnTo>
                  <a:lnTo>
                    <a:pt x="1097917" y="3784"/>
                  </a:lnTo>
                  <a:lnTo>
                    <a:pt x="1100513" y="3784"/>
                  </a:lnTo>
                  <a:lnTo>
                    <a:pt x="1103109" y="3784"/>
                  </a:lnTo>
                  <a:lnTo>
                    <a:pt x="1105704" y="3784"/>
                  </a:lnTo>
                  <a:lnTo>
                    <a:pt x="1108300" y="3784"/>
                  </a:lnTo>
                  <a:lnTo>
                    <a:pt x="1110895" y="3784"/>
                  </a:lnTo>
                  <a:lnTo>
                    <a:pt x="1113491" y="3784"/>
                  </a:lnTo>
                  <a:lnTo>
                    <a:pt x="1116086" y="3784"/>
                  </a:lnTo>
                  <a:lnTo>
                    <a:pt x="1118682" y="3784"/>
                  </a:lnTo>
                  <a:lnTo>
                    <a:pt x="1121277" y="3784"/>
                  </a:lnTo>
                  <a:lnTo>
                    <a:pt x="1123873" y="3784"/>
                  </a:lnTo>
                  <a:lnTo>
                    <a:pt x="1126468" y="3784"/>
                  </a:lnTo>
                  <a:lnTo>
                    <a:pt x="1129064" y="3784"/>
                  </a:lnTo>
                  <a:lnTo>
                    <a:pt x="1131660" y="3784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87078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90473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tx813"/>
            <p:cNvSpPr/>
            <p:nvPr/>
          </p:nvSpPr>
          <p:spPr>
            <a:xfrm>
              <a:off x="9092891" y="2060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1.81 [1.113, 2.347]</a:t>
              </a:r>
            </a:p>
          </p:txBody>
        </p:sp>
        <p:sp>
          <p:nvSpPr>
            <p:cNvPr id="814" name="tx814"/>
            <p:cNvSpPr/>
            <p:nvPr/>
          </p:nvSpPr>
          <p:spPr>
            <a:xfrm>
              <a:off x="90928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0.981</a:t>
              </a:r>
            </a:p>
          </p:txBody>
        </p:sp>
        <p:sp>
          <p:nvSpPr>
            <p:cNvPr id="815" name="tx815"/>
            <p:cNvSpPr/>
            <p:nvPr/>
          </p:nvSpPr>
          <p:spPr>
            <a:xfrm>
              <a:off x="90928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0.918</a:t>
              </a:r>
            </a:p>
          </p:txBody>
        </p:sp>
        <p:sp>
          <p:nvSpPr>
            <p:cNvPr id="816" name="tx816"/>
            <p:cNvSpPr/>
            <p:nvPr/>
          </p:nvSpPr>
          <p:spPr>
            <a:xfrm>
              <a:off x="90928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0.970</a:t>
              </a:r>
            </a:p>
          </p:txBody>
        </p:sp>
        <p:sp>
          <p:nvSpPr>
            <p:cNvPr id="817" name="tx817"/>
            <p:cNvSpPr/>
            <p:nvPr/>
          </p:nvSpPr>
          <p:spPr>
            <a:xfrm>
              <a:off x="83513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18" name="tx818"/>
            <p:cNvSpPr/>
            <p:nvPr/>
          </p:nvSpPr>
          <p:spPr>
            <a:xfrm>
              <a:off x="83513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19" name="tx819"/>
            <p:cNvSpPr/>
            <p:nvPr/>
          </p:nvSpPr>
          <p:spPr>
            <a:xfrm>
              <a:off x="83513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0" name="tx820"/>
            <p:cNvSpPr/>
            <p:nvPr/>
          </p:nvSpPr>
          <p:spPr>
            <a:xfrm>
              <a:off x="83513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1" name="tx821"/>
            <p:cNvSpPr/>
            <p:nvPr/>
          </p:nvSpPr>
          <p:spPr>
            <a:xfrm>
              <a:off x="83513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2" name="tx822"/>
            <p:cNvSpPr/>
            <p:nvPr/>
          </p:nvSpPr>
          <p:spPr>
            <a:xfrm>
              <a:off x="86260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23" name="tx823"/>
            <p:cNvSpPr/>
            <p:nvPr/>
          </p:nvSpPr>
          <p:spPr>
            <a:xfrm>
              <a:off x="89089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24" name="tx824"/>
            <p:cNvSpPr/>
            <p:nvPr/>
          </p:nvSpPr>
          <p:spPr>
            <a:xfrm>
              <a:off x="91918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25" name="tx825"/>
            <p:cNvSpPr/>
            <p:nvPr/>
          </p:nvSpPr>
          <p:spPr>
            <a:xfrm>
              <a:off x="94747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97576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27" name="tx827"/>
            <p:cNvSpPr/>
            <p:nvPr/>
          </p:nvSpPr>
          <p:spPr>
            <a:xfrm>
              <a:off x="79518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69802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829" name="tx829"/>
            <p:cNvSpPr/>
            <p:nvPr/>
          </p:nvSpPr>
          <p:spPr>
            <a:xfrm>
              <a:off x="8707863" y="1231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</a:t>
              </a:r>
            </a:p>
          </p:txBody>
        </p:sp>
        <p:sp>
          <p:nvSpPr>
            <p:cNvPr id="830" name="rc830"/>
            <p:cNvSpPr/>
            <p:nvPr/>
          </p:nvSpPr>
          <p:spPr>
            <a:xfrm>
              <a:off x="10698162" y="11430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11098526" y="266934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11098526" y="23111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11098526" y="195289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11098526" y="1594672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1134209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12315166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1328823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1426129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1523436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11098526" y="2848458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11098526" y="2490233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11098526" y="2132009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11098526" y="1773784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1182863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12801699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13774765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14747832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2217223" y="2556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2383705" y="2662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2023213" y="271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2887738" y="2535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2892981" y="24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3052908" y="2478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2355521" y="2576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2196905" y="2599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2095967" y="2590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3372763" y="266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2200182" y="254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2607210" y="256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2405990" y="2565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792499" y="261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769558" y="275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3283623" y="2462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3482876" y="267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3533345" y="27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2002895" y="2724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2330614" y="27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2241474" y="24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2266381" y="2460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2328648" y="261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2675375" y="2634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2713391" y="2564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2603277" y="2441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2524624" y="2410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3777169" y="2496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4332326" y="2480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3417988" y="242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3174820" y="239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3380628" y="259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3366208" y="2608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2683896" y="2673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4161911" y="2438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4564351" y="238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2254583" y="2653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2520692" y="2710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987819" y="2488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825271" y="24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3050942" y="252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3159089" y="2364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3433063" y="237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3551042" y="238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3622485" y="238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3625762" y="2388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4213691" y="2368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4504706" y="23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2476777" y="249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888848" y="276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2065817" y="2648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896713" y="2592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892781" y="2620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4122585" y="249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3982321" y="2478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3785689" y="2679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2250651" y="2649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2366663" y="258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2475466" y="260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2647847" y="243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2682585" y="261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2407301" y="24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2449904" y="2414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2548875" y="2509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2715357" y="2508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2563295" y="253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3632317" y="2683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3613964" y="253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3608721" y="2596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11976022" y="244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12008138" y="2685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12078270" y="264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14101611" y="255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14441784" y="251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4272025" y="2567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14280546" y="2538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2217223" y="2656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12213946" y="2644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12048120" y="257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12117596" y="25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12142503" y="255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12794010" y="2654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13085025" y="2617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12258516" y="2633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12362075" y="2442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3527446" y="2546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2281456" y="261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2824160" y="2470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12651124" y="239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13362931" y="259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14079326" y="2533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13809285" y="2550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13861720" y="2514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12191661" y="2732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12179863" y="2452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12055985" y="2680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12130705" y="2533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12282767" y="2694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12509549" y="2720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12301775" y="2429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12164788" y="2677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13109276" y="2554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13522203" y="2646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13825016" y="262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11862631" y="2571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12493163" y="2680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2746818" y="269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12589513" y="268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12855621" y="2434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12962458" y="2395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13332781" y="238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13041766" y="2355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12386982" y="2553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12385671" y="2683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12424342" y="272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2398124" y="2708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12390259" y="2490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12405334" y="2672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12388293" y="267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14274647" y="2361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14237287" y="2362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14549276" y="234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11850833" y="277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11934729" y="2603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12350933" y="2716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12088102" y="2512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12097933" y="271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12486609" y="2479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12710114" y="2511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12170687" y="271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12278179" y="260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12609176" y="2633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12631461" y="2493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13249540" y="258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13302631" y="2574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11854765" y="2680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11845589" y="276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12951315" y="2531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12452526" y="2434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12499718" y="24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12496440" y="2377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12334547" y="2702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12444661" y="258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12566572" y="262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12447938" y="2652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12449904" y="2620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12414510" y="2499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12493819" y="2413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13269203" y="2517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13147947" y="253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13022758" y="2512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13388493" y="242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12911989" y="269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949804" y="250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2033045" y="2521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2057951" y="2521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856732" y="266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2067128" y="2694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2520692" y="2563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2409922" y="263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3156468" y="2414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3221356" y="2406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4190095" y="2639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3929886" y="263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4102266" y="2601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4497496" y="2666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818061" y="2607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861320" y="2745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2043532" y="252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3212180" y="2471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3337369" y="2622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3592990" y="2687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3472389" y="261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4152080" y="2476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3437651" y="2502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2712080" y="2400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806263" y="250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3241675" y="2590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3124351" y="254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3149258" y="257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3539244" y="2501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2098589" y="2654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2984743" y="254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816094" y="2611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877706" y="2531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911789" y="2738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3712280" y="261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3698516" y="2523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3508439" y="25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4135694" y="2404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763004" y="2660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765626" y="251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768903" y="248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2411233" y="2693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3227255" y="2608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2193627" y="2701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2938862" y="2621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11301608" y="1440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11098526" y="2617056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11118501" y="1440278"/>
              <a:ext cx="953397" cy="257331"/>
            </a:xfrm>
            <a:custGeom>
              <a:avLst/>
              <a:pathLst>
                <a:path w="953397" h="257331">
                  <a:moveTo>
                    <a:pt x="25146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tx1049"/>
            <p:cNvSpPr/>
            <p:nvPr/>
          </p:nvSpPr>
          <p:spPr>
            <a:xfrm>
              <a:off x="11160411" y="1352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11618529" y="1524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051" name="pg1051"/>
            <p:cNvSpPr/>
            <p:nvPr/>
          </p:nvSpPr>
          <p:spPr>
            <a:xfrm>
              <a:off x="11110657" y="2208183"/>
              <a:ext cx="961242" cy="384988"/>
            </a:xfrm>
            <a:custGeom>
              <a:avLst/>
              <a:pathLst>
                <a:path w="961242" h="384988">
                  <a:moveTo>
                    <a:pt x="25146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tx1052"/>
            <p:cNvSpPr/>
            <p:nvPr/>
          </p:nvSpPr>
          <p:spPr>
            <a:xfrm>
              <a:off x="11152567" y="222069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053" name="tx1053"/>
            <p:cNvSpPr/>
            <p:nvPr/>
          </p:nvSpPr>
          <p:spPr>
            <a:xfrm>
              <a:off x="11346632" y="242015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054" name="pg1054"/>
            <p:cNvSpPr/>
            <p:nvPr/>
          </p:nvSpPr>
          <p:spPr>
            <a:xfrm>
              <a:off x="12389200" y="1440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tx1055"/>
            <p:cNvSpPr/>
            <p:nvPr/>
          </p:nvSpPr>
          <p:spPr>
            <a:xfrm>
              <a:off x="12431110" y="1352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056" name="tx1056"/>
            <p:cNvSpPr/>
            <p:nvPr/>
          </p:nvSpPr>
          <p:spPr>
            <a:xfrm>
              <a:off x="12562965" y="15245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057" name="pg1057"/>
            <p:cNvSpPr/>
            <p:nvPr/>
          </p:nvSpPr>
          <p:spPr>
            <a:xfrm>
              <a:off x="12272624" y="220818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tx1058"/>
            <p:cNvSpPr/>
            <p:nvPr/>
          </p:nvSpPr>
          <p:spPr>
            <a:xfrm>
              <a:off x="12314534" y="222069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059" name="tx1059"/>
            <p:cNvSpPr/>
            <p:nvPr/>
          </p:nvSpPr>
          <p:spPr>
            <a:xfrm>
              <a:off x="12485271" y="2420156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060" name="rc1060"/>
            <p:cNvSpPr/>
            <p:nvPr/>
          </p:nvSpPr>
          <p:spPr>
            <a:xfrm>
              <a:off x="11098526" y="14402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tx1061"/>
            <p:cNvSpPr/>
            <p:nvPr/>
          </p:nvSpPr>
          <p:spPr>
            <a:xfrm>
              <a:off x="10936523" y="2806766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10936523" y="2450233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10973740" y="209031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4" name="tx1064"/>
            <p:cNvSpPr/>
            <p:nvPr/>
          </p:nvSpPr>
          <p:spPr>
            <a:xfrm>
              <a:off x="10973740" y="1733784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65" name="pl1065"/>
            <p:cNvSpPr/>
            <p:nvPr/>
          </p:nvSpPr>
          <p:spPr>
            <a:xfrm>
              <a:off x="11063731" y="284845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11063731" y="249023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11063731" y="21320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11063731" y="17737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11828632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12801699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13774765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14747832" y="2866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tx1073"/>
            <p:cNvSpPr/>
            <p:nvPr/>
          </p:nvSpPr>
          <p:spPr>
            <a:xfrm>
              <a:off x="11797555" y="2927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12739543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75" name="tx1075"/>
            <p:cNvSpPr/>
            <p:nvPr/>
          </p:nvSpPr>
          <p:spPr>
            <a:xfrm>
              <a:off x="13712610" y="2927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76" name="tx1076"/>
            <p:cNvSpPr/>
            <p:nvPr/>
          </p:nvSpPr>
          <p:spPr>
            <a:xfrm>
              <a:off x="14685676" y="2927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12474618" y="3047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078" name="tx1078"/>
            <p:cNvSpPr/>
            <p:nvPr/>
          </p:nvSpPr>
          <p:spPr>
            <a:xfrm rot="-5400000">
              <a:off x="10018091" y="20879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pTau217 (Z)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11098526" y="1208496"/>
              <a:ext cx="16764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C.</a:t>
              </a:r>
            </a:p>
          </p:txBody>
        </p:sp>
        <p:sp>
          <p:nvSpPr>
            <p:cNvPr id="1080" name="rc1080"/>
            <p:cNvSpPr/>
            <p:nvPr/>
          </p:nvSpPr>
          <p:spPr>
            <a:xfrm>
              <a:off x="16292827" y="11430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16937463" y="2557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16937463" y="2274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16937463" y="1991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16937463" y="1709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1713550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1741841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17701333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17984248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16937463" y="2699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16937463" y="2416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16937463" y="2133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16937463" y="1850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16937463" y="1567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1699404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1727696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1755987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17842791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18125706" y="1510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16994046" y="1567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16937463" y="1510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17276961" y="2045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tx1102"/>
            <p:cNvSpPr/>
            <p:nvPr/>
          </p:nvSpPr>
          <p:spPr>
            <a:xfrm>
              <a:off x="17322491" y="20601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-5.42 [-6.889, -4.149]</a:t>
              </a:r>
            </a:p>
          </p:txBody>
        </p:sp>
        <p:sp>
          <p:nvSpPr>
            <p:cNvPr id="1103" name="tx1103"/>
            <p:cNvSpPr/>
            <p:nvPr/>
          </p:nvSpPr>
          <p:spPr>
            <a:xfrm>
              <a:off x="17322491" y="2305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104" name="tx1104"/>
            <p:cNvSpPr/>
            <p:nvPr/>
          </p:nvSpPr>
          <p:spPr>
            <a:xfrm>
              <a:off x="17322491" y="2525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105" name="tx1105"/>
            <p:cNvSpPr/>
            <p:nvPr/>
          </p:nvSpPr>
          <p:spPr>
            <a:xfrm>
              <a:off x="17322491" y="2744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106" name="tx1106"/>
            <p:cNvSpPr/>
            <p:nvPr/>
          </p:nvSpPr>
          <p:spPr>
            <a:xfrm>
              <a:off x="16580912" y="2646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07" name="tx1107"/>
            <p:cNvSpPr/>
            <p:nvPr/>
          </p:nvSpPr>
          <p:spPr>
            <a:xfrm>
              <a:off x="16580912" y="2363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08" name="tx1108"/>
            <p:cNvSpPr/>
            <p:nvPr/>
          </p:nvSpPr>
          <p:spPr>
            <a:xfrm>
              <a:off x="16580912" y="2080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09" name="tx1109"/>
            <p:cNvSpPr/>
            <p:nvPr/>
          </p:nvSpPr>
          <p:spPr>
            <a:xfrm>
              <a:off x="16580912" y="1797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0" name="tx1110"/>
            <p:cNvSpPr/>
            <p:nvPr/>
          </p:nvSpPr>
          <p:spPr>
            <a:xfrm>
              <a:off x="16580912" y="1514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1" name="tx1111"/>
            <p:cNvSpPr/>
            <p:nvPr/>
          </p:nvSpPr>
          <p:spPr>
            <a:xfrm>
              <a:off x="1685562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12" name="tx1112"/>
            <p:cNvSpPr/>
            <p:nvPr/>
          </p:nvSpPr>
          <p:spPr>
            <a:xfrm>
              <a:off x="1713854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13" name="tx1113"/>
            <p:cNvSpPr/>
            <p:nvPr/>
          </p:nvSpPr>
          <p:spPr>
            <a:xfrm>
              <a:off x="1742145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17704371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17987286" y="2833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16181492" y="2983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117" name="tx1117"/>
            <p:cNvSpPr/>
            <p:nvPr/>
          </p:nvSpPr>
          <p:spPr>
            <a:xfrm rot="-5400000">
              <a:off x="15209894" y="2049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118" name="tx1118"/>
            <p:cNvSpPr/>
            <p:nvPr/>
          </p:nvSpPr>
          <p:spPr>
            <a:xfrm>
              <a:off x="16937463" y="12315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D.</a:t>
              </a:r>
            </a:p>
          </p:txBody>
        </p:sp>
        <p:sp>
          <p:nvSpPr>
            <p:cNvPr id="1119" name="rc1119"/>
            <p:cNvSpPr/>
            <p:nvPr/>
          </p:nvSpPr>
          <p:spPr>
            <a:xfrm>
              <a:off x="24685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2964176" y="463667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2964176" y="42382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2964176" y="383988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38650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9098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59547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69995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2964176" y="48358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2964176" y="44374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2964176" y="403908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2964176" y="364068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33425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3874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54322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64771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283789" y="4766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553343" y="4790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920217" y="383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259860" y="481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335166" y="4824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302791" y="4820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819379" y="4624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417510" y="4823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366837" y="47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631465" y="442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616176" y="46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256341" y="4818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278158" y="481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274736" y="4746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303495" y="4788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302087" y="4796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3240153" y="481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214816" y="4821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314756" y="4815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982660" y="4526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964361" y="44638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4258549" y="424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490705" y="4730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3312644" y="4798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174894" y="475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56596" y="4732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3531526" y="4765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306310" y="4797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236634" y="482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318979" y="4816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3201444" y="4820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267601" y="481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3354872" y="481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3243672" y="479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251414" y="4796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441439" y="4803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892768" y="431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494224" y="479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881313" y="476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258452" y="4814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354168" y="4809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355576" y="480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480148" y="4801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314756" y="480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368244" y="4802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301384" y="4811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342908" y="480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807512" y="4317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908155" y="441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384432" y="4815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3459738" y="4806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270417" y="480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246487" y="4816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892671" y="3613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219039" y="480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174700" y="4806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4262772" y="4677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5849837" y="4071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994115" y="3951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316867" y="4820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322498" y="4808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4977127" y="4289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003168" y="437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340796" y="4767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441634" y="4572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4773026" y="449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067213" y="441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270611" y="4433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3290123" y="481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283789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292234" y="4822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347131" y="4803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941136" y="4754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3240857" y="480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4040372" y="4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599090" y="475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247895" y="4794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387247" y="4805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901723" y="477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742058" y="468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311237" y="4817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349946" y="4809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291530" y="4816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340093" y="479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318275" y="4793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663937" y="4762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351353" y="4809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445857" y="4694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497938" y="458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582903" y="4807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266194" y="478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632970" y="4450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151572" y="4304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3318979" y="4814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323201" y="4812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3280270" y="4807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351353" y="4808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3255637" y="4821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841901" y="4755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364725" y="481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576569" y="448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4404939" y="448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368948" y="481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374579" y="480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51353" y="4818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31647" y="4793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25313" y="4788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37277" y="4810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295753" y="47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37277" y="4723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285900" y="4797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3324609" y="4820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332351" y="482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681435" y="4537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3364725" y="4818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3385136" y="481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323201" y="4817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3351353" y="4806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3159920" y="480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4381010" y="467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693496" y="4660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319682" y="481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3327424" y="4786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3452700" y="4765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3332351" y="4799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3261971" y="481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3212001" y="481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830640" y="462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3330943" y="4821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346427" y="482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761158" y="4537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527497" y="4598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3223966" y="4811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815253" y="4323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3264786" y="4819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3668766" y="4765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3832047" y="4730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3280270" y="4823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3344315" y="482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3331647" y="4822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3342908" y="482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3351353" y="4825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3288715" y="4821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3629354" y="465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3245784" y="481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210594" y="480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3242968" y="479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3316163" y="4821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3286604" y="4809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3232411" y="4818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3254933" y="482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3246487" y="4825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3364022" y="477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3461146" y="4781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4170574" y="4283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3927764" y="4583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3299976" y="4799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3984068" y="4778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3955916" y="4718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3947470" y="4743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3963658" y="458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3412584" y="479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3905242" y="4806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3968584" y="474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4290924" y="4260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3201444" y="4795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3278862" y="4551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3257748" y="4451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4870150" y="4266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927157" y="4120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38879" y="379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3388655" y="481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4014331" y="387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061486" y="392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615375" y="4599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4136792" y="4618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4011516" y="454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3314052" y="4816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3330239" y="482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3284492" y="4811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3234523" y="480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4891264" y="4178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3883425" y="4666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3211297" y="4828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3290827" y="4816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019355" y="436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3474518" y="4789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3590645" y="479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3374579" y="481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3857384" y="4553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3244376" y="4809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3295049" y="4793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3295049" y="480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3285196" y="4803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3356280" y="481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3787708" y="4751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3995329" y="4723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249400" y="4741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3399212" y="4814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3315460" y="4143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3326017" y="4257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3379505" y="4779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4278959" y="4704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3248599" y="481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3273232" y="4817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3944655" y="4711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4964459" y="4587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238940" y="46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3917207" y="471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839280" y="3654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3316163" y="4790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4762469" y="4469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3635688" y="475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3687065" y="472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3886240" y="4711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3896093" y="4681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3316163" y="4808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367031" y="467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352251" y="4488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3375282" y="481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3264082" y="479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3426660" y="461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3246487" y="4801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3273936" y="4804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3276751" y="479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3280270" y="4804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3328832" y="480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3228892" y="481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3313348" y="4820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3257748" y="4814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3328832" y="4814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3474518" y="4808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3777151" y="4729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3941136" y="468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4180428" y="4619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3293642" y="4800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3297865" y="4782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3606832" y="4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3325313" y="48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3261267" y="4807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4846221" y="4427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838576" y="3985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3338685" y="4786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3334462" y="478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3359095" y="4794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4536549" y="4526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3254229" y="4808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781401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964176" y="479404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2964176" y="4145385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tx1386"/>
            <p:cNvSpPr/>
            <p:nvPr/>
          </p:nvSpPr>
          <p:spPr>
            <a:xfrm>
              <a:off x="2692302" y="4185658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387" name="tx1387"/>
            <p:cNvSpPr/>
            <p:nvPr/>
          </p:nvSpPr>
          <p:spPr>
            <a:xfrm>
              <a:off x="2956217" y="4357358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(6.1%)</a:t>
              </a:r>
            </a:p>
          </p:txBody>
        </p:sp>
        <p:sp>
          <p:nvSpPr>
            <p:cNvPr id="1388" name="pg1388"/>
            <p:cNvSpPr/>
            <p:nvPr/>
          </p:nvSpPr>
          <p:spPr>
            <a:xfrm>
              <a:off x="29641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tx1389"/>
            <p:cNvSpPr/>
            <p:nvPr/>
          </p:nvSpPr>
          <p:spPr>
            <a:xfrm>
              <a:off x="26844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390" name="tx1390"/>
            <p:cNvSpPr/>
            <p:nvPr/>
          </p:nvSpPr>
          <p:spPr>
            <a:xfrm>
              <a:off x="2800828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143 (57.9%)</a:t>
              </a:r>
            </a:p>
          </p:txBody>
        </p:sp>
        <p:sp>
          <p:nvSpPr>
            <p:cNvPr id="1391" name="pg1391"/>
            <p:cNvSpPr/>
            <p:nvPr/>
          </p:nvSpPr>
          <p:spPr>
            <a:xfrm>
              <a:off x="4010833" y="4145385"/>
              <a:ext cx="899032" cy="384988"/>
            </a:xfrm>
            <a:custGeom>
              <a:avLst/>
              <a:pathLst>
                <a:path w="899032" h="384988">
                  <a:moveTo>
                    <a:pt x="25146" y="384988"/>
                  </a:moveTo>
                  <a:lnTo>
                    <a:pt x="873886" y="384988"/>
                  </a:lnTo>
                  <a:lnTo>
                    <a:pt x="872873" y="384967"/>
                  </a:lnTo>
                  <a:lnTo>
                    <a:pt x="876917" y="384804"/>
                  </a:lnTo>
                  <a:lnTo>
                    <a:pt x="880882" y="383995"/>
                  </a:lnTo>
                  <a:lnTo>
                    <a:pt x="884666" y="382560"/>
                  </a:lnTo>
                  <a:lnTo>
                    <a:pt x="888170" y="380536"/>
                  </a:lnTo>
                  <a:lnTo>
                    <a:pt x="891305" y="377977"/>
                  </a:lnTo>
                  <a:lnTo>
                    <a:pt x="893989" y="374948"/>
                  </a:lnTo>
                  <a:lnTo>
                    <a:pt x="896151" y="371528"/>
                  </a:lnTo>
                  <a:lnTo>
                    <a:pt x="897738" y="367805"/>
                  </a:lnTo>
                  <a:lnTo>
                    <a:pt x="898706" y="363875"/>
                  </a:lnTo>
                  <a:lnTo>
                    <a:pt x="899032" y="359842"/>
                  </a:lnTo>
                  <a:lnTo>
                    <a:pt x="899032" y="25146"/>
                  </a:lnTo>
                  <a:lnTo>
                    <a:pt x="898706" y="21112"/>
                  </a:lnTo>
                  <a:lnTo>
                    <a:pt x="897738" y="17183"/>
                  </a:lnTo>
                  <a:lnTo>
                    <a:pt x="896151" y="13460"/>
                  </a:lnTo>
                  <a:lnTo>
                    <a:pt x="893989" y="10039"/>
                  </a:lnTo>
                  <a:lnTo>
                    <a:pt x="891305" y="7010"/>
                  </a:lnTo>
                  <a:lnTo>
                    <a:pt x="888170" y="4451"/>
                  </a:lnTo>
                  <a:lnTo>
                    <a:pt x="884666" y="2427"/>
                  </a:lnTo>
                  <a:lnTo>
                    <a:pt x="880882" y="992"/>
                  </a:lnTo>
                  <a:lnTo>
                    <a:pt x="876917" y="183"/>
                  </a:lnTo>
                  <a:lnTo>
                    <a:pt x="873886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tx1392"/>
            <p:cNvSpPr/>
            <p:nvPr/>
          </p:nvSpPr>
          <p:spPr>
            <a:xfrm>
              <a:off x="4052743" y="4185658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393" name="tx1393"/>
            <p:cNvSpPr/>
            <p:nvPr/>
          </p:nvSpPr>
          <p:spPr>
            <a:xfrm>
              <a:off x="4184598" y="4357358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87 (35.2%)</a:t>
              </a:r>
            </a:p>
          </p:txBody>
        </p:sp>
        <p:sp>
          <p:nvSpPr>
            <p:cNvPr id="1394" name="pg1394"/>
            <p:cNvSpPr/>
            <p:nvPr/>
          </p:nvSpPr>
          <p:spPr>
            <a:xfrm>
              <a:off x="38942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tx1395"/>
            <p:cNvSpPr/>
            <p:nvPr/>
          </p:nvSpPr>
          <p:spPr>
            <a:xfrm>
              <a:off x="39361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396" name="tx1396"/>
            <p:cNvSpPr/>
            <p:nvPr/>
          </p:nvSpPr>
          <p:spPr>
            <a:xfrm>
              <a:off x="4339987" y="4954952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(0.8%)</a:t>
              </a:r>
            </a:p>
          </p:txBody>
        </p:sp>
        <p:sp>
          <p:nvSpPr>
            <p:cNvPr id="1397" name="rc1397"/>
            <p:cNvSpPr/>
            <p:nvPr/>
          </p:nvSpPr>
          <p:spPr>
            <a:xfrm>
              <a:off x="29641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tx1398"/>
            <p:cNvSpPr/>
            <p:nvPr/>
          </p:nvSpPr>
          <p:spPr>
            <a:xfrm>
              <a:off x="2839390" y="4794182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399" name="tx1399"/>
            <p:cNvSpPr/>
            <p:nvPr/>
          </p:nvSpPr>
          <p:spPr>
            <a:xfrm>
              <a:off x="2777234" y="439578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400" name="tx1400"/>
            <p:cNvSpPr/>
            <p:nvPr/>
          </p:nvSpPr>
          <p:spPr>
            <a:xfrm>
              <a:off x="2777234" y="399739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401" name="tx1401"/>
            <p:cNvSpPr/>
            <p:nvPr/>
          </p:nvSpPr>
          <p:spPr>
            <a:xfrm>
              <a:off x="2715079" y="3598994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402" name="pl1402"/>
            <p:cNvSpPr/>
            <p:nvPr/>
          </p:nvSpPr>
          <p:spPr>
            <a:xfrm>
              <a:off x="2929381" y="48358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929381" y="44374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929381" y="40390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929381" y="36406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3425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43874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54322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64771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tx1410"/>
            <p:cNvSpPr/>
            <p:nvPr/>
          </p:nvSpPr>
          <p:spPr>
            <a:xfrm>
              <a:off x="33114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11" name="tx1411"/>
            <p:cNvSpPr/>
            <p:nvPr/>
          </p:nvSpPr>
          <p:spPr>
            <a:xfrm>
              <a:off x="43252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12" name="tx1412"/>
            <p:cNvSpPr/>
            <p:nvPr/>
          </p:nvSpPr>
          <p:spPr>
            <a:xfrm>
              <a:off x="53701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13" name="tx1413"/>
            <p:cNvSpPr/>
            <p:nvPr/>
          </p:nvSpPr>
          <p:spPr>
            <a:xfrm>
              <a:off x="64150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14" name="tx1414"/>
            <p:cNvSpPr/>
            <p:nvPr/>
          </p:nvSpPr>
          <p:spPr>
            <a:xfrm>
              <a:off x="42926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415" name="tx1415"/>
            <p:cNvSpPr/>
            <p:nvPr/>
          </p:nvSpPr>
          <p:spPr>
            <a:xfrm rot="-5400000">
              <a:off x="1734126" y="42215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(Z)</a:t>
              </a:r>
            </a:p>
          </p:txBody>
        </p:sp>
        <p:sp>
          <p:nvSpPr>
            <p:cNvPr id="1416" name="tx1416"/>
            <p:cNvSpPr/>
            <p:nvPr/>
          </p:nvSpPr>
          <p:spPr>
            <a:xfrm>
              <a:off x="2964176" y="33461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E.</a:t>
              </a:r>
            </a:p>
          </p:txBody>
        </p:sp>
        <p:sp>
          <p:nvSpPr>
            <p:cNvPr id="1417" name="rc1417"/>
            <p:cNvSpPr/>
            <p:nvPr/>
          </p:nvSpPr>
          <p:spPr>
            <a:xfrm>
              <a:off x="80632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87078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87078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87078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87078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89059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91888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94717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97546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87078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87078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87078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87078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87078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87644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90473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93302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96131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98961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87644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8944"/>
                  </a:lnTo>
                  <a:lnTo>
                    <a:pt x="0" y="1106229"/>
                  </a:lnTo>
                  <a:lnTo>
                    <a:pt x="0" y="1093514"/>
                  </a:lnTo>
                  <a:lnTo>
                    <a:pt x="0" y="1080798"/>
                  </a:lnTo>
                  <a:lnTo>
                    <a:pt x="0" y="1068083"/>
                  </a:lnTo>
                  <a:lnTo>
                    <a:pt x="0" y="1055368"/>
                  </a:lnTo>
                  <a:lnTo>
                    <a:pt x="0" y="1042653"/>
                  </a:lnTo>
                  <a:lnTo>
                    <a:pt x="0" y="1029937"/>
                  </a:lnTo>
                  <a:lnTo>
                    <a:pt x="0" y="1017222"/>
                  </a:lnTo>
                  <a:lnTo>
                    <a:pt x="0" y="1004507"/>
                  </a:lnTo>
                  <a:lnTo>
                    <a:pt x="0" y="991791"/>
                  </a:lnTo>
                  <a:lnTo>
                    <a:pt x="7162" y="991791"/>
                  </a:lnTo>
                  <a:lnTo>
                    <a:pt x="7162" y="979076"/>
                  </a:lnTo>
                  <a:lnTo>
                    <a:pt x="7162" y="966361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14324" y="940930"/>
                  </a:lnTo>
                  <a:lnTo>
                    <a:pt x="14324" y="928215"/>
                  </a:lnTo>
                  <a:lnTo>
                    <a:pt x="14324" y="915500"/>
                  </a:lnTo>
                  <a:lnTo>
                    <a:pt x="14324" y="902785"/>
                  </a:lnTo>
                  <a:lnTo>
                    <a:pt x="14324" y="890069"/>
                  </a:lnTo>
                  <a:lnTo>
                    <a:pt x="14324" y="877354"/>
                  </a:lnTo>
                  <a:lnTo>
                    <a:pt x="14324" y="864639"/>
                  </a:lnTo>
                  <a:lnTo>
                    <a:pt x="14324" y="851923"/>
                  </a:lnTo>
                  <a:lnTo>
                    <a:pt x="14324" y="839208"/>
                  </a:lnTo>
                  <a:lnTo>
                    <a:pt x="14324" y="826493"/>
                  </a:lnTo>
                  <a:lnTo>
                    <a:pt x="14324" y="813778"/>
                  </a:lnTo>
                  <a:lnTo>
                    <a:pt x="14324" y="801062"/>
                  </a:lnTo>
                  <a:lnTo>
                    <a:pt x="14324" y="788347"/>
                  </a:lnTo>
                  <a:lnTo>
                    <a:pt x="14324" y="775632"/>
                  </a:lnTo>
                  <a:lnTo>
                    <a:pt x="14324" y="762916"/>
                  </a:lnTo>
                  <a:lnTo>
                    <a:pt x="21487" y="762916"/>
                  </a:lnTo>
                  <a:lnTo>
                    <a:pt x="21487" y="750201"/>
                  </a:lnTo>
                  <a:lnTo>
                    <a:pt x="21487" y="737486"/>
                  </a:lnTo>
                  <a:lnTo>
                    <a:pt x="21487" y="724771"/>
                  </a:lnTo>
                  <a:lnTo>
                    <a:pt x="28649" y="724771"/>
                  </a:lnTo>
                  <a:lnTo>
                    <a:pt x="28649" y="712055"/>
                  </a:lnTo>
                  <a:lnTo>
                    <a:pt x="28649" y="699340"/>
                  </a:lnTo>
                  <a:lnTo>
                    <a:pt x="28649" y="686625"/>
                  </a:lnTo>
                  <a:lnTo>
                    <a:pt x="28649" y="673909"/>
                  </a:lnTo>
                  <a:lnTo>
                    <a:pt x="28649" y="661194"/>
                  </a:lnTo>
                  <a:lnTo>
                    <a:pt x="28649" y="648479"/>
                  </a:lnTo>
                  <a:lnTo>
                    <a:pt x="28649" y="635764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42974" y="534041"/>
                  </a:lnTo>
                  <a:lnTo>
                    <a:pt x="42974" y="521326"/>
                  </a:lnTo>
                  <a:lnTo>
                    <a:pt x="42974" y="508611"/>
                  </a:lnTo>
                  <a:lnTo>
                    <a:pt x="42974" y="495895"/>
                  </a:lnTo>
                  <a:lnTo>
                    <a:pt x="42974" y="483180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42974" y="381458"/>
                  </a:lnTo>
                  <a:lnTo>
                    <a:pt x="42974" y="368743"/>
                  </a:lnTo>
                  <a:lnTo>
                    <a:pt x="42974" y="356027"/>
                  </a:lnTo>
                  <a:lnTo>
                    <a:pt x="42974" y="343312"/>
                  </a:lnTo>
                  <a:lnTo>
                    <a:pt x="42974" y="330597"/>
                  </a:lnTo>
                  <a:lnTo>
                    <a:pt x="42974" y="317882"/>
                  </a:lnTo>
                  <a:lnTo>
                    <a:pt x="42974" y="305166"/>
                  </a:lnTo>
                  <a:lnTo>
                    <a:pt x="42974" y="292451"/>
                  </a:lnTo>
                  <a:lnTo>
                    <a:pt x="42974" y="279736"/>
                  </a:lnTo>
                  <a:lnTo>
                    <a:pt x="42974" y="267020"/>
                  </a:lnTo>
                  <a:lnTo>
                    <a:pt x="42974" y="254305"/>
                  </a:lnTo>
                  <a:lnTo>
                    <a:pt x="50136" y="254305"/>
                  </a:lnTo>
                  <a:lnTo>
                    <a:pt x="50136" y="241590"/>
                  </a:lnTo>
                  <a:lnTo>
                    <a:pt x="50136" y="228875"/>
                  </a:lnTo>
                  <a:lnTo>
                    <a:pt x="50136" y="216159"/>
                  </a:lnTo>
                  <a:lnTo>
                    <a:pt x="57299" y="216159"/>
                  </a:lnTo>
                  <a:lnTo>
                    <a:pt x="57299" y="203444"/>
                  </a:lnTo>
                  <a:lnTo>
                    <a:pt x="57299" y="190729"/>
                  </a:lnTo>
                  <a:lnTo>
                    <a:pt x="57299" y="178013"/>
                  </a:lnTo>
                  <a:lnTo>
                    <a:pt x="57299" y="165298"/>
                  </a:lnTo>
                  <a:lnTo>
                    <a:pt x="57299" y="152583"/>
                  </a:lnTo>
                  <a:lnTo>
                    <a:pt x="57299" y="139868"/>
                  </a:lnTo>
                  <a:lnTo>
                    <a:pt x="57299" y="127152"/>
                  </a:lnTo>
                  <a:lnTo>
                    <a:pt x="57299" y="114437"/>
                  </a:lnTo>
                  <a:lnTo>
                    <a:pt x="57299" y="101722"/>
                  </a:lnTo>
                  <a:lnTo>
                    <a:pt x="57299" y="89006"/>
                  </a:lnTo>
                  <a:lnTo>
                    <a:pt x="64461" y="89006"/>
                  </a:lnTo>
                  <a:lnTo>
                    <a:pt x="71624" y="89006"/>
                  </a:lnTo>
                  <a:lnTo>
                    <a:pt x="71624" y="76291"/>
                  </a:lnTo>
                  <a:lnTo>
                    <a:pt x="78786" y="76291"/>
                  </a:lnTo>
                  <a:lnTo>
                    <a:pt x="78786" y="63576"/>
                  </a:lnTo>
                  <a:lnTo>
                    <a:pt x="85948" y="63576"/>
                  </a:lnTo>
                  <a:lnTo>
                    <a:pt x="93111" y="63576"/>
                  </a:lnTo>
                  <a:lnTo>
                    <a:pt x="100273" y="63576"/>
                  </a:lnTo>
                  <a:lnTo>
                    <a:pt x="100273" y="50861"/>
                  </a:lnTo>
                  <a:lnTo>
                    <a:pt x="100273" y="38145"/>
                  </a:lnTo>
                  <a:lnTo>
                    <a:pt x="107436" y="38145"/>
                  </a:lnTo>
                  <a:lnTo>
                    <a:pt x="107436" y="25430"/>
                  </a:lnTo>
                  <a:lnTo>
                    <a:pt x="114598" y="25430"/>
                  </a:lnTo>
                  <a:lnTo>
                    <a:pt x="121760" y="25430"/>
                  </a:lnTo>
                  <a:lnTo>
                    <a:pt x="128923" y="25430"/>
                  </a:lnTo>
                  <a:lnTo>
                    <a:pt x="136085" y="25430"/>
                  </a:lnTo>
                  <a:lnTo>
                    <a:pt x="143248" y="25430"/>
                  </a:lnTo>
                  <a:lnTo>
                    <a:pt x="150410" y="25430"/>
                  </a:lnTo>
                  <a:lnTo>
                    <a:pt x="150410" y="12715"/>
                  </a:lnTo>
                  <a:lnTo>
                    <a:pt x="157572" y="12715"/>
                  </a:lnTo>
                  <a:lnTo>
                    <a:pt x="164735" y="12715"/>
                  </a:lnTo>
                  <a:lnTo>
                    <a:pt x="171897" y="12715"/>
                  </a:lnTo>
                  <a:lnTo>
                    <a:pt x="179060" y="12715"/>
                  </a:lnTo>
                  <a:lnTo>
                    <a:pt x="186222" y="12715"/>
                  </a:lnTo>
                  <a:lnTo>
                    <a:pt x="193384" y="12715"/>
                  </a:lnTo>
                  <a:lnTo>
                    <a:pt x="200547" y="12715"/>
                  </a:lnTo>
                  <a:lnTo>
                    <a:pt x="207709" y="12715"/>
                  </a:lnTo>
                  <a:lnTo>
                    <a:pt x="214872" y="12715"/>
                  </a:lnTo>
                  <a:lnTo>
                    <a:pt x="222034" y="12715"/>
                  </a:lnTo>
                  <a:lnTo>
                    <a:pt x="229196" y="12715"/>
                  </a:lnTo>
                  <a:lnTo>
                    <a:pt x="236359" y="12715"/>
                  </a:lnTo>
                  <a:lnTo>
                    <a:pt x="243521" y="12715"/>
                  </a:lnTo>
                  <a:lnTo>
                    <a:pt x="250684" y="12715"/>
                  </a:lnTo>
                  <a:lnTo>
                    <a:pt x="257846" y="12715"/>
                  </a:lnTo>
                  <a:lnTo>
                    <a:pt x="265009" y="12715"/>
                  </a:lnTo>
                  <a:lnTo>
                    <a:pt x="272171" y="12715"/>
                  </a:lnTo>
                  <a:lnTo>
                    <a:pt x="279333" y="12715"/>
                  </a:lnTo>
                  <a:lnTo>
                    <a:pt x="286496" y="12715"/>
                  </a:lnTo>
                  <a:lnTo>
                    <a:pt x="293658" y="12715"/>
                  </a:lnTo>
                  <a:lnTo>
                    <a:pt x="300821" y="12715"/>
                  </a:lnTo>
                  <a:lnTo>
                    <a:pt x="307983" y="12715"/>
                  </a:lnTo>
                  <a:lnTo>
                    <a:pt x="315145" y="12715"/>
                  </a:lnTo>
                  <a:lnTo>
                    <a:pt x="322308" y="12715"/>
                  </a:lnTo>
                  <a:lnTo>
                    <a:pt x="329470" y="12715"/>
                  </a:lnTo>
                  <a:lnTo>
                    <a:pt x="336633" y="12715"/>
                  </a:lnTo>
                  <a:lnTo>
                    <a:pt x="343795" y="12715"/>
                  </a:lnTo>
                  <a:lnTo>
                    <a:pt x="350957" y="12715"/>
                  </a:lnTo>
                  <a:lnTo>
                    <a:pt x="358120" y="12715"/>
                  </a:lnTo>
                  <a:lnTo>
                    <a:pt x="365282" y="12715"/>
                  </a:lnTo>
                  <a:lnTo>
                    <a:pt x="372445" y="12715"/>
                  </a:lnTo>
                  <a:lnTo>
                    <a:pt x="379607" y="12715"/>
                  </a:lnTo>
                  <a:lnTo>
                    <a:pt x="386769" y="12715"/>
                  </a:lnTo>
                  <a:lnTo>
                    <a:pt x="393932" y="12715"/>
                  </a:lnTo>
                  <a:lnTo>
                    <a:pt x="401094" y="12715"/>
                  </a:lnTo>
                  <a:lnTo>
                    <a:pt x="408257" y="12715"/>
                  </a:lnTo>
                  <a:lnTo>
                    <a:pt x="415419" y="12715"/>
                  </a:lnTo>
                  <a:lnTo>
                    <a:pt x="422581" y="12715"/>
                  </a:lnTo>
                  <a:lnTo>
                    <a:pt x="429744" y="12715"/>
                  </a:lnTo>
                  <a:lnTo>
                    <a:pt x="436906" y="12715"/>
                  </a:lnTo>
                  <a:lnTo>
                    <a:pt x="444069" y="12715"/>
                  </a:lnTo>
                  <a:lnTo>
                    <a:pt x="451231" y="12715"/>
                  </a:lnTo>
                  <a:lnTo>
                    <a:pt x="458393" y="12715"/>
                  </a:lnTo>
                  <a:lnTo>
                    <a:pt x="465556" y="12715"/>
                  </a:lnTo>
                  <a:lnTo>
                    <a:pt x="472718" y="12715"/>
                  </a:lnTo>
                  <a:lnTo>
                    <a:pt x="479881" y="12715"/>
                  </a:lnTo>
                  <a:lnTo>
                    <a:pt x="487043" y="12715"/>
                  </a:lnTo>
                  <a:lnTo>
                    <a:pt x="494205" y="12715"/>
                  </a:lnTo>
                  <a:lnTo>
                    <a:pt x="501368" y="12715"/>
                  </a:lnTo>
                  <a:lnTo>
                    <a:pt x="501368" y="0"/>
                  </a:lnTo>
                  <a:lnTo>
                    <a:pt x="508530" y="0"/>
                  </a:lnTo>
                  <a:lnTo>
                    <a:pt x="515693" y="0"/>
                  </a:lnTo>
                  <a:lnTo>
                    <a:pt x="522855" y="0"/>
                  </a:lnTo>
                  <a:lnTo>
                    <a:pt x="530018" y="0"/>
                  </a:lnTo>
                  <a:lnTo>
                    <a:pt x="537180" y="0"/>
                  </a:lnTo>
                  <a:lnTo>
                    <a:pt x="544342" y="0"/>
                  </a:lnTo>
                  <a:lnTo>
                    <a:pt x="551505" y="0"/>
                  </a:lnTo>
                  <a:lnTo>
                    <a:pt x="558667" y="0"/>
                  </a:lnTo>
                  <a:lnTo>
                    <a:pt x="565830" y="0"/>
                  </a:lnTo>
                  <a:lnTo>
                    <a:pt x="572992" y="0"/>
                  </a:lnTo>
                  <a:lnTo>
                    <a:pt x="580154" y="0"/>
                  </a:lnTo>
                  <a:lnTo>
                    <a:pt x="587317" y="0"/>
                  </a:lnTo>
                  <a:lnTo>
                    <a:pt x="594479" y="0"/>
                  </a:lnTo>
                  <a:lnTo>
                    <a:pt x="601642" y="0"/>
                  </a:lnTo>
                  <a:lnTo>
                    <a:pt x="608804" y="0"/>
                  </a:lnTo>
                  <a:lnTo>
                    <a:pt x="615966" y="0"/>
                  </a:lnTo>
                  <a:lnTo>
                    <a:pt x="623129" y="0"/>
                  </a:lnTo>
                  <a:lnTo>
                    <a:pt x="630291" y="0"/>
                  </a:lnTo>
                  <a:lnTo>
                    <a:pt x="637454" y="0"/>
                  </a:lnTo>
                  <a:lnTo>
                    <a:pt x="644616" y="0"/>
                  </a:lnTo>
                  <a:lnTo>
                    <a:pt x="651778" y="0"/>
                  </a:lnTo>
                  <a:lnTo>
                    <a:pt x="658941" y="0"/>
                  </a:lnTo>
                  <a:lnTo>
                    <a:pt x="666103" y="0"/>
                  </a:lnTo>
                  <a:lnTo>
                    <a:pt x="673266" y="0"/>
                  </a:lnTo>
                  <a:lnTo>
                    <a:pt x="680428" y="0"/>
                  </a:lnTo>
                  <a:lnTo>
                    <a:pt x="687590" y="0"/>
                  </a:lnTo>
                  <a:lnTo>
                    <a:pt x="694753" y="0"/>
                  </a:lnTo>
                  <a:lnTo>
                    <a:pt x="701915" y="0"/>
                  </a:lnTo>
                  <a:lnTo>
                    <a:pt x="709078" y="0"/>
                  </a:lnTo>
                  <a:lnTo>
                    <a:pt x="716240" y="0"/>
                  </a:lnTo>
                  <a:lnTo>
                    <a:pt x="723402" y="0"/>
                  </a:lnTo>
                  <a:lnTo>
                    <a:pt x="730565" y="0"/>
                  </a:lnTo>
                  <a:lnTo>
                    <a:pt x="737727" y="0"/>
                  </a:lnTo>
                  <a:lnTo>
                    <a:pt x="744890" y="0"/>
                  </a:lnTo>
                  <a:lnTo>
                    <a:pt x="752052" y="0"/>
                  </a:lnTo>
                  <a:lnTo>
                    <a:pt x="759214" y="0"/>
                  </a:lnTo>
                  <a:lnTo>
                    <a:pt x="766377" y="0"/>
                  </a:lnTo>
                  <a:lnTo>
                    <a:pt x="773539" y="0"/>
                  </a:lnTo>
                  <a:lnTo>
                    <a:pt x="780702" y="0"/>
                  </a:lnTo>
                  <a:lnTo>
                    <a:pt x="787864" y="0"/>
                  </a:lnTo>
                  <a:lnTo>
                    <a:pt x="795027" y="0"/>
                  </a:lnTo>
                  <a:lnTo>
                    <a:pt x="802189" y="0"/>
                  </a:lnTo>
                  <a:lnTo>
                    <a:pt x="809351" y="0"/>
                  </a:lnTo>
                  <a:lnTo>
                    <a:pt x="816514" y="0"/>
                  </a:lnTo>
                  <a:lnTo>
                    <a:pt x="823676" y="0"/>
                  </a:lnTo>
                  <a:lnTo>
                    <a:pt x="830839" y="0"/>
                  </a:lnTo>
                  <a:lnTo>
                    <a:pt x="838001" y="0"/>
                  </a:lnTo>
                  <a:lnTo>
                    <a:pt x="845163" y="0"/>
                  </a:lnTo>
                  <a:lnTo>
                    <a:pt x="852326" y="0"/>
                  </a:lnTo>
                  <a:lnTo>
                    <a:pt x="859488" y="0"/>
                  </a:lnTo>
                  <a:lnTo>
                    <a:pt x="866651" y="0"/>
                  </a:lnTo>
                  <a:lnTo>
                    <a:pt x="873813" y="0"/>
                  </a:lnTo>
                  <a:lnTo>
                    <a:pt x="880975" y="0"/>
                  </a:lnTo>
                  <a:lnTo>
                    <a:pt x="888138" y="0"/>
                  </a:lnTo>
                  <a:lnTo>
                    <a:pt x="895300" y="0"/>
                  </a:lnTo>
                  <a:lnTo>
                    <a:pt x="902463" y="0"/>
                  </a:lnTo>
                  <a:lnTo>
                    <a:pt x="909625" y="0"/>
                  </a:lnTo>
                  <a:lnTo>
                    <a:pt x="916787" y="0"/>
                  </a:lnTo>
                  <a:lnTo>
                    <a:pt x="923950" y="0"/>
                  </a:lnTo>
                  <a:lnTo>
                    <a:pt x="931112" y="0"/>
                  </a:lnTo>
                  <a:lnTo>
                    <a:pt x="938275" y="0"/>
                  </a:lnTo>
                  <a:lnTo>
                    <a:pt x="945437" y="0"/>
                  </a:lnTo>
                  <a:lnTo>
                    <a:pt x="952599" y="0"/>
                  </a:lnTo>
                  <a:lnTo>
                    <a:pt x="959762" y="0"/>
                  </a:lnTo>
                  <a:lnTo>
                    <a:pt x="966924" y="0"/>
                  </a:lnTo>
                  <a:lnTo>
                    <a:pt x="974087" y="0"/>
                  </a:lnTo>
                  <a:lnTo>
                    <a:pt x="981249" y="0"/>
                  </a:lnTo>
                  <a:lnTo>
                    <a:pt x="988411" y="0"/>
                  </a:lnTo>
                  <a:lnTo>
                    <a:pt x="995574" y="0"/>
                  </a:lnTo>
                  <a:lnTo>
                    <a:pt x="1002736" y="0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87078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90473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tx1439"/>
            <p:cNvSpPr/>
            <p:nvPr/>
          </p:nvSpPr>
          <p:spPr>
            <a:xfrm>
              <a:off x="9092891" y="41937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3.87 [3.294, 5.644]</a:t>
              </a:r>
            </a:p>
          </p:txBody>
        </p:sp>
        <p:sp>
          <p:nvSpPr>
            <p:cNvPr id="1440" name="tx1440"/>
            <p:cNvSpPr/>
            <p:nvPr/>
          </p:nvSpPr>
          <p:spPr>
            <a:xfrm>
              <a:off x="90928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0.965</a:t>
              </a:r>
            </a:p>
          </p:txBody>
        </p:sp>
        <p:sp>
          <p:nvSpPr>
            <p:cNvPr id="1441" name="tx1441"/>
            <p:cNvSpPr/>
            <p:nvPr/>
          </p:nvSpPr>
          <p:spPr>
            <a:xfrm>
              <a:off x="9092891" y="46590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0.853</a:t>
              </a:r>
            </a:p>
          </p:txBody>
        </p:sp>
        <p:sp>
          <p:nvSpPr>
            <p:cNvPr id="1442" name="tx1442"/>
            <p:cNvSpPr/>
            <p:nvPr/>
          </p:nvSpPr>
          <p:spPr>
            <a:xfrm>
              <a:off x="90928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0.978</a:t>
              </a:r>
            </a:p>
          </p:txBody>
        </p:sp>
        <p:sp>
          <p:nvSpPr>
            <p:cNvPr id="1443" name="tx1443"/>
            <p:cNvSpPr/>
            <p:nvPr/>
          </p:nvSpPr>
          <p:spPr>
            <a:xfrm>
              <a:off x="83513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4" name="tx1444"/>
            <p:cNvSpPr/>
            <p:nvPr/>
          </p:nvSpPr>
          <p:spPr>
            <a:xfrm>
              <a:off x="83513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45" name="tx1445"/>
            <p:cNvSpPr/>
            <p:nvPr/>
          </p:nvSpPr>
          <p:spPr>
            <a:xfrm>
              <a:off x="83513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46" name="tx1446"/>
            <p:cNvSpPr/>
            <p:nvPr/>
          </p:nvSpPr>
          <p:spPr>
            <a:xfrm>
              <a:off x="83513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47" name="tx1447"/>
            <p:cNvSpPr/>
            <p:nvPr/>
          </p:nvSpPr>
          <p:spPr>
            <a:xfrm>
              <a:off x="83513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48" name="tx1448"/>
            <p:cNvSpPr/>
            <p:nvPr/>
          </p:nvSpPr>
          <p:spPr>
            <a:xfrm>
              <a:off x="86260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49" name="tx1449"/>
            <p:cNvSpPr/>
            <p:nvPr/>
          </p:nvSpPr>
          <p:spPr>
            <a:xfrm>
              <a:off x="89089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50" name="tx1450"/>
            <p:cNvSpPr/>
            <p:nvPr/>
          </p:nvSpPr>
          <p:spPr>
            <a:xfrm>
              <a:off x="91918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51" name="tx1451"/>
            <p:cNvSpPr/>
            <p:nvPr/>
          </p:nvSpPr>
          <p:spPr>
            <a:xfrm>
              <a:off x="94747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52" name="tx1452"/>
            <p:cNvSpPr/>
            <p:nvPr/>
          </p:nvSpPr>
          <p:spPr>
            <a:xfrm>
              <a:off x="97576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53" name="tx1453"/>
            <p:cNvSpPr/>
            <p:nvPr/>
          </p:nvSpPr>
          <p:spPr>
            <a:xfrm>
              <a:off x="79518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454" name="tx1454"/>
            <p:cNvSpPr/>
            <p:nvPr/>
          </p:nvSpPr>
          <p:spPr>
            <a:xfrm rot="-5400000">
              <a:off x="69802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455" name="tx1455"/>
            <p:cNvSpPr/>
            <p:nvPr/>
          </p:nvSpPr>
          <p:spPr>
            <a:xfrm>
              <a:off x="8707863" y="33651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F.</a:t>
              </a:r>
            </a:p>
          </p:txBody>
        </p:sp>
        <p:sp>
          <p:nvSpPr>
            <p:cNvPr id="1456" name="rc1456"/>
            <p:cNvSpPr/>
            <p:nvPr/>
          </p:nvSpPr>
          <p:spPr>
            <a:xfrm>
              <a:off x="10698162" y="3276599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rc1457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11193776" y="47085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11193776" y="43843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11193776" y="40601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11193776" y="37359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1209460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1313946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1418432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1522918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11193776" y="48706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11193776" y="45464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11193776" y="42222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11193776" y="38980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11193776" y="35738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11572174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1261703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1366189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14706755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11991268" y="4435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12170032" y="458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11782943" y="465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12711253" y="4405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12716884" y="435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12888610" y="4323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12139769" y="4464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11969450" y="4498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11861065" y="4484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13232064" y="459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11972969" y="4413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12410028" y="444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12193961" y="4449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11535206" y="4521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11510573" y="471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13136347" y="4300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13350302" y="460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13404494" y="4672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11761126" y="467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12113025" y="467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12017308" y="4298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12044052" y="4297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12110913" y="452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12483223" y="454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12524043" y="4448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12405805" y="427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12321349" y="4225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13666307" y="4349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14262424" y="432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13280626" y="4241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13019517" y="4199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13240509" y="4485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13225026" y="451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12492372" y="4605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14079437" y="426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14511569" y="418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12031384" y="4576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12317126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11744938" y="4338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11570396" y="4245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12886499" y="4384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13002626" y="415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13296813" y="417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13423497" y="418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13500211" y="4186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13503730" y="4193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14135037" y="416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14447523" y="4178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12269972" y="4342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11638665" y="47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11828690" y="4569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11647110" y="448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11642888" y="4529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14037209" y="4348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13886596" y="4323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13675457" y="461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12027161" y="45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12151734" y="448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12268564" y="449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12453663" y="4254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12490964" y="4519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12195369" y="4256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12241116" y="4229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12347389" y="4367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12526154" y="436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12362873" y="4406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13510768" y="4620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13491061" y="440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13485431" y="449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11732270" y="427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11766756" y="4623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11842062" y="456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14014687" y="4430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14379959" y="4376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14197675" y="445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14206824" y="4410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11991268" y="4580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11987749" y="456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11809688" y="4455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11884290" y="443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11911035" y="4438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12610610" y="4577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12923096" y="4524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12035607" y="4547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12146807" y="4270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13398160" y="4421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12060240" y="4523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12642985" y="4312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12457182" y="4196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13221507" y="4488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13990758" y="440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13700793" y="442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13757097" y="4375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11963819" y="4691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11951151" y="4285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11818133" y="461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11898366" y="4402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12061647" y="4636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12305162" y="4674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12082058" y="42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11934964" y="4611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12949137" y="4432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13392530" y="4566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13717684" y="4542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11610513" y="445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12287567" y="461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12559937" y="4633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12391025" y="4624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12676767" y="426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12791486" y="42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13189132" y="4194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12876646" y="4144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12173551" y="4432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12172144" y="462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12213668" y="46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12185516" y="4656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12177070" y="4340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12193258" y="460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12174959" y="4614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14200490" y="4154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14160374" y="4155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14495381" y="4134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11597844" y="475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11687931" y="45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12134842" y="4667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11852619" y="4371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11863176" y="466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12280529" y="432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12520524" y="4370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11941298" y="4661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12056721" y="4505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12412139" y="454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12436068" y="4345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13099750" y="4477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13156757" y="446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11602067" y="4615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11592214" y="474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12779522" y="440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12243931" y="425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12294605" y="4284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12291086" y="4177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12117247" y="46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12235486" y="4482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12366392" y="4535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12239005" y="457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12241116" y="4529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12203111" y="4353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12288270" y="4229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13120864" y="4379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12990661" y="4411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12856236" y="4372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13248955" y="424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12737294" y="4637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11704118" y="4359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11793500" y="4384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11820245" y="4386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11604179" y="459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11830098" y="4635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12317126" y="44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12198184" y="4553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12999810" y="423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13069486" y="42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14109700" y="455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13830292" y="455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14015391" y="4501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14439781" y="4595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11562655" y="451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11609105" y="470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11804761" y="4385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13059633" y="4313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13194059" y="4531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13468540" y="4626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13339041" y="452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14068880" y="4320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13301740" y="4358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12522635" y="4210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11549986" y="4357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13091304" y="448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12965324" y="4422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12992069" y="446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13410828" y="4356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11863880" y="4578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12815415" y="44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11560543" y="451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11626700" y="4399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11663298" y="470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13596631" y="4522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13581851" y="4388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13377750" y="4407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14051285" y="4216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11503536" y="4586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11506351" y="438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11509870" y="4335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12199592" y="463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13075821" y="451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11965931" y="4645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12766149" y="4530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11599360" y="35738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11193776" y="451270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11193776" y="35738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tx1675"/>
            <p:cNvSpPr/>
            <p:nvPr/>
          </p:nvSpPr>
          <p:spPr>
            <a:xfrm>
              <a:off x="10921902" y="34864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1676" name="tx1676"/>
            <p:cNvSpPr/>
            <p:nvPr/>
          </p:nvSpPr>
          <p:spPr>
            <a:xfrm>
              <a:off x="11380019" y="36581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(1%)</a:t>
              </a:r>
            </a:p>
          </p:txBody>
        </p:sp>
        <p:sp>
          <p:nvSpPr>
            <p:cNvPr id="1677" name="pg1677"/>
            <p:cNvSpPr/>
            <p:nvPr/>
          </p:nvSpPr>
          <p:spPr>
            <a:xfrm>
              <a:off x="11193776" y="47429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5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tx1678"/>
            <p:cNvSpPr/>
            <p:nvPr/>
          </p:nvSpPr>
          <p:spPr>
            <a:xfrm>
              <a:off x="10914057" y="47554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1679" name="tx1679"/>
            <p:cNvSpPr/>
            <p:nvPr/>
          </p:nvSpPr>
          <p:spPr>
            <a:xfrm>
              <a:off x="11108123" y="49549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(15.7%)</a:t>
              </a:r>
            </a:p>
          </p:txBody>
        </p:sp>
        <p:sp>
          <p:nvSpPr>
            <p:cNvPr id="1680" name="pg1680"/>
            <p:cNvSpPr/>
            <p:nvPr/>
          </p:nvSpPr>
          <p:spPr>
            <a:xfrm>
              <a:off x="12240433" y="35738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tx1681"/>
            <p:cNvSpPr/>
            <p:nvPr/>
          </p:nvSpPr>
          <p:spPr>
            <a:xfrm>
              <a:off x="12282343" y="34864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1682" name="tx1682"/>
            <p:cNvSpPr/>
            <p:nvPr/>
          </p:nvSpPr>
          <p:spPr>
            <a:xfrm>
              <a:off x="12414198" y="36581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(23.4%)</a:t>
              </a:r>
            </a:p>
          </p:txBody>
        </p:sp>
        <p:sp>
          <p:nvSpPr>
            <p:cNvPr id="1683" name="pg1683"/>
            <p:cNvSpPr/>
            <p:nvPr/>
          </p:nvSpPr>
          <p:spPr>
            <a:xfrm>
              <a:off x="12123857" y="47429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5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5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tx1684"/>
            <p:cNvSpPr/>
            <p:nvPr/>
          </p:nvSpPr>
          <p:spPr>
            <a:xfrm>
              <a:off x="12165767" y="47554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1685" name="tx1685"/>
            <p:cNvSpPr/>
            <p:nvPr/>
          </p:nvSpPr>
          <p:spPr>
            <a:xfrm>
              <a:off x="12336504" y="49549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118 (59.9%)</a:t>
              </a:r>
            </a:p>
          </p:txBody>
        </p:sp>
        <p:sp>
          <p:nvSpPr>
            <p:cNvPr id="1686" name="rc1686"/>
            <p:cNvSpPr/>
            <p:nvPr/>
          </p:nvSpPr>
          <p:spPr>
            <a:xfrm>
              <a:off x="11193776" y="35738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tx1687"/>
            <p:cNvSpPr/>
            <p:nvPr/>
          </p:nvSpPr>
          <p:spPr>
            <a:xfrm>
              <a:off x="10938567" y="48289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1688" name="tx1688"/>
            <p:cNvSpPr/>
            <p:nvPr/>
          </p:nvSpPr>
          <p:spPr>
            <a:xfrm>
              <a:off x="10975784" y="45047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689" name="tx1689"/>
            <p:cNvSpPr/>
            <p:nvPr/>
          </p:nvSpPr>
          <p:spPr>
            <a:xfrm>
              <a:off x="10975784" y="41805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690" name="tx1690"/>
            <p:cNvSpPr/>
            <p:nvPr/>
          </p:nvSpPr>
          <p:spPr>
            <a:xfrm>
              <a:off x="10975784" y="38563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691" name="tx1691"/>
            <p:cNvSpPr/>
            <p:nvPr/>
          </p:nvSpPr>
          <p:spPr>
            <a:xfrm>
              <a:off x="10975784" y="35335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692" name="pl1692"/>
            <p:cNvSpPr/>
            <p:nvPr/>
          </p:nvSpPr>
          <p:spPr>
            <a:xfrm>
              <a:off x="11158981" y="48706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11158981" y="45464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11158981" y="42222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11158981" y="3898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11158981" y="35738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11572174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1261703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1366189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14706755" y="50003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tx1701"/>
            <p:cNvSpPr/>
            <p:nvPr/>
          </p:nvSpPr>
          <p:spPr>
            <a:xfrm>
              <a:off x="11541097" y="50612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02" name="tx1702"/>
            <p:cNvSpPr/>
            <p:nvPr/>
          </p:nvSpPr>
          <p:spPr>
            <a:xfrm>
              <a:off x="1255487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03" name="tx1703"/>
            <p:cNvSpPr/>
            <p:nvPr/>
          </p:nvSpPr>
          <p:spPr>
            <a:xfrm>
              <a:off x="13599739" y="50612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704" name="tx1704"/>
            <p:cNvSpPr/>
            <p:nvPr/>
          </p:nvSpPr>
          <p:spPr>
            <a:xfrm>
              <a:off x="14644600" y="50611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705" name="tx1705"/>
            <p:cNvSpPr/>
            <p:nvPr/>
          </p:nvSpPr>
          <p:spPr>
            <a:xfrm>
              <a:off x="12522243" y="51809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1706" name="tx1706"/>
            <p:cNvSpPr/>
            <p:nvPr/>
          </p:nvSpPr>
          <p:spPr>
            <a:xfrm rot="-5400000">
              <a:off x="10177198" y="42215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pTau217 (Z)</a:t>
              </a:r>
            </a:p>
          </p:txBody>
        </p:sp>
        <p:sp>
          <p:nvSpPr>
            <p:cNvPr id="1707" name="tx1707"/>
            <p:cNvSpPr/>
            <p:nvPr/>
          </p:nvSpPr>
          <p:spPr>
            <a:xfrm>
              <a:off x="11193776" y="3342096"/>
              <a:ext cx="176971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G.</a:t>
              </a:r>
            </a:p>
          </p:txBody>
        </p:sp>
        <p:sp>
          <p:nvSpPr>
            <p:cNvPr id="1708" name="rc1708"/>
            <p:cNvSpPr/>
            <p:nvPr/>
          </p:nvSpPr>
          <p:spPr>
            <a:xfrm>
              <a:off x="16292827" y="3276599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16937463" y="46913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6937463" y="44084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16937463" y="41255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6937463" y="38426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1713550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1741841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17701333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17984248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16937463" y="48328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16937463" y="45498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16937463" y="42669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6937463" y="39840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16937463" y="37011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1699404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1727696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1755987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17842791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18125706" y="36445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16994046" y="37011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34292" y="952250"/>
                  </a:lnTo>
                  <a:lnTo>
                    <a:pt x="34292" y="945350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34292" y="924649"/>
                  </a:lnTo>
                  <a:lnTo>
                    <a:pt x="34292" y="917748"/>
                  </a:lnTo>
                  <a:lnTo>
                    <a:pt x="34292" y="910848"/>
                  </a:lnTo>
                  <a:lnTo>
                    <a:pt x="34292" y="903947"/>
                  </a:lnTo>
                  <a:lnTo>
                    <a:pt x="34292" y="8970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68585" y="862545"/>
                  </a:lnTo>
                  <a:lnTo>
                    <a:pt x="68585" y="855645"/>
                  </a:lnTo>
                  <a:lnTo>
                    <a:pt x="68585" y="848745"/>
                  </a:lnTo>
                  <a:lnTo>
                    <a:pt x="68585" y="841844"/>
                  </a:lnTo>
                  <a:lnTo>
                    <a:pt x="68585" y="834944"/>
                  </a:lnTo>
                  <a:lnTo>
                    <a:pt x="68585" y="828043"/>
                  </a:lnTo>
                  <a:lnTo>
                    <a:pt x="68585" y="821143"/>
                  </a:lnTo>
                  <a:lnTo>
                    <a:pt x="68585" y="814243"/>
                  </a:lnTo>
                  <a:lnTo>
                    <a:pt x="102878" y="814243"/>
                  </a:lnTo>
                  <a:lnTo>
                    <a:pt x="137170" y="814243"/>
                  </a:lnTo>
                  <a:lnTo>
                    <a:pt x="137170" y="807342"/>
                  </a:lnTo>
                  <a:lnTo>
                    <a:pt x="137170" y="800442"/>
                  </a:lnTo>
                  <a:lnTo>
                    <a:pt x="137170" y="793542"/>
                  </a:lnTo>
                  <a:lnTo>
                    <a:pt x="137170" y="786641"/>
                  </a:lnTo>
                  <a:lnTo>
                    <a:pt x="137170" y="779741"/>
                  </a:lnTo>
                  <a:lnTo>
                    <a:pt x="137170" y="772841"/>
                  </a:lnTo>
                  <a:lnTo>
                    <a:pt x="137170" y="765940"/>
                  </a:lnTo>
                  <a:lnTo>
                    <a:pt x="137170" y="759040"/>
                  </a:lnTo>
                  <a:lnTo>
                    <a:pt x="171463" y="759040"/>
                  </a:lnTo>
                  <a:lnTo>
                    <a:pt x="171463" y="752139"/>
                  </a:lnTo>
                  <a:lnTo>
                    <a:pt x="205756" y="752139"/>
                  </a:lnTo>
                  <a:lnTo>
                    <a:pt x="205756" y="745239"/>
                  </a:lnTo>
                  <a:lnTo>
                    <a:pt x="205756" y="738339"/>
                  </a:lnTo>
                  <a:lnTo>
                    <a:pt x="205756" y="731438"/>
                  </a:lnTo>
                  <a:lnTo>
                    <a:pt x="205756" y="724538"/>
                  </a:lnTo>
                  <a:lnTo>
                    <a:pt x="205756" y="717638"/>
                  </a:lnTo>
                  <a:lnTo>
                    <a:pt x="205756" y="710737"/>
                  </a:lnTo>
                  <a:lnTo>
                    <a:pt x="205756" y="703837"/>
                  </a:lnTo>
                  <a:lnTo>
                    <a:pt x="205756" y="696937"/>
                  </a:lnTo>
                  <a:lnTo>
                    <a:pt x="240049" y="696937"/>
                  </a:lnTo>
                  <a:lnTo>
                    <a:pt x="240049" y="690036"/>
                  </a:lnTo>
                  <a:lnTo>
                    <a:pt x="274341" y="690036"/>
                  </a:lnTo>
                  <a:lnTo>
                    <a:pt x="308634" y="690036"/>
                  </a:lnTo>
                  <a:lnTo>
                    <a:pt x="342927" y="690036"/>
                  </a:lnTo>
                  <a:lnTo>
                    <a:pt x="342927" y="683136"/>
                  </a:lnTo>
                  <a:lnTo>
                    <a:pt x="377220" y="683136"/>
                  </a:lnTo>
                  <a:lnTo>
                    <a:pt x="377220" y="676235"/>
                  </a:lnTo>
                  <a:lnTo>
                    <a:pt x="377220" y="669335"/>
                  </a:lnTo>
                  <a:lnTo>
                    <a:pt x="377220" y="662435"/>
                  </a:lnTo>
                  <a:lnTo>
                    <a:pt x="377220" y="6555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377220" y="614132"/>
                  </a:lnTo>
                  <a:lnTo>
                    <a:pt x="377220" y="607232"/>
                  </a:lnTo>
                  <a:lnTo>
                    <a:pt x="377220" y="600331"/>
                  </a:lnTo>
                  <a:lnTo>
                    <a:pt x="377220" y="593431"/>
                  </a:lnTo>
                  <a:lnTo>
                    <a:pt x="377220" y="586531"/>
                  </a:lnTo>
                  <a:lnTo>
                    <a:pt x="377220" y="579630"/>
                  </a:lnTo>
                  <a:lnTo>
                    <a:pt x="377220" y="572730"/>
                  </a:lnTo>
                  <a:lnTo>
                    <a:pt x="377220" y="565830"/>
                  </a:lnTo>
                  <a:lnTo>
                    <a:pt x="377220" y="558929"/>
                  </a:lnTo>
                  <a:lnTo>
                    <a:pt x="377220" y="552029"/>
                  </a:lnTo>
                  <a:lnTo>
                    <a:pt x="377220" y="545128"/>
                  </a:lnTo>
                  <a:lnTo>
                    <a:pt x="377220" y="538228"/>
                  </a:lnTo>
                  <a:lnTo>
                    <a:pt x="377220" y="531328"/>
                  </a:lnTo>
                  <a:lnTo>
                    <a:pt x="377220" y="524427"/>
                  </a:lnTo>
                  <a:lnTo>
                    <a:pt x="377220" y="517527"/>
                  </a:lnTo>
                  <a:lnTo>
                    <a:pt x="377220" y="510627"/>
                  </a:lnTo>
                  <a:lnTo>
                    <a:pt x="411512" y="510627"/>
                  </a:lnTo>
                  <a:lnTo>
                    <a:pt x="445805" y="510627"/>
                  </a:lnTo>
                  <a:lnTo>
                    <a:pt x="445805" y="503726"/>
                  </a:lnTo>
                  <a:lnTo>
                    <a:pt x="445805" y="496826"/>
                  </a:lnTo>
                  <a:lnTo>
                    <a:pt x="445805" y="489926"/>
                  </a:lnTo>
                  <a:lnTo>
                    <a:pt x="445805" y="483025"/>
                  </a:lnTo>
                  <a:lnTo>
                    <a:pt x="445805" y="476125"/>
                  </a:lnTo>
                  <a:lnTo>
                    <a:pt x="445805" y="469224"/>
                  </a:lnTo>
                  <a:lnTo>
                    <a:pt x="445805" y="462324"/>
                  </a:lnTo>
                  <a:lnTo>
                    <a:pt x="445805" y="455424"/>
                  </a:lnTo>
                  <a:lnTo>
                    <a:pt x="445805" y="448523"/>
                  </a:lnTo>
                  <a:lnTo>
                    <a:pt x="445805" y="441623"/>
                  </a:lnTo>
                  <a:lnTo>
                    <a:pt x="480098" y="441623"/>
                  </a:lnTo>
                  <a:lnTo>
                    <a:pt x="480098" y="434723"/>
                  </a:lnTo>
                  <a:lnTo>
                    <a:pt x="480098" y="427822"/>
                  </a:lnTo>
                  <a:lnTo>
                    <a:pt x="480098" y="420922"/>
                  </a:lnTo>
                  <a:lnTo>
                    <a:pt x="480098" y="414021"/>
                  </a:lnTo>
                  <a:lnTo>
                    <a:pt x="514390" y="414021"/>
                  </a:lnTo>
                  <a:lnTo>
                    <a:pt x="514390" y="4071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82976" y="393320"/>
                  </a:lnTo>
                  <a:lnTo>
                    <a:pt x="582976" y="386420"/>
                  </a:lnTo>
                  <a:lnTo>
                    <a:pt x="617269" y="386420"/>
                  </a:lnTo>
                  <a:lnTo>
                    <a:pt x="617269" y="379520"/>
                  </a:lnTo>
                  <a:lnTo>
                    <a:pt x="617269" y="372619"/>
                  </a:lnTo>
                  <a:lnTo>
                    <a:pt x="617269" y="365719"/>
                  </a:lnTo>
                  <a:lnTo>
                    <a:pt x="617269" y="358819"/>
                  </a:lnTo>
                  <a:lnTo>
                    <a:pt x="617269" y="351918"/>
                  </a:lnTo>
                  <a:lnTo>
                    <a:pt x="617269" y="345018"/>
                  </a:lnTo>
                  <a:lnTo>
                    <a:pt x="651561" y="345018"/>
                  </a:lnTo>
                  <a:lnTo>
                    <a:pt x="651561" y="338117"/>
                  </a:lnTo>
                  <a:lnTo>
                    <a:pt x="651561" y="331217"/>
                  </a:lnTo>
                  <a:lnTo>
                    <a:pt x="651561" y="324317"/>
                  </a:lnTo>
                  <a:lnTo>
                    <a:pt x="651561" y="317416"/>
                  </a:lnTo>
                  <a:lnTo>
                    <a:pt x="651561" y="310516"/>
                  </a:lnTo>
                  <a:lnTo>
                    <a:pt x="651561" y="303616"/>
                  </a:lnTo>
                  <a:lnTo>
                    <a:pt x="651561" y="296715"/>
                  </a:lnTo>
                  <a:lnTo>
                    <a:pt x="651561" y="289815"/>
                  </a:lnTo>
                  <a:lnTo>
                    <a:pt x="651561" y="282915"/>
                  </a:lnTo>
                  <a:lnTo>
                    <a:pt x="651561" y="276014"/>
                  </a:lnTo>
                  <a:lnTo>
                    <a:pt x="651561" y="269114"/>
                  </a:lnTo>
                  <a:lnTo>
                    <a:pt x="651561" y="262213"/>
                  </a:lnTo>
                  <a:lnTo>
                    <a:pt x="651561" y="255313"/>
                  </a:lnTo>
                  <a:lnTo>
                    <a:pt x="685854" y="255313"/>
                  </a:lnTo>
                  <a:lnTo>
                    <a:pt x="685854" y="248413"/>
                  </a:lnTo>
                  <a:lnTo>
                    <a:pt x="685854" y="241512"/>
                  </a:lnTo>
                  <a:lnTo>
                    <a:pt x="685854" y="234612"/>
                  </a:lnTo>
                  <a:lnTo>
                    <a:pt x="685854" y="227712"/>
                  </a:lnTo>
                  <a:lnTo>
                    <a:pt x="685854" y="220811"/>
                  </a:lnTo>
                  <a:lnTo>
                    <a:pt x="685854" y="213911"/>
                  </a:lnTo>
                  <a:lnTo>
                    <a:pt x="720147" y="213911"/>
                  </a:lnTo>
                  <a:lnTo>
                    <a:pt x="720147" y="207010"/>
                  </a:lnTo>
                  <a:lnTo>
                    <a:pt x="720147" y="200110"/>
                  </a:lnTo>
                  <a:lnTo>
                    <a:pt x="720147" y="193210"/>
                  </a:lnTo>
                  <a:lnTo>
                    <a:pt x="754440" y="193210"/>
                  </a:lnTo>
                  <a:lnTo>
                    <a:pt x="754440" y="186309"/>
                  </a:lnTo>
                  <a:lnTo>
                    <a:pt x="754440" y="179409"/>
                  </a:lnTo>
                  <a:lnTo>
                    <a:pt x="754440" y="172509"/>
                  </a:lnTo>
                  <a:lnTo>
                    <a:pt x="754440" y="165608"/>
                  </a:lnTo>
                  <a:lnTo>
                    <a:pt x="754440" y="158708"/>
                  </a:lnTo>
                  <a:lnTo>
                    <a:pt x="754440" y="151808"/>
                  </a:lnTo>
                  <a:lnTo>
                    <a:pt x="754440" y="144907"/>
                  </a:lnTo>
                  <a:lnTo>
                    <a:pt x="788732" y="144907"/>
                  </a:lnTo>
                  <a:lnTo>
                    <a:pt x="823025" y="144907"/>
                  </a:lnTo>
                  <a:lnTo>
                    <a:pt x="823025" y="138007"/>
                  </a:lnTo>
                  <a:lnTo>
                    <a:pt x="823025" y="131106"/>
                  </a:lnTo>
                  <a:lnTo>
                    <a:pt x="857318" y="131106"/>
                  </a:lnTo>
                  <a:lnTo>
                    <a:pt x="857318" y="124206"/>
                  </a:lnTo>
                  <a:lnTo>
                    <a:pt x="857318" y="117306"/>
                  </a:lnTo>
                  <a:lnTo>
                    <a:pt x="857318" y="110405"/>
                  </a:lnTo>
                  <a:lnTo>
                    <a:pt x="857318" y="103505"/>
                  </a:lnTo>
                  <a:lnTo>
                    <a:pt x="857318" y="96605"/>
                  </a:lnTo>
                  <a:lnTo>
                    <a:pt x="857318" y="89704"/>
                  </a:lnTo>
                  <a:lnTo>
                    <a:pt x="857318" y="82804"/>
                  </a:lnTo>
                  <a:lnTo>
                    <a:pt x="857318" y="75904"/>
                  </a:lnTo>
                  <a:lnTo>
                    <a:pt x="857318" y="69003"/>
                  </a:lnTo>
                  <a:lnTo>
                    <a:pt x="857318" y="62103"/>
                  </a:lnTo>
                  <a:lnTo>
                    <a:pt x="891610" y="62103"/>
                  </a:lnTo>
                  <a:lnTo>
                    <a:pt x="891610" y="55202"/>
                  </a:lnTo>
                  <a:lnTo>
                    <a:pt x="891610" y="48302"/>
                  </a:lnTo>
                  <a:lnTo>
                    <a:pt x="891610" y="41402"/>
                  </a:lnTo>
                  <a:lnTo>
                    <a:pt x="891610" y="34501"/>
                  </a:lnTo>
                  <a:lnTo>
                    <a:pt x="891610" y="27601"/>
                  </a:lnTo>
                  <a:lnTo>
                    <a:pt x="891610" y="20701"/>
                  </a:lnTo>
                  <a:lnTo>
                    <a:pt x="891610" y="13800"/>
                  </a:lnTo>
                  <a:lnTo>
                    <a:pt x="925903" y="13800"/>
                  </a:lnTo>
                  <a:lnTo>
                    <a:pt x="925903" y="6900"/>
                  </a:lnTo>
                  <a:lnTo>
                    <a:pt x="925903" y="0"/>
                  </a:lnTo>
                  <a:lnTo>
                    <a:pt x="960196" y="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16937463" y="36445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17276961" y="41788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tx1730"/>
            <p:cNvSpPr/>
            <p:nvPr/>
          </p:nvSpPr>
          <p:spPr>
            <a:xfrm>
              <a:off x="17322491" y="4193733"/>
              <a:ext cx="216416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0.25 [-1.213, 1.519]</a:t>
              </a:r>
            </a:p>
          </p:txBody>
        </p:sp>
        <p:sp>
          <p:nvSpPr>
            <p:cNvPr id="1731" name="tx1731"/>
            <p:cNvSpPr/>
            <p:nvPr/>
          </p:nvSpPr>
          <p:spPr>
            <a:xfrm>
              <a:off x="17322491" y="44391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0.652</a:t>
              </a:r>
            </a:p>
          </p:txBody>
        </p:sp>
        <p:sp>
          <p:nvSpPr>
            <p:cNvPr id="1732" name="tx1732"/>
            <p:cNvSpPr/>
            <p:nvPr/>
          </p:nvSpPr>
          <p:spPr>
            <a:xfrm>
              <a:off x="17322491" y="46591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0.958</a:t>
              </a:r>
            </a:p>
          </p:txBody>
        </p:sp>
        <p:sp>
          <p:nvSpPr>
            <p:cNvPr id="1733" name="tx1733"/>
            <p:cNvSpPr/>
            <p:nvPr/>
          </p:nvSpPr>
          <p:spPr>
            <a:xfrm>
              <a:off x="17322491" y="48776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0.280</a:t>
              </a:r>
            </a:p>
          </p:txBody>
        </p:sp>
        <p:sp>
          <p:nvSpPr>
            <p:cNvPr id="1734" name="tx1734"/>
            <p:cNvSpPr/>
            <p:nvPr/>
          </p:nvSpPr>
          <p:spPr>
            <a:xfrm>
              <a:off x="16580912" y="47797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35" name="tx1735"/>
            <p:cNvSpPr/>
            <p:nvPr/>
          </p:nvSpPr>
          <p:spPr>
            <a:xfrm>
              <a:off x="16580912" y="44968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36" name="tx1736"/>
            <p:cNvSpPr/>
            <p:nvPr/>
          </p:nvSpPr>
          <p:spPr>
            <a:xfrm>
              <a:off x="16580912" y="42139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37" name="tx1737"/>
            <p:cNvSpPr/>
            <p:nvPr/>
          </p:nvSpPr>
          <p:spPr>
            <a:xfrm>
              <a:off x="16580912" y="39309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38" name="tx1738"/>
            <p:cNvSpPr/>
            <p:nvPr/>
          </p:nvSpPr>
          <p:spPr>
            <a:xfrm>
              <a:off x="16580912" y="36480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39" name="tx1739"/>
            <p:cNvSpPr/>
            <p:nvPr/>
          </p:nvSpPr>
          <p:spPr>
            <a:xfrm>
              <a:off x="1685562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40" name="tx1740"/>
            <p:cNvSpPr/>
            <p:nvPr/>
          </p:nvSpPr>
          <p:spPr>
            <a:xfrm>
              <a:off x="1713854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41" name="tx1741"/>
            <p:cNvSpPr/>
            <p:nvPr/>
          </p:nvSpPr>
          <p:spPr>
            <a:xfrm>
              <a:off x="1742145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42" name="tx1742"/>
            <p:cNvSpPr/>
            <p:nvPr/>
          </p:nvSpPr>
          <p:spPr>
            <a:xfrm>
              <a:off x="17704371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43" name="tx1743"/>
            <p:cNvSpPr/>
            <p:nvPr/>
          </p:nvSpPr>
          <p:spPr>
            <a:xfrm>
              <a:off x="17987286" y="49669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44" name="tx1744"/>
            <p:cNvSpPr/>
            <p:nvPr/>
          </p:nvSpPr>
          <p:spPr>
            <a:xfrm>
              <a:off x="16181492" y="51166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1745" name="tx1745"/>
            <p:cNvSpPr/>
            <p:nvPr/>
          </p:nvSpPr>
          <p:spPr>
            <a:xfrm rot="-5400000">
              <a:off x="15209894" y="41835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1746" name="tx1746"/>
            <p:cNvSpPr/>
            <p:nvPr/>
          </p:nvSpPr>
          <p:spPr>
            <a:xfrm>
              <a:off x="16937463" y="33651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H.</a:t>
              </a:r>
            </a:p>
          </p:txBody>
        </p:sp>
        <p:sp>
          <p:nvSpPr>
            <p:cNvPr id="1747" name="rc1747"/>
            <p:cNvSpPr/>
            <p:nvPr/>
          </p:nvSpPr>
          <p:spPr>
            <a:xfrm>
              <a:off x="24685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rc1748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2897501" y="704480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2897501" y="680209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2897501" y="6559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2897501" y="631667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2897501" y="607396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2897501" y="5831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8120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8728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59336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69944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2897501" y="6923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2897501" y="668073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2897501" y="643802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2897501" y="619531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2897501" y="595260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2897501" y="570989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2816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3424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54032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64640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3260950" y="6849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3239515" y="691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3373846" y="686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3433152" y="6832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3219508" y="692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3200215" y="6851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3185210" y="6950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3222366" y="692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3889022" y="676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718219" y="6535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817539" y="653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811108" y="652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3496031" y="683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3716106" y="6712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3225939" y="6866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898995" y="652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3159487" y="6922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3131621" y="68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254520" y="6872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3198072" y="6915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3274527" y="6866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241658" y="6874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245231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4438496" y="6310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4444212" y="6248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4618558" y="6373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859727" y="6793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3434581" y="668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3238086" y="694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858298" y="6728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879019" y="648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4279156" y="6702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358127" y="6939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3233798" y="6890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4020496" y="625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3685381" y="621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298106" y="686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4967248" y="6745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590318" y="6732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958332" y="6793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4208417" y="6702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3194499" y="689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265952" y="6845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3243087" y="679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3437439" y="6886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3688954" y="680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216650" y="6912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895453" y="681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678951" y="6870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4128390" y="6809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4249860" y="6819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4228424" y="6804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3370274" y="6785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298821" y="6920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3240944" y="6812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170205" y="686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178065" y="688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3152342" y="6889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253805" y="6860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230226" y="6837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303822" y="689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158058" y="6929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3224509" y="6907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244516" y="6891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3830431" y="5817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767552" y="574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4132677" y="6362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913316" y="6334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4102667" y="651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3919033" y="6384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4003347" y="6364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3243087" y="6919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3334547" y="6843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4211990" y="640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4483511" y="6562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253091" y="686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432438" y="6842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251662" y="693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3244516" y="6857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219508" y="689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737542" y="651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3706817" y="663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4870072" y="6821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087289" y="6728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142308" y="673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123730" y="6686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3831145" y="691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3257378" y="689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144482" y="689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3307395" y="6878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245231" y="6933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247374" y="6919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174492" y="697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251662" y="690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3607498" y="617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238086" y="6887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205932" y="6877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3229511" y="6947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294533" y="685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3551764" y="6869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753262" y="6784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3844007" y="686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964048" y="6832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4322028" y="6637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3267381" y="6890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331689" y="6985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266667" y="68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290961" y="6866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3214506" y="6896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181638" y="691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3189497" y="6879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6133361" y="643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6144794" y="652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3310968" y="689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733969" y="59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761121" y="598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436010" y="687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829002" y="684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3225224" y="6877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196643" y="687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203788" y="691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293819" y="6921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295248" y="6899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398855" y="6920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3421720" y="687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253805" y="6905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308109" y="688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152342" y="688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240229" y="6876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2823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235942" y="6871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3324544" y="690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400998" y="6902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170205" y="693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208790" y="693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248431" y="66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4128390" y="6397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4042646" y="6422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408113" y="6491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5390250" y="6601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6013320" y="6578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208790" y="688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3184496" y="6881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016551" y="6551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4751460" y="628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4855782" y="6325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4735026" y="6378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4975823" y="654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4960103" y="6522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4346322" y="6668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4471364" y="6601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156629" y="6950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111614" y="6963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658944" y="667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10356" y="6599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3376704" y="6874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385279" y="6875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3466021" y="690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558909" y="682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3686810" y="6870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3875446" y="6834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3317398" y="6811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4216277" y="6685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827542" y="639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6266264" y="622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748260" y="6768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4038359" y="682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190212" y="6900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3457446" y="691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170175" y="6734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067997" y="6825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3255949" y="6932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261665" y="6899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4941525" y="6654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4967963" y="673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581060" y="6856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690383" y="6819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3280243" y="6631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4616414" y="64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4734311" y="6489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032985" y="6542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161600" y="654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239484" y="6665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228797" y="6936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3260236" y="697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222366" y="6947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3230940" y="694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3746831" y="6396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110124" y="656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229511" y="6903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518181" y="671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881163" y="6693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4156257" y="667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4196270" y="6576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3286674" y="6959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3240944" y="692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3235942" y="6903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889737" y="6727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243057" y="6095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883990" y="6300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6201242" y="6332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3188783" y="6775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259521" y="6847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202359" y="692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3178780" y="6909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283815" y="6879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511751" y="676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990486" y="6940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3542475" y="681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3185925" y="689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187354" y="690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259521" y="68505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138766" y="691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144482" y="6915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162345" y="692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296677" y="6904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392424" y="6857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358127" y="6947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253805" y="692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261665" y="6904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327402" y="69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322400" y="6895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223795" y="6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3245231" y="689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4079802" y="6656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3892595" y="652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950472" y="6637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934038" y="6619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4059795" y="6645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521009" y="6472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273097" y="6871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3140195" y="688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192356" y="6863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3308824" y="6839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353839" y="6905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229511" y="686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182352" y="6840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5784671" y="647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631761" y="653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3266667" y="6859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218793" y="6856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223795" y="6867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288817" y="6968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4650711" y="670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3279528" y="6912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3216650" y="6899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3257378" y="6908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4475652" y="665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4623559" y="6615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315969" y="6833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318113" y="679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249518" y="688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3283101" y="69373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233084" y="6995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417402" y="67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526041" y="694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3204503" y="6850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4592120" y="6628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554622" y="6081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3622503" y="6749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580345" y="677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564626" y="651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216650" y="695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277385" y="6864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275241" y="6865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178780" y="6924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743973" y="675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870445" y="660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3989057" y="6565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4176978" y="6553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4214848" y="655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4103381" y="6371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4310595" y="6428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3258092" y="692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3262380" y="6969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249518" y="693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185925" y="687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210933" y="6781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3218793" y="686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914745" y="6215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3961190" y="6238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290961" y="695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074458" y="6809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230226" y="6833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3193785" y="6929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3199501" y="6919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207361" y="688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3788988" y="6794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754691" y="6735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4069084" y="648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4250575" y="6543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4192698" y="6558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4121245" y="661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230226" y="6841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3238086" y="691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3283815" y="6882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304537" y="6887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3293104" y="6946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4084804" y="669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3232369" y="6870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233798" y="6933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250947" y="6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228797" y="6925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3646797" y="639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3664660" y="6154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519610" y="6210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3323115" y="692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3828287" y="63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4360612" y="64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4182694" y="6461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399569" y="6855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239515" y="6851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269525" y="6891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217364" y="6927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3395997" y="6902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250202" y="633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230195" y="6355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224479" y="6324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149453" y="6568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3308824" y="6893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3314540" y="6876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012264" y="656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3240229" y="690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3534615" y="675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3594636" y="6738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3479597" y="672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3556051" y="6732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761806" y="671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6132647" y="675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947583" y="6806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956872" y="6787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956158" y="678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3288103" y="686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3290961" y="6844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3707532" y="6702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3703959" y="669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3280957" y="6871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3264523" y="696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3234513" y="6914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3270239" y="690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3220937" y="6880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3234513" y="6909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3276670" y="687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3310253" y="6918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3266667" y="6875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3285959" y="6874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3279528" y="6896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3263809" y="6931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3271668" y="6909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3523183" y="6663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3598923" y="662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3626075" y="6738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3304537" y="687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3340978" y="694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3325258" y="687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3228797" y="6874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3356698" y="6886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3329545" y="6912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3241658" y="6903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3240229" y="6971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3290961" y="68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3412431" y="67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3350981" y="6912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3266667" y="688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3242373" y="6901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4041217" y="6097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4046219" y="605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4106954" y="612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111956" y="632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4336318" y="663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4653570" y="6650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3215221" y="688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3222366" y="6884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3288817" y="6833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3258807" y="6946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3266667" y="6866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3285959" y="6898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3213077" y="6865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3195214" y="685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3403142" y="6887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3271668" y="692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3200215" y="6922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3264523" y="6945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3752547" y="6192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3865443" y="641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3786845" y="6641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135877" y="6487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3225224" y="688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3228797" y="6968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3271668" y="690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3777556" y="6701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3262380" y="6957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3274527" y="6890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3256663" y="692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3175921" y="6924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3207361" y="690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3270239" y="692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4180551" y="6167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3346694" y="6854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4956530" y="658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5737512" y="6567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443125" y="6610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500288" y="6620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3679665" y="6656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3401713" y="682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3168776" y="697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3161631" y="6952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3178065" y="691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3211648" y="696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3208075" y="696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4800048" y="653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4777183" y="660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3220937" y="687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3304537" y="6905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3203074" y="6958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3235227" y="694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3531757" y="6746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3778985" y="6644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4349894" y="645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3146626" y="6905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3382421" y="695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3343836" y="690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4475652" y="68151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3218793" y="6877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3644653" y="6486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5074428" y="6767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3223795" y="68789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3192356" y="6905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3232369" y="6944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3787559" y="6809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3283815" y="6938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3270954" y="694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3090178" y="689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3106612" y="692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3290961" y="6925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3206646" y="691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3243087" y="6873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3235942" y="6881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3561768" y="68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3250947" y="6909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3175207" y="6896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3204503" y="6884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3221651" y="6869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3194499" y="6977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3227368" y="6924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3278099" y="6887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4026212" y="6864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4463505" y="6903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3573200" y="6688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3533901" y="6674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3261665" y="6911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3244516" y="685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3831860" y="673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3799706" y="683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3148055" y="6907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3650369" y="6822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3245231" y="6858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3149484" y="684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3180923" y="6836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290216" y="654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3255234" y="6913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3204503" y="6925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3225224" y="6948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3646082" y="6826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3318113" y="6976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3250233" y="6916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3195928" y="6951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3138766" y="692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3235942" y="6906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3271668" y="6932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460274" y="642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3737542" y="604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3928322" y="623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3236656" y="6878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3255949" y="6940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3231655" y="694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3261665" y="6960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3170205" y="687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3184496" y="6914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3320971" y="6896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3303822" y="6850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3402427" y="6768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3742544" y="6723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3876161" y="6596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3919033" y="6568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3866157" y="6817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3238800" y="689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3209504" y="6897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4008349" y="6645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4284872" y="6618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3815426" y="602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4113385" y="6737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4519952" y="636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4923662" y="6366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4606411" y="666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3891166" y="6747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3933323" y="684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3904742" y="6725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3896168" y="6679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3912602" y="648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3894024" y="6419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4038359" y="652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909713" y="6211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6249830" y="6236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3267381" y="6878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3255949" y="68715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3303822" y="6863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3353125" y="6890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3175921" y="6818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3255234" y="693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3245231" y="6888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4063368" y="661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3308109" y="6885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3399569" y="685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3853296" y="6869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3566769" y="620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3213791" y="6891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3577487" y="6829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3917604" y="6846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4429207" y="6380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3235227" y="6898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3751118" y="6783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3733255" y="6790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4033357" y="68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4244858" y="6384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3656800" y="6829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3773983" y="6873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3238086" y="6886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3215935" y="695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3219508" y="6908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3330260" y="6850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3285244" y="6857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3189497" y="691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3298106" y="6875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3203074" y="6889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3687525" y="6856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4185552" y="6851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4644281" y="6814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3178065" y="6878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3216650" y="6885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3269525" y="693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3233084" y="6946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4134821" y="6439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4159115" y="6436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4832917" y="65988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4890793" y="6603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308794" y="656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3307395" y="690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3235227" y="6908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3312397" y="6937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4507805" y="656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3964048" y="636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4015494" y="6456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4011922" y="6480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4574257" y="6743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4088376" y="6533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3959046" y="654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3961190" y="6464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3220937" y="6926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4009063" y="676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4854352" y="6485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3831145" y="6681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3342407" y="695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4321313" y="6743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3411716" y="6895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3267381" y="687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3359556" y="6908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3148769" y="685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3129477" y="6852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3310253" y="6823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3183067" y="6887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4722164" y="640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4585689" y="634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4984397" y="6315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4009063" y="6543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4348465" y="650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3217364" y="6892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3416003" y="6934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3506749" y="6894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3533901" y="692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3314540" y="6946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3804708" y="6714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3543904" y="677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4038359" y="6728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3286674" y="6916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3227368" y="69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3233798" y="6927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3223795" y="6923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3917604" y="6698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3237371" y="6912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3278099" y="690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3295962" y="6895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3390280" y="6843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3733969" y="6791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4202701" y="6798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3281672" y="69017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4101952" y="6671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4093378" y="6688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4731453" y="6394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4802192" y="6334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6405597" y="6548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858267" y="6515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574599" y="6507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762520" y="6613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193382" y="662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3273097" y="6912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3253805" y="6995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3289532" y="6845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3223795" y="688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3123046" y="6897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3211648" y="6943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3339549" y="6869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3257378" y="6892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3279528" y="6906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3254520" y="6488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3272383" y="6925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3319542" y="691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3239515" y="6917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3518181" y="672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3267381" y="6824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3262380" y="6930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4710017" y="6801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3534615" y="685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3822571" y="6852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4162687" y="6765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3641080" y="6696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3186639" y="6950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3211648" y="6918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3893310" y="6841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3198072" y="693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3164489" y="6932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3107327" y="695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3140195" y="6935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3166633" y="6924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3295962" y="6897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3224509" y="685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4928664" y="6637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207330" y="665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75857" y="6562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3865443" y="674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3298106" y="686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489570" y="6337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816824" y="631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3271668" y="690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4559252" y="6709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4728595" y="666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336955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3466021" y="6895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3849723" y="6658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4247002" y="6822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3766123" y="6893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3288817" y="677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3360270" y="6776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3334547" y="6850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011519" y="6784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3228797" y="6921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3177350" y="689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4824342" y="6425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4696441" y="6392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4723593" y="6416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5148739" y="640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3578202" y="674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3270239" y="6884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3579631" y="687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3834004" y="677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3844007" y="6692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3255234" y="694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3235942" y="6907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3252376" y="6913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3225224" y="693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3290961" y="6907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3263809" y="6889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3361699" y="6883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3337405" y="685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3374561" y="689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5322370" y="655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15156" y="657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3235227" y="683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3263809" y="6955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3315255" y="6878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3498889" y="6886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3158058" y="6961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3184496" y="6837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3212362" y="684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3215221" y="6881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3218793" y="687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3270954" y="688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3267381" y="689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3230226" y="693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3262380" y="690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3268096" y="6879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3228082" y="6847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3166633" y="6903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3252376" y="6962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3203074" y="6941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3195928" y="6908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3268096" y="692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3416003" y="6942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3251662" y="6920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3723251" y="676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3889737" y="6748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4132677" y="667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3255949" y="6946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3232369" y="6920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3236656" y="6915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4318455" y="659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3264523" y="688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3265238" y="685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3286674" y="6931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3266667" y="6886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3290246" y="693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3248089" y="6950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3311682" y="693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3280243" y="6942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3315255" y="7041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3316684" y="6994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3199501" y="690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4808623" y="6599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816110" y="626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3193785" y="6839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3132335" y="6878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3268096" y="691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3278099" y="685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3273812" y="6858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3298821" y="6909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4482082" y="676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410257" y="650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4494229" y="6547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4837918" y="665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3218079" y="7032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3192356" y="6928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3492458" y="6861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3300964" y="692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342999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2897501" y="685557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2897501" y="5707478"/>
              <a:ext cx="649366" cy="291997"/>
            </a:xfrm>
            <a:custGeom>
              <a:avLst/>
              <a:pathLst>
                <a:path w="649366" h="291997">
                  <a:moveTo>
                    <a:pt x="0" y="291997"/>
                  </a:moveTo>
                  <a:lnTo>
                    <a:pt x="624220" y="291997"/>
                  </a:lnTo>
                  <a:lnTo>
                    <a:pt x="623208" y="291977"/>
                  </a:lnTo>
                  <a:lnTo>
                    <a:pt x="627251" y="291814"/>
                  </a:lnTo>
                  <a:lnTo>
                    <a:pt x="631216" y="291005"/>
                  </a:lnTo>
                  <a:lnTo>
                    <a:pt x="635000" y="289570"/>
                  </a:lnTo>
                  <a:lnTo>
                    <a:pt x="638505" y="287546"/>
                  </a:lnTo>
                  <a:lnTo>
                    <a:pt x="641640" y="284987"/>
                  </a:lnTo>
                  <a:lnTo>
                    <a:pt x="644323" y="281958"/>
                  </a:lnTo>
                  <a:lnTo>
                    <a:pt x="646486" y="278537"/>
                  </a:lnTo>
                  <a:lnTo>
                    <a:pt x="648072" y="274814"/>
                  </a:lnTo>
                  <a:lnTo>
                    <a:pt x="649041" y="270885"/>
                  </a:lnTo>
                  <a:lnTo>
                    <a:pt x="649366" y="266851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tx2506"/>
            <p:cNvSpPr/>
            <p:nvPr/>
          </p:nvSpPr>
          <p:spPr>
            <a:xfrm>
              <a:off x="2635380" y="5654760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015803" y="5826460"/>
              <a:ext cx="48915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 (4%)</a:t>
              </a:r>
            </a:p>
          </p:txBody>
        </p:sp>
        <p:sp>
          <p:nvSpPr>
            <p:cNvPr id="2508" name="pg2508"/>
            <p:cNvSpPr/>
            <p:nvPr/>
          </p:nvSpPr>
          <p:spPr>
            <a:xfrm>
              <a:off x="28975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tx2509"/>
            <p:cNvSpPr/>
            <p:nvPr/>
          </p:nvSpPr>
          <p:spPr>
            <a:xfrm>
              <a:off x="26275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27439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408 (55.6%)</a:t>
              </a:r>
            </a:p>
          </p:txBody>
        </p:sp>
        <p:sp>
          <p:nvSpPr>
            <p:cNvPr id="2511" name="pg2511"/>
            <p:cNvSpPr/>
            <p:nvPr/>
          </p:nvSpPr>
          <p:spPr>
            <a:xfrm>
              <a:off x="3973826" y="5707478"/>
              <a:ext cx="899032" cy="291997"/>
            </a:xfrm>
            <a:custGeom>
              <a:avLst/>
              <a:pathLst>
                <a:path w="899032" h="291997">
                  <a:moveTo>
                    <a:pt x="25146" y="291997"/>
                  </a:moveTo>
                  <a:lnTo>
                    <a:pt x="873886" y="291997"/>
                  </a:lnTo>
                  <a:lnTo>
                    <a:pt x="872873" y="291977"/>
                  </a:lnTo>
                  <a:lnTo>
                    <a:pt x="876917" y="291814"/>
                  </a:lnTo>
                  <a:lnTo>
                    <a:pt x="880882" y="291005"/>
                  </a:lnTo>
                  <a:lnTo>
                    <a:pt x="884666" y="289570"/>
                  </a:lnTo>
                  <a:lnTo>
                    <a:pt x="888170" y="287546"/>
                  </a:lnTo>
                  <a:lnTo>
                    <a:pt x="891305" y="284987"/>
                  </a:lnTo>
                  <a:lnTo>
                    <a:pt x="893989" y="281958"/>
                  </a:lnTo>
                  <a:lnTo>
                    <a:pt x="896151" y="278537"/>
                  </a:lnTo>
                  <a:lnTo>
                    <a:pt x="897738" y="274814"/>
                  </a:lnTo>
                  <a:lnTo>
                    <a:pt x="898706" y="270885"/>
                  </a:lnTo>
                  <a:lnTo>
                    <a:pt x="899032" y="266851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66851"/>
                  </a:lnTo>
                  <a:lnTo>
                    <a:pt x="81" y="264828"/>
                  </a:lnTo>
                  <a:lnTo>
                    <a:pt x="81" y="268875"/>
                  </a:lnTo>
                  <a:lnTo>
                    <a:pt x="730" y="272869"/>
                  </a:lnTo>
                  <a:lnTo>
                    <a:pt x="2012" y="276708"/>
                  </a:lnTo>
                  <a:lnTo>
                    <a:pt x="3892" y="280291"/>
                  </a:lnTo>
                  <a:lnTo>
                    <a:pt x="6323" y="283526"/>
                  </a:lnTo>
                  <a:lnTo>
                    <a:pt x="9242" y="286330"/>
                  </a:lnTo>
                  <a:lnTo>
                    <a:pt x="12573" y="288629"/>
                  </a:lnTo>
                  <a:lnTo>
                    <a:pt x="16229" y="290363"/>
                  </a:lnTo>
                  <a:lnTo>
                    <a:pt x="20116" y="291489"/>
                  </a:lnTo>
                  <a:lnTo>
                    <a:pt x="24133" y="2919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tx2512"/>
            <p:cNvSpPr/>
            <p:nvPr/>
          </p:nvSpPr>
          <p:spPr>
            <a:xfrm>
              <a:off x="4015736" y="5654760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4069897" y="5826460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274 (37.3%)</a:t>
              </a:r>
            </a:p>
          </p:txBody>
        </p:sp>
        <p:sp>
          <p:nvSpPr>
            <p:cNvPr id="2514" name="pg2514"/>
            <p:cNvSpPr/>
            <p:nvPr/>
          </p:nvSpPr>
          <p:spPr>
            <a:xfrm>
              <a:off x="38572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tx2515"/>
            <p:cNvSpPr/>
            <p:nvPr/>
          </p:nvSpPr>
          <p:spPr>
            <a:xfrm>
              <a:off x="38991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42252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 (3.1%)</a:t>
              </a:r>
            </a:p>
          </p:txBody>
        </p:sp>
        <p:sp>
          <p:nvSpPr>
            <p:cNvPr id="2517" name="rc2517"/>
            <p:cNvSpPr/>
            <p:nvPr/>
          </p:nvSpPr>
          <p:spPr>
            <a:xfrm>
              <a:off x="28975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tx2518"/>
            <p:cNvSpPr/>
            <p:nvPr/>
          </p:nvSpPr>
          <p:spPr>
            <a:xfrm>
              <a:off x="2772715" y="6881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2772715" y="664046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2710559" y="639633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2710559" y="6153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2710559" y="591091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2710559" y="566820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24" name="pl2524"/>
            <p:cNvSpPr/>
            <p:nvPr/>
          </p:nvSpPr>
          <p:spPr>
            <a:xfrm>
              <a:off x="2862706" y="6923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2862706" y="668073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2862706" y="64380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2862706" y="61953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2862706" y="59526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2862706" y="57098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32816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43424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54032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64640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tx2534"/>
            <p:cNvSpPr/>
            <p:nvPr/>
          </p:nvSpPr>
          <p:spPr>
            <a:xfrm>
              <a:off x="32505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42803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53410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64018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42593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2539" name="tx2539"/>
            <p:cNvSpPr/>
            <p:nvPr/>
          </p:nvSpPr>
          <p:spPr>
            <a:xfrm rot="-5400000">
              <a:off x="2029146" y="6355142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2897501" y="5479789"/>
              <a:ext cx="9315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I.</a:t>
              </a:r>
            </a:p>
          </p:txBody>
        </p:sp>
        <p:sp>
          <p:nvSpPr>
            <p:cNvPr id="2541" name="rc2541"/>
            <p:cNvSpPr/>
            <p:nvPr/>
          </p:nvSpPr>
          <p:spPr>
            <a:xfrm>
              <a:off x="80632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87078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87078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87078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87078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89059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91888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94717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97546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87078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87078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87078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87078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87078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87644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90473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93302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96131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98961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87644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7849"/>
                  </a:lnTo>
                  <a:lnTo>
                    <a:pt x="0" y="1124039"/>
                  </a:lnTo>
                  <a:lnTo>
                    <a:pt x="0" y="1120229"/>
                  </a:lnTo>
                  <a:lnTo>
                    <a:pt x="0" y="1116418"/>
                  </a:lnTo>
                  <a:lnTo>
                    <a:pt x="0" y="1112608"/>
                  </a:lnTo>
                  <a:lnTo>
                    <a:pt x="0" y="1108798"/>
                  </a:lnTo>
                  <a:lnTo>
                    <a:pt x="0" y="1104987"/>
                  </a:lnTo>
                  <a:lnTo>
                    <a:pt x="0" y="1101177"/>
                  </a:lnTo>
                  <a:lnTo>
                    <a:pt x="0" y="1097367"/>
                  </a:lnTo>
                  <a:lnTo>
                    <a:pt x="0" y="1093557"/>
                  </a:lnTo>
                  <a:lnTo>
                    <a:pt x="0" y="1089746"/>
                  </a:lnTo>
                  <a:lnTo>
                    <a:pt x="0" y="1085936"/>
                  </a:lnTo>
                  <a:lnTo>
                    <a:pt x="0" y="1082126"/>
                  </a:lnTo>
                  <a:lnTo>
                    <a:pt x="0" y="1078315"/>
                  </a:lnTo>
                  <a:lnTo>
                    <a:pt x="0" y="1074505"/>
                  </a:lnTo>
                  <a:lnTo>
                    <a:pt x="0" y="1070695"/>
                  </a:lnTo>
                  <a:lnTo>
                    <a:pt x="2589" y="1070695"/>
                  </a:lnTo>
                  <a:lnTo>
                    <a:pt x="2589" y="1066884"/>
                  </a:lnTo>
                  <a:lnTo>
                    <a:pt x="2589" y="1063074"/>
                  </a:lnTo>
                  <a:lnTo>
                    <a:pt x="2589" y="1059264"/>
                  </a:lnTo>
                  <a:lnTo>
                    <a:pt x="2589" y="1055454"/>
                  </a:lnTo>
                  <a:lnTo>
                    <a:pt x="2589" y="1051643"/>
                  </a:lnTo>
                  <a:lnTo>
                    <a:pt x="2589" y="1047833"/>
                  </a:lnTo>
                  <a:lnTo>
                    <a:pt x="2589" y="1044023"/>
                  </a:lnTo>
                  <a:lnTo>
                    <a:pt x="2589" y="1040212"/>
                  </a:lnTo>
                  <a:lnTo>
                    <a:pt x="2589" y="1036402"/>
                  </a:lnTo>
                  <a:lnTo>
                    <a:pt x="2589" y="1032592"/>
                  </a:lnTo>
                  <a:lnTo>
                    <a:pt x="2589" y="1028781"/>
                  </a:lnTo>
                  <a:lnTo>
                    <a:pt x="2589" y="1024971"/>
                  </a:lnTo>
                  <a:lnTo>
                    <a:pt x="2589" y="1021161"/>
                  </a:lnTo>
                  <a:lnTo>
                    <a:pt x="2589" y="1017350"/>
                  </a:lnTo>
                  <a:lnTo>
                    <a:pt x="2589" y="1013540"/>
                  </a:lnTo>
                  <a:lnTo>
                    <a:pt x="2589" y="1009730"/>
                  </a:lnTo>
                  <a:lnTo>
                    <a:pt x="2589" y="1005920"/>
                  </a:lnTo>
                  <a:lnTo>
                    <a:pt x="2589" y="1002109"/>
                  </a:lnTo>
                  <a:lnTo>
                    <a:pt x="2589" y="998299"/>
                  </a:lnTo>
                  <a:lnTo>
                    <a:pt x="2589" y="994489"/>
                  </a:lnTo>
                  <a:lnTo>
                    <a:pt x="2589" y="990678"/>
                  </a:lnTo>
                  <a:lnTo>
                    <a:pt x="2589" y="986868"/>
                  </a:lnTo>
                  <a:lnTo>
                    <a:pt x="2589" y="983058"/>
                  </a:lnTo>
                  <a:lnTo>
                    <a:pt x="2589" y="979247"/>
                  </a:lnTo>
                  <a:lnTo>
                    <a:pt x="2589" y="975437"/>
                  </a:lnTo>
                  <a:lnTo>
                    <a:pt x="2589" y="971627"/>
                  </a:lnTo>
                  <a:lnTo>
                    <a:pt x="2589" y="967817"/>
                  </a:lnTo>
                  <a:lnTo>
                    <a:pt x="2589" y="964006"/>
                  </a:lnTo>
                  <a:lnTo>
                    <a:pt x="2589" y="960196"/>
                  </a:lnTo>
                  <a:lnTo>
                    <a:pt x="2589" y="956386"/>
                  </a:lnTo>
                  <a:lnTo>
                    <a:pt x="2589" y="952575"/>
                  </a:lnTo>
                  <a:lnTo>
                    <a:pt x="2589" y="948765"/>
                  </a:lnTo>
                  <a:lnTo>
                    <a:pt x="2589" y="944955"/>
                  </a:lnTo>
                  <a:lnTo>
                    <a:pt x="2589" y="941144"/>
                  </a:lnTo>
                  <a:lnTo>
                    <a:pt x="2589" y="937334"/>
                  </a:lnTo>
                  <a:lnTo>
                    <a:pt x="2589" y="933524"/>
                  </a:lnTo>
                  <a:lnTo>
                    <a:pt x="2589" y="929714"/>
                  </a:lnTo>
                  <a:lnTo>
                    <a:pt x="2589" y="925903"/>
                  </a:lnTo>
                  <a:lnTo>
                    <a:pt x="2589" y="922093"/>
                  </a:lnTo>
                  <a:lnTo>
                    <a:pt x="2589" y="918283"/>
                  </a:lnTo>
                  <a:lnTo>
                    <a:pt x="2589" y="914472"/>
                  </a:lnTo>
                  <a:lnTo>
                    <a:pt x="2589" y="910662"/>
                  </a:lnTo>
                  <a:lnTo>
                    <a:pt x="2589" y="906852"/>
                  </a:lnTo>
                  <a:lnTo>
                    <a:pt x="2589" y="903041"/>
                  </a:lnTo>
                  <a:lnTo>
                    <a:pt x="2589" y="899231"/>
                  </a:lnTo>
                  <a:lnTo>
                    <a:pt x="2589" y="895421"/>
                  </a:lnTo>
                  <a:lnTo>
                    <a:pt x="2589" y="891610"/>
                  </a:lnTo>
                  <a:lnTo>
                    <a:pt x="2589" y="887800"/>
                  </a:lnTo>
                  <a:lnTo>
                    <a:pt x="2589" y="883990"/>
                  </a:lnTo>
                  <a:lnTo>
                    <a:pt x="2589" y="880180"/>
                  </a:lnTo>
                  <a:lnTo>
                    <a:pt x="2589" y="876369"/>
                  </a:lnTo>
                  <a:lnTo>
                    <a:pt x="2589" y="872559"/>
                  </a:lnTo>
                  <a:lnTo>
                    <a:pt x="2589" y="868749"/>
                  </a:lnTo>
                  <a:lnTo>
                    <a:pt x="2589" y="864938"/>
                  </a:lnTo>
                  <a:lnTo>
                    <a:pt x="2589" y="861128"/>
                  </a:lnTo>
                  <a:lnTo>
                    <a:pt x="2589" y="857318"/>
                  </a:lnTo>
                  <a:lnTo>
                    <a:pt x="2589" y="853507"/>
                  </a:lnTo>
                  <a:lnTo>
                    <a:pt x="2589" y="849697"/>
                  </a:lnTo>
                  <a:lnTo>
                    <a:pt x="2589" y="845887"/>
                  </a:lnTo>
                  <a:lnTo>
                    <a:pt x="2589" y="842077"/>
                  </a:lnTo>
                  <a:lnTo>
                    <a:pt x="2589" y="838266"/>
                  </a:lnTo>
                  <a:lnTo>
                    <a:pt x="2589" y="834456"/>
                  </a:lnTo>
                  <a:lnTo>
                    <a:pt x="2589" y="830646"/>
                  </a:lnTo>
                  <a:lnTo>
                    <a:pt x="2589" y="826835"/>
                  </a:lnTo>
                  <a:lnTo>
                    <a:pt x="2589" y="823025"/>
                  </a:lnTo>
                  <a:lnTo>
                    <a:pt x="2589" y="819215"/>
                  </a:lnTo>
                  <a:lnTo>
                    <a:pt x="2589" y="815404"/>
                  </a:lnTo>
                  <a:lnTo>
                    <a:pt x="2589" y="811594"/>
                  </a:lnTo>
                  <a:lnTo>
                    <a:pt x="2589" y="807784"/>
                  </a:lnTo>
                  <a:lnTo>
                    <a:pt x="2589" y="803974"/>
                  </a:lnTo>
                  <a:lnTo>
                    <a:pt x="2589" y="800163"/>
                  </a:lnTo>
                  <a:lnTo>
                    <a:pt x="5179" y="800163"/>
                  </a:lnTo>
                  <a:lnTo>
                    <a:pt x="5179" y="796353"/>
                  </a:lnTo>
                  <a:lnTo>
                    <a:pt x="5179" y="792543"/>
                  </a:lnTo>
                  <a:lnTo>
                    <a:pt x="5179" y="788732"/>
                  </a:lnTo>
                  <a:lnTo>
                    <a:pt x="5179" y="784922"/>
                  </a:lnTo>
                  <a:lnTo>
                    <a:pt x="5179" y="781112"/>
                  </a:lnTo>
                  <a:lnTo>
                    <a:pt x="5179" y="777301"/>
                  </a:lnTo>
                  <a:lnTo>
                    <a:pt x="5179" y="773491"/>
                  </a:lnTo>
                  <a:lnTo>
                    <a:pt x="5179" y="769681"/>
                  </a:lnTo>
                  <a:lnTo>
                    <a:pt x="5179" y="765870"/>
                  </a:lnTo>
                  <a:lnTo>
                    <a:pt x="5179" y="762060"/>
                  </a:lnTo>
                  <a:lnTo>
                    <a:pt x="5179" y="758250"/>
                  </a:lnTo>
                  <a:lnTo>
                    <a:pt x="5179" y="754440"/>
                  </a:lnTo>
                  <a:lnTo>
                    <a:pt x="5179" y="750629"/>
                  </a:lnTo>
                  <a:lnTo>
                    <a:pt x="5179" y="746819"/>
                  </a:lnTo>
                  <a:lnTo>
                    <a:pt x="5179" y="743009"/>
                  </a:lnTo>
                  <a:lnTo>
                    <a:pt x="5179" y="739198"/>
                  </a:lnTo>
                  <a:lnTo>
                    <a:pt x="5179" y="735388"/>
                  </a:lnTo>
                  <a:lnTo>
                    <a:pt x="5179" y="731578"/>
                  </a:lnTo>
                  <a:lnTo>
                    <a:pt x="5179" y="727767"/>
                  </a:lnTo>
                  <a:lnTo>
                    <a:pt x="5179" y="723957"/>
                  </a:lnTo>
                  <a:lnTo>
                    <a:pt x="5179" y="720147"/>
                  </a:lnTo>
                  <a:lnTo>
                    <a:pt x="5179" y="716337"/>
                  </a:lnTo>
                  <a:lnTo>
                    <a:pt x="5179" y="712526"/>
                  </a:lnTo>
                  <a:lnTo>
                    <a:pt x="5179" y="708716"/>
                  </a:lnTo>
                  <a:lnTo>
                    <a:pt x="5179" y="704906"/>
                  </a:lnTo>
                  <a:lnTo>
                    <a:pt x="5179" y="701095"/>
                  </a:lnTo>
                  <a:lnTo>
                    <a:pt x="5179" y="697285"/>
                  </a:lnTo>
                  <a:lnTo>
                    <a:pt x="5179" y="693475"/>
                  </a:lnTo>
                  <a:lnTo>
                    <a:pt x="5179" y="689664"/>
                  </a:lnTo>
                  <a:lnTo>
                    <a:pt x="5179" y="685854"/>
                  </a:lnTo>
                  <a:lnTo>
                    <a:pt x="5179" y="682044"/>
                  </a:lnTo>
                  <a:lnTo>
                    <a:pt x="5179" y="678233"/>
                  </a:lnTo>
                  <a:lnTo>
                    <a:pt x="5179" y="674423"/>
                  </a:lnTo>
                  <a:lnTo>
                    <a:pt x="5179" y="670613"/>
                  </a:lnTo>
                  <a:lnTo>
                    <a:pt x="5179" y="666803"/>
                  </a:lnTo>
                  <a:lnTo>
                    <a:pt x="5179" y="662992"/>
                  </a:lnTo>
                  <a:lnTo>
                    <a:pt x="5179" y="659182"/>
                  </a:lnTo>
                  <a:lnTo>
                    <a:pt x="5179" y="655372"/>
                  </a:lnTo>
                  <a:lnTo>
                    <a:pt x="5179" y="651561"/>
                  </a:lnTo>
                  <a:lnTo>
                    <a:pt x="5179" y="647751"/>
                  </a:lnTo>
                  <a:lnTo>
                    <a:pt x="5179" y="643941"/>
                  </a:lnTo>
                  <a:lnTo>
                    <a:pt x="5179" y="640130"/>
                  </a:lnTo>
                  <a:lnTo>
                    <a:pt x="5179" y="636320"/>
                  </a:lnTo>
                  <a:lnTo>
                    <a:pt x="5179" y="632510"/>
                  </a:lnTo>
                  <a:lnTo>
                    <a:pt x="5179" y="628700"/>
                  </a:lnTo>
                  <a:lnTo>
                    <a:pt x="5179" y="624889"/>
                  </a:lnTo>
                  <a:lnTo>
                    <a:pt x="5179" y="621079"/>
                  </a:lnTo>
                  <a:lnTo>
                    <a:pt x="5179" y="617269"/>
                  </a:lnTo>
                  <a:lnTo>
                    <a:pt x="5179" y="613458"/>
                  </a:lnTo>
                  <a:lnTo>
                    <a:pt x="5179" y="609648"/>
                  </a:lnTo>
                  <a:lnTo>
                    <a:pt x="5179" y="605838"/>
                  </a:lnTo>
                  <a:lnTo>
                    <a:pt x="5179" y="602027"/>
                  </a:lnTo>
                  <a:lnTo>
                    <a:pt x="5179" y="598217"/>
                  </a:lnTo>
                  <a:lnTo>
                    <a:pt x="5179" y="594407"/>
                  </a:lnTo>
                  <a:lnTo>
                    <a:pt x="5179" y="590597"/>
                  </a:lnTo>
                  <a:lnTo>
                    <a:pt x="5179" y="586786"/>
                  </a:lnTo>
                  <a:lnTo>
                    <a:pt x="5179" y="582976"/>
                  </a:lnTo>
                  <a:lnTo>
                    <a:pt x="5179" y="579166"/>
                  </a:lnTo>
                  <a:lnTo>
                    <a:pt x="5179" y="575355"/>
                  </a:lnTo>
                  <a:lnTo>
                    <a:pt x="5179" y="571545"/>
                  </a:lnTo>
                  <a:lnTo>
                    <a:pt x="5179" y="567735"/>
                  </a:lnTo>
                  <a:lnTo>
                    <a:pt x="5179" y="563924"/>
                  </a:lnTo>
                  <a:lnTo>
                    <a:pt x="5179" y="560114"/>
                  </a:lnTo>
                  <a:lnTo>
                    <a:pt x="5179" y="556304"/>
                  </a:lnTo>
                  <a:lnTo>
                    <a:pt x="5179" y="552493"/>
                  </a:lnTo>
                  <a:lnTo>
                    <a:pt x="5179" y="548683"/>
                  </a:lnTo>
                  <a:lnTo>
                    <a:pt x="5179" y="544873"/>
                  </a:lnTo>
                  <a:lnTo>
                    <a:pt x="5179" y="541063"/>
                  </a:lnTo>
                  <a:lnTo>
                    <a:pt x="5179" y="537252"/>
                  </a:lnTo>
                  <a:lnTo>
                    <a:pt x="7768" y="537252"/>
                  </a:lnTo>
                  <a:lnTo>
                    <a:pt x="7768" y="533442"/>
                  </a:lnTo>
                  <a:lnTo>
                    <a:pt x="7768" y="529632"/>
                  </a:lnTo>
                  <a:lnTo>
                    <a:pt x="7768" y="525821"/>
                  </a:lnTo>
                  <a:lnTo>
                    <a:pt x="7768" y="522011"/>
                  </a:lnTo>
                  <a:lnTo>
                    <a:pt x="7768" y="518201"/>
                  </a:lnTo>
                  <a:lnTo>
                    <a:pt x="7768" y="514390"/>
                  </a:lnTo>
                  <a:lnTo>
                    <a:pt x="7768" y="510580"/>
                  </a:lnTo>
                  <a:lnTo>
                    <a:pt x="7768" y="506770"/>
                  </a:lnTo>
                  <a:lnTo>
                    <a:pt x="7768" y="502960"/>
                  </a:lnTo>
                  <a:lnTo>
                    <a:pt x="7768" y="499149"/>
                  </a:lnTo>
                  <a:lnTo>
                    <a:pt x="7768" y="495339"/>
                  </a:lnTo>
                  <a:lnTo>
                    <a:pt x="7768" y="491529"/>
                  </a:lnTo>
                  <a:lnTo>
                    <a:pt x="7768" y="487718"/>
                  </a:lnTo>
                  <a:lnTo>
                    <a:pt x="7768" y="483908"/>
                  </a:lnTo>
                  <a:lnTo>
                    <a:pt x="7768" y="480098"/>
                  </a:lnTo>
                  <a:lnTo>
                    <a:pt x="7768" y="476287"/>
                  </a:lnTo>
                  <a:lnTo>
                    <a:pt x="7768" y="472477"/>
                  </a:lnTo>
                  <a:lnTo>
                    <a:pt x="7768" y="468667"/>
                  </a:lnTo>
                  <a:lnTo>
                    <a:pt x="10358" y="468667"/>
                  </a:lnTo>
                  <a:lnTo>
                    <a:pt x="10358" y="464857"/>
                  </a:lnTo>
                  <a:lnTo>
                    <a:pt x="10358" y="461046"/>
                  </a:lnTo>
                  <a:lnTo>
                    <a:pt x="10358" y="457236"/>
                  </a:lnTo>
                  <a:lnTo>
                    <a:pt x="10358" y="453426"/>
                  </a:lnTo>
                  <a:lnTo>
                    <a:pt x="10358" y="449615"/>
                  </a:lnTo>
                  <a:lnTo>
                    <a:pt x="10358" y="445805"/>
                  </a:lnTo>
                  <a:lnTo>
                    <a:pt x="12948" y="445805"/>
                  </a:lnTo>
                  <a:lnTo>
                    <a:pt x="12948" y="441995"/>
                  </a:lnTo>
                  <a:lnTo>
                    <a:pt x="12948" y="438184"/>
                  </a:lnTo>
                  <a:lnTo>
                    <a:pt x="12948" y="434374"/>
                  </a:lnTo>
                  <a:lnTo>
                    <a:pt x="12948" y="430564"/>
                  </a:lnTo>
                  <a:lnTo>
                    <a:pt x="15537" y="430564"/>
                  </a:lnTo>
                  <a:lnTo>
                    <a:pt x="15537" y="426753"/>
                  </a:lnTo>
                  <a:lnTo>
                    <a:pt x="15537" y="422943"/>
                  </a:lnTo>
                  <a:lnTo>
                    <a:pt x="15537" y="419133"/>
                  </a:lnTo>
                  <a:lnTo>
                    <a:pt x="15537" y="415323"/>
                  </a:lnTo>
                  <a:lnTo>
                    <a:pt x="15537" y="411512"/>
                  </a:lnTo>
                  <a:lnTo>
                    <a:pt x="15537" y="407702"/>
                  </a:lnTo>
                  <a:lnTo>
                    <a:pt x="15537" y="403892"/>
                  </a:lnTo>
                  <a:lnTo>
                    <a:pt x="15537" y="400081"/>
                  </a:lnTo>
                  <a:lnTo>
                    <a:pt x="15537" y="396271"/>
                  </a:lnTo>
                  <a:lnTo>
                    <a:pt x="15537" y="392461"/>
                  </a:lnTo>
                  <a:lnTo>
                    <a:pt x="15537" y="388650"/>
                  </a:lnTo>
                  <a:lnTo>
                    <a:pt x="15537" y="384840"/>
                  </a:lnTo>
                  <a:lnTo>
                    <a:pt x="15537" y="381030"/>
                  </a:lnTo>
                  <a:lnTo>
                    <a:pt x="15537" y="377220"/>
                  </a:lnTo>
                  <a:lnTo>
                    <a:pt x="15537" y="373409"/>
                  </a:lnTo>
                  <a:lnTo>
                    <a:pt x="15537" y="369599"/>
                  </a:lnTo>
                  <a:lnTo>
                    <a:pt x="15537" y="365789"/>
                  </a:lnTo>
                  <a:lnTo>
                    <a:pt x="15537" y="361978"/>
                  </a:lnTo>
                  <a:lnTo>
                    <a:pt x="15537" y="358168"/>
                  </a:lnTo>
                  <a:lnTo>
                    <a:pt x="15537" y="354358"/>
                  </a:lnTo>
                  <a:lnTo>
                    <a:pt x="18127" y="354358"/>
                  </a:lnTo>
                  <a:lnTo>
                    <a:pt x="20716" y="354358"/>
                  </a:lnTo>
                  <a:lnTo>
                    <a:pt x="20716" y="350547"/>
                  </a:lnTo>
                  <a:lnTo>
                    <a:pt x="20716" y="346737"/>
                  </a:lnTo>
                  <a:lnTo>
                    <a:pt x="23306" y="346737"/>
                  </a:lnTo>
                  <a:lnTo>
                    <a:pt x="23306" y="342927"/>
                  </a:lnTo>
                  <a:lnTo>
                    <a:pt x="23306" y="339116"/>
                  </a:lnTo>
                  <a:lnTo>
                    <a:pt x="23306" y="335306"/>
                  </a:lnTo>
                  <a:lnTo>
                    <a:pt x="23306" y="331496"/>
                  </a:lnTo>
                  <a:lnTo>
                    <a:pt x="23306" y="327686"/>
                  </a:lnTo>
                  <a:lnTo>
                    <a:pt x="23306" y="323875"/>
                  </a:lnTo>
                  <a:lnTo>
                    <a:pt x="23306" y="320065"/>
                  </a:lnTo>
                  <a:lnTo>
                    <a:pt x="23306" y="316255"/>
                  </a:lnTo>
                  <a:lnTo>
                    <a:pt x="23306" y="312444"/>
                  </a:lnTo>
                  <a:lnTo>
                    <a:pt x="23306" y="308634"/>
                  </a:lnTo>
                  <a:lnTo>
                    <a:pt x="23306" y="304824"/>
                  </a:lnTo>
                  <a:lnTo>
                    <a:pt x="23306" y="301013"/>
                  </a:lnTo>
                  <a:lnTo>
                    <a:pt x="23306" y="297203"/>
                  </a:lnTo>
                  <a:lnTo>
                    <a:pt x="23306" y="293393"/>
                  </a:lnTo>
                  <a:lnTo>
                    <a:pt x="23306" y="289583"/>
                  </a:lnTo>
                  <a:lnTo>
                    <a:pt x="23306" y="285772"/>
                  </a:lnTo>
                  <a:lnTo>
                    <a:pt x="23306" y="281962"/>
                  </a:lnTo>
                  <a:lnTo>
                    <a:pt x="23306" y="278152"/>
                  </a:lnTo>
                  <a:lnTo>
                    <a:pt x="25896" y="278152"/>
                  </a:lnTo>
                  <a:lnTo>
                    <a:pt x="25896" y="274341"/>
                  </a:lnTo>
                  <a:lnTo>
                    <a:pt x="25896" y="270531"/>
                  </a:lnTo>
                  <a:lnTo>
                    <a:pt x="25896" y="266721"/>
                  </a:lnTo>
                  <a:lnTo>
                    <a:pt x="25896" y="262910"/>
                  </a:lnTo>
                  <a:lnTo>
                    <a:pt x="25896" y="259100"/>
                  </a:lnTo>
                  <a:lnTo>
                    <a:pt x="25896" y="255290"/>
                  </a:lnTo>
                  <a:lnTo>
                    <a:pt x="28485" y="255290"/>
                  </a:lnTo>
                  <a:lnTo>
                    <a:pt x="31075" y="255290"/>
                  </a:lnTo>
                  <a:lnTo>
                    <a:pt x="31075" y="251480"/>
                  </a:lnTo>
                  <a:lnTo>
                    <a:pt x="31075" y="247669"/>
                  </a:lnTo>
                  <a:lnTo>
                    <a:pt x="33664" y="247669"/>
                  </a:lnTo>
                  <a:lnTo>
                    <a:pt x="33664" y="243859"/>
                  </a:lnTo>
                  <a:lnTo>
                    <a:pt x="33664" y="240049"/>
                  </a:lnTo>
                  <a:lnTo>
                    <a:pt x="33664" y="236238"/>
                  </a:lnTo>
                  <a:lnTo>
                    <a:pt x="33664" y="232428"/>
                  </a:lnTo>
                  <a:lnTo>
                    <a:pt x="36254" y="232428"/>
                  </a:lnTo>
                  <a:lnTo>
                    <a:pt x="36254" y="228618"/>
                  </a:lnTo>
                  <a:lnTo>
                    <a:pt x="38844" y="228618"/>
                  </a:lnTo>
                  <a:lnTo>
                    <a:pt x="38844" y="224807"/>
                  </a:lnTo>
                  <a:lnTo>
                    <a:pt x="41433" y="224807"/>
                  </a:lnTo>
                  <a:lnTo>
                    <a:pt x="41433" y="220997"/>
                  </a:lnTo>
                  <a:lnTo>
                    <a:pt x="44023" y="220997"/>
                  </a:lnTo>
                  <a:lnTo>
                    <a:pt x="44023" y="217187"/>
                  </a:lnTo>
                  <a:lnTo>
                    <a:pt x="46613" y="217187"/>
                  </a:lnTo>
                  <a:lnTo>
                    <a:pt x="46613" y="213376"/>
                  </a:lnTo>
                  <a:lnTo>
                    <a:pt x="46613" y="209566"/>
                  </a:lnTo>
                  <a:lnTo>
                    <a:pt x="46613" y="205756"/>
                  </a:lnTo>
                  <a:lnTo>
                    <a:pt x="49202" y="205756"/>
                  </a:lnTo>
                  <a:lnTo>
                    <a:pt x="49202" y="201946"/>
                  </a:lnTo>
                  <a:lnTo>
                    <a:pt x="49202" y="198135"/>
                  </a:lnTo>
                  <a:lnTo>
                    <a:pt x="49202" y="194325"/>
                  </a:lnTo>
                  <a:lnTo>
                    <a:pt x="49202" y="190515"/>
                  </a:lnTo>
                  <a:lnTo>
                    <a:pt x="51792" y="190515"/>
                  </a:lnTo>
                  <a:lnTo>
                    <a:pt x="51792" y="186704"/>
                  </a:lnTo>
                  <a:lnTo>
                    <a:pt x="51792" y="182894"/>
                  </a:lnTo>
                  <a:lnTo>
                    <a:pt x="51792" y="179084"/>
                  </a:lnTo>
                  <a:lnTo>
                    <a:pt x="54381" y="179084"/>
                  </a:lnTo>
                  <a:lnTo>
                    <a:pt x="54381" y="175273"/>
                  </a:lnTo>
                  <a:lnTo>
                    <a:pt x="54381" y="171463"/>
                  </a:lnTo>
                  <a:lnTo>
                    <a:pt x="54381" y="167653"/>
                  </a:lnTo>
                  <a:lnTo>
                    <a:pt x="54381" y="163843"/>
                  </a:lnTo>
                  <a:lnTo>
                    <a:pt x="54381" y="160032"/>
                  </a:lnTo>
                  <a:lnTo>
                    <a:pt x="54381" y="156222"/>
                  </a:lnTo>
                  <a:lnTo>
                    <a:pt x="54381" y="152412"/>
                  </a:lnTo>
                  <a:lnTo>
                    <a:pt x="56971" y="152412"/>
                  </a:lnTo>
                  <a:lnTo>
                    <a:pt x="59561" y="152412"/>
                  </a:lnTo>
                  <a:lnTo>
                    <a:pt x="62150" y="152412"/>
                  </a:lnTo>
                  <a:lnTo>
                    <a:pt x="64740" y="152412"/>
                  </a:lnTo>
                  <a:lnTo>
                    <a:pt x="64740" y="148601"/>
                  </a:lnTo>
                  <a:lnTo>
                    <a:pt x="64740" y="144791"/>
                  </a:lnTo>
                  <a:lnTo>
                    <a:pt x="64740" y="140981"/>
                  </a:lnTo>
                  <a:lnTo>
                    <a:pt x="64740" y="137170"/>
                  </a:lnTo>
                  <a:lnTo>
                    <a:pt x="67329" y="137170"/>
                  </a:lnTo>
                  <a:lnTo>
                    <a:pt x="67329" y="133360"/>
                  </a:lnTo>
                  <a:lnTo>
                    <a:pt x="67329" y="129550"/>
                  </a:lnTo>
                  <a:lnTo>
                    <a:pt x="67329" y="125740"/>
                  </a:lnTo>
                  <a:lnTo>
                    <a:pt x="67329" y="121929"/>
                  </a:lnTo>
                  <a:lnTo>
                    <a:pt x="67329" y="118119"/>
                  </a:lnTo>
                  <a:lnTo>
                    <a:pt x="67329" y="114309"/>
                  </a:lnTo>
                  <a:lnTo>
                    <a:pt x="67329" y="110498"/>
                  </a:lnTo>
                  <a:lnTo>
                    <a:pt x="67329" y="106688"/>
                  </a:lnTo>
                  <a:lnTo>
                    <a:pt x="69919" y="106688"/>
                  </a:lnTo>
                  <a:lnTo>
                    <a:pt x="72509" y="106688"/>
                  </a:lnTo>
                  <a:lnTo>
                    <a:pt x="75098" y="106688"/>
                  </a:lnTo>
                  <a:lnTo>
                    <a:pt x="75098" y="102878"/>
                  </a:lnTo>
                  <a:lnTo>
                    <a:pt x="75098" y="99067"/>
                  </a:lnTo>
                  <a:lnTo>
                    <a:pt x="75098" y="95257"/>
                  </a:lnTo>
                  <a:lnTo>
                    <a:pt x="75098" y="91447"/>
                  </a:lnTo>
                  <a:lnTo>
                    <a:pt x="75098" y="87636"/>
                  </a:lnTo>
                  <a:lnTo>
                    <a:pt x="77688" y="87636"/>
                  </a:lnTo>
                  <a:lnTo>
                    <a:pt x="80277" y="87636"/>
                  </a:lnTo>
                  <a:lnTo>
                    <a:pt x="82867" y="87636"/>
                  </a:lnTo>
                  <a:lnTo>
                    <a:pt x="85457" y="87636"/>
                  </a:lnTo>
                  <a:lnTo>
                    <a:pt x="88046" y="87636"/>
                  </a:lnTo>
                  <a:lnTo>
                    <a:pt x="88046" y="83826"/>
                  </a:lnTo>
                  <a:lnTo>
                    <a:pt x="90636" y="83826"/>
                  </a:lnTo>
                  <a:lnTo>
                    <a:pt x="93226" y="83826"/>
                  </a:lnTo>
                  <a:lnTo>
                    <a:pt x="95815" y="83826"/>
                  </a:lnTo>
                  <a:lnTo>
                    <a:pt x="98405" y="83826"/>
                  </a:lnTo>
                  <a:lnTo>
                    <a:pt x="100994" y="83826"/>
                  </a:lnTo>
                  <a:lnTo>
                    <a:pt x="103584" y="83826"/>
                  </a:lnTo>
                  <a:lnTo>
                    <a:pt x="103584" y="80016"/>
                  </a:lnTo>
                  <a:lnTo>
                    <a:pt x="106174" y="80016"/>
                  </a:lnTo>
                  <a:lnTo>
                    <a:pt x="108763" y="80016"/>
                  </a:lnTo>
                  <a:lnTo>
                    <a:pt x="111353" y="80016"/>
                  </a:lnTo>
                  <a:lnTo>
                    <a:pt x="111353" y="76206"/>
                  </a:lnTo>
                  <a:lnTo>
                    <a:pt x="111353" y="72395"/>
                  </a:lnTo>
                  <a:lnTo>
                    <a:pt x="113942" y="72395"/>
                  </a:lnTo>
                  <a:lnTo>
                    <a:pt x="116532" y="72395"/>
                  </a:lnTo>
                  <a:lnTo>
                    <a:pt x="119122" y="72395"/>
                  </a:lnTo>
                  <a:lnTo>
                    <a:pt x="121711" y="72395"/>
                  </a:lnTo>
                  <a:lnTo>
                    <a:pt x="124301" y="72395"/>
                  </a:lnTo>
                  <a:lnTo>
                    <a:pt x="126890" y="72395"/>
                  </a:lnTo>
                  <a:lnTo>
                    <a:pt x="129480" y="72395"/>
                  </a:lnTo>
                  <a:lnTo>
                    <a:pt x="129480" y="68585"/>
                  </a:lnTo>
                  <a:lnTo>
                    <a:pt x="132070" y="68585"/>
                  </a:lnTo>
                  <a:lnTo>
                    <a:pt x="134659" y="68585"/>
                  </a:lnTo>
                  <a:lnTo>
                    <a:pt x="137249" y="68585"/>
                  </a:lnTo>
                  <a:lnTo>
                    <a:pt x="139839" y="68585"/>
                  </a:lnTo>
                  <a:lnTo>
                    <a:pt x="139839" y="64775"/>
                  </a:lnTo>
                  <a:lnTo>
                    <a:pt x="142428" y="64775"/>
                  </a:lnTo>
                  <a:lnTo>
                    <a:pt x="145018" y="64775"/>
                  </a:lnTo>
                  <a:lnTo>
                    <a:pt x="147607" y="64775"/>
                  </a:lnTo>
                  <a:lnTo>
                    <a:pt x="150197" y="64775"/>
                  </a:lnTo>
                  <a:lnTo>
                    <a:pt x="152787" y="64775"/>
                  </a:lnTo>
                  <a:lnTo>
                    <a:pt x="155376" y="64775"/>
                  </a:lnTo>
                  <a:lnTo>
                    <a:pt x="157966" y="64775"/>
                  </a:lnTo>
                  <a:lnTo>
                    <a:pt x="157966" y="60964"/>
                  </a:lnTo>
                  <a:lnTo>
                    <a:pt x="160555" y="60964"/>
                  </a:lnTo>
                  <a:lnTo>
                    <a:pt x="163145" y="60964"/>
                  </a:lnTo>
                  <a:lnTo>
                    <a:pt x="163145" y="57154"/>
                  </a:lnTo>
                  <a:lnTo>
                    <a:pt x="165735" y="57154"/>
                  </a:lnTo>
                  <a:lnTo>
                    <a:pt x="168324" y="57154"/>
                  </a:lnTo>
                  <a:lnTo>
                    <a:pt x="170914" y="57154"/>
                  </a:lnTo>
                  <a:lnTo>
                    <a:pt x="173503" y="57154"/>
                  </a:lnTo>
                  <a:lnTo>
                    <a:pt x="176093" y="57154"/>
                  </a:lnTo>
                  <a:lnTo>
                    <a:pt x="178683" y="57154"/>
                  </a:lnTo>
                  <a:lnTo>
                    <a:pt x="178683" y="53344"/>
                  </a:lnTo>
                  <a:lnTo>
                    <a:pt x="178683" y="49533"/>
                  </a:lnTo>
                  <a:lnTo>
                    <a:pt x="181272" y="49533"/>
                  </a:lnTo>
                  <a:lnTo>
                    <a:pt x="183862" y="49533"/>
                  </a:lnTo>
                  <a:lnTo>
                    <a:pt x="186452" y="49533"/>
                  </a:lnTo>
                  <a:lnTo>
                    <a:pt x="189041" y="49533"/>
                  </a:lnTo>
                  <a:lnTo>
                    <a:pt x="191631" y="49533"/>
                  </a:lnTo>
                  <a:lnTo>
                    <a:pt x="194220" y="49533"/>
                  </a:lnTo>
                  <a:lnTo>
                    <a:pt x="196810" y="49533"/>
                  </a:lnTo>
                  <a:lnTo>
                    <a:pt x="199400" y="49533"/>
                  </a:lnTo>
                  <a:lnTo>
                    <a:pt x="201989" y="49533"/>
                  </a:lnTo>
                  <a:lnTo>
                    <a:pt x="204579" y="49533"/>
                  </a:lnTo>
                  <a:lnTo>
                    <a:pt x="207168" y="49533"/>
                  </a:lnTo>
                  <a:lnTo>
                    <a:pt x="209758" y="49533"/>
                  </a:lnTo>
                  <a:lnTo>
                    <a:pt x="212348" y="49533"/>
                  </a:lnTo>
                  <a:lnTo>
                    <a:pt x="214937" y="49533"/>
                  </a:lnTo>
                  <a:lnTo>
                    <a:pt x="217527" y="49533"/>
                  </a:lnTo>
                  <a:lnTo>
                    <a:pt x="220116" y="49533"/>
                  </a:lnTo>
                  <a:lnTo>
                    <a:pt x="222706" y="49533"/>
                  </a:lnTo>
                  <a:lnTo>
                    <a:pt x="225296" y="49533"/>
                  </a:lnTo>
                  <a:lnTo>
                    <a:pt x="227885" y="49533"/>
                  </a:lnTo>
                  <a:lnTo>
                    <a:pt x="230475" y="49533"/>
                  </a:lnTo>
                  <a:lnTo>
                    <a:pt x="233065" y="49533"/>
                  </a:lnTo>
                  <a:lnTo>
                    <a:pt x="233065" y="45723"/>
                  </a:lnTo>
                  <a:lnTo>
                    <a:pt x="233065" y="41913"/>
                  </a:lnTo>
                  <a:lnTo>
                    <a:pt x="235654" y="41913"/>
                  </a:lnTo>
                  <a:lnTo>
                    <a:pt x="238244" y="41913"/>
                  </a:lnTo>
                  <a:lnTo>
                    <a:pt x="240833" y="41913"/>
                  </a:lnTo>
                  <a:lnTo>
                    <a:pt x="243423" y="41913"/>
                  </a:lnTo>
                  <a:lnTo>
                    <a:pt x="246013" y="41913"/>
                  </a:lnTo>
                  <a:lnTo>
                    <a:pt x="248602" y="41913"/>
                  </a:lnTo>
                  <a:lnTo>
                    <a:pt x="251192" y="41913"/>
                  </a:lnTo>
                  <a:lnTo>
                    <a:pt x="253781" y="41913"/>
                  </a:lnTo>
                  <a:lnTo>
                    <a:pt x="256371" y="41913"/>
                  </a:lnTo>
                  <a:lnTo>
                    <a:pt x="258961" y="41913"/>
                  </a:lnTo>
                  <a:lnTo>
                    <a:pt x="258961" y="38103"/>
                  </a:lnTo>
                  <a:lnTo>
                    <a:pt x="258961" y="34292"/>
                  </a:lnTo>
                  <a:lnTo>
                    <a:pt x="261550" y="34292"/>
                  </a:lnTo>
                  <a:lnTo>
                    <a:pt x="264140" y="34292"/>
                  </a:lnTo>
                  <a:lnTo>
                    <a:pt x="266729" y="34292"/>
                  </a:lnTo>
                  <a:lnTo>
                    <a:pt x="266729" y="30482"/>
                  </a:lnTo>
                  <a:lnTo>
                    <a:pt x="269319" y="30482"/>
                  </a:lnTo>
                  <a:lnTo>
                    <a:pt x="269319" y="26672"/>
                  </a:lnTo>
                  <a:lnTo>
                    <a:pt x="271909" y="26672"/>
                  </a:lnTo>
                  <a:lnTo>
                    <a:pt x="274498" y="26672"/>
                  </a:lnTo>
                  <a:lnTo>
                    <a:pt x="277088" y="26672"/>
                  </a:lnTo>
                  <a:lnTo>
                    <a:pt x="279678" y="26672"/>
                  </a:lnTo>
                  <a:lnTo>
                    <a:pt x="282267" y="26672"/>
                  </a:lnTo>
                  <a:lnTo>
                    <a:pt x="282267" y="22861"/>
                  </a:lnTo>
                  <a:lnTo>
                    <a:pt x="284857" y="22861"/>
                  </a:lnTo>
                  <a:lnTo>
                    <a:pt x="287446" y="22861"/>
                  </a:lnTo>
                  <a:lnTo>
                    <a:pt x="290036" y="22861"/>
                  </a:lnTo>
                  <a:lnTo>
                    <a:pt x="292626" y="22861"/>
                  </a:lnTo>
                  <a:lnTo>
                    <a:pt x="295215" y="22861"/>
                  </a:lnTo>
                  <a:lnTo>
                    <a:pt x="295215" y="19051"/>
                  </a:lnTo>
                  <a:lnTo>
                    <a:pt x="297805" y="19051"/>
                  </a:lnTo>
                  <a:lnTo>
                    <a:pt x="300394" y="19051"/>
                  </a:lnTo>
                  <a:lnTo>
                    <a:pt x="302984" y="19051"/>
                  </a:lnTo>
                  <a:lnTo>
                    <a:pt x="305574" y="19051"/>
                  </a:lnTo>
                  <a:lnTo>
                    <a:pt x="308163" y="19051"/>
                  </a:lnTo>
                  <a:lnTo>
                    <a:pt x="310753" y="19051"/>
                  </a:lnTo>
                  <a:lnTo>
                    <a:pt x="313342" y="19051"/>
                  </a:lnTo>
                  <a:lnTo>
                    <a:pt x="315932" y="19051"/>
                  </a:lnTo>
                  <a:lnTo>
                    <a:pt x="318522" y="19051"/>
                  </a:lnTo>
                  <a:lnTo>
                    <a:pt x="321111" y="19051"/>
                  </a:lnTo>
                  <a:lnTo>
                    <a:pt x="323701" y="19051"/>
                  </a:lnTo>
                  <a:lnTo>
                    <a:pt x="326291" y="19051"/>
                  </a:lnTo>
                  <a:lnTo>
                    <a:pt x="328880" y="19051"/>
                  </a:lnTo>
                  <a:lnTo>
                    <a:pt x="331470" y="19051"/>
                  </a:lnTo>
                  <a:lnTo>
                    <a:pt x="334059" y="19051"/>
                  </a:lnTo>
                  <a:lnTo>
                    <a:pt x="336649" y="19051"/>
                  </a:lnTo>
                  <a:lnTo>
                    <a:pt x="339239" y="19051"/>
                  </a:lnTo>
                  <a:lnTo>
                    <a:pt x="341828" y="19051"/>
                  </a:lnTo>
                  <a:lnTo>
                    <a:pt x="341828" y="15241"/>
                  </a:lnTo>
                  <a:lnTo>
                    <a:pt x="344418" y="15241"/>
                  </a:lnTo>
                  <a:lnTo>
                    <a:pt x="347007" y="15241"/>
                  </a:lnTo>
                  <a:lnTo>
                    <a:pt x="349597" y="15241"/>
                  </a:lnTo>
                  <a:lnTo>
                    <a:pt x="352187" y="15241"/>
                  </a:lnTo>
                  <a:lnTo>
                    <a:pt x="354776" y="15241"/>
                  </a:lnTo>
                  <a:lnTo>
                    <a:pt x="357366" y="15241"/>
                  </a:lnTo>
                  <a:lnTo>
                    <a:pt x="359955" y="15241"/>
                  </a:lnTo>
                  <a:lnTo>
                    <a:pt x="362545" y="15241"/>
                  </a:lnTo>
                  <a:lnTo>
                    <a:pt x="365135" y="15241"/>
                  </a:lnTo>
                  <a:lnTo>
                    <a:pt x="367724" y="15241"/>
                  </a:lnTo>
                  <a:lnTo>
                    <a:pt x="370314" y="15241"/>
                  </a:lnTo>
                  <a:lnTo>
                    <a:pt x="372904" y="15241"/>
                  </a:lnTo>
                  <a:lnTo>
                    <a:pt x="375493" y="15241"/>
                  </a:lnTo>
                  <a:lnTo>
                    <a:pt x="378083" y="15241"/>
                  </a:lnTo>
                  <a:lnTo>
                    <a:pt x="380672" y="15241"/>
                  </a:lnTo>
                  <a:lnTo>
                    <a:pt x="383262" y="15241"/>
                  </a:lnTo>
                  <a:lnTo>
                    <a:pt x="385852" y="15241"/>
                  </a:lnTo>
                  <a:lnTo>
                    <a:pt x="388441" y="15241"/>
                  </a:lnTo>
                  <a:lnTo>
                    <a:pt x="391031" y="15241"/>
                  </a:lnTo>
                  <a:lnTo>
                    <a:pt x="393620" y="15241"/>
                  </a:lnTo>
                  <a:lnTo>
                    <a:pt x="396210" y="15241"/>
                  </a:lnTo>
                  <a:lnTo>
                    <a:pt x="398800" y="15241"/>
                  </a:lnTo>
                  <a:lnTo>
                    <a:pt x="401389" y="15241"/>
                  </a:lnTo>
                  <a:lnTo>
                    <a:pt x="403979" y="15241"/>
                  </a:lnTo>
                  <a:lnTo>
                    <a:pt x="406568" y="15241"/>
                  </a:lnTo>
                  <a:lnTo>
                    <a:pt x="409158" y="15241"/>
                  </a:lnTo>
                  <a:lnTo>
                    <a:pt x="411748" y="15241"/>
                  </a:lnTo>
                  <a:lnTo>
                    <a:pt x="414337" y="15241"/>
                  </a:lnTo>
                  <a:lnTo>
                    <a:pt x="416927" y="15241"/>
                  </a:lnTo>
                  <a:lnTo>
                    <a:pt x="419517" y="15241"/>
                  </a:lnTo>
                  <a:lnTo>
                    <a:pt x="422106" y="15241"/>
                  </a:lnTo>
                  <a:lnTo>
                    <a:pt x="424696" y="15241"/>
                  </a:lnTo>
                  <a:lnTo>
                    <a:pt x="427285" y="15241"/>
                  </a:lnTo>
                  <a:lnTo>
                    <a:pt x="429875" y="15241"/>
                  </a:lnTo>
                  <a:lnTo>
                    <a:pt x="432465" y="15241"/>
                  </a:lnTo>
                  <a:lnTo>
                    <a:pt x="435054" y="15241"/>
                  </a:lnTo>
                  <a:lnTo>
                    <a:pt x="437644" y="15241"/>
                  </a:lnTo>
                  <a:lnTo>
                    <a:pt x="440233" y="15241"/>
                  </a:lnTo>
                  <a:lnTo>
                    <a:pt x="442823" y="15241"/>
                  </a:lnTo>
                  <a:lnTo>
                    <a:pt x="445413" y="15241"/>
                  </a:lnTo>
                  <a:lnTo>
                    <a:pt x="448002" y="15241"/>
                  </a:lnTo>
                  <a:lnTo>
                    <a:pt x="450592" y="15241"/>
                  </a:lnTo>
                  <a:lnTo>
                    <a:pt x="453181" y="15241"/>
                  </a:lnTo>
                  <a:lnTo>
                    <a:pt x="455771" y="15241"/>
                  </a:lnTo>
                  <a:lnTo>
                    <a:pt x="458361" y="15241"/>
                  </a:lnTo>
                  <a:lnTo>
                    <a:pt x="460950" y="15241"/>
                  </a:lnTo>
                  <a:lnTo>
                    <a:pt x="463540" y="15241"/>
                  </a:lnTo>
                  <a:lnTo>
                    <a:pt x="466130" y="15241"/>
                  </a:lnTo>
                  <a:lnTo>
                    <a:pt x="468719" y="15241"/>
                  </a:lnTo>
                  <a:lnTo>
                    <a:pt x="471309" y="15241"/>
                  </a:lnTo>
                  <a:lnTo>
                    <a:pt x="473898" y="15241"/>
                  </a:lnTo>
                  <a:lnTo>
                    <a:pt x="476488" y="15241"/>
                  </a:lnTo>
                  <a:lnTo>
                    <a:pt x="479078" y="15241"/>
                  </a:lnTo>
                  <a:lnTo>
                    <a:pt x="481667" y="15241"/>
                  </a:lnTo>
                  <a:lnTo>
                    <a:pt x="484257" y="15241"/>
                  </a:lnTo>
                  <a:lnTo>
                    <a:pt x="486846" y="15241"/>
                  </a:lnTo>
                  <a:lnTo>
                    <a:pt x="489436" y="15241"/>
                  </a:lnTo>
                  <a:lnTo>
                    <a:pt x="492026" y="15241"/>
                  </a:lnTo>
                  <a:lnTo>
                    <a:pt x="494615" y="15241"/>
                  </a:lnTo>
                  <a:lnTo>
                    <a:pt x="497205" y="15241"/>
                  </a:lnTo>
                  <a:lnTo>
                    <a:pt x="499794" y="15241"/>
                  </a:lnTo>
                  <a:lnTo>
                    <a:pt x="502384" y="15241"/>
                  </a:lnTo>
                  <a:lnTo>
                    <a:pt x="504974" y="15241"/>
                  </a:lnTo>
                  <a:lnTo>
                    <a:pt x="507563" y="15241"/>
                  </a:lnTo>
                  <a:lnTo>
                    <a:pt x="510153" y="15241"/>
                  </a:lnTo>
                  <a:lnTo>
                    <a:pt x="510153" y="11430"/>
                  </a:lnTo>
                  <a:lnTo>
                    <a:pt x="512743" y="11430"/>
                  </a:lnTo>
                  <a:lnTo>
                    <a:pt x="515332" y="11430"/>
                  </a:lnTo>
                  <a:lnTo>
                    <a:pt x="517922" y="11430"/>
                  </a:lnTo>
                  <a:lnTo>
                    <a:pt x="520511" y="11430"/>
                  </a:lnTo>
                  <a:lnTo>
                    <a:pt x="523101" y="11430"/>
                  </a:lnTo>
                  <a:lnTo>
                    <a:pt x="525691" y="11430"/>
                  </a:lnTo>
                  <a:lnTo>
                    <a:pt x="528280" y="11430"/>
                  </a:lnTo>
                  <a:lnTo>
                    <a:pt x="530870" y="11430"/>
                  </a:lnTo>
                  <a:lnTo>
                    <a:pt x="533459" y="11430"/>
                  </a:lnTo>
                  <a:lnTo>
                    <a:pt x="536049" y="11430"/>
                  </a:lnTo>
                  <a:lnTo>
                    <a:pt x="538639" y="11430"/>
                  </a:lnTo>
                  <a:lnTo>
                    <a:pt x="541228" y="11430"/>
                  </a:lnTo>
                  <a:lnTo>
                    <a:pt x="543818" y="11430"/>
                  </a:lnTo>
                  <a:lnTo>
                    <a:pt x="546407" y="11430"/>
                  </a:lnTo>
                  <a:lnTo>
                    <a:pt x="548997" y="11430"/>
                  </a:lnTo>
                  <a:lnTo>
                    <a:pt x="551587" y="11430"/>
                  </a:lnTo>
                  <a:lnTo>
                    <a:pt x="554176" y="11430"/>
                  </a:lnTo>
                  <a:lnTo>
                    <a:pt x="556766" y="11430"/>
                  </a:lnTo>
                  <a:lnTo>
                    <a:pt x="559356" y="11430"/>
                  </a:lnTo>
                  <a:lnTo>
                    <a:pt x="561945" y="11430"/>
                  </a:lnTo>
                  <a:lnTo>
                    <a:pt x="564535" y="11430"/>
                  </a:lnTo>
                  <a:lnTo>
                    <a:pt x="567124" y="11430"/>
                  </a:lnTo>
                  <a:lnTo>
                    <a:pt x="569714" y="11430"/>
                  </a:lnTo>
                  <a:lnTo>
                    <a:pt x="572304" y="11430"/>
                  </a:lnTo>
                  <a:lnTo>
                    <a:pt x="574893" y="11430"/>
                  </a:lnTo>
                  <a:lnTo>
                    <a:pt x="577483" y="11430"/>
                  </a:lnTo>
                  <a:lnTo>
                    <a:pt x="580072" y="11430"/>
                  </a:lnTo>
                  <a:lnTo>
                    <a:pt x="582662" y="11430"/>
                  </a:lnTo>
                  <a:lnTo>
                    <a:pt x="585252" y="11430"/>
                  </a:lnTo>
                  <a:lnTo>
                    <a:pt x="587841" y="11430"/>
                  </a:lnTo>
                  <a:lnTo>
                    <a:pt x="590431" y="11430"/>
                  </a:lnTo>
                  <a:lnTo>
                    <a:pt x="593020" y="11430"/>
                  </a:lnTo>
                  <a:lnTo>
                    <a:pt x="595610" y="11430"/>
                  </a:lnTo>
                  <a:lnTo>
                    <a:pt x="598200" y="11430"/>
                  </a:lnTo>
                  <a:lnTo>
                    <a:pt x="600789" y="11430"/>
                  </a:lnTo>
                  <a:lnTo>
                    <a:pt x="603379" y="11430"/>
                  </a:lnTo>
                  <a:lnTo>
                    <a:pt x="605969" y="11430"/>
                  </a:lnTo>
                  <a:lnTo>
                    <a:pt x="608558" y="11430"/>
                  </a:lnTo>
                  <a:lnTo>
                    <a:pt x="611148" y="11430"/>
                  </a:lnTo>
                  <a:lnTo>
                    <a:pt x="611148" y="7620"/>
                  </a:lnTo>
                  <a:lnTo>
                    <a:pt x="613737" y="7620"/>
                  </a:lnTo>
                  <a:lnTo>
                    <a:pt x="616327" y="7620"/>
                  </a:lnTo>
                  <a:lnTo>
                    <a:pt x="618917" y="7620"/>
                  </a:lnTo>
                  <a:lnTo>
                    <a:pt x="621506" y="7620"/>
                  </a:lnTo>
                  <a:lnTo>
                    <a:pt x="624096" y="7620"/>
                  </a:lnTo>
                  <a:lnTo>
                    <a:pt x="626685" y="7620"/>
                  </a:lnTo>
                  <a:lnTo>
                    <a:pt x="629275" y="7620"/>
                  </a:lnTo>
                  <a:lnTo>
                    <a:pt x="631865" y="7620"/>
                  </a:lnTo>
                  <a:lnTo>
                    <a:pt x="634454" y="7620"/>
                  </a:lnTo>
                  <a:lnTo>
                    <a:pt x="637044" y="7620"/>
                  </a:lnTo>
                  <a:lnTo>
                    <a:pt x="639633" y="7620"/>
                  </a:lnTo>
                  <a:lnTo>
                    <a:pt x="642223" y="7620"/>
                  </a:lnTo>
                  <a:lnTo>
                    <a:pt x="644813" y="7620"/>
                  </a:lnTo>
                  <a:lnTo>
                    <a:pt x="647402" y="7620"/>
                  </a:lnTo>
                  <a:lnTo>
                    <a:pt x="649992" y="7620"/>
                  </a:lnTo>
                  <a:lnTo>
                    <a:pt x="652582" y="7620"/>
                  </a:lnTo>
                  <a:lnTo>
                    <a:pt x="655171" y="7620"/>
                  </a:lnTo>
                  <a:lnTo>
                    <a:pt x="657761" y="7620"/>
                  </a:lnTo>
                  <a:lnTo>
                    <a:pt x="660350" y="7620"/>
                  </a:lnTo>
                  <a:lnTo>
                    <a:pt x="662940" y="7620"/>
                  </a:lnTo>
                  <a:lnTo>
                    <a:pt x="665530" y="7620"/>
                  </a:lnTo>
                  <a:lnTo>
                    <a:pt x="668119" y="7620"/>
                  </a:lnTo>
                  <a:lnTo>
                    <a:pt x="670709" y="7620"/>
                  </a:lnTo>
                  <a:lnTo>
                    <a:pt x="673298" y="7620"/>
                  </a:lnTo>
                  <a:lnTo>
                    <a:pt x="675888" y="7620"/>
                  </a:lnTo>
                  <a:lnTo>
                    <a:pt x="678478" y="7620"/>
                  </a:lnTo>
                  <a:lnTo>
                    <a:pt x="681067" y="7620"/>
                  </a:lnTo>
                  <a:lnTo>
                    <a:pt x="683657" y="7620"/>
                  </a:lnTo>
                  <a:lnTo>
                    <a:pt x="686246" y="7620"/>
                  </a:lnTo>
                  <a:lnTo>
                    <a:pt x="688836" y="7620"/>
                  </a:lnTo>
                  <a:lnTo>
                    <a:pt x="691426" y="7620"/>
                  </a:lnTo>
                  <a:lnTo>
                    <a:pt x="694015" y="7620"/>
                  </a:lnTo>
                  <a:lnTo>
                    <a:pt x="696605" y="7620"/>
                  </a:lnTo>
                  <a:lnTo>
                    <a:pt x="699195" y="7620"/>
                  </a:lnTo>
                  <a:lnTo>
                    <a:pt x="701784" y="7620"/>
                  </a:lnTo>
                  <a:lnTo>
                    <a:pt x="704374" y="7620"/>
                  </a:lnTo>
                  <a:lnTo>
                    <a:pt x="706963" y="7620"/>
                  </a:lnTo>
                  <a:lnTo>
                    <a:pt x="709553" y="7620"/>
                  </a:lnTo>
                  <a:lnTo>
                    <a:pt x="712143" y="7620"/>
                  </a:lnTo>
                  <a:lnTo>
                    <a:pt x="714732" y="7620"/>
                  </a:lnTo>
                  <a:lnTo>
                    <a:pt x="717322" y="7620"/>
                  </a:lnTo>
                  <a:lnTo>
                    <a:pt x="719911" y="7620"/>
                  </a:lnTo>
                  <a:lnTo>
                    <a:pt x="722501" y="7620"/>
                  </a:lnTo>
                  <a:lnTo>
                    <a:pt x="725091" y="7620"/>
                  </a:lnTo>
                  <a:lnTo>
                    <a:pt x="727680" y="7620"/>
                  </a:lnTo>
                  <a:lnTo>
                    <a:pt x="730270" y="7620"/>
                  </a:lnTo>
                  <a:lnTo>
                    <a:pt x="732859" y="7620"/>
                  </a:lnTo>
                  <a:lnTo>
                    <a:pt x="735449" y="7620"/>
                  </a:lnTo>
                  <a:lnTo>
                    <a:pt x="738039" y="7620"/>
                  </a:lnTo>
                  <a:lnTo>
                    <a:pt x="740628" y="7620"/>
                  </a:lnTo>
                  <a:lnTo>
                    <a:pt x="743218" y="7620"/>
                  </a:lnTo>
                  <a:lnTo>
                    <a:pt x="745808" y="7620"/>
                  </a:lnTo>
                  <a:lnTo>
                    <a:pt x="748397" y="7620"/>
                  </a:lnTo>
                  <a:lnTo>
                    <a:pt x="750987" y="7620"/>
                  </a:lnTo>
                  <a:lnTo>
                    <a:pt x="753576" y="7620"/>
                  </a:lnTo>
                  <a:lnTo>
                    <a:pt x="756166" y="7620"/>
                  </a:lnTo>
                  <a:lnTo>
                    <a:pt x="758756" y="7620"/>
                  </a:lnTo>
                  <a:lnTo>
                    <a:pt x="761345" y="7620"/>
                  </a:lnTo>
                  <a:lnTo>
                    <a:pt x="763935" y="7620"/>
                  </a:lnTo>
                  <a:lnTo>
                    <a:pt x="766524" y="7620"/>
                  </a:lnTo>
                  <a:lnTo>
                    <a:pt x="769114" y="7620"/>
                  </a:lnTo>
                  <a:lnTo>
                    <a:pt x="771704" y="7620"/>
                  </a:lnTo>
                  <a:lnTo>
                    <a:pt x="774293" y="7620"/>
                  </a:lnTo>
                  <a:lnTo>
                    <a:pt x="776883" y="7620"/>
                  </a:lnTo>
                  <a:lnTo>
                    <a:pt x="779472" y="7620"/>
                  </a:lnTo>
                  <a:lnTo>
                    <a:pt x="782062" y="7620"/>
                  </a:lnTo>
                  <a:lnTo>
                    <a:pt x="782062" y="3810"/>
                  </a:lnTo>
                  <a:lnTo>
                    <a:pt x="784652" y="3810"/>
                  </a:lnTo>
                  <a:lnTo>
                    <a:pt x="787241" y="3810"/>
                  </a:lnTo>
                  <a:lnTo>
                    <a:pt x="789831" y="3810"/>
                  </a:lnTo>
                  <a:lnTo>
                    <a:pt x="792421" y="3810"/>
                  </a:lnTo>
                  <a:lnTo>
                    <a:pt x="795010" y="3810"/>
                  </a:lnTo>
                  <a:lnTo>
                    <a:pt x="797600" y="3810"/>
                  </a:lnTo>
                  <a:lnTo>
                    <a:pt x="800189" y="3810"/>
                  </a:lnTo>
                  <a:lnTo>
                    <a:pt x="802779" y="3810"/>
                  </a:lnTo>
                  <a:lnTo>
                    <a:pt x="805369" y="3810"/>
                  </a:lnTo>
                  <a:lnTo>
                    <a:pt x="807958" y="3810"/>
                  </a:lnTo>
                  <a:lnTo>
                    <a:pt x="810548" y="3810"/>
                  </a:lnTo>
                  <a:lnTo>
                    <a:pt x="813137" y="3810"/>
                  </a:lnTo>
                  <a:lnTo>
                    <a:pt x="815727" y="3810"/>
                  </a:lnTo>
                  <a:lnTo>
                    <a:pt x="818317" y="3810"/>
                  </a:lnTo>
                  <a:lnTo>
                    <a:pt x="820906" y="3810"/>
                  </a:lnTo>
                  <a:lnTo>
                    <a:pt x="823496" y="3810"/>
                  </a:lnTo>
                  <a:lnTo>
                    <a:pt x="826085" y="3810"/>
                  </a:lnTo>
                  <a:lnTo>
                    <a:pt x="828675" y="3810"/>
                  </a:lnTo>
                  <a:lnTo>
                    <a:pt x="831265" y="3810"/>
                  </a:lnTo>
                  <a:lnTo>
                    <a:pt x="833854" y="3810"/>
                  </a:lnTo>
                  <a:lnTo>
                    <a:pt x="836444" y="3810"/>
                  </a:lnTo>
                  <a:lnTo>
                    <a:pt x="839034" y="3810"/>
                  </a:lnTo>
                  <a:lnTo>
                    <a:pt x="841623" y="3810"/>
                  </a:lnTo>
                  <a:lnTo>
                    <a:pt x="844213" y="3810"/>
                  </a:lnTo>
                  <a:lnTo>
                    <a:pt x="846802" y="3810"/>
                  </a:lnTo>
                  <a:lnTo>
                    <a:pt x="849392" y="3810"/>
                  </a:lnTo>
                  <a:lnTo>
                    <a:pt x="851982" y="3810"/>
                  </a:lnTo>
                  <a:lnTo>
                    <a:pt x="854571" y="3810"/>
                  </a:lnTo>
                  <a:lnTo>
                    <a:pt x="857161" y="3810"/>
                  </a:lnTo>
                  <a:lnTo>
                    <a:pt x="859750" y="3810"/>
                  </a:lnTo>
                  <a:lnTo>
                    <a:pt x="862340" y="3810"/>
                  </a:lnTo>
                  <a:lnTo>
                    <a:pt x="864930" y="3810"/>
                  </a:lnTo>
                  <a:lnTo>
                    <a:pt x="867519" y="3810"/>
                  </a:lnTo>
                  <a:lnTo>
                    <a:pt x="870109" y="3810"/>
                  </a:lnTo>
                  <a:lnTo>
                    <a:pt x="872698" y="3810"/>
                  </a:lnTo>
                  <a:lnTo>
                    <a:pt x="875288" y="3810"/>
                  </a:lnTo>
                  <a:lnTo>
                    <a:pt x="877878" y="3810"/>
                  </a:lnTo>
                  <a:lnTo>
                    <a:pt x="880467" y="3810"/>
                  </a:lnTo>
                  <a:lnTo>
                    <a:pt x="885647" y="3810"/>
                  </a:lnTo>
                  <a:lnTo>
                    <a:pt x="888236" y="3810"/>
                  </a:lnTo>
                  <a:lnTo>
                    <a:pt x="890826" y="3810"/>
                  </a:lnTo>
                  <a:lnTo>
                    <a:pt x="893415" y="3810"/>
                  </a:lnTo>
                  <a:lnTo>
                    <a:pt x="896005" y="3810"/>
                  </a:lnTo>
                  <a:lnTo>
                    <a:pt x="898595" y="3810"/>
                  </a:lnTo>
                  <a:lnTo>
                    <a:pt x="901184" y="3810"/>
                  </a:lnTo>
                  <a:lnTo>
                    <a:pt x="903774" y="3810"/>
                  </a:lnTo>
                  <a:lnTo>
                    <a:pt x="906363" y="3810"/>
                  </a:lnTo>
                  <a:lnTo>
                    <a:pt x="908953" y="3810"/>
                  </a:lnTo>
                  <a:lnTo>
                    <a:pt x="911543" y="3810"/>
                  </a:lnTo>
                  <a:lnTo>
                    <a:pt x="914132" y="3810"/>
                  </a:lnTo>
                  <a:lnTo>
                    <a:pt x="916722" y="3810"/>
                  </a:lnTo>
                  <a:lnTo>
                    <a:pt x="919311" y="3810"/>
                  </a:lnTo>
                  <a:lnTo>
                    <a:pt x="921901" y="3810"/>
                  </a:lnTo>
                  <a:lnTo>
                    <a:pt x="924491" y="3810"/>
                  </a:lnTo>
                  <a:lnTo>
                    <a:pt x="927080" y="3810"/>
                  </a:lnTo>
                  <a:lnTo>
                    <a:pt x="929670" y="3810"/>
                  </a:lnTo>
                  <a:lnTo>
                    <a:pt x="932260" y="3810"/>
                  </a:lnTo>
                  <a:lnTo>
                    <a:pt x="934849" y="3810"/>
                  </a:lnTo>
                  <a:lnTo>
                    <a:pt x="937439" y="3810"/>
                  </a:lnTo>
                  <a:lnTo>
                    <a:pt x="940028" y="3810"/>
                  </a:lnTo>
                  <a:lnTo>
                    <a:pt x="942618" y="3810"/>
                  </a:lnTo>
                  <a:lnTo>
                    <a:pt x="945208" y="3810"/>
                  </a:lnTo>
                  <a:lnTo>
                    <a:pt x="947797" y="3810"/>
                  </a:lnTo>
                  <a:lnTo>
                    <a:pt x="950387" y="3810"/>
                  </a:lnTo>
                  <a:lnTo>
                    <a:pt x="952976" y="3810"/>
                  </a:lnTo>
                  <a:lnTo>
                    <a:pt x="955566" y="3810"/>
                  </a:lnTo>
                  <a:lnTo>
                    <a:pt x="958156" y="3810"/>
                  </a:lnTo>
                  <a:lnTo>
                    <a:pt x="960745" y="3810"/>
                  </a:lnTo>
                  <a:lnTo>
                    <a:pt x="963335" y="3810"/>
                  </a:lnTo>
                  <a:lnTo>
                    <a:pt x="965924" y="3810"/>
                  </a:lnTo>
                  <a:lnTo>
                    <a:pt x="968514" y="3810"/>
                  </a:lnTo>
                  <a:lnTo>
                    <a:pt x="971104" y="3810"/>
                  </a:lnTo>
                  <a:lnTo>
                    <a:pt x="971104" y="0"/>
                  </a:lnTo>
                  <a:lnTo>
                    <a:pt x="973693" y="0"/>
                  </a:lnTo>
                  <a:lnTo>
                    <a:pt x="976283" y="0"/>
                  </a:lnTo>
                  <a:lnTo>
                    <a:pt x="978873" y="0"/>
                  </a:lnTo>
                  <a:lnTo>
                    <a:pt x="981462" y="0"/>
                  </a:lnTo>
                  <a:lnTo>
                    <a:pt x="984052" y="0"/>
                  </a:lnTo>
                  <a:lnTo>
                    <a:pt x="986641" y="0"/>
                  </a:lnTo>
                  <a:lnTo>
                    <a:pt x="989231" y="0"/>
                  </a:lnTo>
                  <a:lnTo>
                    <a:pt x="991821" y="0"/>
                  </a:lnTo>
                  <a:lnTo>
                    <a:pt x="994410" y="0"/>
                  </a:lnTo>
                  <a:lnTo>
                    <a:pt x="997000" y="0"/>
                  </a:lnTo>
                  <a:lnTo>
                    <a:pt x="999589" y="0"/>
                  </a:lnTo>
                  <a:lnTo>
                    <a:pt x="1002179" y="0"/>
                  </a:lnTo>
                  <a:lnTo>
                    <a:pt x="1004769" y="0"/>
                  </a:lnTo>
                  <a:lnTo>
                    <a:pt x="1007358" y="0"/>
                  </a:lnTo>
                  <a:lnTo>
                    <a:pt x="1009948" y="0"/>
                  </a:lnTo>
                  <a:lnTo>
                    <a:pt x="1012537" y="0"/>
                  </a:lnTo>
                  <a:lnTo>
                    <a:pt x="1015127" y="0"/>
                  </a:lnTo>
                  <a:lnTo>
                    <a:pt x="1017717" y="0"/>
                  </a:lnTo>
                  <a:lnTo>
                    <a:pt x="1020306" y="0"/>
                  </a:lnTo>
                  <a:lnTo>
                    <a:pt x="1022896" y="0"/>
                  </a:lnTo>
                  <a:lnTo>
                    <a:pt x="1025486" y="0"/>
                  </a:lnTo>
                  <a:lnTo>
                    <a:pt x="1028075" y="0"/>
                  </a:lnTo>
                  <a:lnTo>
                    <a:pt x="1030665" y="0"/>
                  </a:lnTo>
                  <a:lnTo>
                    <a:pt x="1033254" y="0"/>
                  </a:lnTo>
                  <a:lnTo>
                    <a:pt x="1035844" y="0"/>
                  </a:lnTo>
                  <a:lnTo>
                    <a:pt x="1038434" y="0"/>
                  </a:lnTo>
                  <a:lnTo>
                    <a:pt x="1041023" y="0"/>
                  </a:lnTo>
                  <a:lnTo>
                    <a:pt x="1043613" y="0"/>
                  </a:lnTo>
                  <a:lnTo>
                    <a:pt x="1046202" y="0"/>
                  </a:lnTo>
                  <a:lnTo>
                    <a:pt x="1048792" y="0"/>
                  </a:lnTo>
                  <a:lnTo>
                    <a:pt x="1051382" y="0"/>
                  </a:lnTo>
                  <a:lnTo>
                    <a:pt x="1053971" y="0"/>
                  </a:lnTo>
                  <a:lnTo>
                    <a:pt x="1056561" y="0"/>
                  </a:lnTo>
                  <a:lnTo>
                    <a:pt x="1059150" y="0"/>
                  </a:lnTo>
                  <a:lnTo>
                    <a:pt x="1061740" y="0"/>
                  </a:lnTo>
                  <a:lnTo>
                    <a:pt x="1064330" y="0"/>
                  </a:lnTo>
                  <a:lnTo>
                    <a:pt x="1066919" y="0"/>
                  </a:lnTo>
                  <a:lnTo>
                    <a:pt x="1069509" y="0"/>
                  </a:lnTo>
                  <a:lnTo>
                    <a:pt x="1072099" y="0"/>
                  </a:lnTo>
                  <a:lnTo>
                    <a:pt x="1074688" y="0"/>
                  </a:lnTo>
                  <a:lnTo>
                    <a:pt x="1077278" y="0"/>
                  </a:lnTo>
                  <a:lnTo>
                    <a:pt x="1079867" y="0"/>
                  </a:lnTo>
                  <a:lnTo>
                    <a:pt x="1082457" y="0"/>
                  </a:lnTo>
                  <a:lnTo>
                    <a:pt x="1085047" y="0"/>
                  </a:lnTo>
                  <a:lnTo>
                    <a:pt x="1087636" y="0"/>
                  </a:lnTo>
                  <a:lnTo>
                    <a:pt x="1090226" y="0"/>
                  </a:lnTo>
                  <a:lnTo>
                    <a:pt x="1092815" y="0"/>
                  </a:lnTo>
                  <a:lnTo>
                    <a:pt x="1095405" y="0"/>
                  </a:lnTo>
                  <a:lnTo>
                    <a:pt x="1097995" y="0"/>
                  </a:lnTo>
                  <a:lnTo>
                    <a:pt x="1100584" y="0"/>
                  </a:lnTo>
                  <a:lnTo>
                    <a:pt x="1103174" y="0"/>
                  </a:lnTo>
                  <a:lnTo>
                    <a:pt x="1105763" y="0"/>
                  </a:lnTo>
                  <a:lnTo>
                    <a:pt x="1108353" y="0"/>
                  </a:lnTo>
                  <a:lnTo>
                    <a:pt x="1110943" y="0"/>
                  </a:lnTo>
                  <a:lnTo>
                    <a:pt x="1113532" y="0"/>
                  </a:lnTo>
                  <a:lnTo>
                    <a:pt x="1116122" y="0"/>
                  </a:lnTo>
                  <a:lnTo>
                    <a:pt x="1118712" y="0"/>
                  </a:lnTo>
                  <a:lnTo>
                    <a:pt x="1121301" y="0"/>
                  </a:lnTo>
                  <a:lnTo>
                    <a:pt x="1123891" y="0"/>
                  </a:lnTo>
                  <a:lnTo>
                    <a:pt x="1126480" y="0"/>
                  </a:lnTo>
                  <a:lnTo>
                    <a:pt x="1129070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87078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90473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tx2563"/>
            <p:cNvSpPr/>
            <p:nvPr/>
          </p:nvSpPr>
          <p:spPr>
            <a:xfrm>
              <a:off x="90928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1.37 [1.318, 1.561]</a:t>
              </a:r>
            </a:p>
          </p:txBody>
        </p:sp>
        <p:sp>
          <p:nvSpPr>
            <p:cNvPr id="2564" name="tx2564"/>
            <p:cNvSpPr/>
            <p:nvPr/>
          </p:nvSpPr>
          <p:spPr>
            <a:xfrm>
              <a:off x="90928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0.968</a:t>
              </a:r>
            </a:p>
          </p:txBody>
        </p:sp>
        <p:sp>
          <p:nvSpPr>
            <p:cNvPr id="2565" name="tx2565"/>
            <p:cNvSpPr/>
            <p:nvPr/>
          </p:nvSpPr>
          <p:spPr>
            <a:xfrm>
              <a:off x="90928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0.904</a:t>
              </a:r>
            </a:p>
          </p:txBody>
        </p:sp>
        <p:sp>
          <p:nvSpPr>
            <p:cNvPr id="2566" name="tx2566"/>
            <p:cNvSpPr/>
            <p:nvPr/>
          </p:nvSpPr>
          <p:spPr>
            <a:xfrm>
              <a:off x="9092891" y="70112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0.923</a:t>
              </a:r>
            </a:p>
          </p:txBody>
        </p:sp>
        <p:sp>
          <p:nvSpPr>
            <p:cNvPr id="2567" name="tx2567"/>
            <p:cNvSpPr/>
            <p:nvPr/>
          </p:nvSpPr>
          <p:spPr>
            <a:xfrm>
              <a:off x="83513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68" name="tx2568"/>
            <p:cNvSpPr/>
            <p:nvPr/>
          </p:nvSpPr>
          <p:spPr>
            <a:xfrm>
              <a:off x="83513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69" name="tx2569"/>
            <p:cNvSpPr/>
            <p:nvPr/>
          </p:nvSpPr>
          <p:spPr>
            <a:xfrm>
              <a:off x="83513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0" name="tx2570"/>
            <p:cNvSpPr/>
            <p:nvPr/>
          </p:nvSpPr>
          <p:spPr>
            <a:xfrm>
              <a:off x="83513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1" name="tx2571"/>
            <p:cNvSpPr/>
            <p:nvPr/>
          </p:nvSpPr>
          <p:spPr>
            <a:xfrm>
              <a:off x="83513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2" name="tx2572"/>
            <p:cNvSpPr/>
            <p:nvPr/>
          </p:nvSpPr>
          <p:spPr>
            <a:xfrm>
              <a:off x="86260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73" name="tx2573"/>
            <p:cNvSpPr/>
            <p:nvPr/>
          </p:nvSpPr>
          <p:spPr>
            <a:xfrm>
              <a:off x="89089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74" name="tx2574"/>
            <p:cNvSpPr/>
            <p:nvPr/>
          </p:nvSpPr>
          <p:spPr>
            <a:xfrm>
              <a:off x="91918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5" name="tx2575"/>
            <p:cNvSpPr/>
            <p:nvPr/>
          </p:nvSpPr>
          <p:spPr>
            <a:xfrm>
              <a:off x="94747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6" name="tx2576"/>
            <p:cNvSpPr/>
            <p:nvPr/>
          </p:nvSpPr>
          <p:spPr>
            <a:xfrm>
              <a:off x="97576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7" name="tx2577"/>
            <p:cNvSpPr/>
            <p:nvPr/>
          </p:nvSpPr>
          <p:spPr>
            <a:xfrm>
              <a:off x="79518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578" name="tx2578"/>
            <p:cNvSpPr/>
            <p:nvPr/>
          </p:nvSpPr>
          <p:spPr>
            <a:xfrm rot="-5400000">
              <a:off x="69802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579" name="tx2579"/>
            <p:cNvSpPr/>
            <p:nvPr/>
          </p:nvSpPr>
          <p:spPr>
            <a:xfrm>
              <a:off x="8707863" y="5496163"/>
              <a:ext cx="165958" cy="1553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J.</a:t>
              </a:r>
            </a:p>
          </p:txBody>
        </p:sp>
        <p:sp>
          <p:nvSpPr>
            <p:cNvPr id="2580" name="rc2580"/>
            <p:cNvSpPr/>
            <p:nvPr/>
          </p:nvSpPr>
          <p:spPr>
            <a:xfrm>
              <a:off x="10698162" y="54102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11127101" y="70441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11127101" y="67947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11127101" y="65453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11127101" y="62960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11127101" y="60466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11127101" y="57972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12041666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1310245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14163251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15224044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11127101" y="69194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11127101" y="66700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11127101" y="64206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11127101" y="61713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11127101" y="59219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11511269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12572062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13632855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1469364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11490550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12265101" y="664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1146911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11603446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11662752" y="6856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1155271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1142981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11414810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451966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93713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2118622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3947819" y="6734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4047139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4040708" y="664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725631" y="6850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945706" y="6753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455539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4128595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440533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389087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361221" y="692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484120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427672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504127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471258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474831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2668096" y="6423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2673812" y="648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2848158" y="6496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2089327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664181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467686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2087898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2108619" y="6740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2508756" y="6647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58772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463398" y="6867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489836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41282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5927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849959" y="684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914981" y="6148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804944" y="5971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389802" y="6942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527706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3196848" y="681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3819918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416239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218793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2438017" y="6788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424099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509128" y="6923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495552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472687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66703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918554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446250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90855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2357990" y="6861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247946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2458024" y="6848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599874" y="6795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3266872" y="636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528421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496267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47054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399805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40766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381942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483405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436961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45982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533422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475545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387658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454109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47411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2060031" y="6218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997152" y="6169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2362277" y="654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2318691" y="6802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2142916" y="6576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2332267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2148633" y="6488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2232947" y="644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42552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472687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564147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2441590" y="618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465542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2713111" y="6258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482691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662038" y="6871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479118" y="694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481262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399805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474116" y="6791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449108" y="6801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967142" y="658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936417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2065033" y="652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3099672" y="6873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3347614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3316889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3371908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3353330" y="6774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703480" y="6869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206074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486978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374082" y="68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536995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476260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474831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47340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546284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476974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404092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481262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578438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499839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467686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435532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45911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52341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558431" y="6943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524133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78136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982862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2193648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2551628" y="6826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496981" y="6869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561289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496267" y="686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520561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444106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411238" y="6881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419097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63774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4100729" y="6271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4362961" y="6435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4374394" y="6406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540568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963569" y="5870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990721" y="5829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66561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806373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2058602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454824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426243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433388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523419" y="6883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524848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628455" y="6855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651320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48340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537709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2145060" y="686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469829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51198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465542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696335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66203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55414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630598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399805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438390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413381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391231" y="693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381227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383371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427672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2436588" y="6767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2478031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2357990" y="656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2272246" y="6607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3637713" y="6719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3619850" y="6723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424292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562718" y="6849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414810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438390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41409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3246151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2981060" y="6374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3085382" y="6619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2964626" y="661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3205423" y="6599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3189703" y="6578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2575922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2700964" y="671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386229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341214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572007" y="6863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888544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839956" y="6846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834954" y="685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606304" y="6842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614879" y="6868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695621" y="6845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788509" y="6724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916410" y="678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2105046" y="6820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546998" y="683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602017" y="6828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2445877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412667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4057142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4495864" y="629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938561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551286" y="6901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550571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562718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520561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977860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2267959" y="681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3531248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41981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687046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3399775" y="6634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3297597" y="6758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491265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3171125" y="671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319756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810660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919983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509843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3642715" y="676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284601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2963911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3262585" y="630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3391200" y="637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3469084" y="6350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458397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451966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46054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976431" y="6733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4849556" y="629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5339724" y="6466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459111" y="6829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423385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630598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747781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2045026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2110763" y="6677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2385857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2425870" y="6592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541997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516274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55986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48340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470544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465542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2119337" y="6703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2845299" y="6617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4393686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3472657" y="632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4113590" y="6396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4430842" y="651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418383" y="6879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489121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431959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408380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364079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467686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513415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741351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2220086" y="6541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579152" y="6813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772075" y="6793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41552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416954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489121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68366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37408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391945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52627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622024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587727" y="6893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483405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491265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55700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552000" y="687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453395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474831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536280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2309402" y="668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2122195" y="6576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2180072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2163638" y="66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2289395" y="6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3676298" y="6574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3750609" y="6291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2502325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502697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369795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421956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538424" y="6807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590585" y="680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460540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491265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449822" y="694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583439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521990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459111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411952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4014271" y="6482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3861361" y="659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496267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448393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45339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518417" y="6853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2880311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509128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446250" y="6926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486978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2705252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2853159" y="6619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545569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547713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479118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512701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3647002" y="6838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755641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434103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2756698" y="6520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2821720" y="646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8521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809945" y="6860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794226" y="674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78065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446250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506985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504841" y="6944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408380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973573" y="6586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2100045" y="6501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2218657" y="6544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2406578" y="658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2444448" y="6440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549142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506985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490550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2332981" y="6397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2540195" y="637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487692" y="6934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491980" y="693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479118" y="69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415525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440533" y="6864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448393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50269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2144345" y="6129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2190790" y="605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520561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30405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459826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423385" y="6940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367651" y="695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436961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2018588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984291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2298684" y="663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2480175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2422298" y="658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2350845" y="6602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459826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467686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513415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529135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534137" y="692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522704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2314404" y="6763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461969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463398" y="692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48054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458397" y="6924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2907464" y="6529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876397" y="668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894260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749210" y="661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425528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552715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2057887" y="64268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2590212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2412294" y="6490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629169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3727744" y="6712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469115" y="691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499125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446964" y="6953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460540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625597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3479802" y="6391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3459795" y="6398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3454079" y="613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3379053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538424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544140" y="6894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3241864" y="588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469829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43053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764215" y="6779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824236" y="6800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674185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709197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785651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3991406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4362247" y="6737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4177183" y="6774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4186472" y="6753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4185758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517703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520561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937132" y="6759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933559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510557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49412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460540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464113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499839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514130" y="6872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45053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464113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506270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539853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496267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515559" y="6871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509128" y="68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493409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501268" y="6851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454109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490550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454109" y="6903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471973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2115050" y="634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2026448" y="6473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752783" y="670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828523" y="6756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855675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534137" y="691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570578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554858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609162" y="691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45839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586298" y="6952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559145" y="6949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471258" y="6622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469829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520561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64203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580581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4312230" y="678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442677" y="693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49626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471973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482691" y="688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487692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2270817" y="649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2275819" y="658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2336554" y="6582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2341556" y="667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464827" y="690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2565918" y="661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2883170" y="6658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412667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444821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451966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518417" y="686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399805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488407" y="6864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496267" y="690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515559" y="690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485549" y="685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509128" y="681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442677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424814" y="6867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632742" y="6836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717771" y="6853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501268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429815" y="6934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494123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982147" y="601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2095043" y="6021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2016445" y="6838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3365477" y="6520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454824" y="6897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45839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501268" y="689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2007156" y="6817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429815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486263" y="6942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405521" y="6916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436961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499839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500554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2598787" y="6296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2410151" y="618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808516" y="6832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576294" y="6897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3186130" y="648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3967112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3672725" y="6491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3729888" y="654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759214" y="674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909265" y="6693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438390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492694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631313" y="6822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700622" y="6098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34192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398376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391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407665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476974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441248" y="6910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437675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3029648" y="6421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3006783" y="6452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450537" y="693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534137" y="693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432674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4648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896404" y="5802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761357" y="6723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842814" y="6711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2008585" y="6685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2579494" y="6479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376226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612021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573436" y="6946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2705252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448393" y="69275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481262" y="6943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874253" y="6480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3304028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453395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421956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461969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341214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456968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2017159" y="6768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513415" y="6946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500554" y="6950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319778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336212" y="690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520561" y="6889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452680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436246" y="689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472687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46554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655607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70705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730633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846386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852103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791368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506270" y="6934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480547" y="6932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40480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434103" y="689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45125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424099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456968" y="6909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4533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507699" y="687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2255812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2693105" y="6690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802800" y="6857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763501" y="6854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491265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468400" y="6855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474116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2061460" y="6678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2029306" y="6760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377655" y="6951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803515" y="676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879969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2909607" y="619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474831" y="6790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379084" y="6806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410523" y="6809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3519816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484834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434103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454824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875682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514130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454109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547713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47983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425528" y="6929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640602" y="6929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368366" y="6954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465542" y="687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501268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3359761" y="662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3689874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472687" y="69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967142" y="620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2157922" y="616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466256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485549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485549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461255" y="693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491265" y="693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399805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422670" y="694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414096" y="69401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389087" y="6941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552715" y="6921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550571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431959" y="6951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533422" y="6906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632027" y="690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2360848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972144" y="6810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2105761" y="6777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2148633" y="6787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466256" y="6859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2095757" y="678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468400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439104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2237949" y="681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2514472" y="6797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567720" y="6890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2045026" y="658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2342985" y="6739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2633084" y="6215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2749552" y="5996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3153262" y="606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2836011" y="6078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2122195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2120766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2162923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2134342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2125768" y="6798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2142202" y="670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2123624" y="6688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2267959" y="656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4180042" y="595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4139313" y="5936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4479430" y="5782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1496981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1485549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533422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582725" y="6947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405521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484834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1474831" y="6834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2348701" y="6485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229296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1537709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629169" y="6880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2082896" y="689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796369" y="658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443391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807087" y="688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2147204" y="6844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2578780" y="6773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1454109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2658807" y="6301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4202906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1511272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146482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980718" y="6913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962855" y="6915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2262957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2230804" y="6253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2474458" y="6442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2488034" y="6193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886400" y="6711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2003583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1467686" y="6885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535566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445535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449108" y="6921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559860" y="6846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51484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43195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421956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419097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490550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496981" y="6856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527706" y="6821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432674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917125" y="6821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2415152" y="679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2873881" y="6899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407665" y="6920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446250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449108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499125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1462684" y="6850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2364421" y="646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2388715" y="6443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3062517" y="6651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3120393" y="6629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3538394" y="66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3630568" y="654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150484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535566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520561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511986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549142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536995" y="6912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464827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541997" y="6944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531993" y="6937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2737405" y="637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809945" y="6905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2193648" y="6361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2245094" y="6170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2241522" y="614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206503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2185074" y="6799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42124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2803857" y="678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2317976" y="6717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2188646" y="669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2190790" y="67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450537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2152205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2238663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3083952" y="6495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2060745" y="681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444821" y="6940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572007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2550913" y="68927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1512701" y="690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641316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496981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1543426" y="6879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1589156" y="6941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378369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359077" y="6944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539853" y="6847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412667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446964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3038937" y="673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2951764" y="6669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2815289" y="658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3213997" y="645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2694534" y="6621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2977487" y="6729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1701337" y="692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2238663" y="6471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2578065" y="6283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44696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645603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1736349" y="6893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1763501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544140" y="690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2087183" y="6781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2034308" y="6745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773504" y="6823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2267959" y="6764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516274" y="6931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456968" y="6914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1458397" y="692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1463398" y="6922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453395" y="6911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447679" y="6847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2147204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466971" y="691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2896746" y="6411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507699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525562" y="6902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1619880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96356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2432301" y="6881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11511272" y="6886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12331552" y="650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12322978" y="6567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12125768" y="672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14635197" y="6425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14087867" y="6539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13804199" y="6451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13992120" y="6440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14422982" y="6504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11502697" y="6900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11483405" y="6884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11519132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11453395" y="688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11352646" y="6911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11474831" y="681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11441248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11569149" y="6890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11486978" y="6844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11509128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12210797" y="6758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11484120" y="670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11501983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11549142" y="69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11891402" y="6877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11469115" y="6904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11747781" y="6702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11496981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11491980" y="691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12939617" y="6876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11764215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12052171" y="681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12392287" y="6788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12462311" y="6795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11870680" y="6702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11441248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11441962" y="6947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12122910" y="6923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11559860" y="6953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13021788" y="6541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11427672" y="6863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12598072" y="6748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11438390" y="6901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11394089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11336927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11369795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11396233" y="690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11466256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11525562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11454109" y="686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13158264" y="6720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13436930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13305457" y="6667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12095043" y="678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11527706" y="6927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13719170" y="634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14046424" y="6367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11484834" y="6932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11501268" y="693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13267587" y="585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12788852" y="6683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12958195" y="6661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12057173" y="6874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11599159" y="6854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11551286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11695621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12079323" y="6712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12476602" y="691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11995723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11518417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11589870" y="6870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11564147" y="6874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11564862" y="687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11509128" y="6852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15241119" y="684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11489121" y="6807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11458397" y="690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11426243" y="6927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11400520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11406950" y="6924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13053942" y="6342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12926041" y="6222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12953193" y="6179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13378339" y="6129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11419097" y="692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11807802" y="6878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12372281" y="6824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11481976" y="688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12773846" y="6202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11499839" y="6928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12123624" y="691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12190790" y="6768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11809231" y="690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11861392" y="689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12063604" y="6895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12073607" y="685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12274390" y="6783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12362277" y="6770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11484834" y="6928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11465542" y="6936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11481976" y="6887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11454824" y="6896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11520561" y="6892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11450537" y="6925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11493409" y="69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11591299" y="691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11557002" y="6877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11567005" y="6841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11604161" y="686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13566975" y="6786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13551970" y="6745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13344756" y="6740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11464827" y="6898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11493409" y="6886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11544855" y="6891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11728489" y="6888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12008585" y="683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11431959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11480547" y="6936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14028561" y="6585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13486233" y="6505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13272588" y="6687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11414810" y="6854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11597015" y="6843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12080752" y="676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11426957" y="690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11387658" y="692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11414096" y="6887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11461255" y="6893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11426957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11441962" y="689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11444821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11448393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11570578" y="6876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11500554" y="688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11496981" y="6908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11459826" y="6894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11497696" y="6884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11478403" y="6769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11457682" y="6894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11396233" y="6933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11481976" y="6920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11432674" y="6897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11425528" y="6883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11497696" y="691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11645603" y="6907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11481262" y="6935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14837409" y="666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11827094" y="6918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11952851" y="6911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12119337" y="686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12362277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1148554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11461969" y="690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11469829" y="690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11778506" y="6923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12148633" y="6734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11466256" y="6914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12548055" y="65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11494123" y="6858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11494838" y="6881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11516274" y="6898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11496267" y="6899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11478403" y="6903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11519846" y="688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11546284" y="6958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13282592" y="6914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11429101" y="6937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13038223" y="6620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14045710" y="6472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11423385" y="6870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11361935" y="6880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11497696" y="688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11507699" y="684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11503412" y="6830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11528421" y="684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12711682" y="679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13639857" y="6769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11432674" y="686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11453395" y="685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11544855" y="6858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11477689" y="687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11911409" y="685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12723829" y="6609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13067518" y="6598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13133255" y="6677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13084667" y="6696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11430530" y="6883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11722058" y="6919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14335095" y="6919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11530564" y="6889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11632518" y="57074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11127101" y="686244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11127101" y="57074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tx3566"/>
            <p:cNvSpPr/>
            <p:nvPr/>
          </p:nvSpPr>
          <p:spPr>
            <a:xfrm>
              <a:off x="10864980" y="56200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567" name="tx3567"/>
            <p:cNvSpPr/>
            <p:nvPr/>
          </p:nvSpPr>
          <p:spPr>
            <a:xfrm>
              <a:off x="11128895" y="57917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(4.1%)</a:t>
              </a:r>
            </a:p>
          </p:txBody>
        </p:sp>
        <p:sp>
          <p:nvSpPr>
            <p:cNvPr id="3568" name="pg3568"/>
            <p:cNvSpPr/>
            <p:nvPr/>
          </p:nvSpPr>
          <p:spPr>
            <a:xfrm>
              <a:off x="11127101" y="68765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tx3569"/>
            <p:cNvSpPr/>
            <p:nvPr/>
          </p:nvSpPr>
          <p:spPr>
            <a:xfrm>
              <a:off x="10857135" y="68890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570" name="tx3570"/>
            <p:cNvSpPr/>
            <p:nvPr/>
          </p:nvSpPr>
          <p:spPr>
            <a:xfrm>
              <a:off x="10973506" y="70885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546 (56.8%)</a:t>
              </a:r>
            </a:p>
          </p:txBody>
        </p:sp>
        <p:sp>
          <p:nvSpPr>
            <p:cNvPr id="3571" name="pg3571"/>
            <p:cNvSpPr/>
            <p:nvPr/>
          </p:nvSpPr>
          <p:spPr>
            <a:xfrm>
              <a:off x="12203426" y="57074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tx3572"/>
            <p:cNvSpPr/>
            <p:nvPr/>
          </p:nvSpPr>
          <p:spPr>
            <a:xfrm>
              <a:off x="12245336" y="56200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573" name="tx3573"/>
            <p:cNvSpPr/>
            <p:nvPr/>
          </p:nvSpPr>
          <p:spPr>
            <a:xfrm>
              <a:off x="12299497" y="57917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302 (31.4%)</a:t>
              </a:r>
            </a:p>
          </p:txBody>
        </p:sp>
        <p:sp>
          <p:nvSpPr>
            <p:cNvPr id="3574" name="pg3574"/>
            <p:cNvSpPr/>
            <p:nvPr/>
          </p:nvSpPr>
          <p:spPr>
            <a:xfrm>
              <a:off x="12086851" y="68765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tx3575"/>
            <p:cNvSpPr/>
            <p:nvPr/>
          </p:nvSpPr>
          <p:spPr>
            <a:xfrm>
              <a:off x="12128761" y="68890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576" name="tx3576"/>
            <p:cNvSpPr/>
            <p:nvPr/>
          </p:nvSpPr>
          <p:spPr>
            <a:xfrm>
              <a:off x="12454886" y="70885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 (7.8%)</a:t>
              </a:r>
            </a:p>
          </p:txBody>
        </p:sp>
        <p:sp>
          <p:nvSpPr>
            <p:cNvPr id="3577" name="rc3577"/>
            <p:cNvSpPr/>
            <p:nvPr/>
          </p:nvSpPr>
          <p:spPr>
            <a:xfrm>
              <a:off x="11127101" y="57074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tx3578"/>
            <p:cNvSpPr/>
            <p:nvPr/>
          </p:nvSpPr>
          <p:spPr>
            <a:xfrm>
              <a:off x="11002315" y="68777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9" name="tx3579"/>
            <p:cNvSpPr/>
            <p:nvPr/>
          </p:nvSpPr>
          <p:spPr>
            <a:xfrm>
              <a:off x="11002315" y="66297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0" name="tx3580"/>
            <p:cNvSpPr/>
            <p:nvPr/>
          </p:nvSpPr>
          <p:spPr>
            <a:xfrm>
              <a:off x="10940159" y="63790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81" name="tx3581"/>
            <p:cNvSpPr/>
            <p:nvPr/>
          </p:nvSpPr>
          <p:spPr>
            <a:xfrm>
              <a:off x="10940159" y="61296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582" name="tx3582"/>
            <p:cNvSpPr/>
            <p:nvPr/>
          </p:nvSpPr>
          <p:spPr>
            <a:xfrm>
              <a:off x="10940159" y="58802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83" name="pl3583"/>
            <p:cNvSpPr/>
            <p:nvPr/>
          </p:nvSpPr>
          <p:spPr>
            <a:xfrm>
              <a:off x="11092306" y="69194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11092306" y="66700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11092306" y="64206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11092306" y="6171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11092306" y="59219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11511269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12572062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13632855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14693648" y="71339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tx3592"/>
            <p:cNvSpPr/>
            <p:nvPr/>
          </p:nvSpPr>
          <p:spPr>
            <a:xfrm>
              <a:off x="11480192" y="71948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93" name="tx3593"/>
            <p:cNvSpPr/>
            <p:nvPr/>
          </p:nvSpPr>
          <p:spPr>
            <a:xfrm>
              <a:off x="12509907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4" name="tx3594"/>
            <p:cNvSpPr/>
            <p:nvPr/>
          </p:nvSpPr>
          <p:spPr>
            <a:xfrm>
              <a:off x="13570699" y="71948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95" name="tx3595"/>
            <p:cNvSpPr/>
            <p:nvPr/>
          </p:nvSpPr>
          <p:spPr>
            <a:xfrm>
              <a:off x="14631492" y="71947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596" name="tx3596"/>
            <p:cNvSpPr/>
            <p:nvPr/>
          </p:nvSpPr>
          <p:spPr>
            <a:xfrm>
              <a:off x="12488906" y="73145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597" name="tx3597"/>
            <p:cNvSpPr/>
            <p:nvPr/>
          </p:nvSpPr>
          <p:spPr>
            <a:xfrm rot="-5400000">
              <a:off x="9920956" y="6355142"/>
              <a:ext cx="176248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Lumipulse pTau181 (Z)</a:t>
              </a:r>
            </a:p>
          </p:txBody>
        </p:sp>
        <p:sp>
          <p:nvSpPr>
            <p:cNvPr id="3598" name="tx3598"/>
            <p:cNvSpPr/>
            <p:nvPr/>
          </p:nvSpPr>
          <p:spPr>
            <a:xfrm>
              <a:off x="11127101" y="5479789"/>
              <a:ext cx="158390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K.</a:t>
              </a:r>
            </a:p>
          </p:txBody>
        </p:sp>
        <p:sp>
          <p:nvSpPr>
            <p:cNvPr id="3599" name="rc3599"/>
            <p:cNvSpPr/>
            <p:nvPr/>
          </p:nvSpPr>
          <p:spPr>
            <a:xfrm>
              <a:off x="16292827" y="54102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16937463" y="68249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16937463" y="65420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16937463" y="62591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16937463" y="59762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1713550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1741841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17701333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17984248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16937463" y="69664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16937463" y="66834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16937463" y="64005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16937463" y="61176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16937463" y="58347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1699404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1727696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1755987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17842791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18125706" y="57781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16994046" y="58347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658"/>
                  </a:lnTo>
                  <a:lnTo>
                    <a:pt x="0" y="1125656"/>
                  </a:lnTo>
                  <a:lnTo>
                    <a:pt x="0" y="1122654"/>
                  </a:lnTo>
                  <a:lnTo>
                    <a:pt x="0" y="1119653"/>
                  </a:lnTo>
                  <a:lnTo>
                    <a:pt x="0" y="1116651"/>
                  </a:lnTo>
                  <a:lnTo>
                    <a:pt x="0" y="1113649"/>
                  </a:lnTo>
                  <a:lnTo>
                    <a:pt x="0" y="1110647"/>
                  </a:lnTo>
                  <a:lnTo>
                    <a:pt x="0" y="1107646"/>
                  </a:lnTo>
                  <a:lnTo>
                    <a:pt x="0" y="1104644"/>
                  </a:lnTo>
                  <a:lnTo>
                    <a:pt x="0" y="1101642"/>
                  </a:lnTo>
                  <a:lnTo>
                    <a:pt x="0" y="1098640"/>
                  </a:lnTo>
                  <a:lnTo>
                    <a:pt x="0" y="1095639"/>
                  </a:lnTo>
                  <a:lnTo>
                    <a:pt x="0" y="1092637"/>
                  </a:lnTo>
                  <a:lnTo>
                    <a:pt x="0" y="1089635"/>
                  </a:lnTo>
                  <a:lnTo>
                    <a:pt x="0" y="1086633"/>
                  </a:lnTo>
                  <a:lnTo>
                    <a:pt x="1934" y="1086633"/>
                  </a:lnTo>
                  <a:lnTo>
                    <a:pt x="1934" y="1083632"/>
                  </a:lnTo>
                  <a:lnTo>
                    <a:pt x="1934" y="1080630"/>
                  </a:lnTo>
                  <a:lnTo>
                    <a:pt x="1934" y="1077628"/>
                  </a:lnTo>
                  <a:lnTo>
                    <a:pt x="1934" y="1074626"/>
                  </a:lnTo>
                  <a:lnTo>
                    <a:pt x="1934" y="1071625"/>
                  </a:lnTo>
                  <a:lnTo>
                    <a:pt x="1934" y="1068623"/>
                  </a:lnTo>
                  <a:lnTo>
                    <a:pt x="1934" y="1065621"/>
                  </a:lnTo>
                  <a:lnTo>
                    <a:pt x="1934" y="1062619"/>
                  </a:lnTo>
                  <a:lnTo>
                    <a:pt x="1934" y="1059618"/>
                  </a:lnTo>
                  <a:lnTo>
                    <a:pt x="1934" y="1056616"/>
                  </a:lnTo>
                  <a:lnTo>
                    <a:pt x="1934" y="1053614"/>
                  </a:lnTo>
                  <a:lnTo>
                    <a:pt x="1934" y="1050612"/>
                  </a:lnTo>
                  <a:lnTo>
                    <a:pt x="1934" y="1047611"/>
                  </a:lnTo>
                  <a:lnTo>
                    <a:pt x="1934" y="1044609"/>
                  </a:lnTo>
                  <a:lnTo>
                    <a:pt x="1934" y="1041607"/>
                  </a:lnTo>
                  <a:lnTo>
                    <a:pt x="1934" y="1038605"/>
                  </a:lnTo>
                  <a:lnTo>
                    <a:pt x="1934" y="1035604"/>
                  </a:lnTo>
                  <a:lnTo>
                    <a:pt x="1934" y="1032602"/>
                  </a:lnTo>
                  <a:lnTo>
                    <a:pt x="1934" y="1029600"/>
                  </a:lnTo>
                  <a:lnTo>
                    <a:pt x="1934" y="1026598"/>
                  </a:lnTo>
                  <a:lnTo>
                    <a:pt x="1934" y="1023597"/>
                  </a:lnTo>
                  <a:lnTo>
                    <a:pt x="1934" y="1020595"/>
                  </a:lnTo>
                  <a:lnTo>
                    <a:pt x="1934" y="1017593"/>
                  </a:lnTo>
                  <a:lnTo>
                    <a:pt x="1934" y="1014591"/>
                  </a:lnTo>
                  <a:lnTo>
                    <a:pt x="1934" y="1011590"/>
                  </a:lnTo>
                  <a:lnTo>
                    <a:pt x="1934" y="1008588"/>
                  </a:lnTo>
                  <a:lnTo>
                    <a:pt x="1934" y="1005586"/>
                  </a:lnTo>
                  <a:lnTo>
                    <a:pt x="1934" y="1002584"/>
                  </a:lnTo>
                  <a:lnTo>
                    <a:pt x="1934" y="999583"/>
                  </a:lnTo>
                  <a:lnTo>
                    <a:pt x="1934" y="996581"/>
                  </a:lnTo>
                  <a:lnTo>
                    <a:pt x="1934" y="993579"/>
                  </a:lnTo>
                  <a:lnTo>
                    <a:pt x="1934" y="990577"/>
                  </a:lnTo>
                  <a:lnTo>
                    <a:pt x="1934" y="984574"/>
                  </a:lnTo>
                  <a:lnTo>
                    <a:pt x="1934" y="981572"/>
                  </a:lnTo>
                  <a:lnTo>
                    <a:pt x="1934" y="978570"/>
                  </a:lnTo>
                  <a:lnTo>
                    <a:pt x="1934" y="975569"/>
                  </a:lnTo>
                  <a:lnTo>
                    <a:pt x="1934" y="972567"/>
                  </a:lnTo>
                  <a:lnTo>
                    <a:pt x="1934" y="969565"/>
                  </a:lnTo>
                  <a:lnTo>
                    <a:pt x="1934" y="966563"/>
                  </a:lnTo>
                  <a:lnTo>
                    <a:pt x="1934" y="963562"/>
                  </a:lnTo>
                  <a:lnTo>
                    <a:pt x="1934" y="960560"/>
                  </a:lnTo>
                  <a:lnTo>
                    <a:pt x="1934" y="954556"/>
                  </a:lnTo>
                  <a:lnTo>
                    <a:pt x="1934" y="951555"/>
                  </a:lnTo>
                  <a:lnTo>
                    <a:pt x="1934" y="948553"/>
                  </a:lnTo>
                  <a:lnTo>
                    <a:pt x="1934" y="945551"/>
                  </a:lnTo>
                  <a:lnTo>
                    <a:pt x="1934" y="942549"/>
                  </a:lnTo>
                  <a:lnTo>
                    <a:pt x="1934" y="939548"/>
                  </a:lnTo>
                  <a:lnTo>
                    <a:pt x="1934" y="936546"/>
                  </a:lnTo>
                  <a:lnTo>
                    <a:pt x="1934" y="933544"/>
                  </a:lnTo>
                  <a:lnTo>
                    <a:pt x="1934" y="930542"/>
                  </a:lnTo>
                  <a:lnTo>
                    <a:pt x="1934" y="927541"/>
                  </a:lnTo>
                  <a:lnTo>
                    <a:pt x="1934" y="921537"/>
                  </a:lnTo>
                  <a:lnTo>
                    <a:pt x="1934" y="918535"/>
                  </a:lnTo>
                  <a:lnTo>
                    <a:pt x="1934" y="915534"/>
                  </a:lnTo>
                  <a:lnTo>
                    <a:pt x="1934" y="912532"/>
                  </a:lnTo>
                  <a:lnTo>
                    <a:pt x="1934" y="909530"/>
                  </a:lnTo>
                  <a:lnTo>
                    <a:pt x="1934" y="906528"/>
                  </a:lnTo>
                  <a:lnTo>
                    <a:pt x="1934" y="903527"/>
                  </a:lnTo>
                  <a:lnTo>
                    <a:pt x="1934" y="900525"/>
                  </a:lnTo>
                  <a:lnTo>
                    <a:pt x="1934" y="897523"/>
                  </a:lnTo>
                  <a:lnTo>
                    <a:pt x="1934" y="894521"/>
                  </a:lnTo>
                  <a:lnTo>
                    <a:pt x="1934" y="891520"/>
                  </a:lnTo>
                  <a:lnTo>
                    <a:pt x="1934" y="888518"/>
                  </a:lnTo>
                  <a:lnTo>
                    <a:pt x="1934" y="885516"/>
                  </a:lnTo>
                  <a:lnTo>
                    <a:pt x="1934" y="879513"/>
                  </a:lnTo>
                  <a:lnTo>
                    <a:pt x="1934" y="873509"/>
                  </a:lnTo>
                  <a:lnTo>
                    <a:pt x="1934" y="870507"/>
                  </a:lnTo>
                  <a:lnTo>
                    <a:pt x="1934" y="867506"/>
                  </a:lnTo>
                  <a:lnTo>
                    <a:pt x="1934" y="861502"/>
                  </a:lnTo>
                  <a:lnTo>
                    <a:pt x="1934" y="858500"/>
                  </a:lnTo>
                  <a:lnTo>
                    <a:pt x="1934" y="855499"/>
                  </a:lnTo>
                  <a:lnTo>
                    <a:pt x="1934" y="852497"/>
                  </a:lnTo>
                  <a:lnTo>
                    <a:pt x="1934" y="849495"/>
                  </a:lnTo>
                  <a:lnTo>
                    <a:pt x="1934" y="846493"/>
                  </a:lnTo>
                  <a:lnTo>
                    <a:pt x="1934" y="843492"/>
                  </a:lnTo>
                  <a:lnTo>
                    <a:pt x="1934" y="840490"/>
                  </a:lnTo>
                  <a:lnTo>
                    <a:pt x="1934" y="837488"/>
                  </a:lnTo>
                  <a:lnTo>
                    <a:pt x="1934" y="834486"/>
                  </a:lnTo>
                  <a:lnTo>
                    <a:pt x="1934" y="831484"/>
                  </a:lnTo>
                  <a:lnTo>
                    <a:pt x="1934" y="825481"/>
                  </a:lnTo>
                  <a:lnTo>
                    <a:pt x="1934" y="822479"/>
                  </a:lnTo>
                  <a:lnTo>
                    <a:pt x="1934" y="819477"/>
                  </a:lnTo>
                  <a:lnTo>
                    <a:pt x="1934" y="816476"/>
                  </a:lnTo>
                  <a:lnTo>
                    <a:pt x="1934" y="813474"/>
                  </a:lnTo>
                  <a:lnTo>
                    <a:pt x="1934" y="810472"/>
                  </a:lnTo>
                  <a:lnTo>
                    <a:pt x="1934" y="807470"/>
                  </a:lnTo>
                  <a:lnTo>
                    <a:pt x="1934" y="804469"/>
                  </a:lnTo>
                  <a:lnTo>
                    <a:pt x="1934" y="801467"/>
                  </a:lnTo>
                  <a:lnTo>
                    <a:pt x="1934" y="795463"/>
                  </a:lnTo>
                  <a:lnTo>
                    <a:pt x="1934" y="792462"/>
                  </a:lnTo>
                  <a:lnTo>
                    <a:pt x="1934" y="789460"/>
                  </a:lnTo>
                  <a:lnTo>
                    <a:pt x="1934" y="786458"/>
                  </a:lnTo>
                  <a:lnTo>
                    <a:pt x="1934" y="783456"/>
                  </a:lnTo>
                  <a:lnTo>
                    <a:pt x="1934" y="780455"/>
                  </a:lnTo>
                  <a:lnTo>
                    <a:pt x="1934" y="777453"/>
                  </a:lnTo>
                  <a:lnTo>
                    <a:pt x="1934" y="774451"/>
                  </a:lnTo>
                  <a:lnTo>
                    <a:pt x="1934" y="771449"/>
                  </a:lnTo>
                  <a:lnTo>
                    <a:pt x="1934" y="768448"/>
                  </a:lnTo>
                  <a:lnTo>
                    <a:pt x="1934" y="765446"/>
                  </a:lnTo>
                  <a:lnTo>
                    <a:pt x="1934" y="762444"/>
                  </a:lnTo>
                  <a:lnTo>
                    <a:pt x="1934" y="759442"/>
                  </a:lnTo>
                  <a:lnTo>
                    <a:pt x="1934" y="756441"/>
                  </a:lnTo>
                  <a:lnTo>
                    <a:pt x="1934" y="753439"/>
                  </a:lnTo>
                  <a:lnTo>
                    <a:pt x="1934" y="747435"/>
                  </a:lnTo>
                  <a:lnTo>
                    <a:pt x="1934" y="744434"/>
                  </a:lnTo>
                  <a:lnTo>
                    <a:pt x="1934" y="741432"/>
                  </a:lnTo>
                  <a:lnTo>
                    <a:pt x="1934" y="738430"/>
                  </a:lnTo>
                  <a:lnTo>
                    <a:pt x="1934" y="735428"/>
                  </a:lnTo>
                  <a:lnTo>
                    <a:pt x="1934" y="723421"/>
                  </a:lnTo>
                  <a:lnTo>
                    <a:pt x="3868" y="720420"/>
                  </a:lnTo>
                  <a:lnTo>
                    <a:pt x="3868" y="717418"/>
                  </a:lnTo>
                  <a:lnTo>
                    <a:pt x="3868" y="714416"/>
                  </a:lnTo>
                  <a:lnTo>
                    <a:pt x="3868" y="711414"/>
                  </a:lnTo>
                  <a:lnTo>
                    <a:pt x="3868" y="702409"/>
                  </a:lnTo>
                  <a:lnTo>
                    <a:pt x="3868" y="699407"/>
                  </a:lnTo>
                  <a:lnTo>
                    <a:pt x="3868" y="696406"/>
                  </a:lnTo>
                  <a:lnTo>
                    <a:pt x="3868" y="693404"/>
                  </a:lnTo>
                  <a:lnTo>
                    <a:pt x="3868" y="687400"/>
                  </a:lnTo>
                  <a:lnTo>
                    <a:pt x="5803" y="687400"/>
                  </a:lnTo>
                  <a:lnTo>
                    <a:pt x="5803" y="684399"/>
                  </a:lnTo>
                  <a:lnTo>
                    <a:pt x="5803" y="681397"/>
                  </a:lnTo>
                  <a:lnTo>
                    <a:pt x="5803" y="678395"/>
                  </a:lnTo>
                  <a:lnTo>
                    <a:pt x="5803" y="675393"/>
                  </a:lnTo>
                  <a:lnTo>
                    <a:pt x="5803" y="672392"/>
                  </a:lnTo>
                  <a:lnTo>
                    <a:pt x="5803" y="669390"/>
                  </a:lnTo>
                  <a:lnTo>
                    <a:pt x="5803" y="663386"/>
                  </a:lnTo>
                  <a:lnTo>
                    <a:pt x="7737" y="663386"/>
                  </a:lnTo>
                  <a:lnTo>
                    <a:pt x="7737" y="660385"/>
                  </a:lnTo>
                  <a:lnTo>
                    <a:pt x="7737" y="657383"/>
                  </a:lnTo>
                  <a:lnTo>
                    <a:pt x="7737" y="654381"/>
                  </a:lnTo>
                  <a:lnTo>
                    <a:pt x="7737" y="651379"/>
                  </a:lnTo>
                  <a:lnTo>
                    <a:pt x="7737" y="648378"/>
                  </a:lnTo>
                  <a:lnTo>
                    <a:pt x="7737" y="645376"/>
                  </a:lnTo>
                  <a:lnTo>
                    <a:pt x="7737" y="642374"/>
                  </a:lnTo>
                  <a:lnTo>
                    <a:pt x="7737" y="639372"/>
                  </a:lnTo>
                  <a:lnTo>
                    <a:pt x="7737" y="636371"/>
                  </a:lnTo>
                  <a:lnTo>
                    <a:pt x="7737" y="633369"/>
                  </a:lnTo>
                  <a:lnTo>
                    <a:pt x="7737" y="630367"/>
                  </a:lnTo>
                  <a:lnTo>
                    <a:pt x="7737" y="624364"/>
                  </a:lnTo>
                  <a:lnTo>
                    <a:pt x="7737" y="618360"/>
                  </a:lnTo>
                  <a:lnTo>
                    <a:pt x="7737" y="615358"/>
                  </a:lnTo>
                  <a:lnTo>
                    <a:pt x="7737" y="612357"/>
                  </a:lnTo>
                  <a:lnTo>
                    <a:pt x="7737" y="606353"/>
                  </a:lnTo>
                  <a:lnTo>
                    <a:pt x="7737" y="603351"/>
                  </a:lnTo>
                  <a:lnTo>
                    <a:pt x="7737" y="594346"/>
                  </a:lnTo>
                  <a:lnTo>
                    <a:pt x="7737" y="591344"/>
                  </a:lnTo>
                  <a:lnTo>
                    <a:pt x="7737" y="588343"/>
                  </a:lnTo>
                  <a:lnTo>
                    <a:pt x="7737" y="585341"/>
                  </a:lnTo>
                  <a:lnTo>
                    <a:pt x="7737" y="582339"/>
                  </a:lnTo>
                  <a:lnTo>
                    <a:pt x="7737" y="579337"/>
                  </a:lnTo>
                  <a:lnTo>
                    <a:pt x="7737" y="576336"/>
                  </a:lnTo>
                  <a:lnTo>
                    <a:pt x="7737" y="573334"/>
                  </a:lnTo>
                  <a:lnTo>
                    <a:pt x="7737" y="570332"/>
                  </a:lnTo>
                  <a:lnTo>
                    <a:pt x="7737" y="567330"/>
                  </a:lnTo>
                  <a:lnTo>
                    <a:pt x="7737" y="564329"/>
                  </a:lnTo>
                  <a:lnTo>
                    <a:pt x="7737" y="561327"/>
                  </a:lnTo>
                  <a:lnTo>
                    <a:pt x="7737" y="558325"/>
                  </a:lnTo>
                  <a:lnTo>
                    <a:pt x="7737" y="552322"/>
                  </a:lnTo>
                  <a:lnTo>
                    <a:pt x="9672" y="552322"/>
                  </a:lnTo>
                  <a:lnTo>
                    <a:pt x="9672" y="549320"/>
                  </a:lnTo>
                  <a:lnTo>
                    <a:pt x="11606" y="549320"/>
                  </a:lnTo>
                  <a:lnTo>
                    <a:pt x="11606" y="546318"/>
                  </a:lnTo>
                  <a:lnTo>
                    <a:pt x="11606" y="543316"/>
                  </a:lnTo>
                  <a:lnTo>
                    <a:pt x="13541" y="543316"/>
                  </a:lnTo>
                  <a:lnTo>
                    <a:pt x="13541" y="540315"/>
                  </a:lnTo>
                  <a:lnTo>
                    <a:pt x="13541" y="537313"/>
                  </a:lnTo>
                  <a:lnTo>
                    <a:pt x="13541" y="531309"/>
                  </a:lnTo>
                  <a:lnTo>
                    <a:pt x="13541" y="525306"/>
                  </a:lnTo>
                  <a:lnTo>
                    <a:pt x="13541" y="522304"/>
                  </a:lnTo>
                  <a:lnTo>
                    <a:pt x="13541" y="519302"/>
                  </a:lnTo>
                  <a:lnTo>
                    <a:pt x="13541" y="516301"/>
                  </a:lnTo>
                  <a:lnTo>
                    <a:pt x="13541" y="513299"/>
                  </a:lnTo>
                  <a:lnTo>
                    <a:pt x="13541" y="510297"/>
                  </a:lnTo>
                  <a:lnTo>
                    <a:pt x="13541" y="507295"/>
                  </a:lnTo>
                  <a:lnTo>
                    <a:pt x="15475" y="507295"/>
                  </a:lnTo>
                  <a:lnTo>
                    <a:pt x="15475" y="504294"/>
                  </a:lnTo>
                  <a:lnTo>
                    <a:pt x="15475" y="501292"/>
                  </a:lnTo>
                  <a:lnTo>
                    <a:pt x="15475" y="498290"/>
                  </a:lnTo>
                  <a:lnTo>
                    <a:pt x="15475" y="495288"/>
                  </a:lnTo>
                  <a:lnTo>
                    <a:pt x="15475" y="492287"/>
                  </a:lnTo>
                  <a:lnTo>
                    <a:pt x="15475" y="489285"/>
                  </a:lnTo>
                  <a:lnTo>
                    <a:pt x="15475" y="486283"/>
                  </a:lnTo>
                  <a:lnTo>
                    <a:pt x="15475" y="483281"/>
                  </a:lnTo>
                  <a:lnTo>
                    <a:pt x="15475" y="480280"/>
                  </a:lnTo>
                  <a:lnTo>
                    <a:pt x="15475" y="477278"/>
                  </a:lnTo>
                  <a:lnTo>
                    <a:pt x="15475" y="474276"/>
                  </a:lnTo>
                  <a:lnTo>
                    <a:pt x="15475" y="465271"/>
                  </a:lnTo>
                  <a:lnTo>
                    <a:pt x="15475" y="462269"/>
                  </a:lnTo>
                  <a:lnTo>
                    <a:pt x="15475" y="459267"/>
                  </a:lnTo>
                  <a:lnTo>
                    <a:pt x="15475" y="453264"/>
                  </a:lnTo>
                  <a:lnTo>
                    <a:pt x="15475" y="450262"/>
                  </a:lnTo>
                  <a:lnTo>
                    <a:pt x="17410" y="450262"/>
                  </a:lnTo>
                  <a:lnTo>
                    <a:pt x="17410" y="447260"/>
                  </a:lnTo>
                  <a:lnTo>
                    <a:pt x="17410" y="444259"/>
                  </a:lnTo>
                  <a:lnTo>
                    <a:pt x="17410" y="441257"/>
                  </a:lnTo>
                  <a:lnTo>
                    <a:pt x="17410" y="438255"/>
                  </a:lnTo>
                  <a:lnTo>
                    <a:pt x="17410" y="435253"/>
                  </a:lnTo>
                  <a:lnTo>
                    <a:pt x="17410" y="432252"/>
                  </a:lnTo>
                  <a:lnTo>
                    <a:pt x="17410" y="429250"/>
                  </a:lnTo>
                  <a:lnTo>
                    <a:pt x="19344" y="426248"/>
                  </a:lnTo>
                  <a:lnTo>
                    <a:pt x="19344" y="423246"/>
                  </a:lnTo>
                  <a:lnTo>
                    <a:pt x="19344" y="420245"/>
                  </a:lnTo>
                  <a:lnTo>
                    <a:pt x="19344" y="417243"/>
                  </a:lnTo>
                  <a:lnTo>
                    <a:pt x="19344" y="408238"/>
                  </a:lnTo>
                  <a:lnTo>
                    <a:pt x="19344" y="405236"/>
                  </a:lnTo>
                  <a:lnTo>
                    <a:pt x="19344" y="402234"/>
                  </a:lnTo>
                  <a:lnTo>
                    <a:pt x="19344" y="399232"/>
                  </a:lnTo>
                  <a:lnTo>
                    <a:pt x="21279" y="399232"/>
                  </a:lnTo>
                  <a:lnTo>
                    <a:pt x="21279" y="396231"/>
                  </a:lnTo>
                  <a:lnTo>
                    <a:pt x="21279" y="390227"/>
                  </a:lnTo>
                  <a:lnTo>
                    <a:pt x="21279" y="387225"/>
                  </a:lnTo>
                  <a:lnTo>
                    <a:pt x="21279" y="381222"/>
                  </a:lnTo>
                  <a:lnTo>
                    <a:pt x="21279" y="378220"/>
                  </a:lnTo>
                  <a:lnTo>
                    <a:pt x="21279" y="375218"/>
                  </a:lnTo>
                  <a:lnTo>
                    <a:pt x="23213" y="375218"/>
                  </a:lnTo>
                  <a:lnTo>
                    <a:pt x="23213" y="372217"/>
                  </a:lnTo>
                  <a:lnTo>
                    <a:pt x="23213" y="369215"/>
                  </a:lnTo>
                  <a:lnTo>
                    <a:pt x="23213" y="363211"/>
                  </a:lnTo>
                  <a:lnTo>
                    <a:pt x="23213" y="357208"/>
                  </a:lnTo>
                  <a:lnTo>
                    <a:pt x="23213" y="354206"/>
                  </a:lnTo>
                  <a:lnTo>
                    <a:pt x="23213" y="348203"/>
                  </a:lnTo>
                  <a:lnTo>
                    <a:pt x="23213" y="342199"/>
                  </a:lnTo>
                  <a:lnTo>
                    <a:pt x="23213" y="339197"/>
                  </a:lnTo>
                  <a:lnTo>
                    <a:pt x="23213" y="336196"/>
                  </a:lnTo>
                  <a:lnTo>
                    <a:pt x="23213" y="333194"/>
                  </a:lnTo>
                  <a:lnTo>
                    <a:pt x="23213" y="330192"/>
                  </a:lnTo>
                  <a:lnTo>
                    <a:pt x="25148" y="330192"/>
                  </a:lnTo>
                  <a:lnTo>
                    <a:pt x="27082" y="330192"/>
                  </a:lnTo>
                  <a:lnTo>
                    <a:pt x="29016" y="330192"/>
                  </a:lnTo>
                  <a:lnTo>
                    <a:pt x="29016" y="327190"/>
                  </a:lnTo>
                  <a:lnTo>
                    <a:pt x="30951" y="324189"/>
                  </a:lnTo>
                  <a:lnTo>
                    <a:pt x="34820" y="324189"/>
                  </a:lnTo>
                  <a:lnTo>
                    <a:pt x="34820" y="321187"/>
                  </a:lnTo>
                  <a:lnTo>
                    <a:pt x="34820" y="318185"/>
                  </a:lnTo>
                  <a:lnTo>
                    <a:pt x="34820" y="315183"/>
                  </a:lnTo>
                  <a:lnTo>
                    <a:pt x="34820" y="312182"/>
                  </a:lnTo>
                  <a:lnTo>
                    <a:pt x="34820" y="306178"/>
                  </a:lnTo>
                  <a:lnTo>
                    <a:pt x="36754" y="306178"/>
                  </a:lnTo>
                  <a:lnTo>
                    <a:pt x="36754" y="303176"/>
                  </a:lnTo>
                  <a:lnTo>
                    <a:pt x="38689" y="303176"/>
                  </a:lnTo>
                  <a:lnTo>
                    <a:pt x="40623" y="303176"/>
                  </a:lnTo>
                  <a:lnTo>
                    <a:pt x="42558" y="300175"/>
                  </a:lnTo>
                  <a:lnTo>
                    <a:pt x="44492" y="300175"/>
                  </a:lnTo>
                  <a:lnTo>
                    <a:pt x="46427" y="300175"/>
                  </a:lnTo>
                  <a:lnTo>
                    <a:pt x="46427" y="297173"/>
                  </a:lnTo>
                  <a:lnTo>
                    <a:pt x="46427" y="294171"/>
                  </a:lnTo>
                  <a:lnTo>
                    <a:pt x="48361" y="294171"/>
                  </a:lnTo>
                  <a:lnTo>
                    <a:pt x="48361" y="288168"/>
                  </a:lnTo>
                  <a:lnTo>
                    <a:pt x="50296" y="288168"/>
                  </a:lnTo>
                  <a:lnTo>
                    <a:pt x="50296" y="282164"/>
                  </a:lnTo>
                  <a:lnTo>
                    <a:pt x="52230" y="279162"/>
                  </a:lnTo>
                  <a:lnTo>
                    <a:pt x="52230" y="276161"/>
                  </a:lnTo>
                  <a:lnTo>
                    <a:pt x="52230" y="273159"/>
                  </a:lnTo>
                  <a:lnTo>
                    <a:pt x="52230" y="270157"/>
                  </a:lnTo>
                  <a:lnTo>
                    <a:pt x="52230" y="267155"/>
                  </a:lnTo>
                  <a:lnTo>
                    <a:pt x="54164" y="267155"/>
                  </a:lnTo>
                  <a:lnTo>
                    <a:pt x="54164" y="261152"/>
                  </a:lnTo>
                  <a:lnTo>
                    <a:pt x="56099" y="261152"/>
                  </a:lnTo>
                  <a:lnTo>
                    <a:pt x="56099" y="255148"/>
                  </a:lnTo>
                  <a:lnTo>
                    <a:pt x="58033" y="246143"/>
                  </a:lnTo>
                  <a:lnTo>
                    <a:pt x="58033" y="243141"/>
                  </a:lnTo>
                  <a:lnTo>
                    <a:pt x="59968" y="243141"/>
                  </a:lnTo>
                  <a:lnTo>
                    <a:pt x="61902" y="243141"/>
                  </a:lnTo>
                  <a:lnTo>
                    <a:pt x="65771" y="243141"/>
                  </a:lnTo>
                  <a:lnTo>
                    <a:pt x="65771" y="240140"/>
                  </a:lnTo>
                  <a:lnTo>
                    <a:pt x="67706" y="237138"/>
                  </a:lnTo>
                  <a:lnTo>
                    <a:pt x="73509" y="237138"/>
                  </a:lnTo>
                  <a:lnTo>
                    <a:pt x="73509" y="231134"/>
                  </a:lnTo>
                  <a:lnTo>
                    <a:pt x="75444" y="231134"/>
                  </a:lnTo>
                  <a:lnTo>
                    <a:pt x="75444" y="228133"/>
                  </a:lnTo>
                  <a:lnTo>
                    <a:pt x="75444" y="225131"/>
                  </a:lnTo>
                  <a:lnTo>
                    <a:pt x="79312" y="225131"/>
                  </a:lnTo>
                  <a:lnTo>
                    <a:pt x="81247" y="225131"/>
                  </a:lnTo>
                  <a:lnTo>
                    <a:pt x="81247" y="222129"/>
                  </a:lnTo>
                  <a:lnTo>
                    <a:pt x="85116" y="219127"/>
                  </a:lnTo>
                  <a:lnTo>
                    <a:pt x="88985" y="219127"/>
                  </a:lnTo>
                  <a:lnTo>
                    <a:pt x="92854" y="216126"/>
                  </a:lnTo>
                  <a:lnTo>
                    <a:pt x="94788" y="216126"/>
                  </a:lnTo>
                  <a:lnTo>
                    <a:pt x="96723" y="210122"/>
                  </a:lnTo>
                  <a:lnTo>
                    <a:pt x="98657" y="210122"/>
                  </a:lnTo>
                  <a:lnTo>
                    <a:pt x="98657" y="207120"/>
                  </a:lnTo>
                  <a:lnTo>
                    <a:pt x="100592" y="204119"/>
                  </a:lnTo>
                  <a:lnTo>
                    <a:pt x="102526" y="204119"/>
                  </a:lnTo>
                  <a:lnTo>
                    <a:pt x="104460" y="204119"/>
                  </a:lnTo>
                  <a:lnTo>
                    <a:pt x="104460" y="201117"/>
                  </a:lnTo>
                  <a:lnTo>
                    <a:pt x="106395" y="201117"/>
                  </a:lnTo>
                  <a:lnTo>
                    <a:pt x="108329" y="201117"/>
                  </a:lnTo>
                  <a:lnTo>
                    <a:pt x="110264" y="201117"/>
                  </a:lnTo>
                  <a:lnTo>
                    <a:pt x="114133" y="198115"/>
                  </a:lnTo>
                  <a:lnTo>
                    <a:pt x="118002" y="198115"/>
                  </a:lnTo>
                  <a:lnTo>
                    <a:pt x="121871" y="198115"/>
                  </a:lnTo>
                  <a:lnTo>
                    <a:pt x="123805" y="198115"/>
                  </a:lnTo>
                  <a:lnTo>
                    <a:pt x="125740" y="195113"/>
                  </a:lnTo>
                  <a:lnTo>
                    <a:pt x="125740" y="192112"/>
                  </a:lnTo>
                  <a:lnTo>
                    <a:pt x="127674" y="192112"/>
                  </a:lnTo>
                  <a:lnTo>
                    <a:pt x="129608" y="192112"/>
                  </a:lnTo>
                  <a:lnTo>
                    <a:pt x="131543" y="192112"/>
                  </a:lnTo>
                  <a:lnTo>
                    <a:pt x="135412" y="192112"/>
                  </a:lnTo>
                  <a:lnTo>
                    <a:pt x="137346" y="189110"/>
                  </a:lnTo>
                  <a:lnTo>
                    <a:pt x="143150" y="186108"/>
                  </a:lnTo>
                  <a:lnTo>
                    <a:pt x="145084" y="186108"/>
                  </a:lnTo>
                  <a:lnTo>
                    <a:pt x="147019" y="186108"/>
                  </a:lnTo>
                  <a:lnTo>
                    <a:pt x="147019" y="183106"/>
                  </a:lnTo>
                  <a:lnTo>
                    <a:pt x="148953" y="180105"/>
                  </a:lnTo>
                  <a:lnTo>
                    <a:pt x="148953" y="177103"/>
                  </a:lnTo>
                  <a:lnTo>
                    <a:pt x="152822" y="177103"/>
                  </a:lnTo>
                  <a:lnTo>
                    <a:pt x="156691" y="171099"/>
                  </a:lnTo>
                  <a:lnTo>
                    <a:pt x="162494" y="171099"/>
                  </a:lnTo>
                  <a:lnTo>
                    <a:pt x="166363" y="171099"/>
                  </a:lnTo>
                  <a:lnTo>
                    <a:pt x="168298" y="171099"/>
                  </a:lnTo>
                  <a:lnTo>
                    <a:pt x="170232" y="171099"/>
                  </a:lnTo>
                  <a:lnTo>
                    <a:pt x="172167" y="168098"/>
                  </a:lnTo>
                  <a:lnTo>
                    <a:pt x="176036" y="168098"/>
                  </a:lnTo>
                  <a:lnTo>
                    <a:pt x="176036" y="165096"/>
                  </a:lnTo>
                  <a:lnTo>
                    <a:pt x="179904" y="165096"/>
                  </a:lnTo>
                  <a:lnTo>
                    <a:pt x="183773" y="165096"/>
                  </a:lnTo>
                  <a:lnTo>
                    <a:pt x="185708" y="165096"/>
                  </a:lnTo>
                  <a:lnTo>
                    <a:pt x="189577" y="165096"/>
                  </a:lnTo>
                  <a:lnTo>
                    <a:pt x="189577" y="162094"/>
                  </a:lnTo>
                  <a:lnTo>
                    <a:pt x="193446" y="162094"/>
                  </a:lnTo>
                  <a:lnTo>
                    <a:pt x="195380" y="162094"/>
                  </a:lnTo>
                  <a:lnTo>
                    <a:pt x="199249" y="162094"/>
                  </a:lnTo>
                  <a:lnTo>
                    <a:pt x="201184" y="162094"/>
                  </a:lnTo>
                  <a:lnTo>
                    <a:pt x="203118" y="162094"/>
                  </a:lnTo>
                  <a:lnTo>
                    <a:pt x="205052" y="162094"/>
                  </a:lnTo>
                  <a:lnTo>
                    <a:pt x="205052" y="159092"/>
                  </a:lnTo>
                  <a:lnTo>
                    <a:pt x="208921" y="159092"/>
                  </a:lnTo>
                  <a:lnTo>
                    <a:pt x="212790" y="159092"/>
                  </a:lnTo>
                  <a:lnTo>
                    <a:pt x="216659" y="159092"/>
                  </a:lnTo>
                  <a:lnTo>
                    <a:pt x="220528" y="156091"/>
                  </a:lnTo>
                  <a:lnTo>
                    <a:pt x="222463" y="156091"/>
                  </a:lnTo>
                  <a:lnTo>
                    <a:pt x="224397" y="156091"/>
                  </a:lnTo>
                  <a:lnTo>
                    <a:pt x="226332" y="153089"/>
                  </a:lnTo>
                  <a:lnTo>
                    <a:pt x="232135" y="150087"/>
                  </a:lnTo>
                  <a:lnTo>
                    <a:pt x="234069" y="150087"/>
                  </a:lnTo>
                  <a:lnTo>
                    <a:pt x="234069" y="147085"/>
                  </a:lnTo>
                  <a:lnTo>
                    <a:pt x="234069" y="144084"/>
                  </a:lnTo>
                  <a:lnTo>
                    <a:pt x="236004" y="144084"/>
                  </a:lnTo>
                  <a:lnTo>
                    <a:pt x="237938" y="144084"/>
                  </a:lnTo>
                  <a:lnTo>
                    <a:pt x="239873" y="144084"/>
                  </a:lnTo>
                  <a:lnTo>
                    <a:pt x="247611" y="141082"/>
                  </a:lnTo>
                  <a:lnTo>
                    <a:pt x="251480" y="141082"/>
                  </a:lnTo>
                  <a:lnTo>
                    <a:pt x="255348" y="132077"/>
                  </a:lnTo>
                  <a:lnTo>
                    <a:pt x="257283" y="126073"/>
                  </a:lnTo>
                  <a:lnTo>
                    <a:pt x="261152" y="126073"/>
                  </a:lnTo>
                  <a:lnTo>
                    <a:pt x="263086" y="123071"/>
                  </a:lnTo>
                  <a:lnTo>
                    <a:pt x="266955" y="123071"/>
                  </a:lnTo>
                  <a:lnTo>
                    <a:pt x="268890" y="123071"/>
                  </a:lnTo>
                  <a:lnTo>
                    <a:pt x="272759" y="120070"/>
                  </a:lnTo>
                  <a:lnTo>
                    <a:pt x="278562" y="120070"/>
                  </a:lnTo>
                  <a:lnTo>
                    <a:pt x="280496" y="120070"/>
                  </a:lnTo>
                  <a:lnTo>
                    <a:pt x="284365" y="117068"/>
                  </a:lnTo>
                  <a:lnTo>
                    <a:pt x="286300" y="117068"/>
                  </a:lnTo>
                  <a:lnTo>
                    <a:pt x="288234" y="117068"/>
                  </a:lnTo>
                  <a:lnTo>
                    <a:pt x="292103" y="117068"/>
                  </a:lnTo>
                  <a:lnTo>
                    <a:pt x="294038" y="111064"/>
                  </a:lnTo>
                  <a:lnTo>
                    <a:pt x="295972" y="111064"/>
                  </a:lnTo>
                  <a:lnTo>
                    <a:pt x="299841" y="111064"/>
                  </a:lnTo>
                  <a:lnTo>
                    <a:pt x="303710" y="111064"/>
                  </a:lnTo>
                  <a:lnTo>
                    <a:pt x="305644" y="111064"/>
                  </a:lnTo>
                  <a:lnTo>
                    <a:pt x="309513" y="111064"/>
                  </a:lnTo>
                  <a:lnTo>
                    <a:pt x="315317" y="111064"/>
                  </a:lnTo>
                  <a:lnTo>
                    <a:pt x="323055" y="111064"/>
                  </a:lnTo>
                  <a:lnTo>
                    <a:pt x="326924" y="108063"/>
                  </a:lnTo>
                  <a:lnTo>
                    <a:pt x="328858" y="108063"/>
                  </a:lnTo>
                  <a:lnTo>
                    <a:pt x="336596" y="108063"/>
                  </a:lnTo>
                  <a:lnTo>
                    <a:pt x="340465" y="108063"/>
                  </a:lnTo>
                  <a:lnTo>
                    <a:pt x="348203" y="108063"/>
                  </a:lnTo>
                  <a:lnTo>
                    <a:pt x="354006" y="108063"/>
                  </a:lnTo>
                  <a:lnTo>
                    <a:pt x="361744" y="102059"/>
                  </a:lnTo>
                  <a:lnTo>
                    <a:pt x="367547" y="102059"/>
                  </a:lnTo>
                  <a:lnTo>
                    <a:pt x="371416" y="102059"/>
                  </a:lnTo>
                  <a:lnTo>
                    <a:pt x="379154" y="99057"/>
                  </a:lnTo>
                  <a:lnTo>
                    <a:pt x="386892" y="99057"/>
                  </a:lnTo>
                  <a:lnTo>
                    <a:pt x="388826" y="99057"/>
                  </a:lnTo>
                  <a:lnTo>
                    <a:pt x="394630" y="96056"/>
                  </a:lnTo>
                  <a:lnTo>
                    <a:pt x="400433" y="96056"/>
                  </a:lnTo>
                  <a:lnTo>
                    <a:pt x="406236" y="96056"/>
                  </a:lnTo>
                  <a:lnTo>
                    <a:pt x="408171" y="93054"/>
                  </a:lnTo>
                  <a:lnTo>
                    <a:pt x="413974" y="90052"/>
                  </a:lnTo>
                  <a:lnTo>
                    <a:pt x="419778" y="90052"/>
                  </a:lnTo>
                  <a:lnTo>
                    <a:pt x="421712" y="87050"/>
                  </a:lnTo>
                  <a:lnTo>
                    <a:pt x="425581" y="87050"/>
                  </a:lnTo>
                  <a:lnTo>
                    <a:pt x="431384" y="87050"/>
                  </a:lnTo>
                  <a:lnTo>
                    <a:pt x="435253" y="87050"/>
                  </a:lnTo>
                  <a:lnTo>
                    <a:pt x="437188" y="87050"/>
                  </a:lnTo>
                  <a:lnTo>
                    <a:pt x="439122" y="87050"/>
                  </a:lnTo>
                  <a:lnTo>
                    <a:pt x="444926" y="87050"/>
                  </a:lnTo>
                  <a:lnTo>
                    <a:pt x="444926" y="84049"/>
                  </a:lnTo>
                  <a:lnTo>
                    <a:pt x="458467" y="84049"/>
                  </a:lnTo>
                  <a:lnTo>
                    <a:pt x="466205" y="84049"/>
                  </a:lnTo>
                  <a:lnTo>
                    <a:pt x="470074" y="78045"/>
                  </a:lnTo>
                  <a:lnTo>
                    <a:pt x="473943" y="78045"/>
                  </a:lnTo>
                  <a:lnTo>
                    <a:pt x="479746" y="78045"/>
                  </a:lnTo>
                  <a:lnTo>
                    <a:pt x="481680" y="78045"/>
                  </a:lnTo>
                  <a:lnTo>
                    <a:pt x="485549" y="78045"/>
                  </a:lnTo>
                  <a:lnTo>
                    <a:pt x="493287" y="78045"/>
                  </a:lnTo>
                  <a:lnTo>
                    <a:pt x="502960" y="78045"/>
                  </a:lnTo>
                  <a:lnTo>
                    <a:pt x="502960" y="75043"/>
                  </a:lnTo>
                  <a:lnTo>
                    <a:pt x="506828" y="72042"/>
                  </a:lnTo>
                  <a:lnTo>
                    <a:pt x="518435" y="72042"/>
                  </a:lnTo>
                  <a:lnTo>
                    <a:pt x="526173" y="72042"/>
                  </a:lnTo>
                  <a:lnTo>
                    <a:pt x="533911" y="72042"/>
                  </a:lnTo>
                  <a:lnTo>
                    <a:pt x="539714" y="72042"/>
                  </a:lnTo>
                  <a:lnTo>
                    <a:pt x="543583" y="72042"/>
                  </a:lnTo>
                  <a:lnTo>
                    <a:pt x="547452" y="72042"/>
                  </a:lnTo>
                  <a:lnTo>
                    <a:pt x="553256" y="72042"/>
                  </a:lnTo>
                  <a:lnTo>
                    <a:pt x="560993" y="72042"/>
                  </a:lnTo>
                  <a:lnTo>
                    <a:pt x="566797" y="72042"/>
                  </a:lnTo>
                  <a:lnTo>
                    <a:pt x="570666" y="72042"/>
                  </a:lnTo>
                  <a:lnTo>
                    <a:pt x="572600" y="72042"/>
                  </a:lnTo>
                  <a:lnTo>
                    <a:pt x="574535" y="69040"/>
                  </a:lnTo>
                  <a:lnTo>
                    <a:pt x="586141" y="69040"/>
                  </a:lnTo>
                  <a:lnTo>
                    <a:pt x="590010" y="66038"/>
                  </a:lnTo>
                  <a:lnTo>
                    <a:pt x="599683" y="60035"/>
                  </a:lnTo>
                  <a:lnTo>
                    <a:pt x="605486" y="57033"/>
                  </a:lnTo>
                  <a:lnTo>
                    <a:pt x="613224" y="57033"/>
                  </a:lnTo>
                  <a:lnTo>
                    <a:pt x="620962" y="57033"/>
                  </a:lnTo>
                  <a:lnTo>
                    <a:pt x="632568" y="54031"/>
                  </a:lnTo>
                  <a:lnTo>
                    <a:pt x="636437" y="51029"/>
                  </a:lnTo>
                  <a:lnTo>
                    <a:pt x="644175" y="51029"/>
                  </a:lnTo>
                  <a:lnTo>
                    <a:pt x="657716" y="51029"/>
                  </a:lnTo>
                  <a:lnTo>
                    <a:pt x="663520" y="51029"/>
                  </a:lnTo>
                  <a:lnTo>
                    <a:pt x="667389" y="51029"/>
                  </a:lnTo>
                  <a:lnTo>
                    <a:pt x="669323" y="51029"/>
                  </a:lnTo>
                  <a:lnTo>
                    <a:pt x="675127" y="51029"/>
                  </a:lnTo>
                  <a:lnTo>
                    <a:pt x="678996" y="48028"/>
                  </a:lnTo>
                  <a:lnTo>
                    <a:pt x="680930" y="48028"/>
                  </a:lnTo>
                  <a:lnTo>
                    <a:pt x="684799" y="42024"/>
                  </a:lnTo>
                  <a:lnTo>
                    <a:pt x="694471" y="42024"/>
                  </a:lnTo>
                  <a:lnTo>
                    <a:pt x="698340" y="42024"/>
                  </a:lnTo>
                  <a:lnTo>
                    <a:pt x="702209" y="42024"/>
                  </a:lnTo>
                  <a:lnTo>
                    <a:pt x="708012" y="42024"/>
                  </a:lnTo>
                  <a:lnTo>
                    <a:pt x="711881" y="39022"/>
                  </a:lnTo>
                  <a:lnTo>
                    <a:pt x="719619" y="36021"/>
                  </a:lnTo>
                  <a:lnTo>
                    <a:pt x="723488" y="36021"/>
                  </a:lnTo>
                  <a:lnTo>
                    <a:pt x="731226" y="36021"/>
                  </a:lnTo>
                  <a:lnTo>
                    <a:pt x="737029" y="33019"/>
                  </a:lnTo>
                  <a:lnTo>
                    <a:pt x="740898" y="27015"/>
                  </a:lnTo>
                  <a:lnTo>
                    <a:pt x="742833" y="27015"/>
                  </a:lnTo>
                  <a:lnTo>
                    <a:pt x="750571" y="24014"/>
                  </a:lnTo>
                  <a:lnTo>
                    <a:pt x="758308" y="24014"/>
                  </a:lnTo>
                  <a:lnTo>
                    <a:pt x="764112" y="24014"/>
                  </a:lnTo>
                  <a:lnTo>
                    <a:pt x="773784" y="24014"/>
                  </a:lnTo>
                  <a:lnTo>
                    <a:pt x="777653" y="24014"/>
                  </a:lnTo>
                  <a:lnTo>
                    <a:pt x="781522" y="24014"/>
                  </a:lnTo>
                  <a:lnTo>
                    <a:pt x="791194" y="21012"/>
                  </a:lnTo>
                  <a:lnTo>
                    <a:pt x="796998" y="21012"/>
                  </a:lnTo>
                  <a:lnTo>
                    <a:pt x="802801" y="18010"/>
                  </a:lnTo>
                  <a:lnTo>
                    <a:pt x="810539" y="15008"/>
                  </a:lnTo>
                  <a:lnTo>
                    <a:pt x="822146" y="15008"/>
                  </a:lnTo>
                  <a:lnTo>
                    <a:pt x="824080" y="15008"/>
                  </a:lnTo>
                  <a:lnTo>
                    <a:pt x="837621" y="15008"/>
                  </a:lnTo>
                  <a:lnTo>
                    <a:pt x="843425" y="15008"/>
                  </a:lnTo>
                  <a:lnTo>
                    <a:pt x="847294" y="15008"/>
                  </a:lnTo>
                  <a:lnTo>
                    <a:pt x="851163" y="15008"/>
                  </a:lnTo>
                  <a:lnTo>
                    <a:pt x="853097" y="15008"/>
                  </a:lnTo>
                  <a:lnTo>
                    <a:pt x="856966" y="15008"/>
                  </a:lnTo>
                  <a:lnTo>
                    <a:pt x="864704" y="12007"/>
                  </a:lnTo>
                  <a:lnTo>
                    <a:pt x="866638" y="9005"/>
                  </a:lnTo>
                  <a:lnTo>
                    <a:pt x="868573" y="9005"/>
                  </a:lnTo>
                  <a:lnTo>
                    <a:pt x="878245" y="9005"/>
                  </a:lnTo>
                  <a:lnTo>
                    <a:pt x="882114" y="9005"/>
                  </a:lnTo>
                  <a:lnTo>
                    <a:pt x="889852" y="6003"/>
                  </a:lnTo>
                  <a:lnTo>
                    <a:pt x="893721" y="6003"/>
                  </a:lnTo>
                  <a:lnTo>
                    <a:pt x="895655" y="6003"/>
                  </a:lnTo>
                  <a:lnTo>
                    <a:pt x="899524" y="6003"/>
                  </a:lnTo>
                  <a:lnTo>
                    <a:pt x="903393" y="6003"/>
                  </a:lnTo>
                  <a:lnTo>
                    <a:pt x="911131" y="6003"/>
                  </a:lnTo>
                  <a:lnTo>
                    <a:pt x="915000" y="6003"/>
                  </a:lnTo>
                  <a:lnTo>
                    <a:pt x="920803" y="6003"/>
                  </a:lnTo>
                  <a:lnTo>
                    <a:pt x="924672" y="6003"/>
                  </a:lnTo>
                  <a:lnTo>
                    <a:pt x="926607" y="6003"/>
                  </a:lnTo>
                  <a:lnTo>
                    <a:pt x="928541" y="6003"/>
                  </a:lnTo>
                  <a:lnTo>
                    <a:pt x="934344" y="6003"/>
                  </a:lnTo>
                  <a:lnTo>
                    <a:pt x="942082" y="6003"/>
                  </a:lnTo>
                  <a:lnTo>
                    <a:pt x="945951" y="6003"/>
                  </a:lnTo>
                  <a:lnTo>
                    <a:pt x="953689" y="6003"/>
                  </a:lnTo>
                  <a:lnTo>
                    <a:pt x="961427" y="6003"/>
                  </a:lnTo>
                  <a:lnTo>
                    <a:pt x="967230" y="6003"/>
                  </a:lnTo>
                  <a:lnTo>
                    <a:pt x="969165" y="6003"/>
                  </a:lnTo>
                  <a:lnTo>
                    <a:pt x="974968" y="6003"/>
                  </a:lnTo>
                  <a:lnTo>
                    <a:pt x="976903" y="6003"/>
                  </a:lnTo>
                  <a:lnTo>
                    <a:pt x="980772" y="6003"/>
                  </a:lnTo>
                  <a:lnTo>
                    <a:pt x="986575" y="6003"/>
                  </a:lnTo>
                  <a:lnTo>
                    <a:pt x="994313" y="3001"/>
                  </a:lnTo>
                  <a:lnTo>
                    <a:pt x="998182" y="3001"/>
                  </a:lnTo>
                  <a:lnTo>
                    <a:pt x="1000116" y="3001"/>
                  </a:lnTo>
                  <a:lnTo>
                    <a:pt x="1002051" y="3001"/>
                  </a:lnTo>
                  <a:lnTo>
                    <a:pt x="1007854" y="3001"/>
                  </a:lnTo>
                  <a:lnTo>
                    <a:pt x="1009789" y="3001"/>
                  </a:lnTo>
                  <a:lnTo>
                    <a:pt x="1017526" y="3001"/>
                  </a:lnTo>
                  <a:lnTo>
                    <a:pt x="1021395" y="3001"/>
                  </a:lnTo>
                  <a:lnTo>
                    <a:pt x="1025264" y="3001"/>
                  </a:lnTo>
                  <a:lnTo>
                    <a:pt x="1027199" y="0"/>
                  </a:lnTo>
                  <a:lnTo>
                    <a:pt x="1029133" y="0"/>
                  </a:lnTo>
                  <a:lnTo>
                    <a:pt x="1034937" y="0"/>
                  </a:lnTo>
                  <a:lnTo>
                    <a:pt x="1036871" y="0"/>
                  </a:lnTo>
                  <a:lnTo>
                    <a:pt x="1040740" y="0"/>
                  </a:lnTo>
                  <a:lnTo>
                    <a:pt x="1044609" y="0"/>
                  </a:lnTo>
                  <a:lnTo>
                    <a:pt x="1048478" y="0"/>
                  </a:lnTo>
                  <a:lnTo>
                    <a:pt x="1050412" y="0"/>
                  </a:lnTo>
                  <a:lnTo>
                    <a:pt x="1054281" y="0"/>
                  </a:lnTo>
                  <a:lnTo>
                    <a:pt x="1058150" y="0"/>
                  </a:lnTo>
                  <a:lnTo>
                    <a:pt x="1060085" y="0"/>
                  </a:lnTo>
                  <a:lnTo>
                    <a:pt x="1062019" y="0"/>
                  </a:lnTo>
                  <a:lnTo>
                    <a:pt x="1065888" y="0"/>
                  </a:lnTo>
                  <a:lnTo>
                    <a:pt x="1067822" y="0"/>
                  </a:lnTo>
                  <a:lnTo>
                    <a:pt x="1069757" y="0"/>
                  </a:lnTo>
                  <a:lnTo>
                    <a:pt x="1077495" y="0"/>
                  </a:lnTo>
                  <a:lnTo>
                    <a:pt x="1079429" y="0"/>
                  </a:lnTo>
                  <a:lnTo>
                    <a:pt x="1083298" y="0"/>
                  </a:lnTo>
                  <a:lnTo>
                    <a:pt x="1085233" y="0"/>
                  </a:lnTo>
                  <a:lnTo>
                    <a:pt x="1089101" y="0"/>
                  </a:lnTo>
                  <a:lnTo>
                    <a:pt x="1092970" y="0"/>
                  </a:lnTo>
                  <a:lnTo>
                    <a:pt x="1098774" y="0"/>
                  </a:lnTo>
                  <a:lnTo>
                    <a:pt x="1100708" y="0"/>
                  </a:lnTo>
                  <a:lnTo>
                    <a:pt x="1102643" y="0"/>
                  </a:lnTo>
                  <a:lnTo>
                    <a:pt x="1106512" y="0"/>
                  </a:lnTo>
                  <a:lnTo>
                    <a:pt x="1108446" y="0"/>
                  </a:lnTo>
                  <a:lnTo>
                    <a:pt x="1114249" y="0"/>
                  </a:lnTo>
                  <a:lnTo>
                    <a:pt x="1116184" y="0"/>
                  </a:lnTo>
                  <a:lnTo>
                    <a:pt x="1118118" y="0"/>
                  </a:lnTo>
                  <a:lnTo>
                    <a:pt x="1120053" y="0"/>
                  </a:lnTo>
                  <a:lnTo>
                    <a:pt x="1127791" y="0"/>
                  </a:lnTo>
                  <a:lnTo>
                    <a:pt x="1129725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16937463" y="57781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17276961" y="63124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tx3621"/>
            <p:cNvSpPr/>
            <p:nvPr/>
          </p:nvSpPr>
          <p:spPr>
            <a:xfrm>
              <a:off x="17322491" y="63273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1.12 [0.878, 1.398]</a:t>
              </a:r>
            </a:p>
          </p:txBody>
        </p:sp>
        <p:sp>
          <p:nvSpPr>
            <p:cNvPr id="3622" name="tx3622"/>
            <p:cNvSpPr/>
            <p:nvPr/>
          </p:nvSpPr>
          <p:spPr>
            <a:xfrm>
              <a:off x="17322491" y="65727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0.921</a:t>
              </a:r>
            </a:p>
          </p:txBody>
        </p:sp>
        <p:sp>
          <p:nvSpPr>
            <p:cNvPr id="3623" name="tx3623"/>
            <p:cNvSpPr/>
            <p:nvPr/>
          </p:nvSpPr>
          <p:spPr>
            <a:xfrm>
              <a:off x="17322491" y="67927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0.886</a:t>
              </a:r>
            </a:p>
          </p:txBody>
        </p:sp>
        <p:sp>
          <p:nvSpPr>
            <p:cNvPr id="3624" name="tx3624"/>
            <p:cNvSpPr/>
            <p:nvPr/>
          </p:nvSpPr>
          <p:spPr>
            <a:xfrm>
              <a:off x="17322491" y="70112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0.801</a:t>
              </a:r>
            </a:p>
          </p:txBody>
        </p:sp>
        <p:sp>
          <p:nvSpPr>
            <p:cNvPr id="3625" name="tx3625"/>
            <p:cNvSpPr/>
            <p:nvPr/>
          </p:nvSpPr>
          <p:spPr>
            <a:xfrm>
              <a:off x="16580912" y="69133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26" name="tx3626"/>
            <p:cNvSpPr/>
            <p:nvPr/>
          </p:nvSpPr>
          <p:spPr>
            <a:xfrm>
              <a:off x="16580912" y="66304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27" name="tx3627"/>
            <p:cNvSpPr/>
            <p:nvPr/>
          </p:nvSpPr>
          <p:spPr>
            <a:xfrm>
              <a:off x="16580912" y="63475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28" name="tx3628"/>
            <p:cNvSpPr/>
            <p:nvPr/>
          </p:nvSpPr>
          <p:spPr>
            <a:xfrm>
              <a:off x="16580912" y="60645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29" name="tx3629"/>
            <p:cNvSpPr/>
            <p:nvPr/>
          </p:nvSpPr>
          <p:spPr>
            <a:xfrm>
              <a:off x="16580912" y="57816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0" name="tx3630"/>
            <p:cNvSpPr/>
            <p:nvPr/>
          </p:nvSpPr>
          <p:spPr>
            <a:xfrm>
              <a:off x="1685562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631" name="tx3631"/>
            <p:cNvSpPr/>
            <p:nvPr/>
          </p:nvSpPr>
          <p:spPr>
            <a:xfrm>
              <a:off x="1713854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632" name="tx3632"/>
            <p:cNvSpPr/>
            <p:nvPr/>
          </p:nvSpPr>
          <p:spPr>
            <a:xfrm>
              <a:off x="1742145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633" name="tx3633"/>
            <p:cNvSpPr/>
            <p:nvPr/>
          </p:nvSpPr>
          <p:spPr>
            <a:xfrm>
              <a:off x="17704371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634" name="tx3634"/>
            <p:cNvSpPr/>
            <p:nvPr/>
          </p:nvSpPr>
          <p:spPr>
            <a:xfrm>
              <a:off x="17987286" y="71005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635" name="tx3635"/>
            <p:cNvSpPr/>
            <p:nvPr/>
          </p:nvSpPr>
          <p:spPr>
            <a:xfrm>
              <a:off x="16181492" y="72502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636" name="tx3636"/>
            <p:cNvSpPr/>
            <p:nvPr/>
          </p:nvSpPr>
          <p:spPr>
            <a:xfrm rot="-5400000">
              <a:off x="15209894" y="63171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637" name="tx3637"/>
            <p:cNvSpPr/>
            <p:nvPr/>
          </p:nvSpPr>
          <p:spPr>
            <a:xfrm>
              <a:off x="16937463" y="5498767"/>
              <a:ext cx="177938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L.</a:t>
              </a:r>
            </a:p>
          </p:txBody>
        </p:sp>
        <p:sp>
          <p:nvSpPr>
            <p:cNvPr id="3638" name="rc3638"/>
            <p:cNvSpPr/>
            <p:nvPr/>
          </p:nvSpPr>
          <p:spPr>
            <a:xfrm>
              <a:off x="24685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rc3639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2868926" y="901917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2868926" y="867663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2868926" y="833409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2868926" y="799155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312779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097160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506652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6035890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700525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2868926" y="919044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2868926" y="884790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2868926" y="850536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2868926" y="8162821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361247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581843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555120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6520573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3999496" y="8933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4165344" y="9060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3806224" y="9080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4667460" y="8849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4672683" y="8847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4832002" y="883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4137268" y="8954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3979255" y="895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3878701" y="8976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150640" y="9020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3982520" y="8909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4387999" y="8951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4187545" y="885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3576387" y="9010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3553534" y="8996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061839" y="8853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5260335" y="9024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310612" y="903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3785983" y="9099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4112456" y="908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4023655" y="8827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4048467" y="8833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4110497" y="8954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4455905" y="8986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4493776" y="891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4384081" y="8702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4305728" y="8662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553508" y="8865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6106553" y="8829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5195693" y="8817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4953450" y="8791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158475" y="8925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144110" y="8939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4464394" y="90286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936787" y="8797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6337696" y="8731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4036714" y="9026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4301810" y="9033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3770965" y="8822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3609035" y="8829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4830043" y="88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4937780" y="8728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5210711" y="8721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328241" y="8751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399412" y="8716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402677" y="87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988370" y="8706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6278278" y="8710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4258063" y="8822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3672370" y="9177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3848666" y="9047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3680206" y="892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3676288" y="8966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897610" y="8856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757880" y="884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561996" y="9012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4032796" y="8972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4148368" y="890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4256757" y="889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4428482" y="8582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4463088" y="8927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4188851" y="8788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4231292" y="8736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4329887" y="888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4495735" y="8881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4344252" y="896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409207" y="9002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390924" y="8872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385700" y="889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3759212" y="8889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3791206" y="9013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3861072" y="9001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876716" y="88867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6215595" y="885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6046482" y="89035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6054970" y="890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3999496" y="8972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3996231" y="8943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3831036" y="891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3900248" y="890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3925060" y="88652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4574089" y="902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4863997" y="894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4040632" y="8929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4143797" y="8773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304735" y="8862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4063485" y="8984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4604124" y="8835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4431746" y="8805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140846" y="8897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5854516" y="889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585502" y="8912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637738" y="891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3974031" y="9083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3962278" y="8818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3838871" y="8996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3913307" y="8944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4064791" y="9033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4290710" y="9045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4083726" y="874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3947261" y="8976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4888156" y="8880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299512" y="8999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601173" y="8981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3646252" y="8893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4274386" y="9043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4527077" y="905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4370369" y="9071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4635466" y="877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4741896" y="878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110810" y="8737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4820902" y="8720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4168609" y="894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4167303" y="890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4205827" y="8978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4179709" y="9022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4171874" y="893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4186892" y="9019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4169915" y="8998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6049094" y="8768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6011876" y="8698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6322678" y="868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3634499" y="899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3718076" y="8888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4132697" y="902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3870866" y="8915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3880660" y="9060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4267857" y="888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4490512" y="8884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3953137" y="902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4060220" y="89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4389958" y="8992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4412158" y="8615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027886" y="8923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080775" y="8938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3638417" y="9003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3629276" y="8998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4730796" y="8879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4233904" y="8801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4280916" y="879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4277651" y="8767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4116374" y="903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4226068" y="89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4347516" y="89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4229333" y="8977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4231292" y="8976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4196033" y="8874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4275039" y="8797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047474" y="8884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4926679" y="8890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4801967" y="8903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166311" y="8783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4691619" y="9002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3733094" y="8825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3816018" y="894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3840830" y="885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3640376" y="898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3849972" y="9040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4301810" y="893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4191462" y="8984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4935168" y="8684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4999809" y="8779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964864" y="893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705644" y="8970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877369" y="896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6271095" y="9023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3601852" y="9026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3644947" y="9100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3826466" y="8849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4990668" y="881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115381" y="8963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370030" y="9010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249888" y="896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926993" y="8825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215282" y="88646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4492470" y="87408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3590099" y="8821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020051" y="89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4903173" y="8910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4927985" y="894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316488" y="8877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3881313" y="9006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4764096" y="8862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3599893" y="88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3661270" y="9000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3695223" y="908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488866" y="8960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475154" y="8874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285800" y="8890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910669" y="878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3547005" y="895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3549616" y="8786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3552881" y="8788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4192768" y="904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5005686" y="8984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3975990" y="9057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4718390" y="8982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07200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2868926" y="8982819"/>
              <a:ext cx="4467807" cy="0"/>
            </a:xfrm>
            <a:custGeom>
              <a:avLst/>
              <a:pathLst>
                <a:path w="4467807" h="0">
                  <a:moveTo>
                    <a:pt x="0" y="0"/>
                  </a:moveTo>
                  <a:lnTo>
                    <a:pt x="4467807" y="0"/>
                  </a:lnTo>
                  <a:lnTo>
                    <a:pt x="44678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901421" y="7841078"/>
              <a:ext cx="953397" cy="257331"/>
            </a:xfrm>
            <a:custGeom>
              <a:avLst/>
              <a:pathLst>
                <a:path w="953397" h="257331">
                  <a:moveTo>
                    <a:pt x="25145" y="257331"/>
                  </a:moveTo>
                  <a:lnTo>
                    <a:pt x="928251" y="257331"/>
                  </a:lnTo>
                  <a:lnTo>
                    <a:pt x="927239" y="257311"/>
                  </a:lnTo>
                  <a:lnTo>
                    <a:pt x="931282" y="257148"/>
                  </a:lnTo>
                  <a:lnTo>
                    <a:pt x="935247" y="256339"/>
                  </a:lnTo>
                  <a:lnTo>
                    <a:pt x="939031" y="254904"/>
                  </a:lnTo>
                  <a:lnTo>
                    <a:pt x="942536" y="252880"/>
                  </a:lnTo>
                  <a:lnTo>
                    <a:pt x="945671" y="250321"/>
                  </a:lnTo>
                  <a:lnTo>
                    <a:pt x="948354" y="247292"/>
                  </a:lnTo>
                  <a:lnTo>
                    <a:pt x="950517" y="243871"/>
                  </a:lnTo>
                  <a:lnTo>
                    <a:pt x="952103" y="240148"/>
                  </a:lnTo>
                  <a:lnTo>
                    <a:pt x="953072" y="236219"/>
                  </a:lnTo>
                  <a:lnTo>
                    <a:pt x="953397" y="232185"/>
                  </a:lnTo>
                  <a:lnTo>
                    <a:pt x="953397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tx3857"/>
            <p:cNvSpPr/>
            <p:nvPr/>
          </p:nvSpPr>
          <p:spPr>
            <a:xfrm>
              <a:off x="2943331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3858" name="tx3858"/>
            <p:cNvSpPr/>
            <p:nvPr/>
          </p:nvSpPr>
          <p:spPr>
            <a:xfrm>
              <a:off x="3207247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3859" name="pg3859"/>
            <p:cNvSpPr/>
            <p:nvPr/>
          </p:nvSpPr>
          <p:spPr>
            <a:xfrm>
              <a:off x="2893577" y="8569772"/>
              <a:ext cx="961242" cy="384988"/>
            </a:xfrm>
            <a:custGeom>
              <a:avLst/>
              <a:pathLst>
                <a:path w="961242" h="384988">
                  <a:moveTo>
                    <a:pt x="25145" y="384988"/>
                  </a:moveTo>
                  <a:lnTo>
                    <a:pt x="936096" y="384988"/>
                  </a:lnTo>
                  <a:lnTo>
                    <a:pt x="935083" y="384967"/>
                  </a:lnTo>
                  <a:lnTo>
                    <a:pt x="939127" y="384804"/>
                  </a:lnTo>
                  <a:lnTo>
                    <a:pt x="943092" y="383995"/>
                  </a:lnTo>
                  <a:lnTo>
                    <a:pt x="946876" y="382560"/>
                  </a:lnTo>
                  <a:lnTo>
                    <a:pt x="950380" y="380536"/>
                  </a:lnTo>
                  <a:lnTo>
                    <a:pt x="953515" y="377977"/>
                  </a:lnTo>
                  <a:lnTo>
                    <a:pt x="956199" y="374948"/>
                  </a:lnTo>
                  <a:lnTo>
                    <a:pt x="958362" y="371528"/>
                  </a:lnTo>
                  <a:lnTo>
                    <a:pt x="959948" y="367805"/>
                  </a:lnTo>
                  <a:lnTo>
                    <a:pt x="960916" y="363875"/>
                  </a:lnTo>
                  <a:lnTo>
                    <a:pt x="961242" y="359842"/>
                  </a:lnTo>
                  <a:lnTo>
                    <a:pt x="961242" y="25146"/>
                  </a:lnTo>
                  <a:lnTo>
                    <a:pt x="960916" y="21112"/>
                  </a:lnTo>
                  <a:lnTo>
                    <a:pt x="959948" y="17183"/>
                  </a:lnTo>
                  <a:lnTo>
                    <a:pt x="958362" y="13460"/>
                  </a:lnTo>
                  <a:lnTo>
                    <a:pt x="956199" y="10039"/>
                  </a:lnTo>
                  <a:lnTo>
                    <a:pt x="953515" y="7010"/>
                  </a:lnTo>
                  <a:lnTo>
                    <a:pt x="950380" y="4451"/>
                  </a:lnTo>
                  <a:lnTo>
                    <a:pt x="946876" y="2427"/>
                  </a:lnTo>
                  <a:lnTo>
                    <a:pt x="943092" y="992"/>
                  </a:lnTo>
                  <a:lnTo>
                    <a:pt x="939127" y="183"/>
                  </a:lnTo>
                  <a:lnTo>
                    <a:pt x="936096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tx3860"/>
            <p:cNvSpPr/>
            <p:nvPr/>
          </p:nvSpPr>
          <p:spPr>
            <a:xfrm>
              <a:off x="2935487" y="8582282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3861" name="tx3861"/>
            <p:cNvSpPr/>
            <p:nvPr/>
          </p:nvSpPr>
          <p:spPr>
            <a:xfrm>
              <a:off x="3207247" y="8781745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3862" name="pg3862"/>
            <p:cNvSpPr/>
            <p:nvPr/>
          </p:nvSpPr>
          <p:spPr>
            <a:xfrm>
              <a:off x="4167493" y="78410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2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tx3863"/>
            <p:cNvSpPr/>
            <p:nvPr/>
          </p:nvSpPr>
          <p:spPr>
            <a:xfrm>
              <a:off x="4209403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3864" name="tx3864"/>
            <p:cNvSpPr/>
            <p:nvPr/>
          </p:nvSpPr>
          <p:spPr>
            <a:xfrm>
              <a:off x="4380072" y="79253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3865" name="pg3865"/>
            <p:cNvSpPr/>
            <p:nvPr/>
          </p:nvSpPr>
          <p:spPr>
            <a:xfrm>
              <a:off x="4050917" y="8569772"/>
              <a:ext cx="1015608" cy="384988"/>
            </a:xfrm>
            <a:custGeom>
              <a:avLst/>
              <a:pathLst>
                <a:path w="1015608" h="384988">
                  <a:moveTo>
                    <a:pt x="25145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5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2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2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tx3866"/>
            <p:cNvSpPr/>
            <p:nvPr/>
          </p:nvSpPr>
          <p:spPr>
            <a:xfrm>
              <a:off x="4092827" y="8582282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3867" name="tx3867"/>
            <p:cNvSpPr/>
            <p:nvPr/>
          </p:nvSpPr>
          <p:spPr>
            <a:xfrm>
              <a:off x="4341259" y="8781745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3868" name="rc3868"/>
            <p:cNvSpPr/>
            <p:nvPr/>
          </p:nvSpPr>
          <p:spPr>
            <a:xfrm>
              <a:off x="2868926" y="7841078"/>
              <a:ext cx="446780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tx3869"/>
            <p:cNvSpPr/>
            <p:nvPr/>
          </p:nvSpPr>
          <p:spPr>
            <a:xfrm>
              <a:off x="2706923" y="9148749"/>
              <a:ext cx="99372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-8</a:t>
              </a:r>
            </a:p>
          </p:txBody>
        </p:sp>
        <p:sp>
          <p:nvSpPr>
            <p:cNvPr id="3870" name="tx3870"/>
            <p:cNvSpPr/>
            <p:nvPr/>
          </p:nvSpPr>
          <p:spPr>
            <a:xfrm>
              <a:off x="2706923" y="8807901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871" name="tx3871"/>
            <p:cNvSpPr/>
            <p:nvPr/>
          </p:nvSpPr>
          <p:spPr>
            <a:xfrm>
              <a:off x="2744140" y="846366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72" name="tx3872"/>
            <p:cNvSpPr/>
            <p:nvPr/>
          </p:nvSpPr>
          <p:spPr>
            <a:xfrm>
              <a:off x="2744140" y="8122821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873" name="pl3873"/>
            <p:cNvSpPr/>
            <p:nvPr/>
          </p:nvSpPr>
          <p:spPr>
            <a:xfrm>
              <a:off x="2834131" y="91904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2834131" y="88479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2834131" y="85053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2834131" y="8162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361247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581843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555120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6520573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tx3881"/>
            <p:cNvSpPr/>
            <p:nvPr/>
          </p:nvSpPr>
          <p:spPr>
            <a:xfrm>
              <a:off x="3581400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82" name="tx3882"/>
            <p:cNvSpPr/>
            <p:nvPr/>
          </p:nvSpPr>
          <p:spPr>
            <a:xfrm>
              <a:off x="4519687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3" name="tx3883"/>
            <p:cNvSpPr/>
            <p:nvPr/>
          </p:nvSpPr>
          <p:spPr>
            <a:xfrm>
              <a:off x="5489052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884" name="tx3884"/>
            <p:cNvSpPr/>
            <p:nvPr/>
          </p:nvSpPr>
          <p:spPr>
            <a:xfrm>
              <a:off x="6458417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885" name="tx3885"/>
            <p:cNvSpPr/>
            <p:nvPr/>
          </p:nvSpPr>
          <p:spPr>
            <a:xfrm>
              <a:off x="4245018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3886" name="tx3886"/>
            <p:cNvSpPr/>
            <p:nvPr/>
          </p:nvSpPr>
          <p:spPr>
            <a:xfrm rot="-5400000">
              <a:off x="1788491" y="8488742"/>
              <a:ext cx="156821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pTau181 (Z)</a:t>
              </a:r>
            </a:p>
          </p:txBody>
        </p:sp>
        <p:sp>
          <p:nvSpPr>
            <p:cNvPr id="3887" name="tx3887"/>
            <p:cNvSpPr/>
            <p:nvPr/>
          </p:nvSpPr>
          <p:spPr>
            <a:xfrm>
              <a:off x="2868926" y="7613389"/>
              <a:ext cx="186221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M.</a:t>
              </a:r>
            </a:p>
          </p:txBody>
        </p:sp>
        <p:sp>
          <p:nvSpPr>
            <p:cNvPr id="3888" name="rc3888"/>
            <p:cNvSpPr/>
            <p:nvPr/>
          </p:nvSpPr>
          <p:spPr>
            <a:xfrm>
              <a:off x="80632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87078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87078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87078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87078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89059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91888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94717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97546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87078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87078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87078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87078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87078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87644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90473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93302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96131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98961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87644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87078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90473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tx3910"/>
            <p:cNvSpPr/>
            <p:nvPr/>
          </p:nvSpPr>
          <p:spPr>
            <a:xfrm>
              <a:off x="9092891" y="8460933"/>
              <a:ext cx="226524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-5.91 [-5.983, -3.554]</a:t>
              </a:r>
            </a:p>
          </p:txBody>
        </p:sp>
        <p:sp>
          <p:nvSpPr>
            <p:cNvPr id="3911" name="tx3911"/>
            <p:cNvSpPr/>
            <p:nvPr/>
          </p:nvSpPr>
          <p:spPr>
            <a:xfrm>
              <a:off x="90928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3912" name="tx3912"/>
            <p:cNvSpPr/>
            <p:nvPr/>
          </p:nvSpPr>
          <p:spPr>
            <a:xfrm>
              <a:off x="9092891" y="89263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3913" name="tx3913"/>
            <p:cNvSpPr/>
            <p:nvPr/>
          </p:nvSpPr>
          <p:spPr>
            <a:xfrm>
              <a:off x="9092891" y="91448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3914" name="tx3914"/>
            <p:cNvSpPr/>
            <p:nvPr/>
          </p:nvSpPr>
          <p:spPr>
            <a:xfrm>
              <a:off x="83513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15" name="tx3915"/>
            <p:cNvSpPr/>
            <p:nvPr/>
          </p:nvSpPr>
          <p:spPr>
            <a:xfrm>
              <a:off x="83513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16" name="tx3916"/>
            <p:cNvSpPr/>
            <p:nvPr/>
          </p:nvSpPr>
          <p:spPr>
            <a:xfrm>
              <a:off x="83513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17" name="tx3917"/>
            <p:cNvSpPr/>
            <p:nvPr/>
          </p:nvSpPr>
          <p:spPr>
            <a:xfrm>
              <a:off x="83513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18" name="tx3918"/>
            <p:cNvSpPr/>
            <p:nvPr/>
          </p:nvSpPr>
          <p:spPr>
            <a:xfrm>
              <a:off x="83513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19" name="tx3919"/>
            <p:cNvSpPr/>
            <p:nvPr/>
          </p:nvSpPr>
          <p:spPr>
            <a:xfrm>
              <a:off x="86260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920" name="tx3920"/>
            <p:cNvSpPr/>
            <p:nvPr/>
          </p:nvSpPr>
          <p:spPr>
            <a:xfrm>
              <a:off x="89089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921" name="tx3921"/>
            <p:cNvSpPr/>
            <p:nvPr/>
          </p:nvSpPr>
          <p:spPr>
            <a:xfrm>
              <a:off x="91918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922" name="tx3922"/>
            <p:cNvSpPr/>
            <p:nvPr/>
          </p:nvSpPr>
          <p:spPr>
            <a:xfrm>
              <a:off x="94747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923" name="tx3923"/>
            <p:cNvSpPr/>
            <p:nvPr/>
          </p:nvSpPr>
          <p:spPr>
            <a:xfrm>
              <a:off x="97576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24" name="tx3924"/>
            <p:cNvSpPr/>
            <p:nvPr/>
          </p:nvSpPr>
          <p:spPr>
            <a:xfrm>
              <a:off x="79518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3925" name="tx3925"/>
            <p:cNvSpPr/>
            <p:nvPr/>
          </p:nvSpPr>
          <p:spPr>
            <a:xfrm rot="-5400000">
              <a:off x="69802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3926" name="tx3926"/>
            <p:cNvSpPr/>
            <p:nvPr/>
          </p:nvSpPr>
          <p:spPr>
            <a:xfrm>
              <a:off x="8707863" y="76323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N.</a:t>
              </a:r>
            </a:p>
          </p:txBody>
        </p:sp>
        <p:sp>
          <p:nvSpPr>
            <p:cNvPr id="3927" name="rc3927"/>
            <p:cNvSpPr/>
            <p:nvPr/>
          </p:nvSpPr>
          <p:spPr>
            <a:xfrm>
              <a:off x="10698162" y="75438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rc3928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11127101" y="91777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11127101" y="89283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11127101" y="86789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11127101" y="84296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11127101" y="81802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11127101" y="79308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12041666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1310245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14163251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15224044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11127101" y="90530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11127101" y="88036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11127101" y="85542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11127101" y="83049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11127101" y="80555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11511269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12572062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1363285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14693648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451966" y="8952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725631" y="903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4128595" y="862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427672" y="90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504127" y="9048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471258" y="9051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995723" y="8873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587727" y="9091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536280" y="9015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804944" y="8695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3819918" y="893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424099" y="9098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446250" y="9032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2458024" y="891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471973" y="8974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1470544" y="9037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1407665" y="899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381942" y="8992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483405" y="901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2161494" y="8711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2142916" y="8645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2441590" y="861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662038" y="8938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1481262" y="8939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3371908" y="8953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3353330" y="8931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703480" y="9015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474831" y="8943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404092" y="907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487692" y="8982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1368366" y="898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1435532" y="899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1524133" y="898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1411238" y="9030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419097" y="903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612021" y="898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4100729" y="877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665610" y="8971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12058602" y="9048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11426243" y="8946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11523419" y="8967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11524848" y="9047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11651320" y="9022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11483405" y="9003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11537709" y="8954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11469829" y="8994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11511986" y="9027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12998923" y="8751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13101101" y="874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11554144" y="9069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11630598" y="9055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11438390" y="9046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11414096" y="896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13085382" y="8463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11386229" y="896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11341214" y="8959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12445877" y="8944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14057142" y="8687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14203621" y="8631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11485549" y="9033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11491265" y="899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13171125" y="882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13197563" y="8903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11509843" y="8907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13642715" y="8885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12963911" y="8724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13262585" y="8713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13469084" y="8712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11458397" y="9082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11451966" y="9053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11460540" y="9083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11516274" y="900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12119337" y="8955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11408380" y="8927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12220086" y="8670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11772075" y="894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11415525" y="8960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11557002" y="9060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12079323" y="8967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12932472" y="889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11479833" y="9014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11519132" y="9040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11459826" y="9016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11509128" y="8977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11486978" y="9008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12853159" y="8975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11520561" y="8970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13647002" y="8858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13699877" y="8740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11755641" y="9061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11434103" y="893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12821720" y="880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12332981" y="8637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11487692" y="9054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11491980" y="9032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11448393" y="89672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11520561" y="897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11423385" y="9026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12018588" y="8949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11534137" y="9089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11749210" y="8685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12590212" y="884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11538424" y="902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11544140" y="9041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11520561" y="906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11500554" y="9009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11494123" y="8981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11506270" y="90012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11464113" y="9020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11506270" y="8981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11454109" y="897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11493409" y="896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11501268" y="8988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11855675" y="8865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11534137" y="904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11554858" y="9076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11491980" y="8989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11520561" y="8986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11326209" y="898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12565918" y="8961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12883170" y="895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11488407" y="9055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11496267" y="9066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11623453" y="904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11501268" y="9002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11429815" y="9058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11379084" y="9019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12007156" y="8843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11499839" y="9035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11515559" y="907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13967112" y="8966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13729888" y="9000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11391231" y="896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13006783" y="8686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11432674" y="8999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11842814" y="895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12008585" y="8954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11448393" y="9071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11513415" y="9097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11500554" y="9101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11511986" y="9080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11520561" y="9094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11456968" y="900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11802800" y="8874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11413381" y="9028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11377655" y="9016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11410523" y="9044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11484834" y="9053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11454824" y="9088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11399805" y="900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11422670" y="902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11414096" y="9031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11533422" y="9017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11632027" y="9046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12352274" y="8637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12105761" y="8885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11468400" y="9041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12162923" y="900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12134342" y="8958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12125768" y="8997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12142202" y="8854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11582725" y="9063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12082896" y="90725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12147204" y="8975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12474458" y="8655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11368366" y="8927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11446964" y="8771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11425528" y="8704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13062517" y="8706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13120393" y="8606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13538394" y="8531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11558431" y="8979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12193648" y="8684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12241522" y="8753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12803857" y="8799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12317976" y="8856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12190790" y="8828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11482691" y="8995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11499125" y="8993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11452680" y="9005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11401949" y="8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13083952" y="8776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12060745" y="890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11378369" y="902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11459111" y="9032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13213997" y="870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11645603" y="89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11763501" y="8986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11544140" y="9071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12034308" y="8830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11411952" y="8889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11463398" y="891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11463398" y="893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11453395" y="8974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11525562" y="9089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11963569" y="89405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12174356" y="8896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12432301" y="8934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11569149" y="9094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11484120" y="8458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11494838" y="859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11549142" y="8968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12462311" y="899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11416239" y="903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11441248" y="897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12122910" y="8957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13158264" y="8768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13436930" y="888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12095043" y="8912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14046424" y="867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11484834" y="896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12953193" y="8895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11809231" y="9016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11861392" y="900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12063604" y="899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12073607" y="8998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11484834" y="8946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13566975" y="8839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13551970" y="8701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11544855" y="9000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11431959" y="897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11597015" y="9011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11414096" y="8989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11441962" y="9041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11444821" y="9026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11448393" y="9038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11497696" y="9026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11396233" y="8999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11481976" y="9007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11425528" y="9004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11497696" y="90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11645603" y="9052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11952851" y="8901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12119337" y="8883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12362277" y="884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11461969" y="9039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11466256" y="8908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11779935" y="904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11494123" y="9090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11429101" y="9018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13038223" y="8766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14045710" y="85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11507699" y="8930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11503412" y="893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11528421" y="8943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12723829" y="8848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11421956" y="9007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11665095" y="78410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11127101" y="898072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197" name="pg4197"/>
            <p:cNvSpPr/>
            <p:nvPr/>
          </p:nvSpPr>
          <p:spPr>
            <a:xfrm>
              <a:off x="11127101" y="78410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tx4198"/>
            <p:cNvSpPr/>
            <p:nvPr/>
          </p:nvSpPr>
          <p:spPr>
            <a:xfrm>
              <a:off x="10864980" y="77536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4199" name="tx4199"/>
            <p:cNvSpPr/>
            <p:nvPr/>
          </p:nvSpPr>
          <p:spPr>
            <a:xfrm>
              <a:off x="11128895" y="79253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 (9.7%)</a:t>
              </a:r>
            </a:p>
          </p:txBody>
        </p:sp>
        <p:sp>
          <p:nvSpPr>
            <p:cNvPr id="4200" name="pg4200"/>
            <p:cNvSpPr/>
            <p:nvPr/>
          </p:nvSpPr>
          <p:spPr>
            <a:xfrm>
              <a:off x="11127101" y="90101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tx4201"/>
            <p:cNvSpPr/>
            <p:nvPr/>
          </p:nvSpPr>
          <p:spPr>
            <a:xfrm>
              <a:off x="10857135" y="90226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4202" name="tx4202"/>
            <p:cNvSpPr/>
            <p:nvPr/>
          </p:nvSpPr>
          <p:spPr>
            <a:xfrm>
              <a:off x="10973506" y="92221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134 (54.3%)</a:t>
              </a:r>
            </a:p>
          </p:txBody>
        </p:sp>
        <p:sp>
          <p:nvSpPr>
            <p:cNvPr id="4203" name="pg4203"/>
            <p:cNvSpPr/>
            <p:nvPr/>
          </p:nvSpPr>
          <p:spPr>
            <a:xfrm>
              <a:off x="12203426" y="78410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tx4204"/>
            <p:cNvSpPr/>
            <p:nvPr/>
          </p:nvSpPr>
          <p:spPr>
            <a:xfrm>
              <a:off x="12245336" y="77536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4205" name="tx4205"/>
            <p:cNvSpPr/>
            <p:nvPr/>
          </p:nvSpPr>
          <p:spPr>
            <a:xfrm>
              <a:off x="12377192" y="7925394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 (29.6%)</a:t>
              </a:r>
            </a:p>
          </p:txBody>
        </p:sp>
        <p:sp>
          <p:nvSpPr>
            <p:cNvPr id="4206" name="pg4206"/>
            <p:cNvSpPr/>
            <p:nvPr/>
          </p:nvSpPr>
          <p:spPr>
            <a:xfrm>
              <a:off x="12086851" y="90101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tx4207"/>
            <p:cNvSpPr/>
            <p:nvPr/>
          </p:nvSpPr>
          <p:spPr>
            <a:xfrm>
              <a:off x="12128761" y="90226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4208" name="tx4208"/>
            <p:cNvSpPr/>
            <p:nvPr/>
          </p:nvSpPr>
          <p:spPr>
            <a:xfrm>
              <a:off x="12454886" y="92221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(6.5%)</a:t>
              </a:r>
            </a:p>
          </p:txBody>
        </p:sp>
        <p:sp>
          <p:nvSpPr>
            <p:cNvPr id="4209" name="rc4209"/>
            <p:cNvSpPr/>
            <p:nvPr/>
          </p:nvSpPr>
          <p:spPr>
            <a:xfrm>
              <a:off x="11127101" y="78410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tx4210"/>
            <p:cNvSpPr/>
            <p:nvPr/>
          </p:nvSpPr>
          <p:spPr>
            <a:xfrm>
              <a:off x="11002315" y="90113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11" name="tx4211"/>
            <p:cNvSpPr/>
            <p:nvPr/>
          </p:nvSpPr>
          <p:spPr>
            <a:xfrm>
              <a:off x="11002315" y="87633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212" name="tx4212"/>
            <p:cNvSpPr/>
            <p:nvPr/>
          </p:nvSpPr>
          <p:spPr>
            <a:xfrm>
              <a:off x="10940159" y="85126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13" name="tx4213"/>
            <p:cNvSpPr/>
            <p:nvPr/>
          </p:nvSpPr>
          <p:spPr>
            <a:xfrm>
              <a:off x="10940159" y="82632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214" name="tx4214"/>
            <p:cNvSpPr/>
            <p:nvPr/>
          </p:nvSpPr>
          <p:spPr>
            <a:xfrm>
              <a:off x="10940159" y="80138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15" name="pl4215"/>
            <p:cNvSpPr/>
            <p:nvPr/>
          </p:nvSpPr>
          <p:spPr>
            <a:xfrm>
              <a:off x="11092306" y="9053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11092306" y="88036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11092306" y="85542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11092306" y="83049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11092306" y="80555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11511269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12572062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13632855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14693648" y="92675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tx4224"/>
            <p:cNvSpPr/>
            <p:nvPr/>
          </p:nvSpPr>
          <p:spPr>
            <a:xfrm>
              <a:off x="11480192" y="93284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225" name="tx4225"/>
            <p:cNvSpPr/>
            <p:nvPr/>
          </p:nvSpPr>
          <p:spPr>
            <a:xfrm>
              <a:off x="12509907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26" name="tx4226"/>
            <p:cNvSpPr/>
            <p:nvPr/>
          </p:nvSpPr>
          <p:spPr>
            <a:xfrm>
              <a:off x="13570699" y="93284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227" name="tx4227"/>
            <p:cNvSpPr/>
            <p:nvPr/>
          </p:nvSpPr>
          <p:spPr>
            <a:xfrm>
              <a:off x="14631492" y="93283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228" name="tx4228"/>
            <p:cNvSpPr/>
            <p:nvPr/>
          </p:nvSpPr>
          <p:spPr>
            <a:xfrm>
              <a:off x="12488906" y="94481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4229" name="tx4229"/>
            <p:cNvSpPr/>
            <p:nvPr/>
          </p:nvSpPr>
          <p:spPr>
            <a:xfrm rot="-5400000">
              <a:off x="9963726" y="8488742"/>
              <a:ext cx="16769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(Z)</a:t>
              </a:r>
            </a:p>
          </p:txBody>
        </p:sp>
        <p:sp>
          <p:nvSpPr>
            <p:cNvPr id="4230" name="tx4230"/>
            <p:cNvSpPr/>
            <p:nvPr/>
          </p:nvSpPr>
          <p:spPr>
            <a:xfrm>
              <a:off x="11127101" y="7609214"/>
              <a:ext cx="176971" cy="1241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O.</a:t>
              </a:r>
            </a:p>
          </p:txBody>
        </p:sp>
        <p:sp>
          <p:nvSpPr>
            <p:cNvPr id="4231" name="rc4231"/>
            <p:cNvSpPr/>
            <p:nvPr/>
          </p:nvSpPr>
          <p:spPr>
            <a:xfrm>
              <a:off x="16292827" y="75438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16937463" y="89585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16937463" y="86756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16937463" y="83927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16937463" y="81098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1713550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1741841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17701333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17984248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16937463" y="91000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16937463" y="88170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16937463" y="85341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16937463" y="82512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16937463" y="79683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1699404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1727696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1755987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17842791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18125706" y="79117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16994046" y="79683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7162" y="1131660"/>
                  </a:lnTo>
                  <a:lnTo>
                    <a:pt x="7162" y="1118944"/>
                  </a:lnTo>
                  <a:lnTo>
                    <a:pt x="7162" y="1106229"/>
                  </a:lnTo>
                  <a:lnTo>
                    <a:pt x="7162" y="1093514"/>
                  </a:lnTo>
                  <a:lnTo>
                    <a:pt x="14324" y="1093514"/>
                  </a:lnTo>
                  <a:lnTo>
                    <a:pt x="14324" y="1080798"/>
                  </a:lnTo>
                  <a:lnTo>
                    <a:pt x="14324" y="1068083"/>
                  </a:lnTo>
                  <a:lnTo>
                    <a:pt x="14324" y="1055368"/>
                  </a:lnTo>
                  <a:lnTo>
                    <a:pt x="14324" y="1042653"/>
                  </a:lnTo>
                  <a:lnTo>
                    <a:pt x="14324" y="1029937"/>
                  </a:lnTo>
                  <a:lnTo>
                    <a:pt x="14324" y="1017222"/>
                  </a:lnTo>
                  <a:lnTo>
                    <a:pt x="14324" y="1004507"/>
                  </a:lnTo>
                  <a:lnTo>
                    <a:pt x="14324" y="991791"/>
                  </a:lnTo>
                  <a:lnTo>
                    <a:pt x="14324" y="979076"/>
                  </a:lnTo>
                  <a:lnTo>
                    <a:pt x="14324" y="966361"/>
                  </a:lnTo>
                  <a:lnTo>
                    <a:pt x="14324" y="953646"/>
                  </a:lnTo>
                  <a:lnTo>
                    <a:pt x="21487" y="953646"/>
                  </a:lnTo>
                  <a:lnTo>
                    <a:pt x="21487" y="940930"/>
                  </a:lnTo>
                  <a:lnTo>
                    <a:pt x="21487" y="928215"/>
                  </a:lnTo>
                  <a:lnTo>
                    <a:pt x="21487" y="915500"/>
                  </a:lnTo>
                  <a:lnTo>
                    <a:pt x="21487" y="902785"/>
                  </a:lnTo>
                  <a:lnTo>
                    <a:pt x="21487" y="890069"/>
                  </a:lnTo>
                  <a:lnTo>
                    <a:pt x="28649" y="890069"/>
                  </a:lnTo>
                  <a:lnTo>
                    <a:pt x="28649" y="877354"/>
                  </a:lnTo>
                  <a:lnTo>
                    <a:pt x="28649" y="864639"/>
                  </a:lnTo>
                  <a:lnTo>
                    <a:pt x="28649" y="851923"/>
                  </a:lnTo>
                  <a:lnTo>
                    <a:pt x="28649" y="839208"/>
                  </a:lnTo>
                  <a:lnTo>
                    <a:pt x="28649" y="826493"/>
                  </a:lnTo>
                  <a:lnTo>
                    <a:pt x="28649" y="813778"/>
                  </a:lnTo>
                  <a:lnTo>
                    <a:pt x="28649" y="801062"/>
                  </a:lnTo>
                  <a:lnTo>
                    <a:pt x="28649" y="788347"/>
                  </a:lnTo>
                  <a:lnTo>
                    <a:pt x="28649" y="775632"/>
                  </a:lnTo>
                  <a:lnTo>
                    <a:pt x="28649" y="762916"/>
                  </a:lnTo>
                  <a:lnTo>
                    <a:pt x="28649" y="750201"/>
                  </a:lnTo>
                  <a:lnTo>
                    <a:pt x="35812" y="750201"/>
                  </a:lnTo>
                  <a:lnTo>
                    <a:pt x="35812" y="737486"/>
                  </a:lnTo>
                  <a:lnTo>
                    <a:pt x="35812" y="724771"/>
                  </a:lnTo>
                  <a:lnTo>
                    <a:pt x="35812" y="712055"/>
                  </a:lnTo>
                  <a:lnTo>
                    <a:pt x="35812" y="699340"/>
                  </a:lnTo>
                  <a:lnTo>
                    <a:pt x="35812" y="686625"/>
                  </a:lnTo>
                  <a:lnTo>
                    <a:pt x="35812" y="673909"/>
                  </a:lnTo>
                  <a:lnTo>
                    <a:pt x="35812" y="661194"/>
                  </a:lnTo>
                  <a:lnTo>
                    <a:pt x="35812" y="648479"/>
                  </a:lnTo>
                  <a:lnTo>
                    <a:pt x="35812" y="635764"/>
                  </a:lnTo>
                  <a:lnTo>
                    <a:pt x="35812" y="623048"/>
                  </a:lnTo>
                  <a:lnTo>
                    <a:pt x="35812" y="610333"/>
                  </a:lnTo>
                  <a:lnTo>
                    <a:pt x="35812" y="597618"/>
                  </a:lnTo>
                  <a:lnTo>
                    <a:pt x="35812" y="584902"/>
                  </a:lnTo>
                  <a:lnTo>
                    <a:pt x="35812" y="572187"/>
                  </a:lnTo>
                  <a:lnTo>
                    <a:pt x="35812" y="559472"/>
                  </a:lnTo>
                  <a:lnTo>
                    <a:pt x="35812" y="546757"/>
                  </a:lnTo>
                  <a:lnTo>
                    <a:pt x="35812" y="534041"/>
                  </a:lnTo>
                  <a:lnTo>
                    <a:pt x="35812" y="521326"/>
                  </a:lnTo>
                  <a:lnTo>
                    <a:pt x="35812" y="508611"/>
                  </a:lnTo>
                  <a:lnTo>
                    <a:pt x="35812" y="495895"/>
                  </a:lnTo>
                  <a:lnTo>
                    <a:pt x="35812" y="483180"/>
                  </a:lnTo>
                  <a:lnTo>
                    <a:pt x="35812" y="470465"/>
                  </a:lnTo>
                  <a:lnTo>
                    <a:pt x="42974" y="470465"/>
                  </a:lnTo>
                  <a:lnTo>
                    <a:pt x="42974" y="457750"/>
                  </a:lnTo>
                  <a:lnTo>
                    <a:pt x="42974" y="445034"/>
                  </a:lnTo>
                  <a:lnTo>
                    <a:pt x="42974" y="432319"/>
                  </a:lnTo>
                  <a:lnTo>
                    <a:pt x="42974" y="419604"/>
                  </a:lnTo>
                  <a:lnTo>
                    <a:pt x="42974" y="406889"/>
                  </a:lnTo>
                  <a:lnTo>
                    <a:pt x="42974" y="394173"/>
                  </a:lnTo>
                  <a:lnTo>
                    <a:pt x="50136" y="394173"/>
                  </a:lnTo>
                  <a:lnTo>
                    <a:pt x="57299" y="394173"/>
                  </a:lnTo>
                  <a:lnTo>
                    <a:pt x="57299" y="381458"/>
                  </a:lnTo>
                  <a:lnTo>
                    <a:pt x="57299" y="368743"/>
                  </a:lnTo>
                  <a:lnTo>
                    <a:pt x="64461" y="368743"/>
                  </a:lnTo>
                  <a:lnTo>
                    <a:pt x="71624" y="368743"/>
                  </a:lnTo>
                  <a:lnTo>
                    <a:pt x="78786" y="368743"/>
                  </a:lnTo>
                  <a:lnTo>
                    <a:pt x="85948" y="368743"/>
                  </a:lnTo>
                  <a:lnTo>
                    <a:pt x="93111" y="368743"/>
                  </a:lnTo>
                  <a:lnTo>
                    <a:pt x="93111" y="356027"/>
                  </a:lnTo>
                  <a:lnTo>
                    <a:pt x="100273" y="356027"/>
                  </a:lnTo>
                  <a:lnTo>
                    <a:pt x="107436" y="356027"/>
                  </a:lnTo>
                  <a:lnTo>
                    <a:pt x="107436" y="343312"/>
                  </a:lnTo>
                  <a:lnTo>
                    <a:pt x="107436" y="330597"/>
                  </a:lnTo>
                  <a:lnTo>
                    <a:pt x="114598" y="330597"/>
                  </a:lnTo>
                  <a:lnTo>
                    <a:pt x="121760" y="330597"/>
                  </a:lnTo>
                  <a:lnTo>
                    <a:pt x="121760" y="317882"/>
                  </a:lnTo>
                  <a:lnTo>
                    <a:pt x="128923" y="317882"/>
                  </a:lnTo>
                  <a:lnTo>
                    <a:pt x="136085" y="317882"/>
                  </a:lnTo>
                  <a:lnTo>
                    <a:pt x="143248" y="317882"/>
                  </a:lnTo>
                  <a:lnTo>
                    <a:pt x="143248" y="305166"/>
                  </a:lnTo>
                  <a:lnTo>
                    <a:pt x="150410" y="305166"/>
                  </a:lnTo>
                  <a:lnTo>
                    <a:pt x="157572" y="305166"/>
                  </a:lnTo>
                  <a:lnTo>
                    <a:pt x="157572" y="292451"/>
                  </a:lnTo>
                  <a:lnTo>
                    <a:pt x="157572" y="279736"/>
                  </a:lnTo>
                  <a:lnTo>
                    <a:pt x="164735" y="279736"/>
                  </a:lnTo>
                  <a:lnTo>
                    <a:pt x="164735" y="267020"/>
                  </a:lnTo>
                  <a:lnTo>
                    <a:pt x="164735" y="254305"/>
                  </a:lnTo>
                  <a:lnTo>
                    <a:pt x="171897" y="254305"/>
                  </a:lnTo>
                  <a:lnTo>
                    <a:pt x="171897" y="241590"/>
                  </a:lnTo>
                  <a:lnTo>
                    <a:pt x="171897" y="228875"/>
                  </a:lnTo>
                  <a:lnTo>
                    <a:pt x="171897" y="216159"/>
                  </a:lnTo>
                  <a:lnTo>
                    <a:pt x="171897" y="203444"/>
                  </a:lnTo>
                  <a:lnTo>
                    <a:pt x="179060" y="203444"/>
                  </a:lnTo>
                  <a:lnTo>
                    <a:pt x="186222" y="203444"/>
                  </a:lnTo>
                  <a:lnTo>
                    <a:pt x="193384" y="203444"/>
                  </a:lnTo>
                  <a:lnTo>
                    <a:pt x="193384" y="190729"/>
                  </a:lnTo>
                  <a:lnTo>
                    <a:pt x="200547" y="190729"/>
                  </a:lnTo>
                  <a:lnTo>
                    <a:pt x="207709" y="190729"/>
                  </a:lnTo>
                  <a:lnTo>
                    <a:pt x="207709" y="178013"/>
                  </a:lnTo>
                  <a:lnTo>
                    <a:pt x="214872" y="178013"/>
                  </a:lnTo>
                  <a:lnTo>
                    <a:pt x="222034" y="178013"/>
                  </a:lnTo>
                  <a:lnTo>
                    <a:pt x="229196" y="178013"/>
                  </a:lnTo>
                  <a:lnTo>
                    <a:pt x="229196" y="165298"/>
                  </a:lnTo>
                  <a:lnTo>
                    <a:pt x="236359" y="165298"/>
                  </a:lnTo>
                  <a:lnTo>
                    <a:pt x="243521" y="165298"/>
                  </a:lnTo>
                  <a:lnTo>
                    <a:pt x="250684" y="165298"/>
                  </a:lnTo>
                  <a:lnTo>
                    <a:pt x="257846" y="165298"/>
                  </a:lnTo>
                  <a:lnTo>
                    <a:pt x="265009" y="165298"/>
                  </a:lnTo>
                  <a:lnTo>
                    <a:pt x="272171" y="165298"/>
                  </a:lnTo>
                  <a:lnTo>
                    <a:pt x="272171" y="152583"/>
                  </a:lnTo>
                  <a:lnTo>
                    <a:pt x="279333" y="152583"/>
                  </a:lnTo>
                  <a:lnTo>
                    <a:pt x="286496" y="152583"/>
                  </a:lnTo>
                  <a:lnTo>
                    <a:pt x="286496" y="139868"/>
                  </a:lnTo>
                  <a:lnTo>
                    <a:pt x="293658" y="139868"/>
                  </a:lnTo>
                  <a:lnTo>
                    <a:pt x="300821" y="139868"/>
                  </a:lnTo>
                  <a:lnTo>
                    <a:pt x="307983" y="139868"/>
                  </a:lnTo>
                  <a:lnTo>
                    <a:pt x="315145" y="139868"/>
                  </a:lnTo>
                  <a:lnTo>
                    <a:pt x="322308" y="139868"/>
                  </a:lnTo>
                  <a:lnTo>
                    <a:pt x="329470" y="139868"/>
                  </a:lnTo>
                  <a:lnTo>
                    <a:pt x="336633" y="139868"/>
                  </a:lnTo>
                  <a:lnTo>
                    <a:pt x="343795" y="139868"/>
                  </a:lnTo>
                  <a:lnTo>
                    <a:pt x="350957" y="139868"/>
                  </a:lnTo>
                  <a:lnTo>
                    <a:pt x="358120" y="139868"/>
                  </a:lnTo>
                  <a:lnTo>
                    <a:pt x="365282" y="139868"/>
                  </a:lnTo>
                  <a:lnTo>
                    <a:pt x="372445" y="139868"/>
                  </a:lnTo>
                  <a:lnTo>
                    <a:pt x="379607" y="139868"/>
                  </a:lnTo>
                  <a:lnTo>
                    <a:pt x="386769" y="139868"/>
                  </a:lnTo>
                  <a:lnTo>
                    <a:pt x="393932" y="139868"/>
                  </a:lnTo>
                  <a:lnTo>
                    <a:pt x="401094" y="139868"/>
                  </a:lnTo>
                  <a:lnTo>
                    <a:pt x="408257" y="139868"/>
                  </a:lnTo>
                  <a:lnTo>
                    <a:pt x="415419" y="139868"/>
                  </a:lnTo>
                  <a:lnTo>
                    <a:pt x="422581" y="139868"/>
                  </a:lnTo>
                  <a:lnTo>
                    <a:pt x="429744" y="139868"/>
                  </a:lnTo>
                  <a:lnTo>
                    <a:pt x="436906" y="139868"/>
                  </a:lnTo>
                  <a:lnTo>
                    <a:pt x="444069" y="139868"/>
                  </a:lnTo>
                  <a:lnTo>
                    <a:pt x="451231" y="139868"/>
                  </a:lnTo>
                  <a:lnTo>
                    <a:pt x="458393" y="139868"/>
                  </a:lnTo>
                  <a:lnTo>
                    <a:pt x="458393" y="127152"/>
                  </a:lnTo>
                  <a:lnTo>
                    <a:pt x="458393" y="114437"/>
                  </a:lnTo>
                  <a:lnTo>
                    <a:pt x="458393" y="101722"/>
                  </a:lnTo>
                  <a:lnTo>
                    <a:pt x="458393" y="89006"/>
                  </a:lnTo>
                  <a:lnTo>
                    <a:pt x="465556" y="89006"/>
                  </a:lnTo>
                  <a:lnTo>
                    <a:pt x="472718" y="89006"/>
                  </a:lnTo>
                  <a:lnTo>
                    <a:pt x="479881" y="89006"/>
                  </a:lnTo>
                  <a:lnTo>
                    <a:pt x="479881" y="76291"/>
                  </a:lnTo>
                  <a:lnTo>
                    <a:pt x="487043" y="76291"/>
                  </a:lnTo>
                  <a:lnTo>
                    <a:pt x="494205" y="76291"/>
                  </a:lnTo>
                  <a:lnTo>
                    <a:pt x="494205" y="63576"/>
                  </a:lnTo>
                  <a:lnTo>
                    <a:pt x="501368" y="63576"/>
                  </a:lnTo>
                  <a:lnTo>
                    <a:pt x="508530" y="63576"/>
                  </a:lnTo>
                  <a:lnTo>
                    <a:pt x="515693" y="63576"/>
                  </a:lnTo>
                  <a:lnTo>
                    <a:pt x="522855" y="63576"/>
                  </a:lnTo>
                  <a:lnTo>
                    <a:pt x="530018" y="63576"/>
                  </a:lnTo>
                  <a:lnTo>
                    <a:pt x="537180" y="63576"/>
                  </a:lnTo>
                  <a:lnTo>
                    <a:pt x="544342" y="63576"/>
                  </a:lnTo>
                  <a:lnTo>
                    <a:pt x="551505" y="63576"/>
                  </a:lnTo>
                  <a:lnTo>
                    <a:pt x="558667" y="63576"/>
                  </a:lnTo>
                  <a:lnTo>
                    <a:pt x="558667" y="50861"/>
                  </a:lnTo>
                  <a:lnTo>
                    <a:pt x="565830" y="50861"/>
                  </a:lnTo>
                  <a:lnTo>
                    <a:pt x="572992" y="50861"/>
                  </a:lnTo>
                  <a:lnTo>
                    <a:pt x="580154" y="50861"/>
                  </a:lnTo>
                  <a:lnTo>
                    <a:pt x="587317" y="50861"/>
                  </a:lnTo>
                  <a:lnTo>
                    <a:pt x="594479" y="50861"/>
                  </a:lnTo>
                  <a:lnTo>
                    <a:pt x="601642" y="50861"/>
                  </a:lnTo>
                  <a:lnTo>
                    <a:pt x="601642" y="38145"/>
                  </a:lnTo>
                  <a:lnTo>
                    <a:pt x="608804" y="38145"/>
                  </a:lnTo>
                  <a:lnTo>
                    <a:pt x="615966" y="38145"/>
                  </a:lnTo>
                  <a:lnTo>
                    <a:pt x="623129" y="38145"/>
                  </a:lnTo>
                  <a:lnTo>
                    <a:pt x="630291" y="38145"/>
                  </a:lnTo>
                  <a:lnTo>
                    <a:pt x="637454" y="38145"/>
                  </a:lnTo>
                  <a:lnTo>
                    <a:pt x="644616" y="38145"/>
                  </a:lnTo>
                  <a:lnTo>
                    <a:pt x="651778" y="38145"/>
                  </a:lnTo>
                  <a:lnTo>
                    <a:pt x="658941" y="38145"/>
                  </a:lnTo>
                  <a:lnTo>
                    <a:pt x="666103" y="38145"/>
                  </a:lnTo>
                  <a:lnTo>
                    <a:pt x="673266" y="38145"/>
                  </a:lnTo>
                  <a:lnTo>
                    <a:pt x="680428" y="38145"/>
                  </a:lnTo>
                  <a:lnTo>
                    <a:pt x="687590" y="38145"/>
                  </a:lnTo>
                  <a:lnTo>
                    <a:pt x="694753" y="38145"/>
                  </a:lnTo>
                  <a:lnTo>
                    <a:pt x="701915" y="38145"/>
                  </a:lnTo>
                  <a:lnTo>
                    <a:pt x="709078" y="38145"/>
                  </a:lnTo>
                  <a:lnTo>
                    <a:pt x="716240" y="38145"/>
                  </a:lnTo>
                  <a:lnTo>
                    <a:pt x="723402" y="38145"/>
                  </a:lnTo>
                  <a:lnTo>
                    <a:pt x="730565" y="38145"/>
                  </a:lnTo>
                  <a:lnTo>
                    <a:pt x="737727" y="38145"/>
                  </a:lnTo>
                  <a:lnTo>
                    <a:pt x="744890" y="38145"/>
                  </a:lnTo>
                  <a:lnTo>
                    <a:pt x="752052" y="38145"/>
                  </a:lnTo>
                  <a:lnTo>
                    <a:pt x="759214" y="38145"/>
                  </a:lnTo>
                  <a:lnTo>
                    <a:pt x="766377" y="38145"/>
                  </a:lnTo>
                  <a:lnTo>
                    <a:pt x="773539" y="38145"/>
                  </a:lnTo>
                  <a:lnTo>
                    <a:pt x="780702" y="38145"/>
                  </a:lnTo>
                  <a:lnTo>
                    <a:pt x="787864" y="38145"/>
                  </a:lnTo>
                  <a:lnTo>
                    <a:pt x="795027" y="38145"/>
                  </a:lnTo>
                  <a:lnTo>
                    <a:pt x="802189" y="38145"/>
                  </a:lnTo>
                  <a:lnTo>
                    <a:pt x="809351" y="38145"/>
                  </a:lnTo>
                  <a:lnTo>
                    <a:pt x="816514" y="38145"/>
                  </a:lnTo>
                  <a:lnTo>
                    <a:pt x="823676" y="38145"/>
                  </a:lnTo>
                  <a:lnTo>
                    <a:pt x="830839" y="38145"/>
                  </a:lnTo>
                  <a:lnTo>
                    <a:pt x="838001" y="38145"/>
                  </a:lnTo>
                  <a:lnTo>
                    <a:pt x="845163" y="38145"/>
                  </a:lnTo>
                  <a:lnTo>
                    <a:pt x="845163" y="25430"/>
                  </a:lnTo>
                  <a:lnTo>
                    <a:pt x="852326" y="25430"/>
                  </a:lnTo>
                  <a:lnTo>
                    <a:pt x="859488" y="25430"/>
                  </a:lnTo>
                  <a:lnTo>
                    <a:pt x="866651" y="25430"/>
                  </a:lnTo>
                  <a:lnTo>
                    <a:pt x="873813" y="25430"/>
                  </a:lnTo>
                  <a:lnTo>
                    <a:pt x="880975" y="25430"/>
                  </a:lnTo>
                  <a:lnTo>
                    <a:pt x="888138" y="25430"/>
                  </a:lnTo>
                  <a:lnTo>
                    <a:pt x="888138" y="12715"/>
                  </a:lnTo>
                  <a:lnTo>
                    <a:pt x="895300" y="12715"/>
                  </a:lnTo>
                  <a:lnTo>
                    <a:pt x="902463" y="12715"/>
                  </a:lnTo>
                  <a:lnTo>
                    <a:pt x="909625" y="12715"/>
                  </a:lnTo>
                  <a:lnTo>
                    <a:pt x="916787" y="12715"/>
                  </a:lnTo>
                  <a:lnTo>
                    <a:pt x="923950" y="12715"/>
                  </a:lnTo>
                  <a:lnTo>
                    <a:pt x="931112" y="12715"/>
                  </a:lnTo>
                  <a:lnTo>
                    <a:pt x="938275" y="12715"/>
                  </a:lnTo>
                  <a:lnTo>
                    <a:pt x="945437" y="12715"/>
                  </a:lnTo>
                  <a:lnTo>
                    <a:pt x="952599" y="12715"/>
                  </a:lnTo>
                  <a:lnTo>
                    <a:pt x="959762" y="12715"/>
                  </a:lnTo>
                  <a:lnTo>
                    <a:pt x="966924" y="12715"/>
                  </a:lnTo>
                  <a:lnTo>
                    <a:pt x="974087" y="12715"/>
                  </a:lnTo>
                  <a:lnTo>
                    <a:pt x="981249" y="12715"/>
                  </a:lnTo>
                  <a:lnTo>
                    <a:pt x="988411" y="12715"/>
                  </a:lnTo>
                  <a:lnTo>
                    <a:pt x="995574" y="12715"/>
                  </a:lnTo>
                  <a:lnTo>
                    <a:pt x="1002736" y="12715"/>
                  </a:lnTo>
                  <a:lnTo>
                    <a:pt x="1009899" y="12715"/>
                  </a:lnTo>
                  <a:lnTo>
                    <a:pt x="1009899" y="0"/>
                  </a:lnTo>
                  <a:lnTo>
                    <a:pt x="1017061" y="0"/>
                  </a:lnTo>
                  <a:lnTo>
                    <a:pt x="1024224" y="0"/>
                  </a:lnTo>
                  <a:lnTo>
                    <a:pt x="1031386" y="0"/>
                  </a:lnTo>
                  <a:lnTo>
                    <a:pt x="1038548" y="0"/>
                  </a:lnTo>
                  <a:lnTo>
                    <a:pt x="1045711" y="0"/>
                  </a:lnTo>
                  <a:lnTo>
                    <a:pt x="1052873" y="0"/>
                  </a:lnTo>
                  <a:lnTo>
                    <a:pt x="1060036" y="0"/>
                  </a:lnTo>
                  <a:lnTo>
                    <a:pt x="1067198" y="0"/>
                  </a:lnTo>
                  <a:lnTo>
                    <a:pt x="1074360" y="0"/>
                  </a:lnTo>
                  <a:lnTo>
                    <a:pt x="1081523" y="0"/>
                  </a:lnTo>
                  <a:lnTo>
                    <a:pt x="1088685" y="0"/>
                  </a:lnTo>
                  <a:lnTo>
                    <a:pt x="1095848" y="0"/>
                  </a:lnTo>
                  <a:lnTo>
                    <a:pt x="1103010" y="0"/>
                  </a:lnTo>
                  <a:lnTo>
                    <a:pt x="1110172" y="0"/>
                  </a:lnTo>
                  <a:lnTo>
                    <a:pt x="1117335" y="0"/>
                  </a:lnTo>
                  <a:lnTo>
                    <a:pt x="112449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16937463" y="79117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52" name="pg4252"/>
            <p:cNvSpPr/>
            <p:nvPr/>
          </p:nvSpPr>
          <p:spPr>
            <a:xfrm>
              <a:off x="17276961" y="84460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tx4253"/>
            <p:cNvSpPr/>
            <p:nvPr/>
          </p:nvSpPr>
          <p:spPr>
            <a:xfrm>
              <a:off x="17322491" y="84609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1.38 [1.218, 2.327]</a:t>
              </a:r>
            </a:p>
          </p:txBody>
        </p:sp>
        <p:sp>
          <p:nvSpPr>
            <p:cNvPr id="4254" name="tx4254"/>
            <p:cNvSpPr/>
            <p:nvPr/>
          </p:nvSpPr>
          <p:spPr>
            <a:xfrm>
              <a:off x="17322491" y="87063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0.885</a:t>
              </a:r>
            </a:p>
          </p:txBody>
        </p:sp>
        <p:sp>
          <p:nvSpPr>
            <p:cNvPr id="4255" name="tx4255"/>
            <p:cNvSpPr/>
            <p:nvPr/>
          </p:nvSpPr>
          <p:spPr>
            <a:xfrm>
              <a:off x="17322491" y="89262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0.753</a:t>
              </a:r>
            </a:p>
          </p:txBody>
        </p:sp>
        <p:sp>
          <p:nvSpPr>
            <p:cNvPr id="4256" name="tx4256"/>
            <p:cNvSpPr/>
            <p:nvPr/>
          </p:nvSpPr>
          <p:spPr>
            <a:xfrm>
              <a:off x="17322491" y="91448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0.820</a:t>
              </a:r>
            </a:p>
          </p:txBody>
        </p:sp>
        <p:sp>
          <p:nvSpPr>
            <p:cNvPr id="4257" name="tx4257"/>
            <p:cNvSpPr/>
            <p:nvPr/>
          </p:nvSpPr>
          <p:spPr>
            <a:xfrm>
              <a:off x="16580912" y="90469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58" name="tx4258"/>
            <p:cNvSpPr/>
            <p:nvPr/>
          </p:nvSpPr>
          <p:spPr>
            <a:xfrm>
              <a:off x="16580912" y="87640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59" name="tx4259"/>
            <p:cNvSpPr/>
            <p:nvPr/>
          </p:nvSpPr>
          <p:spPr>
            <a:xfrm>
              <a:off x="16580912" y="84811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0" name="tx4260"/>
            <p:cNvSpPr/>
            <p:nvPr/>
          </p:nvSpPr>
          <p:spPr>
            <a:xfrm>
              <a:off x="16580912" y="81981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1" name="tx4261"/>
            <p:cNvSpPr/>
            <p:nvPr/>
          </p:nvSpPr>
          <p:spPr>
            <a:xfrm>
              <a:off x="16580912" y="79152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2" name="tx4262"/>
            <p:cNvSpPr/>
            <p:nvPr/>
          </p:nvSpPr>
          <p:spPr>
            <a:xfrm>
              <a:off x="1685562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263" name="tx4263"/>
            <p:cNvSpPr/>
            <p:nvPr/>
          </p:nvSpPr>
          <p:spPr>
            <a:xfrm>
              <a:off x="1713854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264" name="tx4264"/>
            <p:cNvSpPr/>
            <p:nvPr/>
          </p:nvSpPr>
          <p:spPr>
            <a:xfrm>
              <a:off x="1742145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65" name="tx4265"/>
            <p:cNvSpPr/>
            <p:nvPr/>
          </p:nvSpPr>
          <p:spPr>
            <a:xfrm>
              <a:off x="17704371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66" name="tx4266"/>
            <p:cNvSpPr/>
            <p:nvPr/>
          </p:nvSpPr>
          <p:spPr>
            <a:xfrm>
              <a:off x="17987286" y="92341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67" name="tx4267"/>
            <p:cNvSpPr/>
            <p:nvPr/>
          </p:nvSpPr>
          <p:spPr>
            <a:xfrm>
              <a:off x="16181492" y="93838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4268" name="tx4268"/>
            <p:cNvSpPr/>
            <p:nvPr/>
          </p:nvSpPr>
          <p:spPr>
            <a:xfrm rot="-5400000">
              <a:off x="15209894" y="84507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4269" name="tx4269"/>
            <p:cNvSpPr/>
            <p:nvPr/>
          </p:nvSpPr>
          <p:spPr>
            <a:xfrm>
              <a:off x="16937463" y="76323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P.</a:t>
              </a:r>
            </a:p>
          </p:txBody>
        </p:sp>
        <p:sp>
          <p:nvSpPr>
            <p:cNvPr id="4270" name="rc4270"/>
            <p:cNvSpPr/>
            <p:nvPr/>
          </p:nvSpPr>
          <p:spPr>
            <a:xfrm>
              <a:off x="24685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rc4271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2897501" y="11311335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2897501" y="11061959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2897501" y="10812582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2897501" y="10563206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2897501" y="10313830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2897501" y="1006445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3812066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7285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5933651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699444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2897501" y="11186647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2897501" y="1093727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2897501" y="10687894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2897501" y="10438518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2897501" y="10189141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3281669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342462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54032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6464048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3260950" y="11163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3606068" y="11109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4035501" y="10967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3239515" y="11179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3373846" y="1112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3433152" y="11095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3219508" y="1119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3200215" y="11171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3185210" y="1115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3222366" y="11177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3707532" y="11192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3889022" y="11214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718219" y="10875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3496031" y="11135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3225939" y="1117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3159487" y="11166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3131621" y="11178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3254520" y="11097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3183781" y="11093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3198072" y="11184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3274527" y="11180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3241658" y="112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3245231" y="11154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4438496" y="10941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4444212" y="10923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4618558" y="10874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3859727" y="1115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3306680" y="1119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3238086" y="11214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3766123" y="11081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3858298" y="11055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3879019" y="1080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4279156" y="11082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3358127" y="11149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3306680" y="11179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3233798" y="11197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4020496" y="10758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3363128" y="1119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3620359" y="111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3685381" y="11088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3575344" y="11109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3160202" y="11198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3298106" y="11160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4967248" y="1109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3958332" y="11118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4233426" y="11122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3194499" y="11204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3265952" y="1106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3243087" y="10987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3437439" y="1116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3688954" y="1114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3216650" y="11237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3378133" y="11174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3300964" y="11166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3457446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3448157" y="11149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3678951" y="1115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4128390" y="11182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4249860" y="11149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228424" y="11069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3353125" y="11168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3370274" y="1114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037272" y="108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3298821" y="11198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3270954" y="11197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3285244" y="11186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3242373" y="11203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3230226" y="11185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3266667" y="1118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3240944" y="11199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3240944" y="1121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3170205" y="11209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3178065" y="11210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3171634" y="11229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3152342" y="1122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3253805" y="1119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3207361" y="11214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3230226" y="11179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3303822" y="11173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3245945" y="1120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3158058" y="11199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3224509" y="11210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3830431" y="10875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3767552" y="108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3999775" y="10907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132677" y="11065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3931894" y="10953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3913316" y="10876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4102667" y="10832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3919033" y="10944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4003347" y="10679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3195928" y="1118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3216650" y="11208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3243087" y="1117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3334547" y="11116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4211990" y="10970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4483511" y="10852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3253091" y="11180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3432438" y="11188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3195928" y="11155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3190212" y="11115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3249518" y="111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3244516" y="11153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3270954" y="1116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3239515" y="11142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3244516" y="11178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3219508" y="11184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3737542" y="10590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3835433" y="10604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4870072" y="1113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118014" y="111288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087289" y="11143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142308" y="11120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3473880" y="11176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3831145" y="1117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3257378" y="11182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3144482" y="11124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3307395" y="11196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3245231" y="1114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3247374" y="11139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3174492" y="11163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3245945" y="112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3258092" y="1119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3270239" y="11197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3225939" y="111511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3138051" y="11122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3193785" y="11125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3238086" y="11188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3205932" y="1093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3265238" y="11193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3229511" y="11224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3253805" y="11183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3293819" y="11147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3197357" y="1109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3294533" y="1118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3551764" y="11192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3753262" y="11166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3844007" y="11154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4322028" y="11014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3267381" y="11194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3331689" y="11183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3266667" y="11172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3290961" y="1116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3214506" y="11161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3181638" y="11174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3189497" y="1115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3186639" y="11166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3408144" y="11213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3364557" y="112080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3382421" y="11206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6133361" y="10986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6144794" y="10966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3310968" y="11163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3733969" y="1090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3761121" y="10851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3436010" y="11215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3576773" y="11196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3829002" y="1120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3225224" y="11201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3196643" y="11053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3203788" y="11190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3293819" y="11184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3300250" y="11164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3282386" y="1119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3287388" y="11145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3295248" y="11157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3586062" y="11131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3398855" y="11167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3421720" y="11153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3493173" y="1116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3253805" y="11199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3308109" y="11158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3915460" y="110943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3152342" y="1121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3282386" y="11158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3257378" y="1115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3244516" y="11150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3235942" y="11171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4797905" y="10510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3466735" y="11161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3432438" y="11164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3324544" y="11136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3400998" y="11106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3170205" y="1109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3208790" y="11116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040130" y="1097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435265" y="1090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3161631" y="11128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3151627" y="1113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3153771" y="1114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3198072" y="111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4206988" y="11112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4248431" y="11035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4128390" y="1053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4042646" y="10504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3251662" y="11191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408113" y="1088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390250" y="10735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6013320" y="10878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3185210" y="11185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3208790" y="11205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3184496" y="1113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4751460" y="10744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4975823" y="11056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4960103" y="1095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4346322" y="1102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4471364" y="11009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3156629" y="11186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3111614" y="1117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3342407" y="11107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3376704" y="11150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3385279" y="11157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3466021" y="11142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3558909" y="11134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3686810" y="1113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3875446" y="11144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4216277" y="11141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827542" y="10765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974021" y="10697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6266264" y="1051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3708961" y="11177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3321686" y="11143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3320971" y="1117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3333118" y="11160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3290961" y="1116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3305966" y="11116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3748260" y="1115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4038359" y="11118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3218079" y="11193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3190212" y="1116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3457446" y="1100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3325973" y="11138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3305251" y="11175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3335976" y="11178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3354554" y="11165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3318113" y="11166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3301679" y="11118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3337405" y="11111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0175" y="10604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3255949" y="11177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3261665" y="1118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4941525" y="108252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4967963" y="10944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3581060" y="11129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3690383" y="11112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3280243" y="11112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413115" y="11081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4616414" y="10936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4734311" y="10672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032985" y="1049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5161600" y="106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239484" y="10445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3228797" y="11199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3260236" y="11198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4201272" y="11108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4333460" y="11078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6619956" y="10641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7110124" y="10750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3229511" y="11158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3193785" y="1120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3400998" y="11189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3518181" y="11157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3815426" y="1113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3881163" y="11126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4156257" y="11128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3358841" y="1118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3240944" y="11165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3235942" y="11202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3889737" y="1119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3770410" y="1103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3829716" y="10980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243057" y="10487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883990" y="1040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6201242" y="10509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3188783" y="1117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3259521" y="1115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3202359" y="1117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3178780" y="11137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3238086" y="11191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3283815" y="11181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3990486" y="1077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3349552" y="11222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3542475" y="1120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3185925" y="11194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3187354" y="1118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3259521" y="11137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3138766" y="11196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3144482" y="11192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3296677" y="11126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3392424" y="11153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3358127" y="11189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3253805" y="11168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3261665" y="11203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3252376" y="11163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3327402" y="11166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3223795" y="11159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4079802" y="11081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3892595" y="11120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3950472" y="11134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3934038" y="11153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3349552" y="11144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3468164" y="11180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3849723" y="11176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4702872" y="11112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521009" y="10746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901139" y="10691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3273097" y="11170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3140195" y="11154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3192356" y="11201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3230940" y="11089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3261665" y="11098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3245945" y="1110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3252376" y="11101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3220222" y="11109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3233798" y="11094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3353839" y="11172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3275956" y="1117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3292390" y="1119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3278814" y="11181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3250233" y="11189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3289532" y="1118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3230226" y="11071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3229511" y="11145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3182352" y="1115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784671" y="10836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631761" y="10896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3182352" y="11174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3237371" y="11173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3266667" y="11154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3218793" y="11170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3223795" y="11189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3288817" y="11195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4650711" y="11128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3279528" y="11169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3216650" y="11170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4475652" y="11139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4623559" y="11132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3315969" y="1115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3318113" y="10876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3249518" y="1117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3283101" y="1118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3233084" y="11178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3323829" y="11146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3234513" y="11157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3263809" y="11182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5417402" y="11084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470277" y="1092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3526041" y="11168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3204503" y="11126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4527098" y="10749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4592120" y="10960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3580345" y="11167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3186639" y="11185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3216650" y="11183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3277385" y="1119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3275241" y="11201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3743973" y="11112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3870445" y="11018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3989057" y="1100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4176978" y="1109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4214848" y="11024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3319542" y="11168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3277385" y="1117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3260950" y="1117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3280957" y="11181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4103381" y="10885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3258092" y="11190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3262380" y="111650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3185925" y="11153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3210933" y="1114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3218793" y="1115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3273097" y="11104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3914745" y="10799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3961190" y="10716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3290961" y="1119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3074458" y="11174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3230226" y="1118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3207361" y="11150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3754691" y="11089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4069084" y="10903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4250575" y="10937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4192698" y="10956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3230226" y="11035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3238086" y="11219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3283815" y="1117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3304537" y="1112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4084804" y="11137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3232369" y="1119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3233798" y="111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3250947" y="11172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3228797" y="111816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4677864" y="10890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3646797" y="11001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3664660" y="10906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3519610" y="10894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3323115" y="11215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3828287" y="10732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4360612" y="10875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4182694" y="1090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3399569" y="1118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3239515" y="11184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3269525" y="11192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3278099" y="1117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3217364" y="11107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250202" y="1106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230195" y="1100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224479" y="10968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5149453" y="11006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4745744" y="1100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3258092" y="11153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3308824" y="1116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3314540" y="11163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012264" y="1085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3534615" y="11139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3594636" y="11103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3444585" y="11148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3479597" y="1114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3556051" y="11133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3288103" y="1101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3290961" y="11194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3270954" y="11159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3703959" y="11084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3280957" y="11143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3264523" y="112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3276670" y="11173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3230940" y="1113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323451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3270239" y="11154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3284530" y="11179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3310253" y="11200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3224509" y="11178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3266667" y="111256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3285959" y="11175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3279528" y="11172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3263809" y="1117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3224509" y="11131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3260950" y="1115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3224509" y="11167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3242373" y="11184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3202359" y="11168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3598923" y="10992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3626075" y="10970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3304537" y="11223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3340978" y="11169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3228797" y="11196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3356698" y="11180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3241658" y="11196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3240229" y="1121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3262380" y="11198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3276670" y="1118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3290961" y="11170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3412431" y="11149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3267381" y="11221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3350981" y="11201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6082630" y="10852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3096609" y="11149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3258092" y="1121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4041217" y="10986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4046219" y="10837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4106954" y="1096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4111956" y="11001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4336318" y="11123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4653570" y="11092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3183067" y="11192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3215221" y="11193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3222366" y="11196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3288817" y="1114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3273097" y="11156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3258807" y="11148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4664287" y="1079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3260950" y="11093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3220937" y="11039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3233798" y="11072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3266667" y="11164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3285959" y="11180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3291675" y="11190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3393853" y="11172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3255949" y="111337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3279528" y="11146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3213077" y="1113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3195214" y="111218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3403142" y="11152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3271668" y="11175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3264523" y="11178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3752547" y="10847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3865443" y="10809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3786845" y="1114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3208790" y="11046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3172349" y="11185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3186639" y="11172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3149484" y="11150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135877" y="1093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3225224" y="1110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3228797" y="1112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3334547" y="11116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3777556" y="1107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3262380" y="1116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3274527" y="11175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3175921" y="11190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3207361" y="11185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3248803" y="11156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4369187" y="1088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4180551" y="10800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3285959" y="1117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3281672" y="11172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3346694" y="11164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3421720" y="111479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3647511" y="10949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4956530" y="10991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737512" y="11011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443125" y="11040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500288" y="1099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3529614" y="11170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3679665" y="11156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3208790" y="11149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3263094" y="11206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3401713" y="11085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3471022" y="10821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3112328" y="1118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3168776" y="11192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3161631" y="11177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3235942" y="11161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3178065" y="11146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3211648" y="11175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3208075" y="11173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3220937" y="10860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3304537" y="11207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3235227" y="1118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3666804" y="10825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3531757" y="11103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3613214" y="11150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3778985" y="1114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4349894" y="11051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3146626" y="11200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3382421" y="11132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3343836" y="11126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3198072" y="1121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4475652" y="1113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3218793" y="1117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3644653" y="1097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5074428" y="11127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480995" y="11129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3223795" y="11190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3192356" y="11169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3111614" y="11181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3227368" y="111643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3214506" y="1118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3787559" y="11122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3283815" y="11174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3282386" y="11155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3090178" y="1114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3106612" y="11159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3206646" y="1119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3243087" y="11179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3235942" y="11180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3426007" y="11149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3477453" y="1116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3501033" y="11151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3616786" y="11168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3622503" y="11187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3276670" y="11186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3250947" y="11188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3175207" y="1118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3204503" y="11197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3221651" y="11187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3194499" y="11197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4463505" y="11053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3573200" y="1109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3162345" y="11171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3261665" y="1113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3238800" y="11121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3244516" y="11133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3831860" y="11162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3799706" y="11076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3183781" y="11186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3650369" y="11069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4680007" y="11021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3245231" y="11211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3149484" y="11214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3180923" y="11203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290216" y="1095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3255234" y="11184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3225224" y="1117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3646082" y="1114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3318113" y="1115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3250233" y="11205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3195928" y="11195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3411002" y="11152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3235942" y="11126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4451358" y="1088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4751460" y="10856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134448" y="106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037987" y="10555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3271668" y="10941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5460274" y="11083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3598923" y="10982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3737542" y="10825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3928322" y="10820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3236656" y="11099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3231655" y="11183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3261665" y="11180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3170205" y="11163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3193070" y="11128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3323115" y="11144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3320971" y="11154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3303822" y="11149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4131248" y="11005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4122674" y="1102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3742544" y="11046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3876161" y="10989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3919033" y="1099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3236656" y="11178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3866157" y="1116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3238800" y="1117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3209504" y="11159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4008349" y="1115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4284872" y="11207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3338120" y="11209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3815426" y="10898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3912602" y="10874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4113385" y="11140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4403484" y="10717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4519952" y="10700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4923662" y="10618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4606411" y="1047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3892595" y="1118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3891166" y="11101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3933323" y="11153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3904742" y="11142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3896168" y="1114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3912602" y="11104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3894024" y="1108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950442" y="106417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909713" y="10412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6249830" y="1043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3267381" y="1113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3255949" y="11141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3303822" y="11139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3353125" y="11157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3175921" y="11205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3255234" y="11212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3245231" y="1118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4119101" y="110217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4063368" y="11105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3308109" y="111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3399569" y="11179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3853296" y="11156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3566769" y="110316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3213791" y="111733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3577487" y="11130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4429207" y="10793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3281672" y="11238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3235227" y="1120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3751118" y="11160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3733255" y="11096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4033357" y="11172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4001204" y="1099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4244858" y="1097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3656800" y="11140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3773983" y="11056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3238086" y="11178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3215935" y="1119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3219508" y="11182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3330260" y="11164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3285244" y="10814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3202359" y="11196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3223080" y="11187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3192356" y="11205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3197357" y="11189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3189497" y="11182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3260950" y="1116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3267381" y="11148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3203074" y="11129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3687525" y="111604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4185552" y="1113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4644281" y="11112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3178065" y="11141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3216650" y="11174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3300964" y="11185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3252376" y="11167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3211648" y="11121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3219508" y="11149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3269525" y="11204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3967621" y="10863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3233084" y="11186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4134821" y="11141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4159115" y="11091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3138766" y="11191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3251662" y="11105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3217364" y="11058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3195928" y="1107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3328831" y="11163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3329545" y="11210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3290961" y="1118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3282386" y="11182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3319542" y="1118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3307395" y="111360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3312397" y="1118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3302393" y="11179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4507805" y="10933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3964048" y="10800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4015494" y="10765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4011922" y="10727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3955474" y="11047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3347409" y="11172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4574257" y="11069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4088376" y="11089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3959046" y="11072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3961190" y="1106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3195214" y="11182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3253091" y="112078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3269525" y="11198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3223080" y="11147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3209504" y="1114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3172349" y="11129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3220937" y="11163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3922605" y="11148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4009063" y="11109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3395282" y="1118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4631419" y="10837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4854352" y="10927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3831145" y="11132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3215221" y="111881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3342407" y="11134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3283101" y="11169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3411716" y="11191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3232369" y="1117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3267381" y="11151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3138766" y="11143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3313826" y="11182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3359556" y="11178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3148769" y="11192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3129477" y="11174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3310253" y="111159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3183067" y="11171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3229511" y="11100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4722164" y="1099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4585689" y="10939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4984397" y="10787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4464934" y="11092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4194841" y="10953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3471737" y="11152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3599638" y="11137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3600352" y="11164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3651084" y="11149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4009063" y="10996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4348465" y="10867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3416003" y="1113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3506749" y="11162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3533901" y="11140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3314540" y="11168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3857583" y="1056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3804708" y="10717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3543904" y="11151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4038359" y="11055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3286674" y="11146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3227368" y="1116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3204503" y="11142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3228797" y="11175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3288103" y="1115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3233798" y="1119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3182352" y="111825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3233798" y="11173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3218079" y="11195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3917604" y="11102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4141251" y="11085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3237371" y="1120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4866499" y="10668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4201272" y="11185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4670718" y="111853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3272383" y="11164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3278099" y="1116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3390280" y="11109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3733969" y="11131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3944756" y="11147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4202701" y="11093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3281672" y="111252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3412431" y="11208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3605354" y="11182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3917604" y="1115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4101952" y="10988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4731453" y="10433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4802192" y="10814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6405597" y="10628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858267" y="11092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574599" y="1111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762520" y="11076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6193382" y="11125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3273097" y="1121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3253805" y="11230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3289532" y="112059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3253805" y="11189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3223795" y="11193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3123046" y="11212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3211648" y="11139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3339549" y="11098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3257378" y="11174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3279528" y="11179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3254520" y="10771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3265238" y="10727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3272383" y="11179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3319542" y="11187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3239515" y="11097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3518181" y="10956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3267381" y="1110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3262380" y="111752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4710017" y="11079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3534615" y="11134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3822571" y="11128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4162687" y="11134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3186639" y="112113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3211648" y="11200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3893310" y="11142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4792188" y="10827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4908657" y="10715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3198072" y="11206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3208790" y="11143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3164489" y="111829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3107327" y="11183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3166633" y="11180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3295962" y="111677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3224509" y="11161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4928664" y="11034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207330" y="11115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075857" y="1109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3298106" y="11074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816824" y="1076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3255234" y="11199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3271668" y="112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037987" y="10957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4559252" y="11142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4728595" y="11120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3369559" y="11172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3321686" y="1114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3466021" y="1071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4247002" y="11104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3766123" y="11149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3302393" y="110446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3360270" y="1108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3279528" y="11190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7011519" y="11088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3259521" y="11114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3228797" y="11171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3196643" y="11178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3170920" y="11176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3183067" y="11174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3146626" y="1118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3177350" y="11186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4824342" y="11068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4696441" y="11016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4723593" y="1104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148739" y="10902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3252376" y="11163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3240229" y="11188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3277385" y="11179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3218793" y="111849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4544246" y="108576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3270239" y="11148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3961190" y="10902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3579631" y="11171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3631792" y="11152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3834004" y="11175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3255234" y="11063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3235942" y="11053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3244516" y="109500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3252376" y="11155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3225224" y="11210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3290961" y="11207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3263809" y="11116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3327402" y="1108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3337405" y="11193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3374561" y="11191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337375" y="11066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322370" y="10942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5115156" y="11019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3235227" y="11180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3263809" y="11202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3315255" y="11180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3202359" y="11170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798961" y="10657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3185210" y="1119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3367415" y="11265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3197357" y="11176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3158058" y="1116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3184496" y="11186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3212362" y="11164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3215221" y="11107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3218793" y="11105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3340978" y="11152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3270954" y="11197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3267381" y="10868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3262380" y="11181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3248803" y="1118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3228082" y="11153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3252376" y="11168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3203074" y="11168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3195928" y="11171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3268096" y="11185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3251662" y="11217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3723251" y="11091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3889737" y="1106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3255949" y="11193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3232369" y="11204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3919033" y="11143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3550335" y="11143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3632506" y="11133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4318455" y="1098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3265238" y="11199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3286674" y="11204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3266667" y="1117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3248803" y="11179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3290246" y="11189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3248089" y="111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3311682" y="11182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3280243" y="1118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3315255" y="11085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3199501" y="11202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4808623" y="11081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3193785" y="1117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3132335" y="11172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3268096" y="11179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3278099" y="11191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3273812" y="1117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3298821" y="11183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4482082" y="10998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5410257" y="1092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3203074" y="11183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3223795" y="11178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3315255" y="11175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3248089" y="11168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3237371" y="11178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3681809" y="11098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4494229" y="11073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3211648" y="11135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3218079" y="11186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3192356" y="11159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3492458" y="1118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3313111" y="11195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3323829" y="11143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6105495" y="10824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3300964" y="11182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3326810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2897501" y="11165423"/>
              <a:ext cx="4439232" cy="0"/>
            </a:xfrm>
            <a:custGeom>
              <a:avLst/>
              <a:pathLst>
                <a:path w="4439232" h="0">
                  <a:moveTo>
                    <a:pt x="0" y="0"/>
                  </a:moveTo>
                  <a:lnTo>
                    <a:pt x="4439232" y="0"/>
                  </a:lnTo>
                  <a:lnTo>
                    <a:pt x="443923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36" name="pg5236"/>
            <p:cNvSpPr/>
            <p:nvPr/>
          </p:nvSpPr>
          <p:spPr>
            <a:xfrm>
              <a:off x="2897501" y="9974678"/>
              <a:ext cx="649366" cy="257331"/>
            </a:xfrm>
            <a:custGeom>
              <a:avLst/>
              <a:pathLst>
                <a:path w="649366" h="257331">
                  <a:moveTo>
                    <a:pt x="0" y="257331"/>
                  </a:moveTo>
                  <a:lnTo>
                    <a:pt x="624220" y="257331"/>
                  </a:lnTo>
                  <a:lnTo>
                    <a:pt x="623208" y="257311"/>
                  </a:lnTo>
                  <a:lnTo>
                    <a:pt x="627251" y="257148"/>
                  </a:lnTo>
                  <a:lnTo>
                    <a:pt x="631216" y="256339"/>
                  </a:lnTo>
                  <a:lnTo>
                    <a:pt x="635000" y="254904"/>
                  </a:lnTo>
                  <a:lnTo>
                    <a:pt x="638505" y="252880"/>
                  </a:lnTo>
                  <a:lnTo>
                    <a:pt x="641640" y="250321"/>
                  </a:lnTo>
                  <a:lnTo>
                    <a:pt x="644323" y="247292"/>
                  </a:lnTo>
                  <a:lnTo>
                    <a:pt x="646486" y="243871"/>
                  </a:lnTo>
                  <a:lnTo>
                    <a:pt x="648072" y="240148"/>
                  </a:lnTo>
                  <a:lnTo>
                    <a:pt x="649041" y="236219"/>
                  </a:lnTo>
                  <a:lnTo>
                    <a:pt x="649366" y="232185"/>
                  </a:lnTo>
                  <a:lnTo>
                    <a:pt x="6493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tx5237"/>
            <p:cNvSpPr/>
            <p:nvPr/>
          </p:nvSpPr>
          <p:spPr>
            <a:xfrm>
              <a:off x="2635380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238" name="tx5238"/>
            <p:cNvSpPr/>
            <p:nvPr/>
          </p:nvSpPr>
          <p:spPr>
            <a:xfrm>
              <a:off x="2743906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(13.8%)</a:t>
              </a:r>
            </a:p>
          </p:txBody>
        </p:sp>
        <p:sp>
          <p:nvSpPr>
            <p:cNvPr id="5239" name="pg5239"/>
            <p:cNvSpPr/>
            <p:nvPr/>
          </p:nvSpPr>
          <p:spPr>
            <a:xfrm>
              <a:off x="2897501" y="11143779"/>
              <a:ext cx="649366" cy="257331"/>
            </a:xfrm>
            <a:custGeom>
              <a:avLst/>
              <a:pathLst>
                <a:path w="649366" h="257331">
                  <a:moveTo>
                    <a:pt x="649366" y="257331"/>
                  </a:moveTo>
                  <a:lnTo>
                    <a:pt x="649366" y="25146"/>
                  </a:lnTo>
                  <a:lnTo>
                    <a:pt x="649041" y="21112"/>
                  </a:lnTo>
                  <a:lnTo>
                    <a:pt x="648072" y="17183"/>
                  </a:lnTo>
                  <a:lnTo>
                    <a:pt x="646486" y="13460"/>
                  </a:lnTo>
                  <a:lnTo>
                    <a:pt x="644323" y="10039"/>
                  </a:lnTo>
                  <a:lnTo>
                    <a:pt x="641640" y="7010"/>
                  </a:lnTo>
                  <a:lnTo>
                    <a:pt x="638505" y="4451"/>
                  </a:lnTo>
                  <a:lnTo>
                    <a:pt x="635000" y="2427"/>
                  </a:lnTo>
                  <a:lnTo>
                    <a:pt x="631216" y="992"/>
                  </a:lnTo>
                  <a:lnTo>
                    <a:pt x="627251" y="183"/>
                  </a:lnTo>
                  <a:lnTo>
                    <a:pt x="624220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tx5240"/>
            <p:cNvSpPr/>
            <p:nvPr/>
          </p:nvSpPr>
          <p:spPr>
            <a:xfrm>
              <a:off x="2627535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241" name="tx5241"/>
            <p:cNvSpPr/>
            <p:nvPr/>
          </p:nvSpPr>
          <p:spPr>
            <a:xfrm>
              <a:off x="2743906" y="11355752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480 (50.9%)</a:t>
              </a:r>
            </a:p>
          </p:txBody>
        </p:sp>
        <p:sp>
          <p:nvSpPr>
            <p:cNvPr id="5242" name="pg5242"/>
            <p:cNvSpPr/>
            <p:nvPr/>
          </p:nvSpPr>
          <p:spPr>
            <a:xfrm>
              <a:off x="3973826" y="99746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tx5243"/>
            <p:cNvSpPr/>
            <p:nvPr/>
          </p:nvSpPr>
          <p:spPr>
            <a:xfrm>
              <a:off x="4015736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244" name="tx5244"/>
            <p:cNvSpPr/>
            <p:nvPr/>
          </p:nvSpPr>
          <p:spPr>
            <a:xfrm>
              <a:off x="4069897" y="10058994"/>
              <a:ext cx="76105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287 (30.4%)</a:t>
              </a:r>
            </a:p>
          </p:txBody>
        </p:sp>
        <p:sp>
          <p:nvSpPr>
            <p:cNvPr id="5245" name="pg5245"/>
            <p:cNvSpPr/>
            <p:nvPr/>
          </p:nvSpPr>
          <p:spPr>
            <a:xfrm>
              <a:off x="3857251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tx5246"/>
            <p:cNvSpPr/>
            <p:nvPr/>
          </p:nvSpPr>
          <p:spPr>
            <a:xfrm>
              <a:off x="3899161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247" name="tx5247"/>
            <p:cNvSpPr/>
            <p:nvPr/>
          </p:nvSpPr>
          <p:spPr>
            <a:xfrm>
              <a:off x="4225286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(4.9%)</a:t>
              </a:r>
            </a:p>
          </p:txBody>
        </p:sp>
        <p:sp>
          <p:nvSpPr>
            <p:cNvPr id="5248" name="rc5248"/>
            <p:cNvSpPr/>
            <p:nvPr/>
          </p:nvSpPr>
          <p:spPr>
            <a:xfrm>
              <a:off x="2897501" y="9974678"/>
              <a:ext cx="4439232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tx5249"/>
            <p:cNvSpPr/>
            <p:nvPr/>
          </p:nvSpPr>
          <p:spPr>
            <a:xfrm>
              <a:off x="2772715" y="111449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50" name="tx5250"/>
            <p:cNvSpPr/>
            <p:nvPr/>
          </p:nvSpPr>
          <p:spPr>
            <a:xfrm>
              <a:off x="2772715" y="1089699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251" name="tx5251"/>
            <p:cNvSpPr/>
            <p:nvPr/>
          </p:nvSpPr>
          <p:spPr>
            <a:xfrm>
              <a:off x="2710559" y="106462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52" name="tx5252"/>
            <p:cNvSpPr/>
            <p:nvPr/>
          </p:nvSpPr>
          <p:spPr>
            <a:xfrm>
              <a:off x="2710559" y="1039682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253" name="tx5253"/>
            <p:cNvSpPr/>
            <p:nvPr/>
          </p:nvSpPr>
          <p:spPr>
            <a:xfrm>
              <a:off x="2710559" y="1014745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54" name="pl5254"/>
            <p:cNvSpPr/>
            <p:nvPr/>
          </p:nvSpPr>
          <p:spPr>
            <a:xfrm>
              <a:off x="2862706" y="111866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2862706" y="1093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2862706" y="106878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2862706" y="104385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2862706" y="101891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3281669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4342462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54032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6464048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tx5263"/>
            <p:cNvSpPr/>
            <p:nvPr/>
          </p:nvSpPr>
          <p:spPr>
            <a:xfrm>
              <a:off x="3250592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264" name="tx5264"/>
            <p:cNvSpPr/>
            <p:nvPr/>
          </p:nvSpPr>
          <p:spPr>
            <a:xfrm>
              <a:off x="4280307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265" name="tx5265"/>
            <p:cNvSpPr/>
            <p:nvPr/>
          </p:nvSpPr>
          <p:spPr>
            <a:xfrm>
              <a:off x="534109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266" name="tx5266"/>
            <p:cNvSpPr/>
            <p:nvPr/>
          </p:nvSpPr>
          <p:spPr>
            <a:xfrm>
              <a:off x="6401892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267" name="tx5267"/>
            <p:cNvSpPr/>
            <p:nvPr/>
          </p:nvSpPr>
          <p:spPr>
            <a:xfrm>
              <a:off x="4259306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268" name="tx5268"/>
            <p:cNvSpPr/>
            <p:nvPr/>
          </p:nvSpPr>
          <p:spPr>
            <a:xfrm rot="-5400000">
              <a:off x="1668130" y="10622342"/>
              <a:ext cx="180893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(Z)</a:t>
              </a:r>
            </a:p>
          </p:txBody>
        </p:sp>
        <p:sp>
          <p:nvSpPr>
            <p:cNvPr id="5269" name="tx5269"/>
            <p:cNvSpPr/>
            <p:nvPr/>
          </p:nvSpPr>
          <p:spPr>
            <a:xfrm>
              <a:off x="2897501" y="9735529"/>
              <a:ext cx="176971" cy="1314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Q.</a:t>
              </a:r>
            </a:p>
          </p:txBody>
        </p:sp>
        <p:sp>
          <p:nvSpPr>
            <p:cNvPr id="5270" name="rc5270"/>
            <p:cNvSpPr/>
            <p:nvPr/>
          </p:nvSpPr>
          <p:spPr>
            <a:xfrm>
              <a:off x="80632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87078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87078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87078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87078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89059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91888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94717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97546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87078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87078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87078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87078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87078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87644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90473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93302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96131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98961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87644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8261"/>
                  </a:lnTo>
                  <a:lnTo>
                    <a:pt x="0" y="1124863"/>
                  </a:lnTo>
                  <a:lnTo>
                    <a:pt x="0" y="1121464"/>
                  </a:lnTo>
                  <a:lnTo>
                    <a:pt x="0" y="1118066"/>
                  </a:lnTo>
                  <a:lnTo>
                    <a:pt x="0" y="1114668"/>
                  </a:lnTo>
                  <a:lnTo>
                    <a:pt x="0" y="1111269"/>
                  </a:lnTo>
                  <a:lnTo>
                    <a:pt x="0" y="1107871"/>
                  </a:lnTo>
                  <a:lnTo>
                    <a:pt x="0" y="1104473"/>
                  </a:lnTo>
                  <a:lnTo>
                    <a:pt x="0" y="1101074"/>
                  </a:lnTo>
                  <a:lnTo>
                    <a:pt x="0" y="1097676"/>
                  </a:lnTo>
                  <a:lnTo>
                    <a:pt x="0" y="1094277"/>
                  </a:lnTo>
                  <a:lnTo>
                    <a:pt x="0" y="1090879"/>
                  </a:lnTo>
                  <a:lnTo>
                    <a:pt x="0" y="1087481"/>
                  </a:lnTo>
                  <a:lnTo>
                    <a:pt x="0" y="1084082"/>
                  </a:lnTo>
                  <a:lnTo>
                    <a:pt x="0" y="1080684"/>
                  </a:lnTo>
                  <a:lnTo>
                    <a:pt x="0" y="1077286"/>
                  </a:lnTo>
                  <a:lnTo>
                    <a:pt x="0" y="1073887"/>
                  </a:lnTo>
                  <a:lnTo>
                    <a:pt x="0" y="1070489"/>
                  </a:lnTo>
                  <a:lnTo>
                    <a:pt x="0" y="1067090"/>
                  </a:lnTo>
                  <a:lnTo>
                    <a:pt x="0" y="1063692"/>
                  </a:lnTo>
                  <a:lnTo>
                    <a:pt x="0" y="1060294"/>
                  </a:lnTo>
                  <a:lnTo>
                    <a:pt x="0" y="1056895"/>
                  </a:lnTo>
                  <a:lnTo>
                    <a:pt x="0" y="1053497"/>
                  </a:lnTo>
                  <a:lnTo>
                    <a:pt x="0" y="1050099"/>
                  </a:lnTo>
                  <a:lnTo>
                    <a:pt x="0" y="1046700"/>
                  </a:lnTo>
                  <a:lnTo>
                    <a:pt x="0" y="1043302"/>
                  </a:lnTo>
                  <a:lnTo>
                    <a:pt x="0" y="1039903"/>
                  </a:lnTo>
                  <a:lnTo>
                    <a:pt x="0" y="1036505"/>
                  </a:lnTo>
                  <a:lnTo>
                    <a:pt x="0" y="1033107"/>
                  </a:lnTo>
                  <a:lnTo>
                    <a:pt x="0" y="1029708"/>
                  </a:lnTo>
                  <a:lnTo>
                    <a:pt x="0" y="1026310"/>
                  </a:lnTo>
                  <a:lnTo>
                    <a:pt x="0" y="1022911"/>
                  </a:lnTo>
                  <a:lnTo>
                    <a:pt x="0" y="1019513"/>
                  </a:lnTo>
                  <a:lnTo>
                    <a:pt x="0" y="1016115"/>
                  </a:lnTo>
                  <a:lnTo>
                    <a:pt x="0" y="1012716"/>
                  </a:lnTo>
                  <a:lnTo>
                    <a:pt x="1855" y="1012716"/>
                  </a:lnTo>
                  <a:lnTo>
                    <a:pt x="3710" y="1012716"/>
                  </a:lnTo>
                  <a:lnTo>
                    <a:pt x="3710" y="1009318"/>
                  </a:lnTo>
                  <a:lnTo>
                    <a:pt x="3710" y="1005920"/>
                  </a:lnTo>
                  <a:lnTo>
                    <a:pt x="3710" y="1002521"/>
                  </a:lnTo>
                  <a:lnTo>
                    <a:pt x="3710" y="999123"/>
                  </a:lnTo>
                  <a:lnTo>
                    <a:pt x="3710" y="995724"/>
                  </a:lnTo>
                  <a:lnTo>
                    <a:pt x="3710" y="992326"/>
                  </a:lnTo>
                  <a:lnTo>
                    <a:pt x="3710" y="988928"/>
                  </a:lnTo>
                  <a:lnTo>
                    <a:pt x="3710" y="985529"/>
                  </a:lnTo>
                  <a:lnTo>
                    <a:pt x="3710" y="982131"/>
                  </a:lnTo>
                  <a:lnTo>
                    <a:pt x="3710" y="978733"/>
                  </a:lnTo>
                  <a:lnTo>
                    <a:pt x="3710" y="975334"/>
                  </a:lnTo>
                  <a:lnTo>
                    <a:pt x="5565" y="975334"/>
                  </a:lnTo>
                  <a:lnTo>
                    <a:pt x="5565" y="971936"/>
                  </a:lnTo>
                  <a:lnTo>
                    <a:pt x="5565" y="968537"/>
                  </a:lnTo>
                  <a:lnTo>
                    <a:pt x="5565" y="965139"/>
                  </a:lnTo>
                  <a:lnTo>
                    <a:pt x="5565" y="961741"/>
                  </a:lnTo>
                  <a:lnTo>
                    <a:pt x="5565" y="958342"/>
                  </a:lnTo>
                  <a:lnTo>
                    <a:pt x="5565" y="954944"/>
                  </a:lnTo>
                  <a:lnTo>
                    <a:pt x="5565" y="951546"/>
                  </a:lnTo>
                  <a:lnTo>
                    <a:pt x="5565" y="948147"/>
                  </a:lnTo>
                  <a:lnTo>
                    <a:pt x="5565" y="944749"/>
                  </a:lnTo>
                  <a:lnTo>
                    <a:pt x="7420" y="944749"/>
                  </a:lnTo>
                  <a:lnTo>
                    <a:pt x="7420" y="941350"/>
                  </a:lnTo>
                  <a:lnTo>
                    <a:pt x="7420" y="937952"/>
                  </a:lnTo>
                  <a:lnTo>
                    <a:pt x="9275" y="937952"/>
                  </a:lnTo>
                  <a:lnTo>
                    <a:pt x="9275" y="934554"/>
                  </a:lnTo>
                  <a:lnTo>
                    <a:pt x="9275" y="931155"/>
                  </a:lnTo>
                  <a:lnTo>
                    <a:pt x="9275" y="927757"/>
                  </a:lnTo>
                  <a:lnTo>
                    <a:pt x="9275" y="924358"/>
                  </a:lnTo>
                  <a:lnTo>
                    <a:pt x="9275" y="920960"/>
                  </a:lnTo>
                  <a:lnTo>
                    <a:pt x="9275" y="917562"/>
                  </a:lnTo>
                  <a:lnTo>
                    <a:pt x="9275" y="914163"/>
                  </a:lnTo>
                  <a:lnTo>
                    <a:pt x="9275" y="910765"/>
                  </a:lnTo>
                  <a:lnTo>
                    <a:pt x="9275" y="907367"/>
                  </a:lnTo>
                  <a:lnTo>
                    <a:pt x="9275" y="903968"/>
                  </a:lnTo>
                  <a:lnTo>
                    <a:pt x="9275" y="900570"/>
                  </a:lnTo>
                  <a:lnTo>
                    <a:pt x="9275" y="897171"/>
                  </a:lnTo>
                  <a:lnTo>
                    <a:pt x="9275" y="893773"/>
                  </a:lnTo>
                  <a:lnTo>
                    <a:pt x="9275" y="890375"/>
                  </a:lnTo>
                  <a:lnTo>
                    <a:pt x="9275" y="886976"/>
                  </a:lnTo>
                  <a:lnTo>
                    <a:pt x="9275" y="883578"/>
                  </a:lnTo>
                  <a:lnTo>
                    <a:pt x="9275" y="880180"/>
                  </a:lnTo>
                  <a:lnTo>
                    <a:pt x="9275" y="876781"/>
                  </a:lnTo>
                  <a:lnTo>
                    <a:pt x="11131" y="876781"/>
                  </a:lnTo>
                  <a:lnTo>
                    <a:pt x="11131" y="873383"/>
                  </a:lnTo>
                  <a:lnTo>
                    <a:pt x="11131" y="869984"/>
                  </a:lnTo>
                  <a:lnTo>
                    <a:pt x="12986" y="869984"/>
                  </a:lnTo>
                  <a:lnTo>
                    <a:pt x="12986" y="866586"/>
                  </a:lnTo>
                  <a:lnTo>
                    <a:pt x="12986" y="863188"/>
                  </a:lnTo>
                  <a:lnTo>
                    <a:pt x="12986" y="859789"/>
                  </a:lnTo>
                  <a:lnTo>
                    <a:pt x="12986" y="856391"/>
                  </a:lnTo>
                  <a:lnTo>
                    <a:pt x="12986" y="852993"/>
                  </a:lnTo>
                  <a:lnTo>
                    <a:pt x="14841" y="852993"/>
                  </a:lnTo>
                  <a:lnTo>
                    <a:pt x="14841" y="849594"/>
                  </a:lnTo>
                  <a:lnTo>
                    <a:pt x="14841" y="846196"/>
                  </a:lnTo>
                  <a:lnTo>
                    <a:pt x="14841" y="842797"/>
                  </a:lnTo>
                  <a:lnTo>
                    <a:pt x="14841" y="839399"/>
                  </a:lnTo>
                  <a:lnTo>
                    <a:pt x="14841" y="836001"/>
                  </a:lnTo>
                  <a:lnTo>
                    <a:pt x="14841" y="832602"/>
                  </a:lnTo>
                  <a:lnTo>
                    <a:pt x="14841" y="829204"/>
                  </a:lnTo>
                  <a:lnTo>
                    <a:pt x="16696" y="829204"/>
                  </a:lnTo>
                  <a:lnTo>
                    <a:pt x="16696" y="825806"/>
                  </a:lnTo>
                  <a:lnTo>
                    <a:pt x="16696" y="822407"/>
                  </a:lnTo>
                  <a:lnTo>
                    <a:pt x="16696" y="819009"/>
                  </a:lnTo>
                  <a:lnTo>
                    <a:pt x="16696" y="815610"/>
                  </a:lnTo>
                  <a:lnTo>
                    <a:pt x="16696" y="812212"/>
                  </a:lnTo>
                  <a:lnTo>
                    <a:pt x="16696" y="808814"/>
                  </a:lnTo>
                  <a:lnTo>
                    <a:pt x="16696" y="805415"/>
                  </a:lnTo>
                  <a:lnTo>
                    <a:pt x="16696" y="802017"/>
                  </a:lnTo>
                  <a:lnTo>
                    <a:pt x="16696" y="798618"/>
                  </a:lnTo>
                  <a:lnTo>
                    <a:pt x="16696" y="795220"/>
                  </a:lnTo>
                  <a:lnTo>
                    <a:pt x="16696" y="791822"/>
                  </a:lnTo>
                  <a:lnTo>
                    <a:pt x="16696" y="788423"/>
                  </a:lnTo>
                  <a:lnTo>
                    <a:pt x="16696" y="785025"/>
                  </a:lnTo>
                  <a:lnTo>
                    <a:pt x="16696" y="781627"/>
                  </a:lnTo>
                  <a:lnTo>
                    <a:pt x="16696" y="778228"/>
                  </a:lnTo>
                  <a:lnTo>
                    <a:pt x="16696" y="774830"/>
                  </a:lnTo>
                  <a:lnTo>
                    <a:pt x="18551" y="774830"/>
                  </a:lnTo>
                  <a:lnTo>
                    <a:pt x="18551" y="771431"/>
                  </a:lnTo>
                  <a:lnTo>
                    <a:pt x="18551" y="768033"/>
                  </a:lnTo>
                  <a:lnTo>
                    <a:pt x="18551" y="764635"/>
                  </a:lnTo>
                  <a:lnTo>
                    <a:pt x="20406" y="764635"/>
                  </a:lnTo>
                  <a:lnTo>
                    <a:pt x="20406" y="761236"/>
                  </a:lnTo>
                  <a:lnTo>
                    <a:pt x="20406" y="757838"/>
                  </a:lnTo>
                  <a:lnTo>
                    <a:pt x="20406" y="754440"/>
                  </a:lnTo>
                  <a:lnTo>
                    <a:pt x="20406" y="751041"/>
                  </a:lnTo>
                  <a:lnTo>
                    <a:pt x="20406" y="747643"/>
                  </a:lnTo>
                  <a:lnTo>
                    <a:pt x="22262" y="747643"/>
                  </a:lnTo>
                  <a:lnTo>
                    <a:pt x="22262" y="744244"/>
                  </a:lnTo>
                  <a:lnTo>
                    <a:pt x="22262" y="740846"/>
                  </a:lnTo>
                  <a:lnTo>
                    <a:pt x="22262" y="737448"/>
                  </a:lnTo>
                  <a:lnTo>
                    <a:pt x="22262" y="734049"/>
                  </a:lnTo>
                  <a:lnTo>
                    <a:pt x="24117" y="734049"/>
                  </a:lnTo>
                  <a:lnTo>
                    <a:pt x="24117" y="730651"/>
                  </a:lnTo>
                  <a:lnTo>
                    <a:pt x="24117" y="727253"/>
                  </a:lnTo>
                  <a:lnTo>
                    <a:pt x="24117" y="723854"/>
                  </a:lnTo>
                  <a:lnTo>
                    <a:pt x="24117" y="720456"/>
                  </a:lnTo>
                  <a:lnTo>
                    <a:pt x="24117" y="717057"/>
                  </a:lnTo>
                  <a:lnTo>
                    <a:pt x="24117" y="713659"/>
                  </a:lnTo>
                  <a:lnTo>
                    <a:pt x="24117" y="710261"/>
                  </a:lnTo>
                  <a:lnTo>
                    <a:pt x="24117" y="706862"/>
                  </a:lnTo>
                  <a:lnTo>
                    <a:pt x="24117" y="703464"/>
                  </a:lnTo>
                  <a:lnTo>
                    <a:pt x="24117" y="700066"/>
                  </a:lnTo>
                  <a:lnTo>
                    <a:pt x="24117" y="696667"/>
                  </a:lnTo>
                  <a:lnTo>
                    <a:pt x="24117" y="693269"/>
                  </a:lnTo>
                  <a:lnTo>
                    <a:pt x="24117" y="689870"/>
                  </a:lnTo>
                  <a:lnTo>
                    <a:pt x="24117" y="686472"/>
                  </a:lnTo>
                  <a:lnTo>
                    <a:pt x="24117" y="683074"/>
                  </a:lnTo>
                  <a:lnTo>
                    <a:pt x="24117" y="679675"/>
                  </a:lnTo>
                  <a:lnTo>
                    <a:pt x="24117" y="676277"/>
                  </a:lnTo>
                  <a:lnTo>
                    <a:pt x="25972" y="676277"/>
                  </a:lnTo>
                  <a:lnTo>
                    <a:pt x="25972" y="672878"/>
                  </a:lnTo>
                  <a:lnTo>
                    <a:pt x="25972" y="669480"/>
                  </a:lnTo>
                  <a:lnTo>
                    <a:pt x="25972" y="666082"/>
                  </a:lnTo>
                  <a:lnTo>
                    <a:pt x="25972" y="662683"/>
                  </a:lnTo>
                  <a:lnTo>
                    <a:pt x="25972" y="659285"/>
                  </a:lnTo>
                  <a:lnTo>
                    <a:pt x="25972" y="655887"/>
                  </a:lnTo>
                  <a:lnTo>
                    <a:pt x="25972" y="652488"/>
                  </a:lnTo>
                  <a:lnTo>
                    <a:pt x="25972" y="649090"/>
                  </a:lnTo>
                  <a:lnTo>
                    <a:pt x="25972" y="645691"/>
                  </a:lnTo>
                  <a:lnTo>
                    <a:pt x="25972" y="642293"/>
                  </a:lnTo>
                  <a:lnTo>
                    <a:pt x="25972" y="638895"/>
                  </a:lnTo>
                  <a:lnTo>
                    <a:pt x="25972" y="635496"/>
                  </a:lnTo>
                  <a:lnTo>
                    <a:pt x="27827" y="635496"/>
                  </a:lnTo>
                  <a:lnTo>
                    <a:pt x="27827" y="632098"/>
                  </a:lnTo>
                  <a:lnTo>
                    <a:pt x="27827" y="628700"/>
                  </a:lnTo>
                  <a:lnTo>
                    <a:pt x="27827" y="625301"/>
                  </a:lnTo>
                  <a:lnTo>
                    <a:pt x="27827" y="621903"/>
                  </a:lnTo>
                  <a:lnTo>
                    <a:pt x="27827" y="618504"/>
                  </a:lnTo>
                  <a:lnTo>
                    <a:pt x="27827" y="615106"/>
                  </a:lnTo>
                  <a:lnTo>
                    <a:pt x="29682" y="615106"/>
                  </a:lnTo>
                  <a:lnTo>
                    <a:pt x="29682" y="611708"/>
                  </a:lnTo>
                  <a:lnTo>
                    <a:pt x="29682" y="608309"/>
                  </a:lnTo>
                  <a:lnTo>
                    <a:pt x="29682" y="604911"/>
                  </a:lnTo>
                  <a:lnTo>
                    <a:pt x="29682" y="601513"/>
                  </a:lnTo>
                  <a:lnTo>
                    <a:pt x="29682" y="598114"/>
                  </a:lnTo>
                  <a:lnTo>
                    <a:pt x="29682" y="594716"/>
                  </a:lnTo>
                  <a:lnTo>
                    <a:pt x="29682" y="591317"/>
                  </a:lnTo>
                  <a:lnTo>
                    <a:pt x="29682" y="587919"/>
                  </a:lnTo>
                  <a:lnTo>
                    <a:pt x="29682" y="584521"/>
                  </a:lnTo>
                  <a:lnTo>
                    <a:pt x="29682" y="581122"/>
                  </a:lnTo>
                  <a:lnTo>
                    <a:pt x="29682" y="577724"/>
                  </a:lnTo>
                  <a:lnTo>
                    <a:pt x="29682" y="574325"/>
                  </a:lnTo>
                  <a:lnTo>
                    <a:pt x="31538" y="574325"/>
                  </a:lnTo>
                  <a:lnTo>
                    <a:pt x="31538" y="570927"/>
                  </a:lnTo>
                  <a:lnTo>
                    <a:pt x="31538" y="567529"/>
                  </a:lnTo>
                  <a:lnTo>
                    <a:pt x="33393" y="567529"/>
                  </a:lnTo>
                  <a:lnTo>
                    <a:pt x="33393" y="564130"/>
                  </a:lnTo>
                  <a:lnTo>
                    <a:pt x="35248" y="564130"/>
                  </a:lnTo>
                  <a:lnTo>
                    <a:pt x="35248" y="560732"/>
                  </a:lnTo>
                  <a:lnTo>
                    <a:pt x="37103" y="560732"/>
                  </a:lnTo>
                  <a:lnTo>
                    <a:pt x="37103" y="557334"/>
                  </a:lnTo>
                  <a:lnTo>
                    <a:pt x="37103" y="553935"/>
                  </a:lnTo>
                  <a:lnTo>
                    <a:pt x="37103" y="550537"/>
                  </a:lnTo>
                  <a:lnTo>
                    <a:pt x="37103" y="547138"/>
                  </a:lnTo>
                  <a:lnTo>
                    <a:pt x="38958" y="547138"/>
                  </a:lnTo>
                  <a:lnTo>
                    <a:pt x="40813" y="547138"/>
                  </a:lnTo>
                  <a:lnTo>
                    <a:pt x="40813" y="543740"/>
                  </a:lnTo>
                  <a:lnTo>
                    <a:pt x="40813" y="540342"/>
                  </a:lnTo>
                  <a:lnTo>
                    <a:pt x="40813" y="536943"/>
                  </a:lnTo>
                  <a:lnTo>
                    <a:pt x="40813" y="533545"/>
                  </a:lnTo>
                  <a:lnTo>
                    <a:pt x="42669" y="533545"/>
                  </a:lnTo>
                  <a:lnTo>
                    <a:pt x="42669" y="530147"/>
                  </a:lnTo>
                  <a:lnTo>
                    <a:pt x="42669" y="526748"/>
                  </a:lnTo>
                  <a:lnTo>
                    <a:pt x="44524" y="526748"/>
                  </a:lnTo>
                  <a:lnTo>
                    <a:pt x="44524" y="523350"/>
                  </a:lnTo>
                  <a:lnTo>
                    <a:pt x="44524" y="519951"/>
                  </a:lnTo>
                  <a:lnTo>
                    <a:pt x="44524" y="516553"/>
                  </a:lnTo>
                  <a:lnTo>
                    <a:pt x="46379" y="516553"/>
                  </a:lnTo>
                  <a:lnTo>
                    <a:pt x="46379" y="513155"/>
                  </a:lnTo>
                  <a:lnTo>
                    <a:pt x="46379" y="509756"/>
                  </a:lnTo>
                  <a:lnTo>
                    <a:pt x="46379" y="506358"/>
                  </a:lnTo>
                  <a:lnTo>
                    <a:pt x="46379" y="502960"/>
                  </a:lnTo>
                  <a:lnTo>
                    <a:pt x="48234" y="502960"/>
                  </a:lnTo>
                  <a:lnTo>
                    <a:pt x="48234" y="499561"/>
                  </a:lnTo>
                  <a:lnTo>
                    <a:pt x="50089" y="499561"/>
                  </a:lnTo>
                  <a:lnTo>
                    <a:pt x="50089" y="496163"/>
                  </a:lnTo>
                  <a:lnTo>
                    <a:pt x="51945" y="496163"/>
                  </a:lnTo>
                  <a:lnTo>
                    <a:pt x="51945" y="492764"/>
                  </a:lnTo>
                  <a:lnTo>
                    <a:pt x="51945" y="489366"/>
                  </a:lnTo>
                  <a:lnTo>
                    <a:pt x="51945" y="485968"/>
                  </a:lnTo>
                  <a:lnTo>
                    <a:pt x="51945" y="482569"/>
                  </a:lnTo>
                  <a:lnTo>
                    <a:pt x="53800" y="482569"/>
                  </a:lnTo>
                  <a:lnTo>
                    <a:pt x="53800" y="479171"/>
                  </a:lnTo>
                  <a:lnTo>
                    <a:pt x="53800" y="475773"/>
                  </a:lnTo>
                  <a:lnTo>
                    <a:pt x="53800" y="472374"/>
                  </a:lnTo>
                  <a:lnTo>
                    <a:pt x="53800" y="468976"/>
                  </a:lnTo>
                  <a:lnTo>
                    <a:pt x="53800" y="465577"/>
                  </a:lnTo>
                  <a:lnTo>
                    <a:pt x="53800" y="462179"/>
                  </a:lnTo>
                  <a:lnTo>
                    <a:pt x="53800" y="458781"/>
                  </a:lnTo>
                  <a:lnTo>
                    <a:pt x="55655" y="458781"/>
                  </a:lnTo>
                  <a:lnTo>
                    <a:pt x="55655" y="455382"/>
                  </a:lnTo>
                  <a:lnTo>
                    <a:pt x="55655" y="451984"/>
                  </a:lnTo>
                  <a:lnTo>
                    <a:pt x="57510" y="451984"/>
                  </a:lnTo>
                  <a:lnTo>
                    <a:pt x="57510" y="448585"/>
                  </a:lnTo>
                  <a:lnTo>
                    <a:pt x="59365" y="448585"/>
                  </a:lnTo>
                  <a:lnTo>
                    <a:pt x="61220" y="448585"/>
                  </a:lnTo>
                  <a:lnTo>
                    <a:pt x="61220" y="445187"/>
                  </a:lnTo>
                  <a:lnTo>
                    <a:pt x="61220" y="441789"/>
                  </a:lnTo>
                  <a:lnTo>
                    <a:pt x="61220" y="438390"/>
                  </a:lnTo>
                  <a:lnTo>
                    <a:pt x="61220" y="434992"/>
                  </a:lnTo>
                  <a:lnTo>
                    <a:pt x="63076" y="434992"/>
                  </a:lnTo>
                  <a:lnTo>
                    <a:pt x="63076" y="431594"/>
                  </a:lnTo>
                  <a:lnTo>
                    <a:pt x="64931" y="431594"/>
                  </a:lnTo>
                  <a:lnTo>
                    <a:pt x="66786" y="431594"/>
                  </a:lnTo>
                  <a:lnTo>
                    <a:pt x="66786" y="428195"/>
                  </a:lnTo>
                  <a:lnTo>
                    <a:pt x="66786" y="424797"/>
                  </a:lnTo>
                  <a:lnTo>
                    <a:pt x="66786" y="421398"/>
                  </a:lnTo>
                  <a:lnTo>
                    <a:pt x="66786" y="418000"/>
                  </a:lnTo>
                  <a:lnTo>
                    <a:pt x="66786" y="414602"/>
                  </a:lnTo>
                  <a:lnTo>
                    <a:pt x="66786" y="411203"/>
                  </a:lnTo>
                  <a:lnTo>
                    <a:pt x="66786" y="407805"/>
                  </a:lnTo>
                  <a:lnTo>
                    <a:pt x="66786" y="404407"/>
                  </a:lnTo>
                  <a:lnTo>
                    <a:pt x="68641" y="404407"/>
                  </a:lnTo>
                  <a:lnTo>
                    <a:pt x="70496" y="404407"/>
                  </a:lnTo>
                  <a:lnTo>
                    <a:pt x="70496" y="401008"/>
                  </a:lnTo>
                  <a:lnTo>
                    <a:pt x="70496" y="397610"/>
                  </a:lnTo>
                  <a:lnTo>
                    <a:pt x="72352" y="397610"/>
                  </a:lnTo>
                  <a:lnTo>
                    <a:pt x="72352" y="394211"/>
                  </a:lnTo>
                  <a:lnTo>
                    <a:pt x="74207" y="394211"/>
                  </a:lnTo>
                  <a:lnTo>
                    <a:pt x="74207" y="390813"/>
                  </a:lnTo>
                  <a:lnTo>
                    <a:pt x="76062" y="390813"/>
                  </a:lnTo>
                  <a:lnTo>
                    <a:pt x="77917" y="390813"/>
                  </a:lnTo>
                  <a:lnTo>
                    <a:pt x="79772" y="390813"/>
                  </a:lnTo>
                  <a:lnTo>
                    <a:pt x="81627" y="390813"/>
                  </a:lnTo>
                  <a:lnTo>
                    <a:pt x="81627" y="387415"/>
                  </a:lnTo>
                  <a:lnTo>
                    <a:pt x="83483" y="387415"/>
                  </a:lnTo>
                  <a:lnTo>
                    <a:pt x="85338" y="387415"/>
                  </a:lnTo>
                  <a:lnTo>
                    <a:pt x="87193" y="387415"/>
                  </a:lnTo>
                  <a:lnTo>
                    <a:pt x="87193" y="384016"/>
                  </a:lnTo>
                  <a:lnTo>
                    <a:pt x="89048" y="384016"/>
                  </a:lnTo>
                  <a:lnTo>
                    <a:pt x="89048" y="380618"/>
                  </a:lnTo>
                  <a:lnTo>
                    <a:pt x="90903" y="380618"/>
                  </a:lnTo>
                  <a:lnTo>
                    <a:pt x="90903" y="377220"/>
                  </a:lnTo>
                  <a:lnTo>
                    <a:pt x="92759" y="377220"/>
                  </a:lnTo>
                  <a:lnTo>
                    <a:pt x="92759" y="373821"/>
                  </a:lnTo>
                  <a:lnTo>
                    <a:pt x="92759" y="370423"/>
                  </a:lnTo>
                  <a:lnTo>
                    <a:pt x="94614" y="370423"/>
                  </a:lnTo>
                  <a:lnTo>
                    <a:pt x="94614" y="367024"/>
                  </a:lnTo>
                  <a:lnTo>
                    <a:pt x="96469" y="367024"/>
                  </a:lnTo>
                  <a:lnTo>
                    <a:pt x="98324" y="367024"/>
                  </a:lnTo>
                  <a:lnTo>
                    <a:pt x="100179" y="367024"/>
                  </a:lnTo>
                  <a:lnTo>
                    <a:pt x="102034" y="367024"/>
                  </a:lnTo>
                  <a:lnTo>
                    <a:pt x="103890" y="367024"/>
                  </a:lnTo>
                  <a:lnTo>
                    <a:pt x="105745" y="367024"/>
                  </a:lnTo>
                  <a:lnTo>
                    <a:pt x="107600" y="367024"/>
                  </a:lnTo>
                  <a:lnTo>
                    <a:pt x="107600" y="363626"/>
                  </a:lnTo>
                  <a:lnTo>
                    <a:pt x="109455" y="363626"/>
                  </a:lnTo>
                  <a:lnTo>
                    <a:pt x="109455" y="360228"/>
                  </a:lnTo>
                  <a:lnTo>
                    <a:pt x="109455" y="356829"/>
                  </a:lnTo>
                  <a:lnTo>
                    <a:pt x="111310" y="356829"/>
                  </a:lnTo>
                  <a:lnTo>
                    <a:pt x="111310" y="353431"/>
                  </a:lnTo>
                  <a:lnTo>
                    <a:pt x="111310" y="350033"/>
                  </a:lnTo>
                  <a:lnTo>
                    <a:pt x="113166" y="350033"/>
                  </a:lnTo>
                  <a:lnTo>
                    <a:pt x="115021" y="350033"/>
                  </a:lnTo>
                  <a:lnTo>
                    <a:pt x="115021" y="346634"/>
                  </a:lnTo>
                  <a:lnTo>
                    <a:pt x="115021" y="343236"/>
                  </a:lnTo>
                  <a:lnTo>
                    <a:pt x="115021" y="339837"/>
                  </a:lnTo>
                  <a:lnTo>
                    <a:pt x="116876" y="339837"/>
                  </a:lnTo>
                  <a:lnTo>
                    <a:pt x="116876" y="336439"/>
                  </a:lnTo>
                  <a:lnTo>
                    <a:pt x="116876" y="333041"/>
                  </a:lnTo>
                  <a:lnTo>
                    <a:pt x="118731" y="333041"/>
                  </a:lnTo>
                  <a:lnTo>
                    <a:pt x="120586" y="333041"/>
                  </a:lnTo>
                  <a:lnTo>
                    <a:pt x="120586" y="329642"/>
                  </a:lnTo>
                  <a:lnTo>
                    <a:pt x="122441" y="329642"/>
                  </a:lnTo>
                  <a:lnTo>
                    <a:pt x="124297" y="329642"/>
                  </a:lnTo>
                  <a:lnTo>
                    <a:pt x="126152" y="329642"/>
                  </a:lnTo>
                  <a:lnTo>
                    <a:pt x="128007" y="329642"/>
                  </a:lnTo>
                  <a:lnTo>
                    <a:pt x="129862" y="329642"/>
                  </a:lnTo>
                  <a:lnTo>
                    <a:pt x="131717" y="329642"/>
                  </a:lnTo>
                  <a:lnTo>
                    <a:pt x="133572" y="329642"/>
                  </a:lnTo>
                  <a:lnTo>
                    <a:pt x="133572" y="326244"/>
                  </a:lnTo>
                  <a:lnTo>
                    <a:pt x="133572" y="322845"/>
                  </a:lnTo>
                  <a:lnTo>
                    <a:pt x="133572" y="319447"/>
                  </a:lnTo>
                  <a:lnTo>
                    <a:pt x="133572" y="316049"/>
                  </a:lnTo>
                  <a:lnTo>
                    <a:pt x="133572" y="312650"/>
                  </a:lnTo>
                  <a:lnTo>
                    <a:pt x="135428" y="312650"/>
                  </a:lnTo>
                  <a:lnTo>
                    <a:pt x="137283" y="312650"/>
                  </a:lnTo>
                  <a:lnTo>
                    <a:pt x="139138" y="312650"/>
                  </a:lnTo>
                  <a:lnTo>
                    <a:pt x="139138" y="309252"/>
                  </a:lnTo>
                  <a:lnTo>
                    <a:pt x="139138" y="305854"/>
                  </a:lnTo>
                  <a:lnTo>
                    <a:pt x="140993" y="305854"/>
                  </a:lnTo>
                  <a:lnTo>
                    <a:pt x="142848" y="305854"/>
                  </a:lnTo>
                  <a:lnTo>
                    <a:pt x="142848" y="302455"/>
                  </a:lnTo>
                  <a:lnTo>
                    <a:pt x="144704" y="302455"/>
                  </a:lnTo>
                  <a:lnTo>
                    <a:pt x="146559" y="302455"/>
                  </a:lnTo>
                  <a:lnTo>
                    <a:pt x="148414" y="302455"/>
                  </a:lnTo>
                  <a:lnTo>
                    <a:pt x="150269" y="302455"/>
                  </a:lnTo>
                  <a:lnTo>
                    <a:pt x="150269" y="299057"/>
                  </a:lnTo>
                  <a:lnTo>
                    <a:pt x="152124" y="299057"/>
                  </a:lnTo>
                  <a:lnTo>
                    <a:pt x="153979" y="299057"/>
                  </a:lnTo>
                  <a:lnTo>
                    <a:pt x="155835" y="299057"/>
                  </a:lnTo>
                  <a:lnTo>
                    <a:pt x="157690" y="299057"/>
                  </a:lnTo>
                  <a:lnTo>
                    <a:pt x="157690" y="295658"/>
                  </a:lnTo>
                  <a:lnTo>
                    <a:pt x="157690" y="292260"/>
                  </a:lnTo>
                  <a:lnTo>
                    <a:pt x="159545" y="292260"/>
                  </a:lnTo>
                  <a:lnTo>
                    <a:pt x="159545" y="288862"/>
                  </a:lnTo>
                  <a:lnTo>
                    <a:pt x="161400" y="288862"/>
                  </a:lnTo>
                  <a:lnTo>
                    <a:pt x="161400" y="285463"/>
                  </a:lnTo>
                  <a:lnTo>
                    <a:pt x="163255" y="285463"/>
                  </a:lnTo>
                  <a:lnTo>
                    <a:pt x="163255" y="282065"/>
                  </a:lnTo>
                  <a:lnTo>
                    <a:pt x="165111" y="282065"/>
                  </a:lnTo>
                  <a:lnTo>
                    <a:pt x="165111" y="278667"/>
                  </a:lnTo>
                  <a:lnTo>
                    <a:pt x="165111" y="275268"/>
                  </a:lnTo>
                  <a:lnTo>
                    <a:pt x="165111" y="271870"/>
                  </a:lnTo>
                  <a:lnTo>
                    <a:pt x="166966" y="271870"/>
                  </a:lnTo>
                  <a:lnTo>
                    <a:pt x="168821" y="271870"/>
                  </a:lnTo>
                  <a:lnTo>
                    <a:pt x="168821" y="268471"/>
                  </a:lnTo>
                  <a:lnTo>
                    <a:pt x="168821" y="265073"/>
                  </a:lnTo>
                  <a:lnTo>
                    <a:pt x="168821" y="261675"/>
                  </a:lnTo>
                  <a:lnTo>
                    <a:pt x="168821" y="258276"/>
                  </a:lnTo>
                  <a:lnTo>
                    <a:pt x="170676" y="258276"/>
                  </a:lnTo>
                  <a:lnTo>
                    <a:pt x="170676" y="254878"/>
                  </a:lnTo>
                  <a:lnTo>
                    <a:pt x="170676" y="251480"/>
                  </a:lnTo>
                  <a:lnTo>
                    <a:pt x="172531" y="251480"/>
                  </a:lnTo>
                  <a:lnTo>
                    <a:pt x="172531" y="248081"/>
                  </a:lnTo>
                  <a:lnTo>
                    <a:pt x="174386" y="248081"/>
                  </a:lnTo>
                  <a:lnTo>
                    <a:pt x="174386" y="244683"/>
                  </a:lnTo>
                  <a:lnTo>
                    <a:pt x="174386" y="241284"/>
                  </a:lnTo>
                  <a:lnTo>
                    <a:pt x="174386" y="237886"/>
                  </a:lnTo>
                  <a:lnTo>
                    <a:pt x="176242" y="237886"/>
                  </a:lnTo>
                  <a:lnTo>
                    <a:pt x="176242" y="234488"/>
                  </a:lnTo>
                  <a:lnTo>
                    <a:pt x="178097" y="234488"/>
                  </a:lnTo>
                  <a:lnTo>
                    <a:pt x="178097" y="231089"/>
                  </a:lnTo>
                  <a:lnTo>
                    <a:pt x="178097" y="227691"/>
                  </a:lnTo>
                  <a:lnTo>
                    <a:pt x="178097" y="224292"/>
                  </a:lnTo>
                  <a:lnTo>
                    <a:pt x="179952" y="224292"/>
                  </a:lnTo>
                  <a:lnTo>
                    <a:pt x="181807" y="224292"/>
                  </a:lnTo>
                  <a:lnTo>
                    <a:pt x="183662" y="224292"/>
                  </a:lnTo>
                  <a:lnTo>
                    <a:pt x="185518" y="224292"/>
                  </a:lnTo>
                  <a:lnTo>
                    <a:pt x="187373" y="224292"/>
                  </a:lnTo>
                  <a:lnTo>
                    <a:pt x="189228" y="224292"/>
                  </a:lnTo>
                  <a:lnTo>
                    <a:pt x="191083" y="224292"/>
                  </a:lnTo>
                  <a:lnTo>
                    <a:pt x="192938" y="224292"/>
                  </a:lnTo>
                  <a:lnTo>
                    <a:pt x="192938" y="220894"/>
                  </a:lnTo>
                  <a:lnTo>
                    <a:pt x="194793" y="220894"/>
                  </a:lnTo>
                  <a:lnTo>
                    <a:pt x="194793" y="217496"/>
                  </a:lnTo>
                  <a:lnTo>
                    <a:pt x="196649" y="217496"/>
                  </a:lnTo>
                  <a:lnTo>
                    <a:pt x="198504" y="217496"/>
                  </a:lnTo>
                  <a:lnTo>
                    <a:pt x="200359" y="217496"/>
                  </a:lnTo>
                  <a:lnTo>
                    <a:pt x="202214" y="217496"/>
                  </a:lnTo>
                  <a:lnTo>
                    <a:pt x="204069" y="217496"/>
                  </a:lnTo>
                  <a:lnTo>
                    <a:pt x="204069" y="214097"/>
                  </a:lnTo>
                  <a:lnTo>
                    <a:pt x="204069" y="210699"/>
                  </a:lnTo>
                  <a:lnTo>
                    <a:pt x="205925" y="210699"/>
                  </a:lnTo>
                  <a:lnTo>
                    <a:pt x="207780" y="210699"/>
                  </a:lnTo>
                  <a:lnTo>
                    <a:pt x="209635" y="210699"/>
                  </a:lnTo>
                  <a:lnTo>
                    <a:pt x="211490" y="210699"/>
                  </a:lnTo>
                  <a:lnTo>
                    <a:pt x="213345" y="210699"/>
                  </a:lnTo>
                  <a:lnTo>
                    <a:pt x="213345" y="207301"/>
                  </a:lnTo>
                  <a:lnTo>
                    <a:pt x="213345" y="203902"/>
                  </a:lnTo>
                  <a:lnTo>
                    <a:pt x="215200" y="203902"/>
                  </a:lnTo>
                  <a:lnTo>
                    <a:pt x="215200" y="200504"/>
                  </a:lnTo>
                  <a:lnTo>
                    <a:pt x="217056" y="200504"/>
                  </a:lnTo>
                  <a:lnTo>
                    <a:pt x="217056" y="197105"/>
                  </a:lnTo>
                  <a:lnTo>
                    <a:pt x="218911" y="197105"/>
                  </a:lnTo>
                  <a:lnTo>
                    <a:pt x="218911" y="193707"/>
                  </a:lnTo>
                  <a:lnTo>
                    <a:pt x="220766" y="193707"/>
                  </a:lnTo>
                  <a:lnTo>
                    <a:pt x="220766" y="190309"/>
                  </a:lnTo>
                  <a:lnTo>
                    <a:pt x="222621" y="190309"/>
                  </a:lnTo>
                  <a:lnTo>
                    <a:pt x="224476" y="190309"/>
                  </a:lnTo>
                  <a:lnTo>
                    <a:pt x="224476" y="186910"/>
                  </a:lnTo>
                  <a:lnTo>
                    <a:pt x="224476" y="183512"/>
                  </a:lnTo>
                  <a:lnTo>
                    <a:pt x="226332" y="183512"/>
                  </a:lnTo>
                  <a:lnTo>
                    <a:pt x="226332" y="180114"/>
                  </a:lnTo>
                  <a:lnTo>
                    <a:pt x="228187" y="180114"/>
                  </a:lnTo>
                  <a:lnTo>
                    <a:pt x="230042" y="180114"/>
                  </a:lnTo>
                  <a:lnTo>
                    <a:pt x="230042" y="176715"/>
                  </a:lnTo>
                  <a:lnTo>
                    <a:pt x="230042" y="173317"/>
                  </a:lnTo>
                  <a:lnTo>
                    <a:pt x="231897" y="173317"/>
                  </a:lnTo>
                  <a:lnTo>
                    <a:pt x="233752" y="173317"/>
                  </a:lnTo>
                  <a:lnTo>
                    <a:pt x="233752" y="169918"/>
                  </a:lnTo>
                  <a:lnTo>
                    <a:pt x="233752" y="166520"/>
                  </a:lnTo>
                  <a:lnTo>
                    <a:pt x="235607" y="166520"/>
                  </a:lnTo>
                  <a:lnTo>
                    <a:pt x="237463" y="166520"/>
                  </a:lnTo>
                  <a:lnTo>
                    <a:pt x="239318" y="166520"/>
                  </a:lnTo>
                  <a:lnTo>
                    <a:pt x="239318" y="163122"/>
                  </a:lnTo>
                  <a:lnTo>
                    <a:pt x="241173" y="163122"/>
                  </a:lnTo>
                  <a:lnTo>
                    <a:pt x="241173" y="159723"/>
                  </a:lnTo>
                  <a:lnTo>
                    <a:pt x="241173" y="156325"/>
                  </a:lnTo>
                  <a:lnTo>
                    <a:pt x="243028" y="156325"/>
                  </a:lnTo>
                  <a:lnTo>
                    <a:pt x="244883" y="156325"/>
                  </a:lnTo>
                  <a:lnTo>
                    <a:pt x="246739" y="156325"/>
                  </a:lnTo>
                  <a:lnTo>
                    <a:pt x="248594" y="156325"/>
                  </a:lnTo>
                  <a:lnTo>
                    <a:pt x="250449" y="156325"/>
                  </a:lnTo>
                  <a:lnTo>
                    <a:pt x="252304" y="156325"/>
                  </a:lnTo>
                  <a:lnTo>
                    <a:pt x="254159" y="156325"/>
                  </a:lnTo>
                  <a:lnTo>
                    <a:pt x="256014" y="156325"/>
                  </a:lnTo>
                  <a:lnTo>
                    <a:pt x="257870" y="156325"/>
                  </a:lnTo>
                  <a:lnTo>
                    <a:pt x="257870" y="152927"/>
                  </a:lnTo>
                  <a:lnTo>
                    <a:pt x="259725" y="152927"/>
                  </a:lnTo>
                  <a:lnTo>
                    <a:pt x="261580" y="152927"/>
                  </a:lnTo>
                  <a:lnTo>
                    <a:pt x="263435" y="152927"/>
                  </a:lnTo>
                  <a:lnTo>
                    <a:pt x="265290" y="152927"/>
                  </a:lnTo>
                  <a:lnTo>
                    <a:pt x="267145" y="152927"/>
                  </a:lnTo>
                  <a:lnTo>
                    <a:pt x="269001" y="152927"/>
                  </a:lnTo>
                  <a:lnTo>
                    <a:pt x="269001" y="149528"/>
                  </a:lnTo>
                  <a:lnTo>
                    <a:pt x="270856" y="149528"/>
                  </a:lnTo>
                  <a:lnTo>
                    <a:pt x="272711" y="149528"/>
                  </a:lnTo>
                  <a:lnTo>
                    <a:pt x="274566" y="149528"/>
                  </a:lnTo>
                  <a:lnTo>
                    <a:pt x="276421" y="149528"/>
                  </a:lnTo>
                  <a:lnTo>
                    <a:pt x="276421" y="146130"/>
                  </a:lnTo>
                  <a:lnTo>
                    <a:pt x="276421" y="142731"/>
                  </a:lnTo>
                  <a:lnTo>
                    <a:pt x="278277" y="142731"/>
                  </a:lnTo>
                  <a:lnTo>
                    <a:pt x="280132" y="142731"/>
                  </a:lnTo>
                  <a:lnTo>
                    <a:pt x="281987" y="142731"/>
                  </a:lnTo>
                  <a:lnTo>
                    <a:pt x="283842" y="142731"/>
                  </a:lnTo>
                  <a:lnTo>
                    <a:pt x="283842" y="139333"/>
                  </a:lnTo>
                  <a:lnTo>
                    <a:pt x="285697" y="139333"/>
                  </a:lnTo>
                  <a:lnTo>
                    <a:pt x="287552" y="139333"/>
                  </a:lnTo>
                  <a:lnTo>
                    <a:pt x="289408" y="139333"/>
                  </a:lnTo>
                  <a:lnTo>
                    <a:pt x="291263" y="139333"/>
                  </a:lnTo>
                  <a:lnTo>
                    <a:pt x="293118" y="139333"/>
                  </a:lnTo>
                  <a:lnTo>
                    <a:pt x="293118" y="135935"/>
                  </a:lnTo>
                  <a:lnTo>
                    <a:pt x="294973" y="135935"/>
                  </a:lnTo>
                  <a:lnTo>
                    <a:pt x="296828" y="135935"/>
                  </a:lnTo>
                  <a:lnTo>
                    <a:pt x="298684" y="135935"/>
                  </a:lnTo>
                  <a:lnTo>
                    <a:pt x="300539" y="135935"/>
                  </a:lnTo>
                  <a:lnTo>
                    <a:pt x="300539" y="132536"/>
                  </a:lnTo>
                  <a:lnTo>
                    <a:pt x="302394" y="132536"/>
                  </a:lnTo>
                  <a:lnTo>
                    <a:pt x="304249" y="132536"/>
                  </a:lnTo>
                  <a:lnTo>
                    <a:pt x="306104" y="132536"/>
                  </a:lnTo>
                  <a:lnTo>
                    <a:pt x="307959" y="132536"/>
                  </a:lnTo>
                  <a:lnTo>
                    <a:pt x="309815" y="132536"/>
                  </a:lnTo>
                  <a:lnTo>
                    <a:pt x="309815" y="129138"/>
                  </a:lnTo>
                  <a:lnTo>
                    <a:pt x="311670" y="129138"/>
                  </a:lnTo>
                  <a:lnTo>
                    <a:pt x="311670" y="125740"/>
                  </a:lnTo>
                  <a:lnTo>
                    <a:pt x="313525" y="125740"/>
                  </a:lnTo>
                  <a:lnTo>
                    <a:pt x="315380" y="125740"/>
                  </a:lnTo>
                  <a:lnTo>
                    <a:pt x="317235" y="125740"/>
                  </a:lnTo>
                  <a:lnTo>
                    <a:pt x="319091" y="125740"/>
                  </a:lnTo>
                  <a:lnTo>
                    <a:pt x="319091" y="122341"/>
                  </a:lnTo>
                  <a:lnTo>
                    <a:pt x="320946" y="122341"/>
                  </a:lnTo>
                  <a:lnTo>
                    <a:pt x="322801" y="122341"/>
                  </a:lnTo>
                  <a:lnTo>
                    <a:pt x="324656" y="122341"/>
                  </a:lnTo>
                  <a:lnTo>
                    <a:pt x="326511" y="122341"/>
                  </a:lnTo>
                  <a:lnTo>
                    <a:pt x="328366" y="122341"/>
                  </a:lnTo>
                  <a:lnTo>
                    <a:pt x="328366" y="118943"/>
                  </a:lnTo>
                  <a:lnTo>
                    <a:pt x="330222" y="118943"/>
                  </a:lnTo>
                  <a:lnTo>
                    <a:pt x="332077" y="118943"/>
                  </a:lnTo>
                  <a:lnTo>
                    <a:pt x="332077" y="115544"/>
                  </a:lnTo>
                  <a:lnTo>
                    <a:pt x="333932" y="115544"/>
                  </a:lnTo>
                  <a:lnTo>
                    <a:pt x="335787" y="115544"/>
                  </a:lnTo>
                  <a:lnTo>
                    <a:pt x="337642" y="115544"/>
                  </a:lnTo>
                  <a:lnTo>
                    <a:pt x="339498" y="115544"/>
                  </a:lnTo>
                  <a:lnTo>
                    <a:pt x="341353" y="115544"/>
                  </a:lnTo>
                  <a:lnTo>
                    <a:pt x="343208" y="115544"/>
                  </a:lnTo>
                  <a:lnTo>
                    <a:pt x="345063" y="115544"/>
                  </a:lnTo>
                  <a:lnTo>
                    <a:pt x="346918" y="115544"/>
                  </a:lnTo>
                  <a:lnTo>
                    <a:pt x="348773" y="115544"/>
                  </a:lnTo>
                  <a:lnTo>
                    <a:pt x="350629" y="115544"/>
                  </a:lnTo>
                  <a:lnTo>
                    <a:pt x="350629" y="112146"/>
                  </a:lnTo>
                  <a:lnTo>
                    <a:pt x="352484" y="112146"/>
                  </a:lnTo>
                  <a:lnTo>
                    <a:pt x="354339" y="112146"/>
                  </a:lnTo>
                  <a:lnTo>
                    <a:pt x="356194" y="112146"/>
                  </a:lnTo>
                  <a:lnTo>
                    <a:pt x="356194" y="108748"/>
                  </a:lnTo>
                  <a:lnTo>
                    <a:pt x="358049" y="108748"/>
                  </a:lnTo>
                  <a:lnTo>
                    <a:pt x="359905" y="108748"/>
                  </a:lnTo>
                  <a:lnTo>
                    <a:pt x="359905" y="105349"/>
                  </a:lnTo>
                  <a:lnTo>
                    <a:pt x="359905" y="101951"/>
                  </a:lnTo>
                  <a:lnTo>
                    <a:pt x="359905" y="98552"/>
                  </a:lnTo>
                  <a:lnTo>
                    <a:pt x="361760" y="98552"/>
                  </a:lnTo>
                  <a:lnTo>
                    <a:pt x="363615" y="98552"/>
                  </a:lnTo>
                  <a:lnTo>
                    <a:pt x="363615" y="95154"/>
                  </a:lnTo>
                  <a:lnTo>
                    <a:pt x="365470" y="95154"/>
                  </a:lnTo>
                  <a:lnTo>
                    <a:pt x="367325" y="95154"/>
                  </a:lnTo>
                  <a:lnTo>
                    <a:pt x="369180" y="95154"/>
                  </a:lnTo>
                  <a:lnTo>
                    <a:pt x="371036" y="95154"/>
                  </a:lnTo>
                  <a:lnTo>
                    <a:pt x="372891" y="95154"/>
                  </a:lnTo>
                  <a:lnTo>
                    <a:pt x="374746" y="95154"/>
                  </a:lnTo>
                  <a:lnTo>
                    <a:pt x="376601" y="95154"/>
                  </a:lnTo>
                  <a:lnTo>
                    <a:pt x="378456" y="95154"/>
                  </a:lnTo>
                  <a:lnTo>
                    <a:pt x="380311" y="95154"/>
                  </a:lnTo>
                  <a:lnTo>
                    <a:pt x="382167" y="95154"/>
                  </a:lnTo>
                  <a:lnTo>
                    <a:pt x="384022" y="95154"/>
                  </a:lnTo>
                  <a:lnTo>
                    <a:pt x="385877" y="95154"/>
                  </a:lnTo>
                  <a:lnTo>
                    <a:pt x="387732" y="95154"/>
                  </a:lnTo>
                  <a:lnTo>
                    <a:pt x="389587" y="95154"/>
                  </a:lnTo>
                  <a:lnTo>
                    <a:pt x="389587" y="91756"/>
                  </a:lnTo>
                  <a:lnTo>
                    <a:pt x="391443" y="91756"/>
                  </a:lnTo>
                  <a:lnTo>
                    <a:pt x="391443" y="88357"/>
                  </a:lnTo>
                  <a:lnTo>
                    <a:pt x="393298" y="88357"/>
                  </a:lnTo>
                  <a:lnTo>
                    <a:pt x="395153" y="88357"/>
                  </a:lnTo>
                  <a:lnTo>
                    <a:pt x="397008" y="88357"/>
                  </a:lnTo>
                  <a:lnTo>
                    <a:pt x="398863" y="88357"/>
                  </a:lnTo>
                  <a:lnTo>
                    <a:pt x="400718" y="88357"/>
                  </a:lnTo>
                  <a:lnTo>
                    <a:pt x="402574" y="88357"/>
                  </a:lnTo>
                  <a:lnTo>
                    <a:pt x="404429" y="88357"/>
                  </a:lnTo>
                  <a:lnTo>
                    <a:pt x="406284" y="88357"/>
                  </a:lnTo>
                  <a:lnTo>
                    <a:pt x="408139" y="88357"/>
                  </a:lnTo>
                  <a:lnTo>
                    <a:pt x="409994" y="88357"/>
                  </a:lnTo>
                  <a:lnTo>
                    <a:pt x="411850" y="88357"/>
                  </a:lnTo>
                  <a:lnTo>
                    <a:pt x="413705" y="88357"/>
                  </a:lnTo>
                  <a:lnTo>
                    <a:pt x="413705" y="84959"/>
                  </a:lnTo>
                  <a:lnTo>
                    <a:pt x="415560" y="84959"/>
                  </a:lnTo>
                  <a:lnTo>
                    <a:pt x="417415" y="84959"/>
                  </a:lnTo>
                  <a:lnTo>
                    <a:pt x="419270" y="84959"/>
                  </a:lnTo>
                  <a:lnTo>
                    <a:pt x="421125" y="84959"/>
                  </a:lnTo>
                  <a:lnTo>
                    <a:pt x="422981" y="84959"/>
                  </a:lnTo>
                  <a:lnTo>
                    <a:pt x="424836" y="84959"/>
                  </a:lnTo>
                  <a:lnTo>
                    <a:pt x="426691" y="84959"/>
                  </a:lnTo>
                  <a:lnTo>
                    <a:pt x="428546" y="84959"/>
                  </a:lnTo>
                  <a:lnTo>
                    <a:pt x="430401" y="84959"/>
                  </a:lnTo>
                  <a:lnTo>
                    <a:pt x="432257" y="84959"/>
                  </a:lnTo>
                  <a:lnTo>
                    <a:pt x="434112" y="84959"/>
                  </a:lnTo>
                  <a:lnTo>
                    <a:pt x="435967" y="84959"/>
                  </a:lnTo>
                  <a:lnTo>
                    <a:pt x="437822" y="84959"/>
                  </a:lnTo>
                  <a:lnTo>
                    <a:pt x="439677" y="84959"/>
                  </a:lnTo>
                  <a:lnTo>
                    <a:pt x="441532" y="84959"/>
                  </a:lnTo>
                  <a:lnTo>
                    <a:pt x="443388" y="84959"/>
                  </a:lnTo>
                  <a:lnTo>
                    <a:pt x="443388" y="81561"/>
                  </a:lnTo>
                  <a:lnTo>
                    <a:pt x="445243" y="81561"/>
                  </a:lnTo>
                  <a:lnTo>
                    <a:pt x="445243" y="78162"/>
                  </a:lnTo>
                  <a:lnTo>
                    <a:pt x="447098" y="78162"/>
                  </a:lnTo>
                  <a:lnTo>
                    <a:pt x="448953" y="78162"/>
                  </a:lnTo>
                  <a:lnTo>
                    <a:pt x="450808" y="78162"/>
                  </a:lnTo>
                  <a:lnTo>
                    <a:pt x="452664" y="78162"/>
                  </a:lnTo>
                  <a:lnTo>
                    <a:pt x="454519" y="78162"/>
                  </a:lnTo>
                  <a:lnTo>
                    <a:pt x="456374" y="78162"/>
                  </a:lnTo>
                  <a:lnTo>
                    <a:pt x="456374" y="74764"/>
                  </a:lnTo>
                  <a:lnTo>
                    <a:pt x="458229" y="74764"/>
                  </a:lnTo>
                  <a:lnTo>
                    <a:pt x="460084" y="74764"/>
                  </a:lnTo>
                  <a:lnTo>
                    <a:pt x="461939" y="74764"/>
                  </a:lnTo>
                  <a:lnTo>
                    <a:pt x="463795" y="74764"/>
                  </a:lnTo>
                  <a:lnTo>
                    <a:pt x="465650" y="74764"/>
                  </a:lnTo>
                  <a:lnTo>
                    <a:pt x="467505" y="74764"/>
                  </a:lnTo>
                  <a:lnTo>
                    <a:pt x="467505" y="71365"/>
                  </a:lnTo>
                  <a:lnTo>
                    <a:pt x="469360" y="71365"/>
                  </a:lnTo>
                  <a:lnTo>
                    <a:pt x="471215" y="71365"/>
                  </a:lnTo>
                  <a:lnTo>
                    <a:pt x="473071" y="71365"/>
                  </a:lnTo>
                  <a:lnTo>
                    <a:pt x="474926" y="71365"/>
                  </a:lnTo>
                  <a:lnTo>
                    <a:pt x="476781" y="71365"/>
                  </a:lnTo>
                  <a:lnTo>
                    <a:pt x="478636" y="71365"/>
                  </a:lnTo>
                  <a:lnTo>
                    <a:pt x="480491" y="71365"/>
                  </a:lnTo>
                  <a:lnTo>
                    <a:pt x="482346" y="71365"/>
                  </a:lnTo>
                  <a:lnTo>
                    <a:pt x="484202" y="71365"/>
                  </a:lnTo>
                  <a:lnTo>
                    <a:pt x="484202" y="67967"/>
                  </a:lnTo>
                  <a:lnTo>
                    <a:pt x="486057" y="67967"/>
                  </a:lnTo>
                  <a:lnTo>
                    <a:pt x="487912" y="67967"/>
                  </a:lnTo>
                  <a:lnTo>
                    <a:pt x="489767" y="67967"/>
                  </a:lnTo>
                  <a:lnTo>
                    <a:pt x="491622" y="67967"/>
                  </a:lnTo>
                  <a:lnTo>
                    <a:pt x="493478" y="67967"/>
                  </a:lnTo>
                  <a:lnTo>
                    <a:pt x="495333" y="67967"/>
                  </a:lnTo>
                  <a:lnTo>
                    <a:pt x="497188" y="67967"/>
                  </a:lnTo>
                  <a:lnTo>
                    <a:pt x="499043" y="67967"/>
                  </a:lnTo>
                  <a:lnTo>
                    <a:pt x="500898" y="67967"/>
                  </a:lnTo>
                  <a:lnTo>
                    <a:pt x="502753" y="67967"/>
                  </a:lnTo>
                  <a:lnTo>
                    <a:pt x="504609" y="67967"/>
                  </a:lnTo>
                  <a:lnTo>
                    <a:pt x="506464" y="67967"/>
                  </a:lnTo>
                  <a:lnTo>
                    <a:pt x="508319" y="67967"/>
                  </a:lnTo>
                  <a:lnTo>
                    <a:pt x="510174" y="67967"/>
                  </a:lnTo>
                  <a:lnTo>
                    <a:pt x="512029" y="67967"/>
                  </a:lnTo>
                  <a:lnTo>
                    <a:pt x="513884" y="67967"/>
                  </a:lnTo>
                  <a:lnTo>
                    <a:pt x="515740" y="67967"/>
                  </a:lnTo>
                  <a:lnTo>
                    <a:pt x="517595" y="67967"/>
                  </a:lnTo>
                  <a:lnTo>
                    <a:pt x="519450" y="67967"/>
                  </a:lnTo>
                  <a:lnTo>
                    <a:pt x="521305" y="67967"/>
                  </a:lnTo>
                  <a:lnTo>
                    <a:pt x="523160" y="67967"/>
                  </a:lnTo>
                  <a:lnTo>
                    <a:pt x="525016" y="67967"/>
                  </a:lnTo>
                  <a:lnTo>
                    <a:pt x="526871" y="67967"/>
                  </a:lnTo>
                  <a:lnTo>
                    <a:pt x="528726" y="67967"/>
                  </a:lnTo>
                  <a:lnTo>
                    <a:pt x="530581" y="67967"/>
                  </a:lnTo>
                  <a:lnTo>
                    <a:pt x="532436" y="67967"/>
                  </a:lnTo>
                  <a:lnTo>
                    <a:pt x="532436" y="64569"/>
                  </a:lnTo>
                  <a:lnTo>
                    <a:pt x="534291" y="64569"/>
                  </a:lnTo>
                  <a:lnTo>
                    <a:pt x="536147" y="64569"/>
                  </a:lnTo>
                  <a:lnTo>
                    <a:pt x="538002" y="64569"/>
                  </a:lnTo>
                  <a:lnTo>
                    <a:pt x="539857" y="64569"/>
                  </a:lnTo>
                  <a:lnTo>
                    <a:pt x="541712" y="64569"/>
                  </a:lnTo>
                  <a:lnTo>
                    <a:pt x="543567" y="64569"/>
                  </a:lnTo>
                  <a:lnTo>
                    <a:pt x="545423" y="64569"/>
                  </a:lnTo>
                  <a:lnTo>
                    <a:pt x="547278" y="64569"/>
                  </a:lnTo>
                  <a:lnTo>
                    <a:pt x="549133" y="64569"/>
                  </a:lnTo>
                  <a:lnTo>
                    <a:pt x="550988" y="64569"/>
                  </a:lnTo>
                  <a:lnTo>
                    <a:pt x="552843" y="64569"/>
                  </a:lnTo>
                  <a:lnTo>
                    <a:pt x="554698" y="64569"/>
                  </a:lnTo>
                  <a:lnTo>
                    <a:pt x="556554" y="64569"/>
                  </a:lnTo>
                  <a:lnTo>
                    <a:pt x="558409" y="64569"/>
                  </a:lnTo>
                  <a:lnTo>
                    <a:pt x="558409" y="61170"/>
                  </a:lnTo>
                  <a:lnTo>
                    <a:pt x="560264" y="61170"/>
                  </a:lnTo>
                  <a:lnTo>
                    <a:pt x="562119" y="61170"/>
                  </a:lnTo>
                  <a:lnTo>
                    <a:pt x="563974" y="61170"/>
                  </a:lnTo>
                  <a:lnTo>
                    <a:pt x="567685" y="61170"/>
                  </a:lnTo>
                  <a:lnTo>
                    <a:pt x="569540" y="61170"/>
                  </a:lnTo>
                  <a:lnTo>
                    <a:pt x="571395" y="61170"/>
                  </a:lnTo>
                  <a:lnTo>
                    <a:pt x="573250" y="61170"/>
                  </a:lnTo>
                  <a:lnTo>
                    <a:pt x="573250" y="57772"/>
                  </a:lnTo>
                  <a:lnTo>
                    <a:pt x="575105" y="57772"/>
                  </a:lnTo>
                  <a:lnTo>
                    <a:pt x="576961" y="57772"/>
                  </a:lnTo>
                  <a:lnTo>
                    <a:pt x="578816" y="57772"/>
                  </a:lnTo>
                  <a:lnTo>
                    <a:pt x="580671" y="57772"/>
                  </a:lnTo>
                  <a:lnTo>
                    <a:pt x="582526" y="57772"/>
                  </a:lnTo>
                  <a:lnTo>
                    <a:pt x="584381" y="57772"/>
                  </a:lnTo>
                  <a:lnTo>
                    <a:pt x="586237" y="57772"/>
                  </a:lnTo>
                  <a:lnTo>
                    <a:pt x="588092" y="57772"/>
                  </a:lnTo>
                  <a:lnTo>
                    <a:pt x="589947" y="57772"/>
                  </a:lnTo>
                  <a:lnTo>
                    <a:pt x="591802" y="57772"/>
                  </a:lnTo>
                  <a:lnTo>
                    <a:pt x="593657" y="57772"/>
                  </a:lnTo>
                  <a:lnTo>
                    <a:pt x="595512" y="57772"/>
                  </a:lnTo>
                  <a:lnTo>
                    <a:pt x="595512" y="54374"/>
                  </a:lnTo>
                  <a:lnTo>
                    <a:pt x="597368" y="54374"/>
                  </a:lnTo>
                  <a:lnTo>
                    <a:pt x="599223" y="54374"/>
                  </a:lnTo>
                  <a:lnTo>
                    <a:pt x="601078" y="54374"/>
                  </a:lnTo>
                  <a:lnTo>
                    <a:pt x="602933" y="54374"/>
                  </a:lnTo>
                  <a:lnTo>
                    <a:pt x="604788" y="54374"/>
                  </a:lnTo>
                  <a:lnTo>
                    <a:pt x="606644" y="54374"/>
                  </a:lnTo>
                  <a:lnTo>
                    <a:pt x="608499" y="54374"/>
                  </a:lnTo>
                  <a:lnTo>
                    <a:pt x="610354" y="54374"/>
                  </a:lnTo>
                  <a:lnTo>
                    <a:pt x="612209" y="54374"/>
                  </a:lnTo>
                  <a:lnTo>
                    <a:pt x="614064" y="54374"/>
                  </a:lnTo>
                  <a:lnTo>
                    <a:pt x="615919" y="54374"/>
                  </a:lnTo>
                  <a:lnTo>
                    <a:pt x="615919" y="50975"/>
                  </a:lnTo>
                  <a:lnTo>
                    <a:pt x="617775" y="50975"/>
                  </a:lnTo>
                  <a:lnTo>
                    <a:pt x="619630" y="50975"/>
                  </a:lnTo>
                  <a:lnTo>
                    <a:pt x="621485" y="50975"/>
                  </a:lnTo>
                  <a:lnTo>
                    <a:pt x="621485" y="47577"/>
                  </a:lnTo>
                  <a:lnTo>
                    <a:pt x="623340" y="47577"/>
                  </a:lnTo>
                  <a:lnTo>
                    <a:pt x="625195" y="47577"/>
                  </a:lnTo>
                  <a:lnTo>
                    <a:pt x="625195" y="44178"/>
                  </a:lnTo>
                  <a:lnTo>
                    <a:pt x="627050" y="44178"/>
                  </a:lnTo>
                  <a:lnTo>
                    <a:pt x="628906" y="44178"/>
                  </a:lnTo>
                  <a:lnTo>
                    <a:pt x="630761" y="44178"/>
                  </a:lnTo>
                  <a:lnTo>
                    <a:pt x="632616" y="44178"/>
                  </a:lnTo>
                  <a:lnTo>
                    <a:pt x="634471" y="44178"/>
                  </a:lnTo>
                  <a:lnTo>
                    <a:pt x="636326" y="44178"/>
                  </a:lnTo>
                  <a:lnTo>
                    <a:pt x="638182" y="44178"/>
                  </a:lnTo>
                  <a:lnTo>
                    <a:pt x="640037" y="44178"/>
                  </a:lnTo>
                  <a:lnTo>
                    <a:pt x="641892" y="44178"/>
                  </a:lnTo>
                  <a:lnTo>
                    <a:pt x="643747" y="44178"/>
                  </a:lnTo>
                  <a:lnTo>
                    <a:pt x="645602" y="44178"/>
                  </a:lnTo>
                  <a:lnTo>
                    <a:pt x="647457" y="44178"/>
                  </a:lnTo>
                  <a:lnTo>
                    <a:pt x="649313" y="44178"/>
                  </a:lnTo>
                  <a:lnTo>
                    <a:pt x="651168" y="44178"/>
                  </a:lnTo>
                  <a:lnTo>
                    <a:pt x="653023" y="44178"/>
                  </a:lnTo>
                  <a:lnTo>
                    <a:pt x="654878" y="44178"/>
                  </a:lnTo>
                  <a:lnTo>
                    <a:pt x="656733" y="44178"/>
                  </a:lnTo>
                  <a:lnTo>
                    <a:pt x="658589" y="44178"/>
                  </a:lnTo>
                  <a:lnTo>
                    <a:pt x="660444" y="44178"/>
                  </a:lnTo>
                  <a:lnTo>
                    <a:pt x="662299" y="44178"/>
                  </a:lnTo>
                  <a:lnTo>
                    <a:pt x="664154" y="44178"/>
                  </a:lnTo>
                  <a:lnTo>
                    <a:pt x="666009" y="44178"/>
                  </a:lnTo>
                  <a:lnTo>
                    <a:pt x="667864" y="44178"/>
                  </a:lnTo>
                  <a:lnTo>
                    <a:pt x="669720" y="44178"/>
                  </a:lnTo>
                  <a:lnTo>
                    <a:pt x="671575" y="44178"/>
                  </a:lnTo>
                  <a:lnTo>
                    <a:pt x="673430" y="44178"/>
                  </a:lnTo>
                  <a:lnTo>
                    <a:pt x="675285" y="44178"/>
                  </a:lnTo>
                  <a:lnTo>
                    <a:pt x="677140" y="44178"/>
                  </a:lnTo>
                  <a:lnTo>
                    <a:pt x="678996" y="44178"/>
                  </a:lnTo>
                  <a:lnTo>
                    <a:pt x="680851" y="44178"/>
                  </a:lnTo>
                  <a:lnTo>
                    <a:pt x="682706" y="44178"/>
                  </a:lnTo>
                  <a:lnTo>
                    <a:pt x="684561" y="44178"/>
                  </a:lnTo>
                  <a:lnTo>
                    <a:pt x="686416" y="44178"/>
                  </a:lnTo>
                  <a:lnTo>
                    <a:pt x="688271" y="44178"/>
                  </a:lnTo>
                  <a:lnTo>
                    <a:pt x="690127" y="44178"/>
                  </a:lnTo>
                  <a:lnTo>
                    <a:pt x="691982" y="44178"/>
                  </a:lnTo>
                  <a:lnTo>
                    <a:pt x="693837" y="44178"/>
                  </a:lnTo>
                  <a:lnTo>
                    <a:pt x="695692" y="44178"/>
                  </a:lnTo>
                  <a:lnTo>
                    <a:pt x="697547" y="44178"/>
                  </a:lnTo>
                  <a:lnTo>
                    <a:pt x="699403" y="44178"/>
                  </a:lnTo>
                  <a:lnTo>
                    <a:pt x="701258" y="44178"/>
                  </a:lnTo>
                  <a:lnTo>
                    <a:pt x="703113" y="44178"/>
                  </a:lnTo>
                  <a:lnTo>
                    <a:pt x="704968" y="44178"/>
                  </a:lnTo>
                  <a:lnTo>
                    <a:pt x="706823" y="44178"/>
                  </a:lnTo>
                  <a:lnTo>
                    <a:pt x="708678" y="44178"/>
                  </a:lnTo>
                  <a:lnTo>
                    <a:pt x="710534" y="44178"/>
                  </a:lnTo>
                  <a:lnTo>
                    <a:pt x="712389" y="44178"/>
                  </a:lnTo>
                  <a:lnTo>
                    <a:pt x="714244" y="44178"/>
                  </a:lnTo>
                  <a:lnTo>
                    <a:pt x="716099" y="44178"/>
                  </a:lnTo>
                  <a:lnTo>
                    <a:pt x="717954" y="44178"/>
                  </a:lnTo>
                  <a:lnTo>
                    <a:pt x="719810" y="44178"/>
                  </a:lnTo>
                  <a:lnTo>
                    <a:pt x="721665" y="44178"/>
                  </a:lnTo>
                  <a:lnTo>
                    <a:pt x="723520" y="44178"/>
                  </a:lnTo>
                  <a:lnTo>
                    <a:pt x="725375" y="44178"/>
                  </a:lnTo>
                  <a:lnTo>
                    <a:pt x="727230" y="44178"/>
                  </a:lnTo>
                  <a:lnTo>
                    <a:pt x="729085" y="44178"/>
                  </a:lnTo>
                  <a:lnTo>
                    <a:pt x="729085" y="40780"/>
                  </a:lnTo>
                  <a:lnTo>
                    <a:pt x="729085" y="37382"/>
                  </a:lnTo>
                  <a:lnTo>
                    <a:pt x="730941" y="37382"/>
                  </a:lnTo>
                  <a:lnTo>
                    <a:pt x="732796" y="37382"/>
                  </a:lnTo>
                  <a:lnTo>
                    <a:pt x="734651" y="37382"/>
                  </a:lnTo>
                  <a:lnTo>
                    <a:pt x="736506" y="37382"/>
                  </a:lnTo>
                  <a:lnTo>
                    <a:pt x="738361" y="37382"/>
                  </a:lnTo>
                  <a:lnTo>
                    <a:pt x="740217" y="37382"/>
                  </a:lnTo>
                  <a:lnTo>
                    <a:pt x="742072" y="37382"/>
                  </a:lnTo>
                  <a:lnTo>
                    <a:pt x="743927" y="37382"/>
                  </a:lnTo>
                  <a:lnTo>
                    <a:pt x="745782" y="37382"/>
                  </a:lnTo>
                  <a:lnTo>
                    <a:pt x="747637" y="37382"/>
                  </a:lnTo>
                  <a:lnTo>
                    <a:pt x="749492" y="37382"/>
                  </a:lnTo>
                  <a:lnTo>
                    <a:pt x="751348" y="37382"/>
                  </a:lnTo>
                  <a:lnTo>
                    <a:pt x="753203" y="37382"/>
                  </a:lnTo>
                  <a:lnTo>
                    <a:pt x="755058" y="37382"/>
                  </a:lnTo>
                  <a:lnTo>
                    <a:pt x="756913" y="37382"/>
                  </a:lnTo>
                  <a:lnTo>
                    <a:pt x="758768" y="37382"/>
                  </a:lnTo>
                  <a:lnTo>
                    <a:pt x="760623" y="37382"/>
                  </a:lnTo>
                  <a:lnTo>
                    <a:pt x="762479" y="37382"/>
                  </a:lnTo>
                  <a:lnTo>
                    <a:pt x="764334" y="37382"/>
                  </a:lnTo>
                  <a:lnTo>
                    <a:pt x="766189" y="37382"/>
                  </a:lnTo>
                  <a:lnTo>
                    <a:pt x="768044" y="37382"/>
                  </a:lnTo>
                  <a:lnTo>
                    <a:pt x="769899" y="37382"/>
                  </a:lnTo>
                  <a:lnTo>
                    <a:pt x="771755" y="37382"/>
                  </a:lnTo>
                  <a:lnTo>
                    <a:pt x="771755" y="33983"/>
                  </a:lnTo>
                  <a:lnTo>
                    <a:pt x="773610" y="33983"/>
                  </a:lnTo>
                  <a:lnTo>
                    <a:pt x="775465" y="33983"/>
                  </a:lnTo>
                  <a:lnTo>
                    <a:pt x="777320" y="33983"/>
                  </a:lnTo>
                  <a:lnTo>
                    <a:pt x="779175" y="33983"/>
                  </a:lnTo>
                  <a:lnTo>
                    <a:pt x="781030" y="33983"/>
                  </a:lnTo>
                  <a:lnTo>
                    <a:pt x="782886" y="33983"/>
                  </a:lnTo>
                  <a:lnTo>
                    <a:pt x="784741" y="33983"/>
                  </a:lnTo>
                  <a:lnTo>
                    <a:pt x="786596" y="33983"/>
                  </a:lnTo>
                  <a:lnTo>
                    <a:pt x="788451" y="33983"/>
                  </a:lnTo>
                  <a:lnTo>
                    <a:pt x="790306" y="33983"/>
                  </a:lnTo>
                  <a:lnTo>
                    <a:pt x="792162" y="33983"/>
                  </a:lnTo>
                  <a:lnTo>
                    <a:pt x="794017" y="33983"/>
                  </a:lnTo>
                  <a:lnTo>
                    <a:pt x="795872" y="33983"/>
                  </a:lnTo>
                  <a:lnTo>
                    <a:pt x="795872" y="30585"/>
                  </a:lnTo>
                  <a:lnTo>
                    <a:pt x="797727" y="30585"/>
                  </a:lnTo>
                  <a:lnTo>
                    <a:pt x="799582" y="30585"/>
                  </a:lnTo>
                  <a:lnTo>
                    <a:pt x="801437" y="30585"/>
                  </a:lnTo>
                  <a:lnTo>
                    <a:pt x="801437" y="27187"/>
                  </a:lnTo>
                  <a:lnTo>
                    <a:pt x="803293" y="27187"/>
                  </a:lnTo>
                  <a:lnTo>
                    <a:pt x="805148" y="27187"/>
                  </a:lnTo>
                  <a:lnTo>
                    <a:pt x="807003" y="27187"/>
                  </a:lnTo>
                  <a:lnTo>
                    <a:pt x="808858" y="27187"/>
                  </a:lnTo>
                  <a:lnTo>
                    <a:pt x="810713" y="27187"/>
                  </a:lnTo>
                  <a:lnTo>
                    <a:pt x="812569" y="27187"/>
                  </a:lnTo>
                  <a:lnTo>
                    <a:pt x="814424" y="27187"/>
                  </a:lnTo>
                  <a:lnTo>
                    <a:pt x="816279" y="27187"/>
                  </a:lnTo>
                  <a:lnTo>
                    <a:pt x="818134" y="27187"/>
                  </a:lnTo>
                  <a:lnTo>
                    <a:pt x="819989" y="27187"/>
                  </a:lnTo>
                  <a:lnTo>
                    <a:pt x="821844" y="27187"/>
                  </a:lnTo>
                  <a:lnTo>
                    <a:pt x="823700" y="27187"/>
                  </a:lnTo>
                  <a:lnTo>
                    <a:pt x="825555" y="27187"/>
                  </a:lnTo>
                  <a:lnTo>
                    <a:pt x="827410" y="27187"/>
                  </a:lnTo>
                  <a:lnTo>
                    <a:pt x="829265" y="27187"/>
                  </a:lnTo>
                  <a:lnTo>
                    <a:pt x="829265" y="23788"/>
                  </a:lnTo>
                  <a:lnTo>
                    <a:pt x="831120" y="23788"/>
                  </a:lnTo>
                  <a:lnTo>
                    <a:pt x="832976" y="23788"/>
                  </a:lnTo>
                  <a:lnTo>
                    <a:pt x="834831" y="23788"/>
                  </a:lnTo>
                  <a:lnTo>
                    <a:pt x="836686" y="23788"/>
                  </a:lnTo>
                  <a:lnTo>
                    <a:pt x="838541" y="23788"/>
                  </a:lnTo>
                  <a:lnTo>
                    <a:pt x="840396" y="23788"/>
                  </a:lnTo>
                  <a:lnTo>
                    <a:pt x="842251" y="23788"/>
                  </a:lnTo>
                  <a:lnTo>
                    <a:pt x="844107" y="23788"/>
                  </a:lnTo>
                  <a:lnTo>
                    <a:pt x="845962" y="23788"/>
                  </a:lnTo>
                  <a:lnTo>
                    <a:pt x="847817" y="23788"/>
                  </a:lnTo>
                  <a:lnTo>
                    <a:pt x="849672" y="23788"/>
                  </a:lnTo>
                  <a:lnTo>
                    <a:pt x="851527" y="23788"/>
                  </a:lnTo>
                  <a:lnTo>
                    <a:pt x="853383" y="23788"/>
                  </a:lnTo>
                  <a:lnTo>
                    <a:pt x="855238" y="23788"/>
                  </a:lnTo>
                  <a:lnTo>
                    <a:pt x="857093" y="23788"/>
                  </a:lnTo>
                  <a:lnTo>
                    <a:pt x="858948" y="23788"/>
                  </a:lnTo>
                  <a:lnTo>
                    <a:pt x="860803" y="23788"/>
                  </a:lnTo>
                  <a:lnTo>
                    <a:pt x="862658" y="23788"/>
                  </a:lnTo>
                  <a:lnTo>
                    <a:pt x="864514" y="23788"/>
                  </a:lnTo>
                  <a:lnTo>
                    <a:pt x="866369" y="23788"/>
                  </a:lnTo>
                  <a:lnTo>
                    <a:pt x="868224" y="23788"/>
                  </a:lnTo>
                  <a:lnTo>
                    <a:pt x="870079" y="23788"/>
                  </a:lnTo>
                  <a:lnTo>
                    <a:pt x="871934" y="23788"/>
                  </a:lnTo>
                  <a:lnTo>
                    <a:pt x="873790" y="23788"/>
                  </a:lnTo>
                  <a:lnTo>
                    <a:pt x="875645" y="23788"/>
                  </a:lnTo>
                  <a:lnTo>
                    <a:pt x="877500" y="23788"/>
                  </a:lnTo>
                  <a:lnTo>
                    <a:pt x="879355" y="23788"/>
                  </a:lnTo>
                  <a:lnTo>
                    <a:pt x="881210" y="23788"/>
                  </a:lnTo>
                  <a:lnTo>
                    <a:pt x="883065" y="23788"/>
                  </a:lnTo>
                  <a:lnTo>
                    <a:pt x="884921" y="23788"/>
                  </a:lnTo>
                  <a:lnTo>
                    <a:pt x="886776" y="23788"/>
                  </a:lnTo>
                  <a:lnTo>
                    <a:pt x="888631" y="23788"/>
                  </a:lnTo>
                  <a:lnTo>
                    <a:pt x="890486" y="23788"/>
                  </a:lnTo>
                  <a:lnTo>
                    <a:pt x="892341" y="23788"/>
                  </a:lnTo>
                  <a:lnTo>
                    <a:pt x="894196" y="23788"/>
                  </a:lnTo>
                  <a:lnTo>
                    <a:pt x="896052" y="23788"/>
                  </a:lnTo>
                  <a:lnTo>
                    <a:pt x="896052" y="20390"/>
                  </a:lnTo>
                  <a:lnTo>
                    <a:pt x="897907" y="20390"/>
                  </a:lnTo>
                  <a:lnTo>
                    <a:pt x="899762" y="20390"/>
                  </a:lnTo>
                  <a:lnTo>
                    <a:pt x="899762" y="16991"/>
                  </a:lnTo>
                  <a:lnTo>
                    <a:pt x="901617" y="16991"/>
                  </a:lnTo>
                  <a:lnTo>
                    <a:pt x="903472" y="16991"/>
                  </a:lnTo>
                  <a:lnTo>
                    <a:pt x="905328" y="16991"/>
                  </a:lnTo>
                  <a:lnTo>
                    <a:pt x="907183" y="16991"/>
                  </a:lnTo>
                  <a:lnTo>
                    <a:pt x="909038" y="16991"/>
                  </a:lnTo>
                  <a:lnTo>
                    <a:pt x="910893" y="16991"/>
                  </a:lnTo>
                  <a:lnTo>
                    <a:pt x="912748" y="16991"/>
                  </a:lnTo>
                  <a:lnTo>
                    <a:pt x="914603" y="16991"/>
                  </a:lnTo>
                  <a:lnTo>
                    <a:pt x="916459" y="16991"/>
                  </a:lnTo>
                  <a:lnTo>
                    <a:pt x="918314" y="16991"/>
                  </a:lnTo>
                  <a:lnTo>
                    <a:pt x="920169" y="16991"/>
                  </a:lnTo>
                  <a:lnTo>
                    <a:pt x="922024" y="16991"/>
                  </a:lnTo>
                  <a:lnTo>
                    <a:pt x="923879" y="16991"/>
                  </a:lnTo>
                  <a:lnTo>
                    <a:pt x="925735" y="16991"/>
                  </a:lnTo>
                  <a:lnTo>
                    <a:pt x="927590" y="16991"/>
                  </a:lnTo>
                  <a:lnTo>
                    <a:pt x="929445" y="16991"/>
                  </a:lnTo>
                  <a:lnTo>
                    <a:pt x="931300" y="16991"/>
                  </a:lnTo>
                  <a:lnTo>
                    <a:pt x="933155" y="16991"/>
                  </a:lnTo>
                  <a:lnTo>
                    <a:pt x="935010" y="16991"/>
                  </a:lnTo>
                  <a:lnTo>
                    <a:pt x="936866" y="16991"/>
                  </a:lnTo>
                  <a:lnTo>
                    <a:pt x="938721" y="16991"/>
                  </a:lnTo>
                  <a:lnTo>
                    <a:pt x="940576" y="16991"/>
                  </a:lnTo>
                  <a:lnTo>
                    <a:pt x="940576" y="13593"/>
                  </a:lnTo>
                  <a:lnTo>
                    <a:pt x="942431" y="13593"/>
                  </a:lnTo>
                  <a:lnTo>
                    <a:pt x="944286" y="13593"/>
                  </a:lnTo>
                  <a:lnTo>
                    <a:pt x="946142" y="13593"/>
                  </a:lnTo>
                  <a:lnTo>
                    <a:pt x="947997" y="13593"/>
                  </a:lnTo>
                  <a:lnTo>
                    <a:pt x="947997" y="10195"/>
                  </a:lnTo>
                  <a:lnTo>
                    <a:pt x="949852" y="10195"/>
                  </a:lnTo>
                  <a:lnTo>
                    <a:pt x="951707" y="10195"/>
                  </a:lnTo>
                  <a:lnTo>
                    <a:pt x="953562" y="10195"/>
                  </a:lnTo>
                  <a:lnTo>
                    <a:pt x="955417" y="10195"/>
                  </a:lnTo>
                  <a:lnTo>
                    <a:pt x="957273" y="10195"/>
                  </a:lnTo>
                  <a:lnTo>
                    <a:pt x="959128" y="10195"/>
                  </a:lnTo>
                  <a:lnTo>
                    <a:pt x="960983" y="10195"/>
                  </a:lnTo>
                  <a:lnTo>
                    <a:pt x="962838" y="10195"/>
                  </a:lnTo>
                  <a:lnTo>
                    <a:pt x="964693" y="10195"/>
                  </a:lnTo>
                  <a:lnTo>
                    <a:pt x="966549" y="10195"/>
                  </a:lnTo>
                  <a:lnTo>
                    <a:pt x="968404" y="10195"/>
                  </a:lnTo>
                  <a:lnTo>
                    <a:pt x="970259" y="10195"/>
                  </a:lnTo>
                  <a:lnTo>
                    <a:pt x="972114" y="10195"/>
                  </a:lnTo>
                  <a:lnTo>
                    <a:pt x="973969" y="10195"/>
                  </a:lnTo>
                  <a:lnTo>
                    <a:pt x="975824" y="10195"/>
                  </a:lnTo>
                  <a:lnTo>
                    <a:pt x="977680" y="10195"/>
                  </a:lnTo>
                  <a:lnTo>
                    <a:pt x="979535" y="10195"/>
                  </a:lnTo>
                  <a:lnTo>
                    <a:pt x="981390" y="10195"/>
                  </a:lnTo>
                  <a:lnTo>
                    <a:pt x="983245" y="10195"/>
                  </a:lnTo>
                  <a:lnTo>
                    <a:pt x="985100" y="10195"/>
                  </a:lnTo>
                  <a:lnTo>
                    <a:pt x="986956" y="10195"/>
                  </a:lnTo>
                  <a:lnTo>
                    <a:pt x="988811" y="10195"/>
                  </a:lnTo>
                  <a:lnTo>
                    <a:pt x="990666" y="10195"/>
                  </a:lnTo>
                  <a:lnTo>
                    <a:pt x="992521" y="10195"/>
                  </a:lnTo>
                  <a:lnTo>
                    <a:pt x="994376" y="10195"/>
                  </a:lnTo>
                  <a:lnTo>
                    <a:pt x="996231" y="10195"/>
                  </a:lnTo>
                  <a:lnTo>
                    <a:pt x="998087" y="10195"/>
                  </a:lnTo>
                  <a:lnTo>
                    <a:pt x="999942" y="10195"/>
                  </a:lnTo>
                  <a:lnTo>
                    <a:pt x="1001797" y="10195"/>
                  </a:lnTo>
                  <a:lnTo>
                    <a:pt x="1003652" y="10195"/>
                  </a:lnTo>
                  <a:lnTo>
                    <a:pt x="1005507" y="10195"/>
                  </a:lnTo>
                  <a:lnTo>
                    <a:pt x="1007362" y="10195"/>
                  </a:lnTo>
                  <a:lnTo>
                    <a:pt x="1009218" y="10195"/>
                  </a:lnTo>
                  <a:lnTo>
                    <a:pt x="1011073" y="10195"/>
                  </a:lnTo>
                  <a:lnTo>
                    <a:pt x="1012928" y="10195"/>
                  </a:lnTo>
                  <a:lnTo>
                    <a:pt x="1014783" y="10195"/>
                  </a:lnTo>
                  <a:lnTo>
                    <a:pt x="1016638" y="10195"/>
                  </a:lnTo>
                  <a:lnTo>
                    <a:pt x="1018494" y="10195"/>
                  </a:lnTo>
                  <a:lnTo>
                    <a:pt x="1020349" y="10195"/>
                  </a:lnTo>
                  <a:lnTo>
                    <a:pt x="1022204" y="10195"/>
                  </a:lnTo>
                  <a:lnTo>
                    <a:pt x="1024059" y="10195"/>
                  </a:lnTo>
                  <a:lnTo>
                    <a:pt x="1025914" y="10195"/>
                  </a:lnTo>
                  <a:lnTo>
                    <a:pt x="1027769" y="10195"/>
                  </a:lnTo>
                  <a:lnTo>
                    <a:pt x="1029625" y="10195"/>
                  </a:lnTo>
                  <a:lnTo>
                    <a:pt x="1031480" y="10195"/>
                  </a:lnTo>
                  <a:lnTo>
                    <a:pt x="1033335" y="10195"/>
                  </a:lnTo>
                  <a:lnTo>
                    <a:pt x="1035190" y="10195"/>
                  </a:lnTo>
                  <a:lnTo>
                    <a:pt x="1037045" y="10195"/>
                  </a:lnTo>
                  <a:lnTo>
                    <a:pt x="1038901" y="10195"/>
                  </a:lnTo>
                  <a:lnTo>
                    <a:pt x="1040756" y="10195"/>
                  </a:lnTo>
                  <a:lnTo>
                    <a:pt x="1042611" y="10195"/>
                  </a:lnTo>
                  <a:lnTo>
                    <a:pt x="1044466" y="10195"/>
                  </a:lnTo>
                  <a:lnTo>
                    <a:pt x="1046321" y="10195"/>
                  </a:lnTo>
                  <a:lnTo>
                    <a:pt x="1048176" y="10195"/>
                  </a:lnTo>
                  <a:lnTo>
                    <a:pt x="1048176" y="6796"/>
                  </a:lnTo>
                  <a:lnTo>
                    <a:pt x="1050032" y="6796"/>
                  </a:lnTo>
                  <a:lnTo>
                    <a:pt x="1050032" y="3398"/>
                  </a:lnTo>
                  <a:lnTo>
                    <a:pt x="1051887" y="3398"/>
                  </a:lnTo>
                  <a:lnTo>
                    <a:pt x="1053742" y="3398"/>
                  </a:lnTo>
                  <a:lnTo>
                    <a:pt x="1055597" y="3398"/>
                  </a:lnTo>
                  <a:lnTo>
                    <a:pt x="1057452" y="3398"/>
                  </a:lnTo>
                  <a:lnTo>
                    <a:pt x="1059308" y="3398"/>
                  </a:lnTo>
                  <a:lnTo>
                    <a:pt x="1061163" y="3398"/>
                  </a:lnTo>
                  <a:lnTo>
                    <a:pt x="1063018" y="3398"/>
                  </a:lnTo>
                  <a:lnTo>
                    <a:pt x="1064873" y="3398"/>
                  </a:lnTo>
                  <a:lnTo>
                    <a:pt x="1066728" y="3398"/>
                  </a:lnTo>
                  <a:lnTo>
                    <a:pt x="1068583" y="3398"/>
                  </a:lnTo>
                  <a:lnTo>
                    <a:pt x="1070439" y="3398"/>
                  </a:lnTo>
                  <a:lnTo>
                    <a:pt x="1072294" y="3398"/>
                  </a:lnTo>
                  <a:lnTo>
                    <a:pt x="1074149" y="3398"/>
                  </a:lnTo>
                  <a:lnTo>
                    <a:pt x="1076004" y="3398"/>
                  </a:lnTo>
                  <a:lnTo>
                    <a:pt x="1077859" y="3398"/>
                  </a:lnTo>
                  <a:lnTo>
                    <a:pt x="1079715" y="3398"/>
                  </a:lnTo>
                  <a:lnTo>
                    <a:pt x="1081570" y="3398"/>
                  </a:lnTo>
                  <a:lnTo>
                    <a:pt x="1083425" y="3398"/>
                  </a:lnTo>
                  <a:lnTo>
                    <a:pt x="1085280" y="3398"/>
                  </a:lnTo>
                  <a:lnTo>
                    <a:pt x="1087135" y="3398"/>
                  </a:lnTo>
                  <a:lnTo>
                    <a:pt x="1088990" y="3398"/>
                  </a:lnTo>
                  <a:lnTo>
                    <a:pt x="1090846" y="3398"/>
                  </a:lnTo>
                  <a:lnTo>
                    <a:pt x="1092701" y="3398"/>
                  </a:lnTo>
                  <a:lnTo>
                    <a:pt x="1094556" y="3398"/>
                  </a:lnTo>
                  <a:lnTo>
                    <a:pt x="1096411" y="3398"/>
                  </a:lnTo>
                  <a:lnTo>
                    <a:pt x="1098266" y="3398"/>
                  </a:lnTo>
                  <a:lnTo>
                    <a:pt x="1100122" y="3398"/>
                  </a:lnTo>
                  <a:lnTo>
                    <a:pt x="1100122" y="0"/>
                  </a:lnTo>
                  <a:lnTo>
                    <a:pt x="1101977" y="0"/>
                  </a:lnTo>
                  <a:lnTo>
                    <a:pt x="1103832" y="0"/>
                  </a:lnTo>
                  <a:lnTo>
                    <a:pt x="1105687" y="0"/>
                  </a:lnTo>
                  <a:lnTo>
                    <a:pt x="1107542" y="0"/>
                  </a:lnTo>
                  <a:lnTo>
                    <a:pt x="1109397" y="0"/>
                  </a:lnTo>
                  <a:lnTo>
                    <a:pt x="1111253" y="0"/>
                  </a:lnTo>
                  <a:lnTo>
                    <a:pt x="1113108" y="0"/>
                  </a:lnTo>
                  <a:lnTo>
                    <a:pt x="1114963" y="0"/>
                  </a:lnTo>
                  <a:lnTo>
                    <a:pt x="1116818" y="0"/>
                  </a:lnTo>
                  <a:lnTo>
                    <a:pt x="1118673" y="0"/>
                  </a:lnTo>
                  <a:lnTo>
                    <a:pt x="1120529" y="0"/>
                  </a:lnTo>
                  <a:lnTo>
                    <a:pt x="1122384" y="0"/>
                  </a:lnTo>
                  <a:lnTo>
                    <a:pt x="1124239" y="0"/>
                  </a:lnTo>
                  <a:lnTo>
                    <a:pt x="1126094" y="0"/>
                  </a:lnTo>
                  <a:lnTo>
                    <a:pt x="1127949" y="0"/>
                  </a:lnTo>
                  <a:lnTo>
                    <a:pt x="1129804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87078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291" name="pg5291"/>
            <p:cNvSpPr/>
            <p:nvPr/>
          </p:nvSpPr>
          <p:spPr>
            <a:xfrm>
              <a:off x="90473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tx5292"/>
            <p:cNvSpPr/>
            <p:nvPr/>
          </p:nvSpPr>
          <p:spPr>
            <a:xfrm>
              <a:off x="9092891" y="105945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0.36 [0.340, 0.555]</a:t>
              </a:r>
            </a:p>
          </p:txBody>
        </p:sp>
        <p:sp>
          <p:nvSpPr>
            <p:cNvPr id="5293" name="tx5293"/>
            <p:cNvSpPr/>
            <p:nvPr/>
          </p:nvSpPr>
          <p:spPr>
            <a:xfrm>
              <a:off x="90928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0.891</a:t>
              </a:r>
            </a:p>
          </p:txBody>
        </p:sp>
        <p:sp>
          <p:nvSpPr>
            <p:cNvPr id="5294" name="tx5294"/>
            <p:cNvSpPr/>
            <p:nvPr/>
          </p:nvSpPr>
          <p:spPr>
            <a:xfrm>
              <a:off x="90928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0.688</a:t>
              </a:r>
            </a:p>
          </p:txBody>
        </p:sp>
        <p:sp>
          <p:nvSpPr>
            <p:cNvPr id="5295" name="tx5295"/>
            <p:cNvSpPr/>
            <p:nvPr/>
          </p:nvSpPr>
          <p:spPr>
            <a:xfrm>
              <a:off x="9092891" y="112784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0.862</a:t>
              </a:r>
            </a:p>
          </p:txBody>
        </p:sp>
        <p:sp>
          <p:nvSpPr>
            <p:cNvPr id="5296" name="tx5296"/>
            <p:cNvSpPr/>
            <p:nvPr/>
          </p:nvSpPr>
          <p:spPr>
            <a:xfrm>
              <a:off x="83513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297" name="tx5297"/>
            <p:cNvSpPr/>
            <p:nvPr/>
          </p:nvSpPr>
          <p:spPr>
            <a:xfrm>
              <a:off x="83513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298" name="tx5298"/>
            <p:cNvSpPr/>
            <p:nvPr/>
          </p:nvSpPr>
          <p:spPr>
            <a:xfrm>
              <a:off x="83513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299" name="tx5299"/>
            <p:cNvSpPr/>
            <p:nvPr/>
          </p:nvSpPr>
          <p:spPr>
            <a:xfrm>
              <a:off x="83513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0" name="tx5300"/>
            <p:cNvSpPr/>
            <p:nvPr/>
          </p:nvSpPr>
          <p:spPr>
            <a:xfrm>
              <a:off x="83513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1" name="tx5301"/>
            <p:cNvSpPr/>
            <p:nvPr/>
          </p:nvSpPr>
          <p:spPr>
            <a:xfrm>
              <a:off x="86260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302" name="tx5302"/>
            <p:cNvSpPr/>
            <p:nvPr/>
          </p:nvSpPr>
          <p:spPr>
            <a:xfrm>
              <a:off x="89089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303" name="tx5303"/>
            <p:cNvSpPr/>
            <p:nvPr/>
          </p:nvSpPr>
          <p:spPr>
            <a:xfrm>
              <a:off x="91918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304" name="tx5304"/>
            <p:cNvSpPr/>
            <p:nvPr/>
          </p:nvSpPr>
          <p:spPr>
            <a:xfrm>
              <a:off x="94747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305" name="tx5305"/>
            <p:cNvSpPr/>
            <p:nvPr/>
          </p:nvSpPr>
          <p:spPr>
            <a:xfrm>
              <a:off x="97576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306" name="tx5306"/>
            <p:cNvSpPr/>
            <p:nvPr/>
          </p:nvSpPr>
          <p:spPr>
            <a:xfrm>
              <a:off x="79518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307" name="tx5307"/>
            <p:cNvSpPr/>
            <p:nvPr/>
          </p:nvSpPr>
          <p:spPr>
            <a:xfrm rot="-5400000">
              <a:off x="69802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308" name="tx5308"/>
            <p:cNvSpPr/>
            <p:nvPr/>
          </p:nvSpPr>
          <p:spPr>
            <a:xfrm>
              <a:off x="8707863" y="9765967"/>
              <a:ext cx="213360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R.</a:t>
              </a:r>
            </a:p>
          </p:txBody>
        </p:sp>
        <p:sp>
          <p:nvSpPr>
            <p:cNvPr id="5309" name="rc5309"/>
            <p:cNvSpPr/>
            <p:nvPr/>
          </p:nvSpPr>
          <p:spPr>
            <a:xfrm>
              <a:off x="10698162" y="9677400"/>
              <a:ext cx="493775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rc5310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11193776" y="111093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11193776" y="107851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11193776" y="104609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11193776" y="101367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1209460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1313946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1418432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1522918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11193776" y="112714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11193776" y="109472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11193776" y="106230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11193776" y="102988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11193776" y="99746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11572174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1261703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1366189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1470675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11991268" y="10877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12170032" y="110693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11782943" y="11099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12711253" y="10749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12716884" y="10747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12888610" y="10725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12139769" y="10908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11969450" y="10912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11861065" y="10942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13232064" y="11009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11972969" y="10841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12410028" y="10904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12193961" y="107525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11535206" y="10993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11510573" y="1097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13136347" y="10755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13350302" y="11014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13404494" y="11033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11761126" y="1112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12113025" y="11105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12017308" y="10715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12044052" y="10726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12110913" y="10909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12483223" y="10957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12524043" y="10854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12405805" y="10527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12321349" y="10466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13666307" y="1077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14262424" y="10719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13280626" y="10701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13019517" y="10661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13240509" y="10864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13225026" y="10885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12492372" y="1102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14079437" y="1067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14511569" y="10571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12031384" y="11017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12317126" y="1102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11744938" y="10709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11570396" y="10718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12886499" y="10805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13002626" y="1056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13296813" y="10555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13423497" y="10601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13500211" y="10548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13503730" y="10577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14135037" y="1053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14447523" y="10538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12269972" y="10709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11638665" y="11246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11828690" y="11050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11647110" y="1085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11642888" y="10927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14037209" y="1076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13886596" y="10736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13675457" y="10996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12027161" y="10936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12151734" y="1083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12268564" y="108157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12453663" y="10344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12490964" y="10868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12195369" y="10657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12241116" y="10578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12347389" y="10799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12526154" y="10797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12362873" y="10923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13510768" y="10981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13491061" y="107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13485431" y="10814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11732270" y="10810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11766756" y="109974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11842062" y="109793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14014687" y="10806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14379959" y="10755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14197675" y="1083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14206824" y="10836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11991268" y="1093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11987749" y="10892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11809688" y="10853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11884290" y="10831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11911035" y="10773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12610610" y="11016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12923096" y="108901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12035607" y="10871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12146807" y="10635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13398160" y="10769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12060240" y="10954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12642985" y="10728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12457182" y="10683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13221507" y="10821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13990758" y="1082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13700793" y="10844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13757097" y="10842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11963819" y="11103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11951151" y="1070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11818133" y="10972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11898366" y="10893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12061647" y="11028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12305162" y="11046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12082058" y="1058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11934964" y="10941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12949137" y="10796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13392530" y="1097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13717684" y="10949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11610513" y="10815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12287567" y="11042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12559937" y="11063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12391025" y="11086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12676767" y="10634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12791486" y="10647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13189132" y="10580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12876646" y="10553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12173551" y="1089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12172144" y="10840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12213668" y="10945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12185516" y="11011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12177070" y="1088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12193258" y="11006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12174959" y="10974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14200490" y="10626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14160374" y="10521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14495381" y="1049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11597844" y="1096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11687931" y="10807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12134842" y="11021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11852619" y="1084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11863176" y="11069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12280529" y="1079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12520524" y="10802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11941298" y="11009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12056721" y="10861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12412139" y="10966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12436068" y="1039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13099750" y="10861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13156757" y="1088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11602067" y="10982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11592214" y="10975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12779522" y="10795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12243931" y="10676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12294605" y="10663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12291086" y="1062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12117247" y="11027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12235486" y="10926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12366392" y="10937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12239005" y="10944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12241116" y="10942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12203111" y="1078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12288270" y="10670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13120864" y="1080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12990661" y="1081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12856236" y="10832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13248955" y="10649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12737294" y="10980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11704118" y="1071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11793500" y="1088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11820245" y="10759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11604179" y="10957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11830098" y="11038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12317126" y="10879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12198184" y="10953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12999810" y="10499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13069486" y="10642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14109700" y="10885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13830292" y="1093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14015391" y="10920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14439781" y="11013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11562655" y="11018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11609105" y="11129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11804761" y="10749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13059633" y="10690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13194059" y="10921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13468540" y="1099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13339041" y="1091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14068880" y="10713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13301740" y="10772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12522635" y="10585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11549986" y="1070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13091304" y="10918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12965324" y="10841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12992069" y="10899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13410828" y="10792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11863880" y="109871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12815415" y="10769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11560543" y="10766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11626700" y="1097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11663298" y="11113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13596631" y="10918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13581851" y="10787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13377750" y="10811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14051285" y="10651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11503536" y="10904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11506351" y="1065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11509870" y="10658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12199592" y="1103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13075821" y="10954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11965931" y="1106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12766149" y="10950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11577505" y="99746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11193776" y="1094063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27" name="pg5527"/>
            <p:cNvSpPr/>
            <p:nvPr/>
          </p:nvSpPr>
          <p:spPr>
            <a:xfrm>
              <a:off x="11193776" y="99746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tx5528"/>
            <p:cNvSpPr/>
            <p:nvPr/>
          </p:nvSpPr>
          <p:spPr>
            <a:xfrm>
              <a:off x="10921902" y="98872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529" name="tx5529"/>
            <p:cNvSpPr/>
            <p:nvPr/>
          </p:nvSpPr>
          <p:spPr>
            <a:xfrm>
              <a:off x="11185817" y="10058994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(8.6%)</a:t>
              </a:r>
            </a:p>
          </p:txBody>
        </p:sp>
        <p:sp>
          <p:nvSpPr>
            <p:cNvPr id="5530" name="pg5530"/>
            <p:cNvSpPr/>
            <p:nvPr/>
          </p:nvSpPr>
          <p:spPr>
            <a:xfrm>
              <a:off x="11193776" y="111437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tx5531"/>
            <p:cNvSpPr/>
            <p:nvPr/>
          </p:nvSpPr>
          <p:spPr>
            <a:xfrm>
              <a:off x="10914057" y="111562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532" name="tx5532"/>
            <p:cNvSpPr/>
            <p:nvPr/>
          </p:nvSpPr>
          <p:spPr>
            <a:xfrm>
              <a:off x="11185817" y="11355752"/>
              <a:ext cx="60566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 (8.1%)</a:t>
              </a:r>
            </a:p>
          </p:txBody>
        </p:sp>
        <p:sp>
          <p:nvSpPr>
            <p:cNvPr id="5533" name="pg5533"/>
            <p:cNvSpPr/>
            <p:nvPr/>
          </p:nvSpPr>
          <p:spPr>
            <a:xfrm>
              <a:off x="12240433" y="99746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tx5534"/>
            <p:cNvSpPr/>
            <p:nvPr/>
          </p:nvSpPr>
          <p:spPr>
            <a:xfrm>
              <a:off x="12282343" y="98872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535" name="tx5535"/>
            <p:cNvSpPr/>
            <p:nvPr/>
          </p:nvSpPr>
          <p:spPr>
            <a:xfrm>
              <a:off x="12453011" y="10058994"/>
              <a:ext cx="64454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 (66%)</a:t>
              </a:r>
            </a:p>
          </p:txBody>
        </p:sp>
        <p:sp>
          <p:nvSpPr>
            <p:cNvPr id="5536" name="pg5536"/>
            <p:cNvSpPr/>
            <p:nvPr/>
          </p:nvSpPr>
          <p:spPr>
            <a:xfrm>
              <a:off x="12123857" y="111437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tx5537"/>
            <p:cNvSpPr/>
            <p:nvPr/>
          </p:nvSpPr>
          <p:spPr>
            <a:xfrm>
              <a:off x="12165767" y="111562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538" name="tx5538"/>
            <p:cNvSpPr/>
            <p:nvPr/>
          </p:nvSpPr>
          <p:spPr>
            <a:xfrm>
              <a:off x="12414198" y="11355752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 (17.3%)</a:t>
              </a:r>
            </a:p>
          </p:txBody>
        </p:sp>
        <p:sp>
          <p:nvSpPr>
            <p:cNvPr id="5539" name="rc5539"/>
            <p:cNvSpPr/>
            <p:nvPr/>
          </p:nvSpPr>
          <p:spPr>
            <a:xfrm>
              <a:off x="11193776" y="99746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tx5540"/>
            <p:cNvSpPr/>
            <p:nvPr/>
          </p:nvSpPr>
          <p:spPr>
            <a:xfrm>
              <a:off x="10938567" y="112297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541" name="tx5541"/>
            <p:cNvSpPr/>
            <p:nvPr/>
          </p:nvSpPr>
          <p:spPr>
            <a:xfrm>
              <a:off x="10975784" y="109055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542" name="tx5542"/>
            <p:cNvSpPr/>
            <p:nvPr/>
          </p:nvSpPr>
          <p:spPr>
            <a:xfrm>
              <a:off x="10975784" y="105813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543" name="tx5543"/>
            <p:cNvSpPr/>
            <p:nvPr/>
          </p:nvSpPr>
          <p:spPr>
            <a:xfrm>
              <a:off x="10975784" y="102571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544" name="tx5544"/>
            <p:cNvSpPr/>
            <p:nvPr/>
          </p:nvSpPr>
          <p:spPr>
            <a:xfrm>
              <a:off x="10975784" y="99343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545" name="pl5545"/>
            <p:cNvSpPr/>
            <p:nvPr/>
          </p:nvSpPr>
          <p:spPr>
            <a:xfrm>
              <a:off x="11158981" y="112714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11158981" y="109472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11158981" y="106230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11158981" y="102988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11158981" y="99746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11572174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1261703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1366189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14706755" y="114011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tx5554"/>
            <p:cNvSpPr/>
            <p:nvPr/>
          </p:nvSpPr>
          <p:spPr>
            <a:xfrm>
              <a:off x="11541097" y="114620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555" name="tx5555"/>
            <p:cNvSpPr/>
            <p:nvPr/>
          </p:nvSpPr>
          <p:spPr>
            <a:xfrm>
              <a:off x="1255487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556" name="tx5556"/>
            <p:cNvSpPr/>
            <p:nvPr/>
          </p:nvSpPr>
          <p:spPr>
            <a:xfrm>
              <a:off x="13599739" y="114620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557" name="tx5557"/>
            <p:cNvSpPr/>
            <p:nvPr/>
          </p:nvSpPr>
          <p:spPr>
            <a:xfrm>
              <a:off x="14644600" y="114619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558" name="tx5558"/>
            <p:cNvSpPr/>
            <p:nvPr/>
          </p:nvSpPr>
          <p:spPr>
            <a:xfrm>
              <a:off x="12522243" y="115817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559" name="tx5559"/>
            <p:cNvSpPr/>
            <p:nvPr/>
          </p:nvSpPr>
          <p:spPr>
            <a:xfrm rot="-5400000">
              <a:off x="10177198" y="10622342"/>
              <a:ext cx="125000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pTau181 (Z)</a:t>
              </a:r>
            </a:p>
          </p:txBody>
        </p:sp>
        <p:sp>
          <p:nvSpPr>
            <p:cNvPr id="5560" name="tx5560"/>
            <p:cNvSpPr/>
            <p:nvPr/>
          </p:nvSpPr>
          <p:spPr>
            <a:xfrm>
              <a:off x="11193776" y="9742896"/>
              <a:ext cx="158390" cy="1240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S.</a:t>
              </a:r>
            </a:p>
          </p:txBody>
        </p:sp>
        <p:sp>
          <p:nvSpPr>
            <p:cNvPr id="5561" name="rc5561"/>
            <p:cNvSpPr/>
            <p:nvPr/>
          </p:nvSpPr>
          <p:spPr>
            <a:xfrm>
              <a:off x="16292827" y="9677400"/>
              <a:ext cx="1978029" cy="2133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16937463" y="110921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16937463" y="108092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16937463" y="105263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16937463" y="102434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1713550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1741841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17701333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17984248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16937463" y="112336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16937463" y="109506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16937463" y="106677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16937463" y="103848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16937463" y="101019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1699404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1727696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1755987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17842791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18125706" y="100453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16994046" y="101019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24759"/>
                  </a:lnTo>
                  <a:lnTo>
                    <a:pt x="0" y="1117859"/>
                  </a:lnTo>
                  <a:lnTo>
                    <a:pt x="0" y="1110958"/>
                  </a:lnTo>
                  <a:lnTo>
                    <a:pt x="0" y="1104058"/>
                  </a:lnTo>
                  <a:lnTo>
                    <a:pt x="0" y="1097158"/>
                  </a:lnTo>
                  <a:lnTo>
                    <a:pt x="0" y="1090257"/>
                  </a:lnTo>
                  <a:lnTo>
                    <a:pt x="0" y="1083357"/>
                  </a:lnTo>
                  <a:lnTo>
                    <a:pt x="0" y="1076457"/>
                  </a:lnTo>
                  <a:lnTo>
                    <a:pt x="0" y="1069556"/>
                  </a:lnTo>
                  <a:lnTo>
                    <a:pt x="0" y="1062656"/>
                  </a:lnTo>
                  <a:lnTo>
                    <a:pt x="0" y="1055756"/>
                  </a:lnTo>
                  <a:lnTo>
                    <a:pt x="0" y="1048855"/>
                  </a:lnTo>
                  <a:lnTo>
                    <a:pt x="0" y="1041955"/>
                  </a:lnTo>
                  <a:lnTo>
                    <a:pt x="0" y="1035054"/>
                  </a:lnTo>
                  <a:lnTo>
                    <a:pt x="0" y="1028154"/>
                  </a:lnTo>
                  <a:lnTo>
                    <a:pt x="0" y="1021254"/>
                  </a:lnTo>
                  <a:lnTo>
                    <a:pt x="0" y="1014353"/>
                  </a:lnTo>
                  <a:lnTo>
                    <a:pt x="0" y="1007453"/>
                  </a:lnTo>
                  <a:lnTo>
                    <a:pt x="0" y="1000553"/>
                  </a:lnTo>
                  <a:lnTo>
                    <a:pt x="0" y="993652"/>
                  </a:lnTo>
                  <a:lnTo>
                    <a:pt x="0" y="986752"/>
                  </a:lnTo>
                  <a:lnTo>
                    <a:pt x="0" y="979852"/>
                  </a:lnTo>
                  <a:lnTo>
                    <a:pt x="0" y="972951"/>
                  </a:lnTo>
                  <a:lnTo>
                    <a:pt x="0" y="966051"/>
                  </a:lnTo>
                  <a:lnTo>
                    <a:pt x="0" y="959150"/>
                  </a:lnTo>
                  <a:lnTo>
                    <a:pt x="0" y="952250"/>
                  </a:lnTo>
                  <a:lnTo>
                    <a:pt x="0" y="945350"/>
                  </a:lnTo>
                  <a:lnTo>
                    <a:pt x="0" y="938449"/>
                  </a:lnTo>
                  <a:lnTo>
                    <a:pt x="34292" y="938449"/>
                  </a:lnTo>
                  <a:lnTo>
                    <a:pt x="34292" y="931549"/>
                  </a:lnTo>
                  <a:lnTo>
                    <a:pt x="68585" y="931549"/>
                  </a:lnTo>
                  <a:lnTo>
                    <a:pt x="68585" y="924649"/>
                  </a:lnTo>
                  <a:lnTo>
                    <a:pt x="68585" y="917748"/>
                  </a:lnTo>
                  <a:lnTo>
                    <a:pt x="68585" y="910848"/>
                  </a:lnTo>
                  <a:lnTo>
                    <a:pt x="68585" y="903947"/>
                  </a:lnTo>
                  <a:lnTo>
                    <a:pt x="68585" y="897047"/>
                  </a:lnTo>
                  <a:lnTo>
                    <a:pt x="68585" y="890147"/>
                  </a:lnTo>
                  <a:lnTo>
                    <a:pt x="68585" y="883246"/>
                  </a:lnTo>
                  <a:lnTo>
                    <a:pt x="68585" y="876346"/>
                  </a:lnTo>
                  <a:lnTo>
                    <a:pt x="68585" y="869446"/>
                  </a:lnTo>
                  <a:lnTo>
                    <a:pt x="102878" y="869446"/>
                  </a:lnTo>
                  <a:lnTo>
                    <a:pt x="102878" y="862545"/>
                  </a:lnTo>
                  <a:lnTo>
                    <a:pt x="137170" y="862545"/>
                  </a:lnTo>
                  <a:lnTo>
                    <a:pt x="171463" y="862545"/>
                  </a:lnTo>
                  <a:lnTo>
                    <a:pt x="171463" y="855645"/>
                  </a:lnTo>
                  <a:lnTo>
                    <a:pt x="171463" y="848745"/>
                  </a:lnTo>
                  <a:lnTo>
                    <a:pt x="205756" y="848745"/>
                  </a:lnTo>
                  <a:lnTo>
                    <a:pt x="205756" y="841844"/>
                  </a:lnTo>
                  <a:lnTo>
                    <a:pt x="205756" y="834944"/>
                  </a:lnTo>
                  <a:lnTo>
                    <a:pt x="205756" y="828043"/>
                  </a:lnTo>
                  <a:lnTo>
                    <a:pt x="205756" y="821143"/>
                  </a:lnTo>
                  <a:lnTo>
                    <a:pt x="205756" y="814243"/>
                  </a:lnTo>
                  <a:lnTo>
                    <a:pt x="205756" y="807342"/>
                  </a:lnTo>
                  <a:lnTo>
                    <a:pt x="240049" y="807342"/>
                  </a:lnTo>
                  <a:lnTo>
                    <a:pt x="240049" y="800442"/>
                  </a:lnTo>
                  <a:lnTo>
                    <a:pt x="240049" y="793542"/>
                  </a:lnTo>
                  <a:lnTo>
                    <a:pt x="240049" y="786641"/>
                  </a:lnTo>
                  <a:lnTo>
                    <a:pt x="240049" y="779741"/>
                  </a:lnTo>
                  <a:lnTo>
                    <a:pt x="274341" y="779741"/>
                  </a:lnTo>
                  <a:lnTo>
                    <a:pt x="274341" y="772841"/>
                  </a:lnTo>
                  <a:lnTo>
                    <a:pt x="308634" y="772841"/>
                  </a:lnTo>
                  <a:lnTo>
                    <a:pt x="308634" y="765940"/>
                  </a:lnTo>
                  <a:lnTo>
                    <a:pt x="308634" y="759040"/>
                  </a:lnTo>
                  <a:lnTo>
                    <a:pt x="308634" y="752139"/>
                  </a:lnTo>
                  <a:lnTo>
                    <a:pt x="308634" y="745239"/>
                  </a:lnTo>
                  <a:lnTo>
                    <a:pt x="308634" y="738339"/>
                  </a:lnTo>
                  <a:lnTo>
                    <a:pt x="308634" y="731438"/>
                  </a:lnTo>
                  <a:lnTo>
                    <a:pt x="308634" y="724538"/>
                  </a:lnTo>
                  <a:lnTo>
                    <a:pt x="308634" y="717638"/>
                  </a:lnTo>
                  <a:lnTo>
                    <a:pt x="308634" y="710737"/>
                  </a:lnTo>
                  <a:lnTo>
                    <a:pt x="308634" y="703837"/>
                  </a:lnTo>
                  <a:lnTo>
                    <a:pt x="308634" y="696937"/>
                  </a:lnTo>
                  <a:lnTo>
                    <a:pt x="308634" y="690036"/>
                  </a:lnTo>
                  <a:lnTo>
                    <a:pt x="308634" y="683136"/>
                  </a:lnTo>
                  <a:lnTo>
                    <a:pt x="308634" y="676235"/>
                  </a:lnTo>
                  <a:lnTo>
                    <a:pt x="308634" y="669335"/>
                  </a:lnTo>
                  <a:lnTo>
                    <a:pt x="308634" y="662435"/>
                  </a:lnTo>
                  <a:lnTo>
                    <a:pt x="308634" y="655534"/>
                  </a:lnTo>
                  <a:lnTo>
                    <a:pt x="308634" y="648634"/>
                  </a:lnTo>
                  <a:lnTo>
                    <a:pt x="342927" y="648634"/>
                  </a:lnTo>
                  <a:lnTo>
                    <a:pt x="377220" y="648634"/>
                  </a:lnTo>
                  <a:lnTo>
                    <a:pt x="377220" y="641734"/>
                  </a:lnTo>
                  <a:lnTo>
                    <a:pt x="377220" y="634833"/>
                  </a:lnTo>
                  <a:lnTo>
                    <a:pt x="377220" y="627933"/>
                  </a:lnTo>
                  <a:lnTo>
                    <a:pt x="377220" y="621032"/>
                  </a:lnTo>
                  <a:lnTo>
                    <a:pt x="411512" y="621032"/>
                  </a:lnTo>
                  <a:lnTo>
                    <a:pt x="411512" y="614132"/>
                  </a:lnTo>
                  <a:lnTo>
                    <a:pt x="411512" y="607232"/>
                  </a:lnTo>
                  <a:lnTo>
                    <a:pt x="411512" y="600331"/>
                  </a:lnTo>
                  <a:lnTo>
                    <a:pt x="411512" y="593431"/>
                  </a:lnTo>
                  <a:lnTo>
                    <a:pt x="411512" y="586531"/>
                  </a:lnTo>
                  <a:lnTo>
                    <a:pt x="411512" y="579630"/>
                  </a:lnTo>
                  <a:lnTo>
                    <a:pt x="411512" y="572730"/>
                  </a:lnTo>
                  <a:lnTo>
                    <a:pt x="411512" y="565830"/>
                  </a:lnTo>
                  <a:lnTo>
                    <a:pt x="411512" y="558929"/>
                  </a:lnTo>
                  <a:lnTo>
                    <a:pt x="411512" y="552029"/>
                  </a:lnTo>
                  <a:lnTo>
                    <a:pt x="411512" y="545128"/>
                  </a:lnTo>
                  <a:lnTo>
                    <a:pt x="411512" y="538228"/>
                  </a:lnTo>
                  <a:lnTo>
                    <a:pt x="411512" y="531328"/>
                  </a:lnTo>
                  <a:lnTo>
                    <a:pt x="445805" y="531328"/>
                  </a:lnTo>
                  <a:lnTo>
                    <a:pt x="445805" y="524427"/>
                  </a:lnTo>
                  <a:lnTo>
                    <a:pt x="480098" y="524427"/>
                  </a:lnTo>
                  <a:lnTo>
                    <a:pt x="480098" y="517527"/>
                  </a:lnTo>
                  <a:lnTo>
                    <a:pt x="480098" y="510627"/>
                  </a:lnTo>
                  <a:lnTo>
                    <a:pt x="480098" y="503726"/>
                  </a:lnTo>
                  <a:lnTo>
                    <a:pt x="480098" y="496826"/>
                  </a:lnTo>
                  <a:lnTo>
                    <a:pt x="480098" y="489926"/>
                  </a:lnTo>
                  <a:lnTo>
                    <a:pt x="480098" y="483025"/>
                  </a:lnTo>
                  <a:lnTo>
                    <a:pt x="480098" y="476125"/>
                  </a:lnTo>
                  <a:lnTo>
                    <a:pt x="480098" y="469224"/>
                  </a:lnTo>
                  <a:lnTo>
                    <a:pt x="480098" y="462324"/>
                  </a:lnTo>
                  <a:lnTo>
                    <a:pt x="480098" y="455424"/>
                  </a:lnTo>
                  <a:lnTo>
                    <a:pt x="480098" y="448523"/>
                  </a:lnTo>
                  <a:lnTo>
                    <a:pt x="514390" y="448523"/>
                  </a:lnTo>
                  <a:lnTo>
                    <a:pt x="514390" y="441623"/>
                  </a:lnTo>
                  <a:lnTo>
                    <a:pt x="514390" y="434723"/>
                  </a:lnTo>
                  <a:lnTo>
                    <a:pt x="514390" y="427822"/>
                  </a:lnTo>
                  <a:lnTo>
                    <a:pt x="514390" y="420922"/>
                  </a:lnTo>
                  <a:lnTo>
                    <a:pt x="514390" y="414021"/>
                  </a:lnTo>
                  <a:lnTo>
                    <a:pt x="548683" y="414021"/>
                  </a:lnTo>
                  <a:lnTo>
                    <a:pt x="548683" y="407121"/>
                  </a:lnTo>
                  <a:lnTo>
                    <a:pt x="548683" y="400221"/>
                  </a:lnTo>
                  <a:lnTo>
                    <a:pt x="548683" y="393320"/>
                  </a:lnTo>
                  <a:lnTo>
                    <a:pt x="548683" y="386420"/>
                  </a:lnTo>
                  <a:lnTo>
                    <a:pt x="548683" y="379520"/>
                  </a:lnTo>
                  <a:lnTo>
                    <a:pt x="548683" y="372619"/>
                  </a:lnTo>
                  <a:lnTo>
                    <a:pt x="548683" y="365719"/>
                  </a:lnTo>
                  <a:lnTo>
                    <a:pt x="548683" y="358819"/>
                  </a:lnTo>
                  <a:lnTo>
                    <a:pt x="548683" y="351918"/>
                  </a:lnTo>
                  <a:lnTo>
                    <a:pt x="548683" y="345018"/>
                  </a:lnTo>
                  <a:lnTo>
                    <a:pt x="548683" y="338117"/>
                  </a:lnTo>
                  <a:lnTo>
                    <a:pt x="582976" y="338117"/>
                  </a:lnTo>
                  <a:lnTo>
                    <a:pt x="582976" y="331217"/>
                  </a:lnTo>
                  <a:lnTo>
                    <a:pt x="582976" y="324317"/>
                  </a:lnTo>
                  <a:lnTo>
                    <a:pt x="582976" y="317416"/>
                  </a:lnTo>
                  <a:lnTo>
                    <a:pt x="582976" y="310516"/>
                  </a:lnTo>
                  <a:lnTo>
                    <a:pt x="582976" y="303616"/>
                  </a:lnTo>
                  <a:lnTo>
                    <a:pt x="582976" y="296715"/>
                  </a:lnTo>
                  <a:lnTo>
                    <a:pt x="582976" y="289815"/>
                  </a:lnTo>
                  <a:lnTo>
                    <a:pt x="582976" y="282915"/>
                  </a:lnTo>
                  <a:lnTo>
                    <a:pt x="582976" y="276014"/>
                  </a:lnTo>
                  <a:lnTo>
                    <a:pt x="582976" y="269114"/>
                  </a:lnTo>
                  <a:lnTo>
                    <a:pt x="582976" y="262213"/>
                  </a:lnTo>
                  <a:lnTo>
                    <a:pt x="582976" y="255313"/>
                  </a:lnTo>
                  <a:lnTo>
                    <a:pt x="582976" y="248413"/>
                  </a:lnTo>
                  <a:lnTo>
                    <a:pt x="582976" y="241512"/>
                  </a:lnTo>
                  <a:lnTo>
                    <a:pt x="582976" y="234612"/>
                  </a:lnTo>
                  <a:lnTo>
                    <a:pt x="617269" y="234612"/>
                  </a:lnTo>
                  <a:lnTo>
                    <a:pt x="651561" y="234612"/>
                  </a:lnTo>
                  <a:lnTo>
                    <a:pt x="651561" y="227712"/>
                  </a:lnTo>
                  <a:lnTo>
                    <a:pt x="685854" y="227712"/>
                  </a:lnTo>
                  <a:lnTo>
                    <a:pt x="720147" y="227712"/>
                  </a:lnTo>
                  <a:lnTo>
                    <a:pt x="720147" y="220811"/>
                  </a:lnTo>
                  <a:lnTo>
                    <a:pt x="754440" y="220811"/>
                  </a:lnTo>
                  <a:lnTo>
                    <a:pt x="754440" y="213911"/>
                  </a:lnTo>
                  <a:lnTo>
                    <a:pt x="788732" y="213911"/>
                  </a:lnTo>
                  <a:lnTo>
                    <a:pt x="788732" y="207010"/>
                  </a:lnTo>
                  <a:lnTo>
                    <a:pt x="788732" y="200110"/>
                  </a:lnTo>
                  <a:lnTo>
                    <a:pt x="788732" y="193210"/>
                  </a:lnTo>
                  <a:lnTo>
                    <a:pt x="823025" y="193210"/>
                  </a:lnTo>
                  <a:lnTo>
                    <a:pt x="823025" y="186309"/>
                  </a:lnTo>
                  <a:lnTo>
                    <a:pt x="823025" y="179409"/>
                  </a:lnTo>
                  <a:lnTo>
                    <a:pt x="857318" y="179409"/>
                  </a:lnTo>
                  <a:lnTo>
                    <a:pt x="857318" y="172509"/>
                  </a:lnTo>
                  <a:lnTo>
                    <a:pt x="891610" y="172509"/>
                  </a:lnTo>
                  <a:lnTo>
                    <a:pt x="891610" y="165608"/>
                  </a:lnTo>
                  <a:lnTo>
                    <a:pt x="891610" y="158708"/>
                  </a:lnTo>
                  <a:lnTo>
                    <a:pt x="891610" y="151808"/>
                  </a:lnTo>
                  <a:lnTo>
                    <a:pt x="891610" y="144907"/>
                  </a:lnTo>
                  <a:lnTo>
                    <a:pt x="891610" y="138007"/>
                  </a:lnTo>
                  <a:lnTo>
                    <a:pt x="891610" y="131106"/>
                  </a:lnTo>
                  <a:lnTo>
                    <a:pt x="891610" y="124206"/>
                  </a:lnTo>
                  <a:lnTo>
                    <a:pt x="891610" y="117306"/>
                  </a:lnTo>
                  <a:lnTo>
                    <a:pt x="925903" y="117306"/>
                  </a:lnTo>
                  <a:lnTo>
                    <a:pt x="925903" y="110405"/>
                  </a:lnTo>
                  <a:lnTo>
                    <a:pt x="925903" y="103505"/>
                  </a:lnTo>
                  <a:lnTo>
                    <a:pt x="925903" y="96605"/>
                  </a:lnTo>
                  <a:lnTo>
                    <a:pt x="925903" y="89704"/>
                  </a:lnTo>
                  <a:lnTo>
                    <a:pt x="925903" y="82804"/>
                  </a:lnTo>
                  <a:lnTo>
                    <a:pt x="925903" y="75904"/>
                  </a:lnTo>
                  <a:lnTo>
                    <a:pt x="925903" y="69003"/>
                  </a:lnTo>
                  <a:lnTo>
                    <a:pt x="925903" y="62103"/>
                  </a:lnTo>
                  <a:lnTo>
                    <a:pt x="925903" y="55202"/>
                  </a:lnTo>
                  <a:lnTo>
                    <a:pt x="925903" y="48302"/>
                  </a:lnTo>
                  <a:lnTo>
                    <a:pt x="960196" y="48302"/>
                  </a:lnTo>
                  <a:lnTo>
                    <a:pt x="960196" y="41402"/>
                  </a:lnTo>
                  <a:lnTo>
                    <a:pt x="960196" y="34501"/>
                  </a:lnTo>
                  <a:lnTo>
                    <a:pt x="960196" y="27601"/>
                  </a:lnTo>
                  <a:lnTo>
                    <a:pt x="960196" y="20701"/>
                  </a:lnTo>
                  <a:lnTo>
                    <a:pt x="960196" y="13800"/>
                  </a:lnTo>
                  <a:lnTo>
                    <a:pt x="994489" y="13800"/>
                  </a:lnTo>
                  <a:lnTo>
                    <a:pt x="994489" y="6900"/>
                  </a:lnTo>
                  <a:lnTo>
                    <a:pt x="994489" y="0"/>
                  </a:lnTo>
                  <a:lnTo>
                    <a:pt x="1028781" y="0"/>
                  </a:lnTo>
                  <a:lnTo>
                    <a:pt x="1063074" y="0"/>
                  </a:lnTo>
                  <a:lnTo>
                    <a:pt x="1097367" y="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16937463" y="100453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82" name="pg5582"/>
            <p:cNvSpPr/>
            <p:nvPr/>
          </p:nvSpPr>
          <p:spPr>
            <a:xfrm>
              <a:off x="17276961" y="105796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tx5583"/>
            <p:cNvSpPr/>
            <p:nvPr/>
          </p:nvSpPr>
          <p:spPr>
            <a:xfrm>
              <a:off x="17322491" y="10594533"/>
              <a:ext cx="2214701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-0.27 [-0.342, 2.087]</a:t>
              </a:r>
            </a:p>
          </p:txBody>
        </p:sp>
        <p:sp>
          <p:nvSpPr>
            <p:cNvPr id="5584" name="tx5584"/>
            <p:cNvSpPr/>
            <p:nvPr/>
          </p:nvSpPr>
          <p:spPr>
            <a:xfrm>
              <a:off x="17322491" y="108399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0.627</a:t>
              </a:r>
            </a:p>
          </p:txBody>
        </p:sp>
        <p:sp>
          <p:nvSpPr>
            <p:cNvPr id="5585" name="tx5585"/>
            <p:cNvSpPr/>
            <p:nvPr/>
          </p:nvSpPr>
          <p:spPr>
            <a:xfrm>
              <a:off x="17322491" y="110599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0.884</a:t>
              </a:r>
            </a:p>
          </p:txBody>
        </p:sp>
        <p:sp>
          <p:nvSpPr>
            <p:cNvPr id="5586" name="tx5586"/>
            <p:cNvSpPr/>
            <p:nvPr/>
          </p:nvSpPr>
          <p:spPr>
            <a:xfrm>
              <a:off x="17322491" y="11278400"/>
              <a:ext cx="974480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0.793</a:t>
              </a:r>
            </a:p>
          </p:txBody>
        </p:sp>
        <p:sp>
          <p:nvSpPr>
            <p:cNvPr id="5587" name="tx5587"/>
            <p:cNvSpPr/>
            <p:nvPr/>
          </p:nvSpPr>
          <p:spPr>
            <a:xfrm>
              <a:off x="16580912" y="111805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88" name="tx5588"/>
            <p:cNvSpPr/>
            <p:nvPr/>
          </p:nvSpPr>
          <p:spPr>
            <a:xfrm>
              <a:off x="16580912" y="108976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89" name="tx5589"/>
            <p:cNvSpPr/>
            <p:nvPr/>
          </p:nvSpPr>
          <p:spPr>
            <a:xfrm>
              <a:off x="16580912" y="106147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0" name="tx5590"/>
            <p:cNvSpPr/>
            <p:nvPr/>
          </p:nvSpPr>
          <p:spPr>
            <a:xfrm>
              <a:off x="16580912" y="103317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1" name="tx5591"/>
            <p:cNvSpPr/>
            <p:nvPr/>
          </p:nvSpPr>
          <p:spPr>
            <a:xfrm>
              <a:off x="16580912" y="100488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2" name="tx5592"/>
            <p:cNvSpPr/>
            <p:nvPr/>
          </p:nvSpPr>
          <p:spPr>
            <a:xfrm>
              <a:off x="1685562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593" name="tx5593"/>
            <p:cNvSpPr/>
            <p:nvPr/>
          </p:nvSpPr>
          <p:spPr>
            <a:xfrm>
              <a:off x="1713854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594" name="tx5594"/>
            <p:cNvSpPr/>
            <p:nvPr/>
          </p:nvSpPr>
          <p:spPr>
            <a:xfrm>
              <a:off x="1742145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595" name="tx5595"/>
            <p:cNvSpPr/>
            <p:nvPr/>
          </p:nvSpPr>
          <p:spPr>
            <a:xfrm>
              <a:off x="17704371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596" name="tx5596"/>
            <p:cNvSpPr/>
            <p:nvPr/>
          </p:nvSpPr>
          <p:spPr>
            <a:xfrm>
              <a:off x="17987286" y="113677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597" name="tx5597"/>
            <p:cNvSpPr/>
            <p:nvPr/>
          </p:nvSpPr>
          <p:spPr>
            <a:xfrm>
              <a:off x="16181492" y="115174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598" name="tx5598"/>
            <p:cNvSpPr/>
            <p:nvPr/>
          </p:nvSpPr>
          <p:spPr>
            <a:xfrm rot="-5400000">
              <a:off x="15209894" y="105843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599" name="tx5599"/>
            <p:cNvSpPr/>
            <p:nvPr/>
          </p:nvSpPr>
          <p:spPr>
            <a:xfrm>
              <a:off x="16937463" y="9765967"/>
              <a:ext cx="18960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T.</a:t>
              </a:r>
            </a:p>
          </p:txBody>
        </p:sp>
        <p:sp>
          <p:nvSpPr>
            <p:cNvPr id="5600" name="rc5600"/>
            <p:cNvSpPr/>
            <p:nvPr/>
          </p:nvSpPr>
          <p:spPr>
            <a:xfrm>
              <a:off x="24685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rc5601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2964176" y="13294149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2964176" y="1303344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2964176" y="1277273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2964176" y="1251203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2964176" y="1225132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38650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49098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9547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69995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2964176" y="1342450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2964176" y="1316379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2964176" y="1290309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2964176" y="1264238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2964176" y="1238168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2964176" y="12120974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33425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43874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4322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64771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3261971" y="13001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3422437" y="12844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3675804" y="1277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3222558" y="13007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3358391" y="12993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4008701" y="12792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3495632" y="12840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3733516" y="12937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4176205" y="12842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3882721" y="12441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3820787" y="12411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4150868" y="12525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3969992" y="12524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4053040" y="12508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3394285" y="12914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3791227" y="12524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3760964" y="125388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3887647" y="12527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3299272" y="12928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3267601" y="12904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3354872" y="1305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892768" y="12565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6162323" y="12469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3966473" y="12767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4514028" y="126268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3637095" y="12962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3744776" y="1344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7113154" y="12488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3575161" y="128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3320386" y="1294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3240857" y="12912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4005886" y="12729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3409065" y="12814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3356984" y="12878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4128346" y="12625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3943951" y="13416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4000959" y="12625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3984772" y="12621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108640" y="12613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3677916" y="12791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3318979" y="13002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3138102" y="1292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3291530" y="12912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3841901" y="12863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3299272" y="12929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3701845" y="12600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3719440" y="125340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3880610" y="1251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4404939" y="12527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4229693" y="12530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3300680" y="1297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181932" y="12822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3282381" y="12835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4090341" y="12508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4160017" y="125891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3327424" y="12959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3346427" y="12926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3586422" y="12643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3231004" y="12953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3296457" y="12926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3721551" y="12382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3699733" y="12534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3840493" y="12712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3284492" y="12933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3337277" y="13024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3311941" y="1300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3701141" y="12816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3791227" y="12467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3297865" y="12922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3364022" y="12879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4179020" y="1254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3796154" y="1272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3297865" y="12793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3917911" y="12686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3397804" y="12896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4167055" y="12552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4112159" y="12575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4472504" y="12571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3787004" y="12904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3741961" y="127910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232509" y="12730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3294346" y="12851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4058670" y="12508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4392975" y="1247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3857384" y="12643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3787708" y="128120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4249400" y="12777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6210181" y="12518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3591348" y="12786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3170477" y="12981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3358391" y="129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4600595" y="12656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4767395" y="126339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3635688" y="12872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3687065" y="1280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3387247" y="12881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3296457" y="12936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3280270" y="12986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3325313" y="13004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3347131" y="12965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3328832" y="1291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3338685" y="12891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3403958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2964176" y="1284182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25" name="pg5725"/>
            <p:cNvSpPr/>
            <p:nvPr/>
          </p:nvSpPr>
          <p:spPr>
            <a:xfrm>
              <a:off x="29641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tx5726"/>
            <p:cNvSpPr/>
            <p:nvPr/>
          </p:nvSpPr>
          <p:spPr>
            <a:xfrm>
              <a:off x="26923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727" name="tx5727"/>
            <p:cNvSpPr/>
            <p:nvPr/>
          </p:nvSpPr>
          <p:spPr>
            <a:xfrm>
              <a:off x="3033912" y="12192594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 (3.9%)</a:t>
              </a:r>
            </a:p>
          </p:txBody>
        </p:sp>
        <p:sp>
          <p:nvSpPr>
            <p:cNvPr id="5728" name="pg5728"/>
            <p:cNvSpPr/>
            <p:nvPr/>
          </p:nvSpPr>
          <p:spPr>
            <a:xfrm>
              <a:off x="2964176" y="13023443"/>
              <a:ext cx="639613" cy="384988"/>
            </a:xfrm>
            <a:custGeom>
              <a:avLst/>
              <a:pathLst>
                <a:path w="639613" h="384988">
                  <a:moveTo>
                    <a:pt x="0" y="384988"/>
                  </a:moveTo>
                  <a:lnTo>
                    <a:pt x="614467" y="384988"/>
                  </a:lnTo>
                  <a:lnTo>
                    <a:pt x="613455" y="384967"/>
                  </a:lnTo>
                  <a:lnTo>
                    <a:pt x="617498" y="384804"/>
                  </a:lnTo>
                  <a:lnTo>
                    <a:pt x="621463" y="383995"/>
                  </a:lnTo>
                  <a:lnTo>
                    <a:pt x="625247" y="382560"/>
                  </a:lnTo>
                  <a:lnTo>
                    <a:pt x="628752" y="380536"/>
                  </a:lnTo>
                  <a:lnTo>
                    <a:pt x="631886" y="377977"/>
                  </a:lnTo>
                  <a:lnTo>
                    <a:pt x="634570" y="374948"/>
                  </a:lnTo>
                  <a:lnTo>
                    <a:pt x="636733" y="371528"/>
                  </a:lnTo>
                  <a:lnTo>
                    <a:pt x="638319" y="367805"/>
                  </a:lnTo>
                  <a:lnTo>
                    <a:pt x="639288" y="363875"/>
                  </a:lnTo>
                  <a:lnTo>
                    <a:pt x="639613" y="359842"/>
                  </a:ln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tx5729"/>
            <p:cNvSpPr/>
            <p:nvPr/>
          </p:nvSpPr>
          <p:spPr>
            <a:xfrm>
              <a:off x="2684457" y="13035953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730" name="tx5730"/>
            <p:cNvSpPr/>
            <p:nvPr/>
          </p:nvSpPr>
          <p:spPr>
            <a:xfrm>
              <a:off x="2878523" y="13235416"/>
              <a:ext cx="683356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 (38.2%)</a:t>
              </a:r>
            </a:p>
          </p:txBody>
        </p:sp>
        <p:sp>
          <p:nvSpPr>
            <p:cNvPr id="5731" name="pg5731"/>
            <p:cNvSpPr/>
            <p:nvPr/>
          </p:nvSpPr>
          <p:spPr>
            <a:xfrm>
              <a:off x="4010833" y="12108278"/>
              <a:ext cx="899032" cy="257331"/>
            </a:xfrm>
            <a:custGeom>
              <a:avLst/>
              <a:pathLst>
                <a:path w="899032" h="257331">
                  <a:moveTo>
                    <a:pt x="25146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tx5732"/>
            <p:cNvSpPr/>
            <p:nvPr/>
          </p:nvSpPr>
          <p:spPr>
            <a:xfrm>
              <a:off x="40527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733" name="tx5733"/>
            <p:cNvSpPr/>
            <p:nvPr/>
          </p:nvSpPr>
          <p:spPr>
            <a:xfrm>
              <a:off x="43011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 (50%)</a:t>
              </a:r>
            </a:p>
          </p:txBody>
        </p:sp>
        <p:sp>
          <p:nvSpPr>
            <p:cNvPr id="5734" name="pg5734"/>
            <p:cNvSpPr/>
            <p:nvPr/>
          </p:nvSpPr>
          <p:spPr>
            <a:xfrm>
              <a:off x="3894257" y="13023443"/>
              <a:ext cx="1015608" cy="384988"/>
            </a:xfrm>
            <a:custGeom>
              <a:avLst/>
              <a:pathLst>
                <a:path w="1015608" h="384988">
                  <a:moveTo>
                    <a:pt x="25146" y="384988"/>
                  </a:moveTo>
                  <a:lnTo>
                    <a:pt x="990462" y="384988"/>
                  </a:lnTo>
                  <a:lnTo>
                    <a:pt x="989449" y="384967"/>
                  </a:lnTo>
                  <a:lnTo>
                    <a:pt x="993493" y="384804"/>
                  </a:lnTo>
                  <a:lnTo>
                    <a:pt x="997458" y="383995"/>
                  </a:lnTo>
                  <a:lnTo>
                    <a:pt x="1001241" y="382560"/>
                  </a:lnTo>
                  <a:lnTo>
                    <a:pt x="1004746" y="380536"/>
                  </a:lnTo>
                  <a:lnTo>
                    <a:pt x="1007881" y="377977"/>
                  </a:lnTo>
                  <a:lnTo>
                    <a:pt x="1010564" y="374948"/>
                  </a:lnTo>
                  <a:lnTo>
                    <a:pt x="1012727" y="371528"/>
                  </a:lnTo>
                  <a:lnTo>
                    <a:pt x="1014313" y="367805"/>
                  </a:lnTo>
                  <a:lnTo>
                    <a:pt x="1015282" y="363875"/>
                  </a:lnTo>
                  <a:lnTo>
                    <a:pt x="1015608" y="359842"/>
                  </a:ln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359842"/>
                  </a:lnTo>
                  <a:lnTo>
                    <a:pt x="81" y="357818"/>
                  </a:lnTo>
                  <a:lnTo>
                    <a:pt x="81" y="361865"/>
                  </a:lnTo>
                  <a:lnTo>
                    <a:pt x="730" y="365859"/>
                  </a:lnTo>
                  <a:lnTo>
                    <a:pt x="2012" y="369698"/>
                  </a:lnTo>
                  <a:lnTo>
                    <a:pt x="3892" y="373281"/>
                  </a:lnTo>
                  <a:lnTo>
                    <a:pt x="6323" y="376516"/>
                  </a:lnTo>
                  <a:lnTo>
                    <a:pt x="9242" y="379320"/>
                  </a:lnTo>
                  <a:lnTo>
                    <a:pt x="12573" y="381619"/>
                  </a:lnTo>
                  <a:lnTo>
                    <a:pt x="16229" y="383354"/>
                  </a:lnTo>
                  <a:lnTo>
                    <a:pt x="20116" y="384479"/>
                  </a:lnTo>
                  <a:lnTo>
                    <a:pt x="24133" y="384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tx5735"/>
            <p:cNvSpPr/>
            <p:nvPr/>
          </p:nvSpPr>
          <p:spPr>
            <a:xfrm>
              <a:off x="3936167" y="13035953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736" name="tx5736"/>
            <p:cNvSpPr/>
            <p:nvPr/>
          </p:nvSpPr>
          <p:spPr>
            <a:xfrm>
              <a:off x="4339987" y="13235416"/>
              <a:ext cx="52796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(7.8%)</a:t>
              </a:r>
            </a:p>
          </p:txBody>
        </p:sp>
        <p:sp>
          <p:nvSpPr>
            <p:cNvPr id="5737" name="rc5737"/>
            <p:cNvSpPr/>
            <p:nvPr/>
          </p:nvSpPr>
          <p:spPr>
            <a:xfrm>
              <a:off x="29641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tx5738"/>
            <p:cNvSpPr/>
            <p:nvPr/>
          </p:nvSpPr>
          <p:spPr>
            <a:xfrm>
              <a:off x="2708967" y="13382810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-5.0</a:t>
              </a:r>
            </a:p>
          </p:txBody>
        </p:sp>
        <p:sp>
          <p:nvSpPr>
            <p:cNvPr id="5739" name="tx5739"/>
            <p:cNvSpPr/>
            <p:nvPr/>
          </p:nvSpPr>
          <p:spPr>
            <a:xfrm>
              <a:off x="2708967" y="13122104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740" name="tx5740"/>
            <p:cNvSpPr/>
            <p:nvPr/>
          </p:nvSpPr>
          <p:spPr>
            <a:xfrm>
              <a:off x="2746184" y="12861399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741" name="tx5741"/>
            <p:cNvSpPr/>
            <p:nvPr/>
          </p:nvSpPr>
          <p:spPr>
            <a:xfrm>
              <a:off x="2746184" y="1260069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742" name="tx5742"/>
            <p:cNvSpPr/>
            <p:nvPr/>
          </p:nvSpPr>
          <p:spPr>
            <a:xfrm>
              <a:off x="2746184" y="12339988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743" name="tx5743"/>
            <p:cNvSpPr/>
            <p:nvPr/>
          </p:nvSpPr>
          <p:spPr>
            <a:xfrm>
              <a:off x="2746184" y="12080647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744" name="pl5744"/>
            <p:cNvSpPr/>
            <p:nvPr/>
          </p:nvSpPr>
          <p:spPr>
            <a:xfrm>
              <a:off x="2929381" y="134245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2929381" y="131637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2929381" y="129030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2929381" y="126423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2929381" y="123816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2929381" y="1212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33425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874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54322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64771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tx5754"/>
            <p:cNvSpPr/>
            <p:nvPr/>
          </p:nvSpPr>
          <p:spPr>
            <a:xfrm>
              <a:off x="33114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755" name="tx5755"/>
            <p:cNvSpPr/>
            <p:nvPr/>
          </p:nvSpPr>
          <p:spPr>
            <a:xfrm>
              <a:off x="43252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756" name="tx5756"/>
            <p:cNvSpPr/>
            <p:nvPr/>
          </p:nvSpPr>
          <p:spPr>
            <a:xfrm>
              <a:off x="53701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757" name="tx5757"/>
            <p:cNvSpPr/>
            <p:nvPr/>
          </p:nvSpPr>
          <p:spPr>
            <a:xfrm>
              <a:off x="64150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758" name="tx5758"/>
            <p:cNvSpPr/>
            <p:nvPr/>
          </p:nvSpPr>
          <p:spPr>
            <a:xfrm>
              <a:off x="42926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759" name="tx5759"/>
            <p:cNvSpPr/>
            <p:nvPr/>
          </p:nvSpPr>
          <p:spPr>
            <a:xfrm rot="-5400000">
              <a:off x="16720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pTau217 (Z)</a:t>
              </a:r>
            </a:p>
          </p:txBody>
        </p:sp>
        <p:sp>
          <p:nvSpPr>
            <p:cNvPr id="5760" name="tx5760"/>
            <p:cNvSpPr/>
            <p:nvPr/>
          </p:nvSpPr>
          <p:spPr>
            <a:xfrm>
              <a:off x="2964176" y="11878542"/>
              <a:ext cx="167640" cy="1220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U.</a:t>
              </a:r>
            </a:p>
          </p:txBody>
        </p:sp>
        <p:sp>
          <p:nvSpPr>
            <p:cNvPr id="5761" name="rc5761"/>
            <p:cNvSpPr/>
            <p:nvPr/>
          </p:nvSpPr>
          <p:spPr>
            <a:xfrm>
              <a:off x="80632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87078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87078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87078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87078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89059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91888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94717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97546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87078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87078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87078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87078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87078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87644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90473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93302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96131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98961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87644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2479"/>
                  </a:lnTo>
                  <a:lnTo>
                    <a:pt x="0" y="1093298"/>
                  </a:lnTo>
                  <a:lnTo>
                    <a:pt x="0" y="1074118"/>
                  </a:lnTo>
                  <a:lnTo>
                    <a:pt x="0" y="1054937"/>
                  </a:lnTo>
                  <a:lnTo>
                    <a:pt x="0" y="1035756"/>
                  </a:lnTo>
                  <a:lnTo>
                    <a:pt x="0" y="1016576"/>
                  </a:lnTo>
                  <a:lnTo>
                    <a:pt x="0" y="997395"/>
                  </a:lnTo>
                  <a:lnTo>
                    <a:pt x="0" y="978214"/>
                  </a:lnTo>
                  <a:lnTo>
                    <a:pt x="0" y="959033"/>
                  </a:lnTo>
                  <a:lnTo>
                    <a:pt x="0" y="939853"/>
                  </a:lnTo>
                  <a:lnTo>
                    <a:pt x="0" y="920672"/>
                  </a:lnTo>
                  <a:lnTo>
                    <a:pt x="0" y="901491"/>
                  </a:lnTo>
                  <a:lnTo>
                    <a:pt x="0" y="882311"/>
                  </a:lnTo>
                  <a:lnTo>
                    <a:pt x="0" y="863130"/>
                  </a:lnTo>
                  <a:lnTo>
                    <a:pt x="0" y="843949"/>
                  </a:lnTo>
                  <a:lnTo>
                    <a:pt x="0" y="824769"/>
                  </a:lnTo>
                  <a:lnTo>
                    <a:pt x="0" y="805588"/>
                  </a:lnTo>
                  <a:lnTo>
                    <a:pt x="0" y="786407"/>
                  </a:lnTo>
                  <a:lnTo>
                    <a:pt x="0" y="767227"/>
                  </a:lnTo>
                  <a:lnTo>
                    <a:pt x="0" y="748046"/>
                  </a:lnTo>
                  <a:lnTo>
                    <a:pt x="0" y="728865"/>
                  </a:lnTo>
                  <a:lnTo>
                    <a:pt x="0" y="709685"/>
                  </a:lnTo>
                  <a:lnTo>
                    <a:pt x="0" y="690504"/>
                  </a:lnTo>
                  <a:lnTo>
                    <a:pt x="0" y="671323"/>
                  </a:lnTo>
                  <a:lnTo>
                    <a:pt x="0" y="652143"/>
                  </a:lnTo>
                  <a:lnTo>
                    <a:pt x="0" y="632962"/>
                  </a:lnTo>
                  <a:lnTo>
                    <a:pt x="0" y="613781"/>
                  </a:lnTo>
                  <a:lnTo>
                    <a:pt x="0" y="594601"/>
                  </a:lnTo>
                  <a:lnTo>
                    <a:pt x="0" y="575420"/>
                  </a:lnTo>
                  <a:lnTo>
                    <a:pt x="0" y="556239"/>
                  </a:lnTo>
                  <a:lnTo>
                    <a:pt x="0" y="537059"/>
                  </a:lnTo>
                  <a:lnTo>
                    <a:pt x="0" y="517878"/>
                  </a:lnTo>
                  <a:lnTo>
                    <a:pt x="0" y="498697"/>
                  </a:lnTo>
                  <a:lnTo>
                    <a:pt x="0" y="479516"/>
                  </a:lnTo>
                  <a:lnTo>
                    <a:pt x="26317" y="479516"/>
                  </a:lnTo>
                  <a:lnTo>
                    <a:pt x="26317" y="460336"/>
                  </a:lnTo>
                  <a:lnTo>
                    <a:pt x="26317" y="441155"/>
                  </a:lnTo>
                  <a:lnTo>
                    <a:pt x="26317" y="421974"/>
                  </a:lnTo>
                  <a:lnTo>
                    <a:pt x="26317" y="402794"/>
                  </a:lnTo>
                  <a:lnTo>
                    <a:pt x="26317" y="383613"/>
                  </a:lnTo>
                  <a:lnTo>
                    <a:pt x="26317" y="364432"/>
                  </a:lnTo>
                  <a:lnTo>
                    <a:pt x="26317" y="345252"/>
                  </a:lnTo>
                  <a:lnTo>
                    <a:pt x="26317" y="326071"/>
                  </a:lnTo>
                  <a:lnTo>
                    <a:pt x="26317" y="306890"/>
                  </a:lnTo>
                  <a:lnTo>
                    <a:pt x="26317" y="287710"/>
                  </a:lnTo>
                  <a:lnTo>
                    <a:pt x="52635" y="287710"/>
                  </a:lnTo>
                  <a:lnTo>
                    <a:pt x="52635" y="268529"/>
                  </a:lnTo>
                  <a:lnTo>
                    <a:pt x="52635" y="249348"/>
                  </a:lnTo>
                  <a:lnTo>
                    <a:pt x="52635" y="230168"/>
                  </a:lnTo>
                  <a:lnTo>
                    <a:pt x="78953" y="230168"/>
                  </a:lnTo>
                  <a:lnTo>
                    <a:pt x="78953" y="210987"/>
                  </a:lnTo>
                  <a:lnTo>
                    <a:pt x="78953" y="191806"/>
                  </a:lnTo>
                  <a:lnTo>
                    <a:pt x="105270" y="191806"/>
                  </a:lnTo>
                  <a:lnTo>
                    <a:pt x="105270" y="172626"/>
                  </a:lnTo>
                  <a:lnTo>
                    <a:pt x="105270" y="153445"/>
                  </a:lnTo>
                  <a:lnTo>
                    <a:pt x="131588" y="153445"/>
                  </a:lnTo>
                  <a:lnTo>
                    <a:pt x="157906" y="153445"/>
                  </a:lnTo>
                  <a:lnTo>
                    <a:pt x="157906" y="134264"/>
                  </a:lnTo>
                  <a:lnTo>
                    <a:pt x="184223" y="134264"/>
                  </a:lnTo>
                  <a:lnTo>
                    <a:pt x="210541" y="134264"/>
                  </a:lnTo>
                  <a:lnTo>
                    <a:pt x="236859" y="134264"/>
                  </a:lnTo>
                  <a:lnTo>
                    <a:pt x="236859" y="115084"/>
                  </a:lnTo>
                  <a:lnTo>
                    <a:pt x="236859" y="95903"/>
                  </a:lnTo>
                  <a:lnTo>
                    <a:pt x="263176" y="95903"/>
                  </a:lnTo>
                  <a:lnTo>
                    <a:pt x="289494" y="95903"/>
                  </a:lnTo>
                  <a:lnTo>
                    <a:pt x="315812" y="95903"/>
                  </a:lnTo>
                  <a:lnTo>
                    <a:pt x="342129" y="95903"/>
                  </a:lnTo>
                  <a:lnTo>
                    <a:pt x="368447" y="95903"/>
                  </a:lnTo>
                  <a:lnTo>
                    <a:pt x="394765" y="95903"/>
                  </a:lnTo>
                  <a:lnTo>
                    <a:pt x="394765" y="76722"/>
                  </a:lnTo>
                  <a:lnTo>
                    <a:pt x="421082" y="76722"/>
                  </a:lnTo>
                  <a:lnTo>
                    <a:pt x="447400" y="76722"/>
                  </a:lnTo>
                  <a:lnTo>
                    <a:pt x="473718" y="76722"/>
                  </a:lnTo>
                  <a:lnTo>
                    <a:pt x="500035" y="76722"/>
                  </a:lnTo>
                  <a:lnTo>
                    <a:pt x="526353" y="76722"/>
                  </a:lnTo>
                  <a:lnTo>
                    <a:pt x="552671" y="76722"/>
                  </a:lnTo>
                  <a:lnTo>
                    <a:pt x="578988" y="76722"/>
                  </a:lnTo>
                  <a:lnTo>
                    <a:pt x="605306" y="76722"/>
                  </a:lnTo>
                  <a:lnTo>
                    <a:pt x="631624" y="76722"/>
                  </a:lnTo>
                  <a:lnTo>
                    <a:pt x="657941" y="76722"/>
                  </a:lnTo>
                  <a:lnTo>
                    <a:pt x="684259" y="76722"/>
                  </a:lnTo>
                  <a:lnTo>
                    <a:pt x="710577" y="76722"/>
                  </a:lnTo>
                  <a:lnTo>
                    <a:pt x="710577" y="57542"/>
                  </a:lnTo>
                  <a:lnTo>
                    <a:pt x="736894" y="57542"/>
                  </a:lnTo>
                  <a:lnTo>
                    <a:pt x="763212" y="57542"/>
                  </a:lnTo>
                  <a:lnTo>
                    <a:pt x="789530" y="57542"/>
                  </a:lnTo>
                  <a:lnTo>
                    <a:pt x="815847" y="57542"/>
                  </a:lnTo>
                  <a:lnTo>
                    <a:pt x="815847" y="38361"/>
                  </a:lnTo>
                  <a:lnTo>
                    <a:pt x="842165" y="38361"/>
                  </a:lnTo>
                  <a:lnTo>
                    <a:pt x="868483" y="38361"/>
                  </a:lnTo>
                  <a:lnTo>
                    <a:pt x="894800" y="38361"/>
                  </a:lnTo>
                  <a:lnTo>
                    <a:pt x="921118" y="38361"/>
                  </a:lnTo>
                  <a:lnTo>
                    <a:pt x="947436" y="38361"/>
                  </a:lnTo>
                  <a:lnTo>
                    <a:pt x="973754" y="38361"/>
                  </a:lnTo>
                  <a:lnTo>
                    <a:pt x="1000071" y="38361"/>
                  </a:lnTo>
                  <a:lnTo>
                    <a:pt x="1026389" y="38361"/>
                  </a:lnTo>
                  <a:lnTo>
                    <a:pt x="1052707" y="38361"/>
                  </a:lnTo>
                  <a:lnTo>
                    <a:pt x="1079024" y="38361"/>
                  </a:lnTo>
                  <a:lnTo>
                    <a:pt x="1105342" y="38361"/>
                  </a:lnTo>
                  <a:lnTo>
                    <a:pt x="1131660" y="38361"/>
                  </a:lnTo>
                  <a:lnTo>
                    <a:pt x="1131660" y="19180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87078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2" name="pg5782"/>
            <p:cNvSpPr/>
            <p:nvPr/>
          </p:nvSpPr>
          <p:spPr>
            <a:xfrm>
              <a:off x="90473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tx5783"/>
            <p:cNvSpPr/>
            <p:nvPr/>
          </p:nvSpPr>
          <p:spPr>
            <a:xfrm>
              <a:off x="90928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0.59 [0.060, 0.966]</a:t>
              </a:r>
            </a:p>
          </p:txBody>
        </p:sp>
        <p:sp>
          <p:nvSpPr>
            <p:cNvPr id="5784" name="tx5784"/>
            <p:cNvSpPr/>
            <p:nvPr/>
          </p:nvSpPr>
          <p:spPr>
            <a:xfrm>
              <a:off x="90928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0.916</a:t>
              </a:r>
            </a:p>
          </p:txBody>
        </p:sp>
        <p:sp>
          <p:nvSpPr>
            <p:cNvPr id="5785" name="tx5785"/>
            <p:cNvSpPr/>
            <p:nvPr/>
          </p:nvSpPr>
          <p:spPr>
            <a:xfrm>
              <a:off x="9092891" y="13193530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0.927</a:t>
              </a:r>
            </a:p>
          </p:txBody>
        </p:sp>
        <p:sp>
          <p:nvSpPr>
            <p:cNvPr id="5786" name="tx5786"/>
            <p:cNvSpPr/>
            <p:nvPr/>
          </p:nvSpPr>
          <p:spPr>
            <a:xfrm>
              <a:off x="90928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0.864</a:t>
              </a:r>
            </a:p>
          </p:txBody>
        </p:sp>
        <p:sp>
          <p:nvSpPr>
            <p:cNvPr id="5787" name="tx5787"/>
            <p:cNvSpPr/>
            <p:nvPr/>
          </p:nvSpPr>
          <p:spPr>
            <a:xfrm>
              <a:off x="83513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88" name="tx5788"/>
            <p:cNvSpPr/>
            <p:nvPr/>
          </p:nvSpPr>
          <p:spPr>
            <a:xfrm>
              <a:off x="83513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89" name="tx5789"/>
            <p:cNvSpPr/>
            <p:nvPr/>
          </p:nvSpPr>
          <p:spPr>
            <a:xfrm>
              <a:off x="83513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0" name="tx5790"/>
            <p:cNvSpPr/>
            <p:nvPr/>
          </p:nvSpPr>
          <p:spPr>
            <a:xfrm>
              <a:off x="83513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1" name="tx5791"/>
            <p:cNvSpPr/>
            <p:nvPr/>
          </p:nvSpPr>
          <p:spPr>
            <a:xfrm>
              <a:off x="83513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2" name="tx5792"/>
            <p:cNvSpPr/>
            <p:nvPr/>
          </p:nvSpPr>
          <p:spPr>
            <a:xfrm>
              <a:off x="86260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793" name="tx5793"/>
            <p:cNvSpPr/>
            <p:nvPr/>
          </p:nvSpPr>
          <p:spPr>
            <a:xfrm>
              <a:off x="89089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794" name="tx5794"/>
            <p:cNvSpPr/>
            <p:nvPr/>
          </p:nvSpPr>
          <p:spPr>
            <a:xfrm>
              <a:off x="91918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795" name="tx5795"/>
            <p:cNvSpPr/>
            <p:nvPr/>
          </p:nvSpPr>
          <p:spPr>
            <a:xfrm>
              <a:off x="94747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796" name="tx5796"/>
            <p:cNvSpPr/>
            <p:nvPr/>
          </p:nvSpPr>
          <p:spPr>
            <a:xfrm>
              <a:off x="97576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797" name="tx5797"/>
            <p:cNvSpPr/>
            <p:nvPr/>
          </p:nvSpPr>
          <p:spPr>
            <a:xfrm>
              <a:off x="79518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798" name="tx5798"/>
            <p:cNvSpPr/>
            <p:nvPr/>
          </p:nvSpPr>
          <p:spPr>
            <a:xfrm rot="-5400000">
              <a:off x="69802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799" name="tx5799"/>
            <p:cNvSpPr/>
            <p:nvPr/>
          </p:nvSpPr>
          <p:spPr>
            <a:xfrm>
              <a:off x="87078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V.</a:t>
              </a:r>
            </a:p>
          </p:txBody>
        </p:sp>
        <p:sp>
          <p:nvSpPr>
            <p:cNvPr id="5800" name="rc5800"/>
            <p:cNvSpPr/>
            <p:nvPr/>
          </p:nvSpPr>
          <p:spPr>
            <a:xfrm>
              <a:off x="10698162" y="11811000"/>
              <a:ext cx="493775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rc5801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11193776" y="13242940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11193776" y="12918751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11193776" y="1259456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11193776" y="12270372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1209460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1313946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1418432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1522918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11193776" y="13405035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11193776" y="1308084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11193776" y="12756656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11193776" y="12432467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11193776" y="12108278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11572174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1261703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1366189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14706755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11491571" y="13238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11652037" y="12983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11905404" y="1297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11452158" y="1317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11587991" y="132409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12238301" y="12974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11725232" y="12997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11963116" y="13084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12405805" y="13061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12112321" y="12525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12050387" y="12482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12380468" y="12586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12199592" y="1263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12282640" y="12579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11623885" y="13115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12020827" y="12602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11990564" y="1263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12117247" y="12651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11528872" y="13070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11497201" y="13076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11584472" y="13248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14122368" y="12635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14391923" y="12489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12196073" y="12966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12743628" y="12785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11866695" y="132913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15342754" y="12527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11804761" y="13049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11549986" y="13084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11470457" y="13052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12235486" y="12864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11638665" y="12976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11586584" y="13065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12357946" y="1277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12230559" y="12750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12214372" y="1273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12338240" y="12715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11907516" y="12968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11548579" y="13183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11367702" y="13114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11521130" y="13026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12071501" y="13073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11528872" y="13054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11931445" y="12724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11949040" y="1267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12110210" y="1258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12634539" y="1258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12459293" y="12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11530280" y="13146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13411532" y="130540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11511981" y="13041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12319941" y="12592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12389617" y="1273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11557024" y="1314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11576027" y="1306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11816022" y="1278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11460604" y="1309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11526057" y="130357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11951151" y="1237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11929333" y="12603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12070093" y="12875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11514092" y="13106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11566877" y="1322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11541541" y="13237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11930741" y="12930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12020827" y="12522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11527465" y="130887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11593622" y="1311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12408620" y="126168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12025754" y="12900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11527465" y="12963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12147511" y="12883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11627404" y="1304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12396655" y="12618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12341759" y="12665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12702104" y="126799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12016604" y="1314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11971561" y="1291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12462109" y="12861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11523946" y="12986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12288270" y="12548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12622575" y="12510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12086984" y="12752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12017308" y="1299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12479000" y="13020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14439781" y="12581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11820948" y="12913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11400077" y="1316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11587991" y="13159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12830195" y="12778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12996995" y="1272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11865288" y="13083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11916665" y="130426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11616847" y="13048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11526057" y="13147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11509870" y="13188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11554913" y="13262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11576731" y="1311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11558432" y="130900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11568285" y="13023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11643807" y="12108278"/>
              <a:ext cx="0" cy="1426433"/>
            </a:xfrm>
            <a:custGeom>
              <a:avLst/>
              <a:pathLst>
                <a:path w="0" h="1426433">
                  <a:moveTo>
                    <a:pt x="0" y="142643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11193776" y="12991943"/>
              <a:ext cx="4372557" cy="0"/>
            </a:xfrm>
            <a:custGeom>
              <a:avLst/>
              <a:pathLst>
                <a:path w="4372557" h="0">
                  <a:moveTo>
                    <a:pt x="0" y="0"/>
                  </a:moveTo>
                  <a:lnTo>
                    <a:pt x="4372557" y="0"/>
                  </a:lnTo>
                  <a:lnTo>
                    <a:pt x="43725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1" name="pg5921"/>
            <p:cNvSpPr/>
            <p:nvPr/>
          </p:nvSpPr>
          <p:spPr>
            <a:xfrm>
              <a:off x="11193776" y="12108278"/>
              <a:ext cx="639613" cy="257331"/>
            </a:xfrm>
            <a:custGeom>
              <a:avLst/>
              <a:pathLst>
                <a:path w="639613" h="257331">
                  <a:moveTo>
                    <a:pt x="0" y="257331"/>
                  </a:moveTo>
                  <a:lnTo>
                    <a:pt x="614467" y="257331"/>
                  </a:lnTo>
                  <a:lnTo>
                    <a:pt x="613455" y="257311"/>
                  </a:lnTo>
                  <a:lnTo>
                    <a:pt x="617498" y="257148"/>
                  </a:lnTo>
                  <a:lnTo>
                    <a:pt x="621463" y="256339"/>
                  </a:lnTo>
                  <a:lnTo>
                    <a:pt x="625247" y="254904"/>
                  </a:lnTo>
                  <a:lnTo>
                    <a:pt x="628752" y="252880"/>
                  </a:lnTo>
                  <a:lnTo>
                    <a:pt x="631886" y="250321"/>
                  </a:lnTo>
                  <a:lnTo>
                    <a:pt x="634570" y="247292"/>
                  </a:lnTo>
                  <a:lnTo>
                    <a:pt x="636733" y="243871"/>
                  </a:lnTo>
                  <a:lnTo>
                    <a:pt x="638319" y="240148"/>
                  </a:lnTo>
                  <a:lnTo>
                    <a:pt x="639288" y="236219"/>
                  </a:lnTo>
                  <a:lnTo>
                    <a:pt x="639613" y="232185"/>
                  </a:lnTo>
                  <a:lnTo>
                    <a:pt x="6396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tx5922"/>
            <p:cNvSpPr/>
            <p:nvPr/>
          </p:nvSpPr>
          <p:spPr>
            <a:xfrm>
              <a:off x="10921902" y="12020894"/>
              <a:ext cx="869577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</a:t>
              </a:r>
            </a:p>
          </p:txBody>
        </p:sp>
        <p:sp>
          <p:nvSpPr>
            <p:cNvPr id="5923" name="tx5923"/>
            <p:cNvSpPr/>
            <p:nvPr/>
          </p:nvSpPr>
          <p:spPr>
            <a:xfrm>
              <a:off x="11380019" y="12192594"/>
              <a:ext cx="41146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(3%)</a:t>
              </a:r>
            </a:p>
          </p:txBody>
        </p:sp>
        <p:sp>
          <p:nvSpPr>
            <p:cNvPr id="5924" name="pg5924"/>
            <p:cNvSpPr/>
            <p:nvPr/>
          </p:nvSpPr>
          <p:spPr>
            <a:xfrm>
              <a:off x="11193776" y="13277379"/>
              <a:ext cx="639613" cy="257331"/>
            </a:xfrm>
            <a:custGeom>
              <a:avLst/>
              <a:pathLst>
                <a:path w="639613" h="257331">
                  <a:moveTo>
                    <a:pt x="639613" y="257331"/>
                  </a:moveTo>
                  <a:lnTo>
                    <a:pt x="639613" y="25146"/>
                  </a:lnTo>
                  <a:lnTo>
                    <a:pt x="639288" y="21112"/>
                  </a:lnTo>
                  <a:lnTo>
                    <a:pt x="638319" y="17183"/>
                  </a:lnTo>
                  <a:lnTo>
                    <a:pt x="636733" y="13460"/>
                  </a:lnTo>
                  <a:lnTo>
                    <a:pt x="634570" y="10039"/>
                  </a:lnTo>
                  <a:lnTo>
                    <a:pt x="631886" y="7010"/>
                  </a:lnTo>
                  <a:lnTo>
                    <a:pt x="628752" y="4451"/>
                  </a:lnTo>
                  <a:lnTo>
                    <a:pt x="625247" y="2427"/>
                  </a:lnTo>
                  <a:lnTo>
                    <a:pt x="621463" y="992"/>
                  </a:lnTo>
                  <a:lnTo>
                    <a:pt x="617498" y="183"/>
                  </a:lnTo>
                  <a:lnTo>
                    <a:pt x="614467" y="0"/>
                  </a:lnTo>
                  <a:lnTo>
                    <a:pt x="0" y="0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tx5925"/>
            <p:cNvSpPr/>
            <p:nvPr/>
          </p:nvSpPr>
          <p:spPr>
            <a:xfrm>
              <a:off x="10914057" y="13289889"/>
              <a:ext cx="877422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Negative</a:t>
              </a:r>
            </a:p>
          </p:txBody>
        </p:sp>
        <p:sp>
          <p:nvSpPr>
            <p:cNvPr id="5926" name="tx5926"/>
            <p:cNvSpPr/>
            <p:nvPr/>
          </p:nvSpPr>
          <p:spPr>
            <a:xfrm>
              <a:off x="11224630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 (40%)</a:t>
              </a:r>
            </a:p>
          </p:txBody>
        </p:sp>
        <p:sp>
          <p:nvSpPr>
            <p:cNvPr id="5927" name="pg5927"/>
            <p:cNvSpPr/>
            <p:nvPr/>
          </p:nvSpPr>
          <p:spPr>
            <a:xfrm>
              <a:off x="12240433" y="12108278"/>
              <a:ext cx="899032" cy="257331"/>
            </a:xfrm>
            <a:custGeom>
              <a:avLst/>
              <a:pathLst>
                <a:path w="899032" h="257331">
                  <a:moveTo>
                    <a:pt x="25145" y="257331"/>
                  </a:moveTo>
                  <a:lnTo>
                    <a:pt x="873886" y="257331"/>
                  </a:lnTo>
                  <a:lnTo>
                    <a:pt x="872873" y="257311"/>
                  </a:lnTo>
                  <a:lnTo>
                    <a:pt x="876917" y="257148"/>
                  </a:lnTo>
                  <a:lnTo>
                    <a:pt x="880882" y="256339"/>
                  </a:lnTo>
                  <a:lnTo>
                    <a:pt x="884666" y="254904"/>
                  </a:lnTo>
                  <a:lnTo>
                    <a:pt x="888170" y="252880"/>
                  </a:lnTo>
                  <a:lnTo>
                    <a:pt x="891305" y="250321"/>
                  </a:lnTo>
                  <a:lnTo>
                    <a:pt x="893989" y="247292"/>
                  </a:lnTo>
                  <a:lnTo>
                    <a:pt x="896151" y="243871"/>
                  </a:lnTo>
                  <a:lnTo>
                    <a:pt x="897738" y="240148"/>
                  </a:lnTo>
                  <a:lnTo>
                    <a:pt x="898706" y="236219"/>
                  </a:lnTo>
                  <a:lnTo>
                    <a:pt x="899032" y="232185"/>
                  </a:lnTo>
                  <a:lnTo>
                    <a:pt x="899032" y="0"/>
                  </a:lnTo>
                  <a:lnTo>
                    <a:pt x="0" y="0"/>
                  </a:lnTo>
                  <a:lnTo>
                    <a:pt x="0" y="232185"/>
                  </a:lnTo>
                  <a:lnTo>
                    <a:pt x="81" y="230162"/>
                  </a:lnTo>
                  <a:lnTo>
                    <a:pt x="81" y="234209"/>
                  </a:lnTo>
                  <a:lnTo>
                    <a:pt x="730" y="238203"/>
                  </a:lnTo>
                  <a:lnTo>
                    <a:pt x="2012" y="242042"/>
                  </a:lnTo>
                  <a:lnTo>
                    <a:pt x="3892" y="245625"/>
                  </a:lnTo>
                  <a:lnTo>
                    <a:pt x="6323" y="248860"/>
                  </a:lnTo>
                  <a:lnTo>
                    <a:pt x="9242" y="251664"/>
                  </a:lnTo>
                  <a:lnTo>
                    <a:pt x="12573" y="253962"/>
                  </a:lnTo>
                  <a:lnTo>
                    <a:pt x="16229" y="255697"/>
                  </a:lnTo>
                  <a:lnTo>
                    <a:pt x="20116" y="256823"/>
                  </a:lnTo>
                  <a:lnTo>
                    <a:pt x="24133" y="257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tx5928"/>
            <p:cNvSpPr/>
            <p:nvPr/>
          </p:nvSpPr>
          <p:spPr>
            <a:xfrm>
              <a:off x="12282343" y="12020894"/>
              <a:ext cx="8152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</a:t>
              </a:r>
            </a:p>
          </p:txBody>
        </p:sp>
        <p:sp>
          <p:nvSpPr>
            <p:cNvPr id="5929" name="tx5929"/>
            <p:cNvSpPr/>
            <p:nvPr/>
          </p:nvSpPr>
          <p:spPr>
            <a:xfrm>
              <a:off x="12530706" y="12192594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 (46%)</a:t>
              </a:r>
            </a:p>
          </p:txBody>
        </p:sp>
        <p:sp>
          <p:nvSpPr>
            <p:cNvPr id="5930" name="pg5930"/>
            <p:cNvSpPr/>
            <p:nvPr/>
          </p:nvSpPr>
          <p:spPr>
            <a:xfrm>
              <a:off x="12123857" y="13277379"/>
              <a:ext cx="1015608" cy="257331"/>
            </a:xfrm>
            <a:custGeom>
              <a:avLst/>
              <a:pathLst>
                <a:path w="1015608" h="257331">
                  <a:moveTo>
                    <a:pt x="1015608" y="257331"/>
                  </a:moveTo>
                  <a:lnTo>
                    <a:pt x="1015608" y="25146"/>
                  </a:lnTo>
                  <a:lnTo>
                    <a:pt x="1015282" y="21112"/>
                  </a:lnTo>
                  <a:lnTo>
                    <a:pt x="1014313" y="17183"/>
                  </a:lnTo>
                  <a:lnTo>
                    <a:pt x="1012727" y="13460"/>
                  </a:lnTo>
                  <a:lnTo>
                    <a:pt x="1010564" y="10039"/>
                  </a:lnTo>
                  <a:lnTo>
                    <a:pt x="1007881" y="7010"/>
                  </a:lnTo>
                  <a:lnTo>
                    <a:pt x="1004746" y="4451"/>
                  </a:lnTo>
                  <a:lnTo>
                    <a:pt x="1001241" y="2427"/>
                  </a:lnTo>
                  <a:lnTo>
                    <a:pt x="997458" y="992"/>
                  </a:lnTo>
                  <a:lnTo>
                    <a:pt x="993493" y="183"/>
                  </a:lnTo>
                  <a:lnTo>
                    <a:pt x="990462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2573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tx5931"/>
            <p:cNvSpPr/>
            <p:nvPr/>
          </p:nvSpPr>
          <p:spPr>
            <a:xfrm>
              <a:off x="12165767" y="13289889"/>
              <a:ext cx="931788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Negative</a:t>
              </a:r>
            </a:p>
          </p:txBody>
        </p:sp>
        <p:sp>
          <p:nvSpPr>
            <p:cNvPr id="5932" name="tx5932"/>
            <p:cNvSpPr/>
            <p:nvPr/>
          </p:nvSpPr>
          <p:spPr>
            <a:xfrm>
              <a:off x="12530706" y="13489352"/>
              <a:ext cx="566849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(11%)</a:t>
              </a:r>
            </a:p>
          </p:txBody>
        </p:sp>
        <p:sp>
          <p:nvSpPr>
            <p:cNvPr id="5933" name="rc5933"/>
            <p:cNvSpPr/>
            <p:nvPr/>
          </p:nvSpPr>
          <p:spPr>
            <a:xfrm>
              <a:off x="11193776" y="12108278"/>
              <a:ext cx="4372557" cy="142643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tx5934"/>
            <p:cNvSpPr/>
            <p:nvPr/>
          </p:nvSpPr>
          <p:spPr>
            <a:xfrm>
              <a:off x="10938567" y="13363343"/>
              <a:ext cx="19257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5935" name="tx5935"/>
            <p:cNvSpPr/>
            <p:nvPr/>
          </p:nvSpPr>
          <p:spPr>
            <a:xfrm>
              <a:off x="10975784" y="13039154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5936" name="tx5936"/>
            <p:cNvSpPr/>
            <p:nvPr/>
          </p:nvSpPr>
          <p:spPr>
            <a:xfrm>
              <a:off x="10975784" y="1271496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5937" name="tx5937"/>
            <p:cNvSpPr/>
            <p:nvPr/>
          </p:nvSpPr>
          <p:spPr>
            <a:xfrm>
              <a:off x="10975784" y="12390775"/>
              <a:ext cx="15536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5938" name="tx5938"/>
            <p:cNvSpPr/>
            <p:nvPr/>
          </p:nvSpPr>
          <p:spPr>
            <a:xfrm>
              <a:off x="10975784" y="12067950"/>
              <a:ext cx="15536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5939" name="pl5939"/>
            <p:cNvSpPr/>
            <p:nvPr/>
          </p:nvSpPr>
          <p:spPr>
            <a:xfrm>
              <a:off x="11158981" y="134050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11158981" y="130808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11158981" y="1275665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11158981" y="124324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11158981" y="121082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11572174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1261703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1366189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14706755" y="1353471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tx5948"/>
            <p:cNvSpPr/>
            <p:nvPr/>
          </p:nvSpPr>
          <p:spPr>
            <a:xfrm>
              <a:off x="11541097" y="1359564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949" name="tx5949"/>
            <p:cNvSpPr/>
            <p:nvPr/>
          </p:nvSpPr>
          <p:spPr>
            <a:xfrm>
              <a:off x="1255487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950" name="tx5950"/>
            <p:cNvSpPr/>
            <p:nvPr/>
          </p:nvSpPr>
          <p:spPr>
            <a:xfrm>
              <a:off x="13599739" y="135956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951" name="tx5951"/>
            <p:cNvSpPr/>
            <p:nvPr/>
          </p:nvSpPr>
          <p:spPr>
            <a:xfrm>
              <a:off x="14644600" y="13595595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5952" name="tx5952"/>
            <p:cNvSpPr/>
            <p:nvPr/>
          </p:nvSpPr>
          <p:spPr>
            <a:xfrm>
              <a:off x="12522243" y="13715330"/>
              <a:ext cx="1715622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Centiloids, Amyloid PET (Z)</a:t>
              </a:r>
            </a:p>
          </p:txBody>
        </p:sp>
        <p:sp>
          <p:nvSpPr>
            <p:cNvPr id="5953" name="tx5953"/>
            <p:cNvSpPr/>
            <p:nvPr/>
          </p:nvSpPr>
          <p:spPr>
            <a:xfrm rot="-5400000">
              <a:off x="9901652" y="12755942"/>
              <a:ext cx="180109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Alamar BD pTau181 (Z)</a:t>
              </a:r>
            </a:p>
          </p:txBody>
        </p:sp>
        <p:sp>
          <p:nvSpPr>
            <p:cNvPr id="5954" name="tx5954"/>
            <p:cNvSpPr/>
            <p:nvPr/>
          </p:nvSpPr>
          <p:spPr>
            <a:xfrm>
              <a:off x="11193776" y="11880589"/>
              <a:ext cx="204802" cy="12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W.</a:t>
              </a:r>
            </a:p>
          </p:txBody>
        </p:sp>
        <p:sp>
          <p:nvSpPr>
            <p:cNvPr id="5955" name="rc5955"/>
            <p:cNvSpPr/>
            <p:nvPr/>
          </p:nvSpPr>
          <p:spPr>
            <a:xfrm>
              <a:off x="16292827" y="11811000"/>
              <a:ext cx="1978029" cy="2133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16937463" y="1322574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16937463" y="1294283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16937463" y="12659918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16937463" y="12377003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1713550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1741841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17701333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17984248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16937463" y="1336720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16937463" y="1308429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16937463" y="1280137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16937463" y="12518461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16937463" y="12235546"/>
              <a:ext cx="1244826" cy="0"/>
            </a:xfrm>
            <a:custGeom>
              <a:avLst/>
              <a:pathLst>
                <a:path w="1244826" h="0">
                  <a:moveTo>
                    <a:pt x="0" y="0"/>
                  </a:moveTo>
                  <a:lnTo>
                    <a:pt x="1244826" y="0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1699404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1727696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1755987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17842791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18125706" y="12178963"/>
              <a:ext cx="0" cy="1244826"/>
            </a:xfrm>
            <a:custGeom>
              <a:avLst/>
              <a:pathLst>
                <a:path w="0" h="1244826">
                  <a:moveTo>
                    <a:pt x="0" y="12448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16994046" y="12235546"/>
              <a:ext cx="1131660" cy="1131660"/>
            </a:xfrm>
            <a:custGeom>
              <a:avLst/>
              <a:pathLst>
                <a:path w="1131660" h="1131660">
                  <a:moveTo>
                    <a:pt x="0" y="1131660"/>
                  </a:moveTo>
                  <a:lnTo>
                    <a:pt x="0" y="1111806"/>
                  </a:lnTo>
                  <a:lnTo>
                    <a:pt x="0" y="1091952"/>
                  </a:lnTo>
                  <a:lnTo>
                    <a:pt x="0" y="1072099"/>
                  </a:lnTo>
                  <a:lnTo>
                    <a:pt x="0" y="1052245"/>
                  </a:lnTo>
                  <a:lnTo>
                    <a:pt x="0" y="1032391"/>
                  </a:lnTo>
                  <a:lnTo>
                    <a:pt x="0" y="1012537"/>
                  </a:lnTo>
                  <a:lnTo>
                    <a:pt x="0" y="992684"/>
                  </a:lnTo>
                  <a:lnTo>
                    <a:pt x="0" y="972830"/>
                  </a:lnTo>
                  <a:lnTo>
                    <a:pt x="0" y="952976"/>
                  </a:lnTo>
                  <a:lnTo>
                    <a:pt x="0" y="933123"/>
                  </a:lnTo>
                  <a:lnTo>
                    <a:pt x="0" y="913269"/>
                  </a:lnTo>
                  <a:lnTo>
                    <a:pt x="0" y="893415"/>
                  </a:lnTo>
                  <a:lnTo>
                    <a:pt x="0" y="873562"/>
                  </a:lnTo>
                  <a:lnTo>
                    <a:pt x="0" y="853708"/>
                  </a:lnTo>
                  <a:lnTo>
                    <a:pt x="0" y="833854"/>
                  </a:lnTo>
                  <a:lnTo>
                    <a:pt x="0" y="814001"/>
                  </a:lnTo>
                  <a:lnTo>
                    <a:pt x="0" y="794147"/>
                  </a:lnTo>
                  <a:lnTo>
                    <a:pt x="0" y="774293"/>
                  </a:lnTo>
                  <a:lnTo>
                    <a:pt x="0" y="754440"/>
                  </a:lnTo>
                  <a:lnTo>
                    <a:pt x="0" y="734586"/>
                  </a:lnTo>
                  <a:lnTo>
                    <a:pt x="0" y="714732"/>
                  </a:lnTo>
                  <a:lnTo>
                    <a:pt x="0" y="694879"/>
                  </a:lnTo>
                  <a:lnTo>
                    <a:pt x="0" y="675025"/>
                  </a:lnTo>
                  <a:lnTo>
                    <a:pt x="0" y="655171"/>
                  </a:lnTo>
                  <a:lnTo>
                    <a:pt x="0" y="635317"/>
                  </a:lnTo>
                  <a:lnTo>
                    <a:pt x="0" y="615464"/>
                  </a:lnTo>
                  <a:lnTo>
                    <a:pt x="0" y="595610"/>
                  </a:lnTo>
                  <a:lnTo>
                    <a:pt x="0" y="575756"/>
                  </a:lnTo>
                  <a:lnTo>
                    <a:pt x="0" y="555903"/>
                  </a:lnTo>
                  <a:lnTo>
                    <a:pt x="0" y="536049"/>
                  </a:lnTo>
                  <a:lnTo>
                    <a:pt x="0" y="516195"/>
                  </a:lnTo>
                  <a:lnTo>
                    <a:pt x="0" y="496342"/>
                  </a:lnTo>
                  <a:lnTo>
                    <a:pt x="0" y="476488"/>
                  </a:lnTo>
                  <a:lnTo>
                    <a:pt x="0" y="456634"/>
                  </a:lnTo>
                  <a:lnTo>
                    <a:pt x="0" y="436781"/>
                  </a:lnTo>
                  <a:lnTo>
                    <a:pt x="26317" y="436781"/>
                  </a:lnTo>
                  <a:lnTo>
                    <a:pt x="26317" y="416927"/>
                  </a:lnTo>
                  <a:lnTo>
                    <a:pt x="26317" y="397073"/>
                  </a:lnTo>
                  <a:lnTo>
                    <a:pt x="26317" y="377220"/>
                  </a:lnTo>
                  <a:lnTo>
                    <a:pt x="26317" y="357366"/>
                  </a:lnTo>
                  <a:lnTo>
                    <a:pt x="26317" y="337512"/>
                  </a:lnTo>
                  <a:lnTo>
                    <a:pt x="26317" y="317658"/>
                  </a:lnTo>
                  <a:lnTo>
                    <a:pt x="52635" y="317658"/>
                  </a:lnTo>
                  <a:lnTo>
                    <a:pt x="52635" y="297805"/>
                  </a:lnTo>
                  <a:lnTo>
                    <a:pt x="52635" y="277951"/>
                  </a:lnTo>
                  <a:lnTo>
                    <a:pt x="78953" y="277951"/>
                  </a:lnTo>
                  <a:lnTo>
                    <a:pt x="78953" y="258097"/>
                  </a:lnTo>
                  <a:lnTo>
                    <a:pt x="78953" y="238244"/>
                  </a:lnTo>
                  <a:lnTo>
                    <a:pt x="78953" y="218390"/>
                  </a:lnTo>
                  <a:lnTo>
                    <a:pt x="105270" y="218390"/>
                  </a:lnTo>
                  <a:lnTo>
                    <a:pt x="105270" y="198536"/>
                  </a:lnTo>
                  <a:lnTo>
                    <a:pt x="131588" y="198536"/>
                  </a:lnTo>
                  <a:lnTo>
                    <a:pt x="157906" y="198536"/>
                  </a:lnTo>
                  <a:lnTo>
                    <a:pt x="157906" y="178683"/>
                  </a:lnTo>
                  <a:lnTo>
                    <a:pt x="184223" y="178683"/>
                  </a:lnTo>
                  <a:lnTo>
                    <a:pt x="184223" y="158829"/>
                  </a:lnTo>
                  <a:lnTo>
                    <a:pt x="210541" y="158829"/>
                  </a:lnTo>
                  <a:lnTo>
                    <a:pt x="236859" y="158829"/>
                  </a:lnTo>
                  <a:lnTo>
                    <a:pt x="263176" y="158829"/>
                  </a:lnTo>
                  <a:lnTo>
                    <a:pt x="289494" y="158829"/>
                  </a:lnTo>
                  <a:lnTo>
                    <a:pt x="289494" y="138975"/>
                  </a:lnTo>
                  <a:lnTo>
                    <a:pt x="315812" y="138975"/>
                  </a:lnTo>
                  <a:lnTo>
                    <a:pt x="342129" y="138975"/>
                  </a:lnTo>
                  <a:lnTo>
                    <a:pt x="368447" y="138975"/>
                  </a:lnTo>
                  <a:lnTo>
                    <a:pt x="394765" y="138975"/>
                  </a:lnTo>
                  <a:lnTo>
                    <a:pt x="394765" y="119122"/>
                  </a:lnTo>
                  <a:lnTo>
                    <a:pt x="421082" y="119122"/>
                  </a:lnTo>
                  <a:lnTo>
                    <a:pt x="421082" y="99268"/>
                  </a:lnTo>
                  <a:lnTo>
                    <a:pt x="447400" y="99268"/>
                  </a:lnTo>
                  <a:lnTo>
                    <a:pt x="473718" y="99268"/>
                  </a:lnTo>
                  <a:lnTo>
                    <a:pt x="500035" y="99268"/>
                  </a:lnTo>
                  <a:lnTo>
                    <a:pt x="500035" y="79414"/>
                  </a:lnTo>
                  <a:lnTo>
                    <a:pt x="526353" y="79414"/>
                  </a:lnTo>
                  <a:lnTo>
                    <a:pt x="526353" y="59561"/>
                  </a:lnTo>
                  <a:lnTo>
                    <a:pt x="552671" y="59561"/>
                  </a:lnTo>
                  <a:lnTo>
                    <a:pt x="552671" y="39707"/>
                  </a:lnTo>
                  <a:lnTo>
                    <a:pt x="578988" y="39707"/>
                  </a:lnTo>
                  <a:lnTo>
                    <a:pt x="605306" y="39707"/>
                  </a:lnTo>
                  <a:lnTo>
                    <a:pt x="631624" y="39707"/>
                  </a:lnTo>
                  <a:lnTo>
                    <a:pt x="657941" y="39707"/>
                  </a:lnTo>
                  <a:lnTo>
                    <a:pt x="684259" y="39707"/>
                  </a:lnTo>
                  <a:lnTo>
                    <a:pt x="710577" y="39707"/>
                  </a:lnTo>
                  <a:lnTo>
                    <a:pt x="736894" y="39707"/>
                  </a:lnTo>
                  <a:lnTo>
                    <a:pt x="763212" y="39707"/>
                  </a:lnTo>
                  <a:lnTo>
                    <a:pt x="789530" y="39707"/>
                  </a:lnTo>
                  <a:lnTo>
                    <a:pt x="789530" y="19853"/>
                  </a:lnTo>
                  <a:lnTo>
                    <a:pt x="815847" y="19853"/>
                  </a:lnTo>
                  <a:lnTo>
                    <a:pt x="842165" y="19853"/>
                  </a:lnTo>
                  <a:lnTo>
                    <a:pt x="868483" y="19853"/>
                  </a:lnTo>
                  <a:lnTo>
                    <a:pt x="894800" y="19853"/>
                  </a:lnTo>
                  <a:lnTo>
                    <a:pt x="921118" y="19853"/>
                  </a:lnTo>
                  <a:lnTo>
                    <a:pt x="947436" y="19853"/>
                  </a:lnTo>
                  <a:lnTo>
                    <a:pt x="973754" y="19853"/>
                  </a:lnTo>
                  <a:lnTo>
                    <a:pt x="1000071" y="19853"/>
                  </a:lnTo>
                  <a:lnTo>
                    <a:pt x="1026389" y="19853"/>
                  </a:lnTo>
                  <a:lnTo>
                    <a:pt x="1052707" y="19853"/>
                  </a:lnTo>
                  <a:lnTo>
                    <a:pt x="1079024" y="19853"/>
                  </a:lnTo>
                  <a:lnTo>
                    <a:pt x="1105342" y="19853"/>
                  </a:lnTo>
                  <a:lnTo>
                    <a:pt x="1131660" y="19853"/>
                  </a:lnTo>
                  <a:lnTo>
                    <a:pt x="11316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16937463" y="12178963"/>
              <a:ext cx="1244826" cy="1244826"/>
            </a:xfrm>
            <a:custGeom>
              <a:avLst/>
              <a:pathLst>
                <a:path w="1244826" h="1244826">
                  <a:moveTo>
                    <a:pt x="0" y="1244826"/>
                  </a:moveTo>
                  <a:lnTo>
                    <a:pt x="0" y="1244826"/>
                  </a:lnTo>
                  <a:lnTo>
                    <a:pt x="124482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76" name="pg5976"/>
            <p:cNvSpPr/>
            <p:nvPr/>
          </p:nvSpPr>
          <p:spPr>
            <a:xfrm>
              <a:off x="17276961" y="12713208"/>
              <a:ext cx="905328" cy="710580"/>
            </a:xfrm>
            <a:custGeom>
              <a:avLst/>
              <a:pathLst>
                <a:path w="905328" h="710580">
                  <a:moveTo>
                    <a:pt x="905328" y="710580"/>
                  </a:moveTo>
                  <a:lnTo>
                    <a:pt x="90532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710580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tx5977"/>
            <p:cNvSpPr/>
            <p:nvPr/>
          </p:nvSpPr>
          <p:spPr>
            <a:xfrm>
              <a:off x="17322491" y="12728133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0.63 [0.274, 1.198]</a:t>
              </a:r>
            </a:p>
          </p:txBody>
        </p:sp>
        <p:sp>
          <p:nvSpPr>
            <p:cNvPr id="5978" name="tx5978"/>
            <p:cNvSpPr/>
            <p:nvPr/>
          </p:nvSpPr>
          <p:spPr>
            <a:xfrm>
              <a:off x="17322491" y="12973577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0.914</a:t>
              </a:r>
            </a:p>
          </p:txBody>
        </p:sp>
        <p:sp>
          <p:nvSpPr>
            <p:cNvPr id="5979" name="tx5979"/>
            <p:cNvSpPr/>
            <p:nvPr/>
          </p:nvSpPr>
          <p:spPr>
            <a:xfrm>
              <a:off x="17322491" y="13193456"/>
              <a:ext cx="1176935" cy="1110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0.939</a:t>
              </a:r>
            </a:p>
          </p:txBody>
        </p:sp>
        <p:sp>
          <p:nvSpPr>
            <p:cNvPr id="5980" name="tx5980"/>
            <p:cNvSpPr/>
            <p:nvPr/>
          </p:nvSpPr>
          <p:spPr>
            <a:xfrm>
              <a:off x="17322491" y="13412074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0.807</a:t>
              </a:r>
            </a:p>
          </p:txBody>
        </p:sp>
        <p:sp>
          <p:nvSpPr>
            <p:cNvPr id="5981" name="tx5981"/>
            <p:cNvSpPr/>
            <p:nvPr/>
          </p:nvSpPr>
          <p:spPr>
            <a:xfrm>
              <a:off x="16580912" y="1331414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2" name="tx5982"/>
            <p:cNvSpPr/>
            <p:nvPr/>
          </p:nvSpPr>
          <p:spPr>
            <a:xfrm>
              <a:off x="16580912" y="1303122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3" name="tx5983"/>
            <p:cNvSpPr/>
            <p:nvPr/>
          </p:nvSpPr>
          <p:spPr>
            <a:xfrm>
              <a:off x="16580912" y="12748314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4" name="tx5984"/>
            <p:cNvSpPr/>
            <p:nvPr/>
          </p:nvSpPr>
          <p:spPr>
            <a:xfrm>
              <a:off x="16580912" y="12465399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85" name="tx5985"/>
            <p:cNvSpPr/>
            <p:nvPr/>
          </p:nvSpPr>
          <p:spPr>
            <a:xfrm>
              <a:off x="16580912" y="12182483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86" name="tx5986"/>
            <p:cNvSpPr/>
            <p:nvPr/>
          </p:nvSpPr>
          <p:spPr>
            <a:xfrm>
              <a:off x="1685562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987" name="tx5987"/>
            <p:cNvSpPr/>
            <p:nvPr/>
          </p:nvSpPr>
          <p:spPr>
            <a:xfrm>
              <a:off x="1713854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988" name="tx5988"/>
            <p:cNvSpPr/>
            <p:nvPr/>
          </p:nvSpPr>
          <p:spPr>
            <a:xfrm>
              <a:off x="1742145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989" name="tx5989"/>
            <p:cNvSpPr/>
            <p:nvPr/>
          </p:nvSpPr>
          <p:spPr>
            <a:xfrm>
              <a:off x="17704371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5990" name="tx5990"/>
            <p:cNvSpPr/>
            <p:nvPr/>
          </p:nvSpPr>
          <p:spPr>
            <a:xfrm>
              <a:off x="17987286" y="1350134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5991" name="tx5991"/>
            <p:cNvSpPr/>
            <p:nvPr/>
          </p:nvSpPr>
          <p:spPr>
            <a:xfrm>
              <a:off x="16181492" y="13651070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5992" name="tx5992"/>
            <p:cNvSpPr/>
            <p:nvPr/>
          </p:nvSpPr>
          <p:spPr>
            <a:xfrm rot="-5400000">
              <a:off x="15209894" y="12717945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5993" name="tx5993"/>
            <p:cNvSpPr/>
            <p:nvPr/>
          </p:nvSpPr>
          <p:spPr>
            <a:xfrm>
              <a:off x="16937463" y="11899567"/>
              <a:ext cx="201587" cy="1527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X.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8</cp:revision>
  <dcterms:created xsi:type="dcterms:W3CDTF">2015-07-14T21:05:00Z</dcterms:created>
  <dcterms:modified xsi:type="dcterms:W3CDTF">2026-05-19T12:12:35Z</dcterms:modified>
</cp:coreProperties>
</file>